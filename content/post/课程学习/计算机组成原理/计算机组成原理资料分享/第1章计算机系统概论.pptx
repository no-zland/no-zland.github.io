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 id="2147483672" r:id="rId3"/>
  </p:sldMasterIdLst>
  <p:notesMasterIdLst>
    <p:notesMasterId r:id="rId54"/>
  </p:notesMasterIdLst>
  <p:sldIdLst>
    <p:sldId id="256" r:id="rId4"/>
    <p:sldId id="376" r:id="rId5"/>
    <p:sldId id="377" r:id="rId6"/>
    <p:sldId id="261" r:id="rId7"/>
    <p:sldId id="262" r:id="rId8"/>
    <p:sldId id="319" r:id="rId9"/>
    <p:sldId id="379" r:id="rId10"/>
    <p:sldId id="378" r:id="rId11"/>
    <p:sldId id="380" r:id="rId12"/>
    <p:sldId id="320" r:id="rId13"/>
    <p:sldId id="263" r:id="rId14"/>
    <p:sldId id="321" r:id="rId15"/>
    <p:sldId id="326" r:id="rId16"/>
    <p:sldId id="328" r:id="rId17"/>
    <p:sldId id="329" r:id="rId18"/>
    <p:sldId id="322" r:id="rId19"/>
    <p:sldId id="325" r:id="rId20"/>
    <p:sldId id="332" r:id="rId21"/>
    <p:sldId id="382" r:id="rId22"/>
    <p:sldId id="331" r:id="rId23"/>
    <p:sldId id="383" r:id="rId24"/>
    <p:sldId id="264" r:id="rId25"/>
    <p:sldId id="384" r:id="rId26"/>
    <p:sldId id="309" r:id="rId27"/>
    <p:sldId id="317" r:id="rId28"/>
    <p:sldId id="318" r:id="rId29"/>
    <p:sldId id="267" r:id="rId30"/>
    <p:sldId id="269" r:id="rId31"/>
    <p:sldId id="271" r:id="rId32"/>
    <p:sldId id="273" r:id="rId33"/>
    <p:sldId id="275" r:id="rId34"/>
    <p:sldId id="277" r:id="rId35"/>
    <p:sldId id="278" r:id="rId36"/>
    <p:sldId id="279" r:id="rId37"/>
    <p:sldId id="310" r:id="rId38"/>
    <p:sldId id="314" r:id="rId39"/>
    <p:sldId id="311" r:id="rId40"/>
    <p:sldId id="312" r:id="rId41"/>
    <p:sldId id="313" r:id="rId42"/>
    <p:sldId id="283" r:id="rId43"/>
    <p:sldId id="288" r:id="rId44"/>
    <p:sldId id="305" r:id="rId45"/>
    <p:sldId id="281" r:id="rId46"/>
    <p:sldId id="297" r:id="rId47"/>
    <p:sldId id="298" r:id="rId48"/>
    <p:sldId id="299" r:id="rId49"/>
    <p:sldId id="300" r:id="rId50"/>
    <p:sldId id="301" r:id="rId51"/>
    <p:sldId id="315" r:id="rId52"/>
    <p:sldId id="316" r:id="rId53"/>
  </p:sldIdLst>
  <p:sldSz cx="9144000" cy="6858000" type="screen4x3"/>
  <p:notesSz cx="6858000" cy="9144000"/>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8"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66"/>
    <a:srgbClr val="800000"/>
    <a:srgbClr val="666699"/>
    <a:srgbClr val="FFFFFF"/>
    <a:srgbClr val="CCFFCC"/>
    <a:srgbClr val="CCECFF"/>
    <a:srgbClr val="A50021"/>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2" d="100"/>
          <a:sy n="62" d="100"/>
        </p:scale>
        <p:origin x="1400" y="40"/>
      </p:cViewPr>
      <p:guideLst>
        <p:guide orient="horz" pos="2108"/>
        <p:guide pos="289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7170" name="页眉占位符 716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a:p>
        </p:txBody>
      </p:sp>
      <p:sp>
        <p:nvSpPr>
          <p:cNvPr id="7171" name="日期占位符 7170"/>
          <p:cNvSpPr>
            <a:spLocks noGrp="1"/>
          </p:cNvSpPr>
          <p:nvPr>
            <p:ph type="dt" idx="1"/>
          </p:nvPr>
        </p:nvSpPr>
        <p:spPr>
          <a:xfrm>
            <a:off x="3886200" y="0"/>
            <a:ext cx="2971800" cy="457200"/>
          </a:xfrm>
          <a:prstGeom prst="rect">
            <a:avLst/>
          </a:prstGeom>
          <a:noFill/>
          <a:ln w="9525">
            <a:noFill/>
          </a:ln>
        </p:spPr>
        <p:txBody>
          <a:bodyPr/>
          <a:lstStyle/>
          <a:p>
            <a:pPr lvl="0" algn="r"/>
            <a:endParaRPr lang="zh-CN" altLang="en-US" sz="1200" dirty="0"/>
          </a:p>
        </p:txBody>
      </p:sp>
      <p:sp>
        <p:nvSpPr>
          <p:cNvPr id="7172" name="幻灯片图像占位符 7171"/>
          <p:cNvSpPr>
            <a:spLocks noGrp="1" noRot="1" noChangeAspect="1"/>
          </p:cNvSpPr>
          <p:nvPr>
            <p:ph type="sldImg" idx="2"/>
          </p:nvPr>
        </p:nvSpPr>
        <p:spPr>
          <a:xfrm>
            <a:off x="1143000" y="685800"/>
            <a:ext cx="4572000" cy="3429000"/>
          </a:xfrm>
          <a:prstGeom prst="rect">
            <a:avLst/>
          </a:prstGeom>
          <a:noFill/>
          <a:ln w="9525">
            <a:noFill/>
          </a:ln>
        </p:spPr>
      </p:sp>
      <p:sp>
        <p:nvSpPr>
          <p:cNvPr id="7173" name="文本占位符 7172"/>
          <p:cNvSpPr>
            <a:spLocks noGrp="1"/>
          </p:cNvSpPr>
          <p:nvPr>
            <p:ph type="body" sz="quarter" idx="3"/>
          </p:nvPr>
        </p:nvSpPr>
        <p:spPr>
          <a:xfrm>
            <a:off x="914400" y="4343400"/>
            <a:ext cx="5029200" cy="4114800"/>
          </a:xfrm>
          <a:prstGeom prst="rect">
            <a:avLst/>
          </a:prstGeom>
          <a:noFill/>
          <a:ln w="9525">
            <a:noFill/>
          </a:ln>
        </p:spPr>
        <p:txBody>
          <a:bodyPr anchor="ctr"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4" name="页脚占位符 7173"/>
          <p:cNvSpPr>
            <a:spLocks noGrp="1"/>
          </p:cNvSpPr>
          <p:nvPr>
            <p:ph type="ftr" sz="quarter" idx="4"/>
          </p:nvPr>
        </p:nvSpPr>
        <p:spPr>
          <a:xfrm>
            <a:off x="0" y="8686800"/>
            <a:ext cx="2971800" cy="457200"/>
          </a:xfrm>
          <a:prstGeom prst="rect">
            <a:avLst/>
          </a:prstGeom>
          <a:noFill/>
          <a:ln w="9525">
            <a:noFill/>
          </a:ln>
        </p:spPr>
        <p:txBody>
          <a:bodyPr anchor="b" anchorCtr="0"/>
          <a:lstStyle/>
          <a:p>
            <a:pPr lvl="0"/>
            <a:endParaRPr lang="zh-CN" altLang="en-US" sz="1200"/>
          </a:p>
        </p:txBody>
      </p:sp>
      <p:sp>
        <p:nvSpPr>
          <p:cNvPr id="7175" name="灯片编号占位符 7174"/>
          <p:cNvSpPr>
            <a:spLocks noGrp="1"/>
          </p:cNvSpPr>
          <p:nvPr>
            <p:ph type="sldNum" sz="quarter" idx="5"/>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a:t>‹#›</a:t>
            </a:fld>
            <a:endParaRPr lang="zh-CN" altLang="en-US" sz="120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blipFill rotWithShape="0">
          <a:blip r:embed="rId2"/>
        </a:blipFill>
        <a:effectLst>
          <a:outerShdw dist="107763" dir="2699999" algn="ctr" rotWithShape="0">
            <a:srgbClr val="020000"/>
          </a:outerShdw>
        </a:effectLst>
      </p:bgPr>
    </p:bg>
    <p:spTree>
      <p:nvGrpSpPr>
        <p:cNvPr id="1" name=""/>
        <p:cNvGrpSpPr/>
        <p:nvPr/>
      </p:nvGrpSpPr>
      <p:grpSpPr>
        <a:xfrm>
          <a:off x="0" y="0"/>
          <a:ext cx="0" cy="0"/>
          <a:chOff x="0" y="0"/>
          <a:chExt cx="0" cy="0"/>
        </a:xfrm>
      </p:grpSpPr>
      <p:sp>
        <p:nvSpPr>
          <p:cNvPr id="2050" name="标题 2049"/>
          <p:cNvSpPr>
            <a:spLocks noGrp="1"/>
          </p:cNvSpPr>
          <p:nvPr>
            <p:ph type="ctrTitle"/>
          </p:nvPr>
        </p:nvSpPr>
        <p:spPr>
          <a:xfrm>
            <a:off x="685800" y="2286000"/>
            <a:ext cx="7772400" cy="1143000"/>
          </a:xfrm>
          <a:prstGeom prst="rect">
            <a:avLst/>
          </a:prstGeom>
          <a:noFill/>
          <a:ln w="9525">
            <a:noFill/>
          </a:ln>
        </p:spPr>
        <p:txBody>
          <a:bodyPr anchor="ctr" anchorCtr="0"/>
          <a:lstStyle>
            <a:lvl1pPr lvl="0">
              <a:buClrTx/>
              <a:buSzTx/>
              <a:buFontTx/>
              <a:defRPr/>
            </a:lvl1pPr>
          </a:lstStyle>
          <a:p>
            <a:pPr lvl="0"/>
            <a:r>
              <a:rPr lang="zh-CN" altLang="en-US"/>
              <a:t>单击此处编辑母版标题样式</a:t>
            </a:r>
          </a:p>
        </p:txBody>
      </p:sp>
      <p:sp>
        <p:nvSpPr>
          <p:cNvPr id="2051" name="副标题 2050"/>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Tx/>
              <a:buSzTx/>
              <a:buFontTx/>
              <a:buNone/>
              <a:defRPr/>
            </a:lvl1pPr>
            <a:lvl2pPr marL="457200" lvl="1" indent="0" algn="ctr">
              <a:buClrTx/>
              <a:buSzTx/>
              <a:buFontTx/>
              <a:buNone/>
              <a:defRPr/>
            </a:lvl2pPr>
            <a:lvl3pPr marL="914400" lvl="2" indent="0" algn="ctr">
              <a:buClrTx/>
              <a:buSzTx/>
              <a:buFontTx/>
              <a:buNone/>
              <a:defRPr/>
            </a:lvl3pPr>
            <a:lvl4pPr marL="1371600" lvl="3" indent="0" algn="ctr">
              <a:buClrTx/>
              <a:buSzTx/>
              <a:buFontTx/>
              <a:buNone/>
              <a:defRPr/>
            </a:lvl4pPr>
            <a:lvl5pPr marL="1828800" lvl="4" indent="0" algn="ctr">
              <a:buClrTx/>
              <a:buSzTx/>
              <a:buFontTx/>
              <a:buNone/>
              <a:defRPr/>
            </a:lvl5pPr>
          </a:lstStyle>
          <a:p>
            <a:pPr lvl="0"/>
            <a:r>
              <a:rPr lang="zh-CN" altLang="en-US"/>
              <a:t>单击此处编辑母版副标题样式</a:t>
            </a:r>
          </a:p>
        </p:txBody>
      </p:sp>
      <p:sp>
        <p:nvSpPr>
          <p:cNvPr id="2052" name="灯片编号占位符 2051"/>
          <p:cNvSpPr>
            <a:spLocks noGrp="1"/>
          </p:cNvSpPr>
          <p:nvPr>
            <p:ph type="sldNum" sz="quarter" idx="4"/>
          </p:nvPr>
        </p:nvSpPr>
        <p:spPr>
          <a:xfrm>
            <a:off x="6553200" y="6248400"/>
            <a:ext cx="1905000" cy="457200"/>
          </a:xfrm>
          <a:prstGeom prst="rect">
            <a:avLst/>
          </a:prstGeom>
          <a:noFill/>
          <a:ln w="9525">
            <a:noFill/>
          </a:ln>
        </p:spPr>
        <p:txBody>
          <a:bodyPr anchor="b" anchorCtr="0"/>
          <a:lstStyle>
            <a:lvl1pPr algn="r">
              <a:defRPr sz="1400"/>
            </a:lvl1pPr>
          </a:lstStyle>
          <a:p>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
        <p:nvSpPr>
          <p:cNvPr id="2053" name="矩形 2052"/>
          <p:cNvSpPr/>
          <p:nvPr/>
        </p:nvSpPr>
        <p:spPr>
          <a:xfrm>
            <a:off x="533400" y="6172200"/>
            <a:ext cx="2057400" cy="457200"/>
          </a:xfrm>
          <a:prstGeom prst="rect">
            <a:avLst/>
          </a:prstGeom>
          <a:noFill/>
          <a:ln w="9525">
            <a:noFill/>
          </a:ln>
        </p:spPr>
        <p:txBody>
          <a:bodyPr anchor="b" anchorCtr="0"/>
          <a:lstStyle/>
          <a:p>
            <a:pPr lvl="0"/>
            <a:fld id="{BB962C8B-B14F-4D97-AF65-F5344CB8AC3E}" type="datetime8">
              <a:rPr lang="zh-CN" altLang="en-US" sz="1400">
                <a:latin typeface="幼圆" panose="02010509060101010101" pitchFamily="1" charset="-122"/>
                <a:ea typeface="幼圆" panose="02010509060101010101" pitchFamily="1" charset="-122"/>
              </a:rPr>
              <a:t>2026年3月15日9时37分</a:t>
            </a:fld>
            <a:endParaRPr lang="zh-CN" altLang="en-US" sz="1400">
              <a:latin typeface="幼圆" panose="02010509060101010101" pitchFamily="1" charset="-122"/>
              <a:ea typeface="幼圆" panose="02010509060101010101" pitchFamily="1" charset="-122"/>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6" name="灯片编号占位符 5"/>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6" name="灯片编号占位符 5"/>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724" y="1981200"/>
            <a:ext cx="3808476"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7" name="灯片编号占位符 6"/>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9" name="灯片编号占位符 8"/>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5" name="灯片编号占位符 4"/>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4" name="灯片编号占位符 3"/>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7" name="灯片编号占位符 6"/>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7" name="灯片编号占位符 6"/>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6" name="灯片编号占位符 5"/>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990600"/>
            <a:ext cx="1943100" cy="5105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990600"/>
            <a:ext cx="5716657" cy="5105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6" name="灯片编号占位符 5"/>
          <p:cNvSpPr>
            <a:spLocks noGrp="1"/>
          </p:cNvSpPr>
          <p:nvPr>
            <p:ph type="sldNum" sz="quarter" idx="12"/>
          </p:nvPr>
        </p:nvSpPr>
        <p:spPr/>
        <p:txBody>
          <a:body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alpha val="100000"/>
          </a:schemeClr>
        </a:solidFill>
        <a:effectLst/>
      </p:bgPr>
    </p:bg>
    <p:spTree>
      <p:nvGrpSpPr>
        <p:cNvPr id="1" name=""/>
        <p:cNvGrpSpPr/>
        <p:nvPr/>
      </p:nvGrpSpPr>
      <p:grpSpPr>
        <a:xfrm>
          <a:off x="0" y="0"/>
          <a:ext cx="0" cy="0"/>
          <a:chOff x="0" y="0"/>
          <a:chExt cx="0" cy="0"/>
        </a:xfrm>
      </p:grpSpPr>
      <p:pic>
        <p:nvPicPr>
          <p:cNvPr id="4098" name="Picture 28" descr="5-1"/>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2"/>
          <p:cNvSpPr>
            <a:spLocks noGrp="1"/>
          </p:cNvSpPr>
          <p:nvPr>
            <p:ph type="ctrTitle"/>
          </p:nvPr>
        </p:nvSpPr>
        <p:spPr>
          <a:xfrm>
            <a:off x="2120900" y="2130425"/>
            <a:ext cx="3898900" cy="1152525"/>
          </a:xfrm>
          <a:prstGeom prst="rect">
            <a:avLst/>
          </a:prstGeom>
          <a:noFill/>
          <a:ln w="9525">
            <a:noFill/>
          </a:ln>
        </p:spPr>
        <p:txBody>
          <a:bodyPr anchor="ctr" anchorCtr="0"/>
          <a:lstStyle>
            <a:lvl1pPr lvl="0" algn="ctr">
              <a:lnSpc>
                <a:spcPct val="110000"/>
              </a:lnSpc>
              <a:buClrTx/>
              <a:buSzTx/>
              <a:buFontTx/>
              <a:defRPr sz="3200" b="1"/>
            </a:lvl1pPr>
          </a:lstStyle>
          <a:p>
            <a:pPr lvl="0"/>
            <a:r>
              <a:rPr lang="zh-CN" altLang="en-US"/>
              <a:t>单击此处编辑母版标题样式</a:t>
            </a:r>
          </a:p>
        </p:txBody>
      </p:sp>
      <p:sp>
        <p:nvSpPr>
          <p:cNvPr id="4100" name="Rectangle 3"/>
          <p:cNvSpPr>
            <a:spLocks noGrp="1"/>
          </p:cNvSpPr>
          <p:nvPr>
            <p:ph type="subTitle" idx="1"/>
          </p:nvPr>
        </p:nvSpPr>
        <p:spPr>
          <a:xfrm>
            <a:off x="2120900" y="3352800"/>
            <a:ext cx="3898900" cy="381000"/>
          </a:xfrm>
          <a:prstGeom prst="rect">
            <a:avLst/>
          </a:prstGeom>
          <a:noFill/>
          <a:ln w="9525">
            <a:noFill/>
          </a:ln>
        </p:spPr>
        <p:txBody>
          <a:bodyPr anchor="t" anchorCtr="0"/>
          <a:lstStyle>
            <a:lvl1pPr marL="87630" lvl="0" indent="0" algn="ctr">
              <a:buClr>
                <a:schemeClr val="accent1"/>
              </a:buClr>
              <a:buSzPct val="85000"/>
              <a:buFont typeface="Arial" panose="020B0604020202020204" pitchFamily="34" charset="0"/>
              <a:buNone/>
              <a:defRPr sz="1400">
                <a:solidFill>
                  <a:srgbClr val="6C6F72"/>
                </a:solidFill>
              </a:defRPr>
            </a:lvl1pPr>
            <a:lvl2pPr marL="87630" lvl="1" indent="0" algn="ctr">
              <a:buClrTx/>
              <a:buSzTx/>
              <a:buFont typeface="Arial" panose="020B0604020202020204" pitchFamily="34" charset="0"/>
              <a:buNone/>
              <a:defRPr sz="1400">
                <a:solidFill>
                  <a:srgbClr val="6C6F72"/>
                </a:solidFill>
              </a:defRPr>
            </a:lvl2pPr>
            <a:lvl3pPr marL="914400" lvl="2" indent="0" algn="ctr">
              <a:buClrTx/>
              <a:buSzTx/>
              <a:buFont typeface="Arial" panose="020B0604020202020204" pitchFamily="34" charset="0"/>
              <a:buNone/>
              <a:defRPr sz="1400">
                <a:solidFill>
                  <a:srgbClr val="6C6F72"/>
                </a:solidFill>
              </a:defRPr>
            </a:lvl3pPr>
            <a:lvl4pPr marL="1371600" lvl="3" indent="0" algn="ctr">
              <a:buClrTx/>
              <a:buSzTx/>
              <a:buFont typeface="Arial" panose="020B0604020202020204" pitchFamily="34" charset="0"/>
              <a:buNone/>
              <a:defRPr sz="1400">
                <a:solidFill>
                  <a:srgbClr val="6C6F72"/>
                </a:solidFill>
              </a:defRPr>
            </a:lvl4pPr>
            <a:lvl5pPr marL="1828800" lvl="4" indent="0" algn="ctr">
              <a:buClrTx/>
              <a:buSzTx/>
              <a:buFont typeface="Arial" panose="020B0604020202020204" pitchFamily="34" charset="0"/>
              <a:buNone/>
              <a:defRPr sz="1400">
                <a:solidFill>
                  <a:srgbClr val="6C6F72"/>
                </a:solidFill>
              </a:defRPr>
            </a:lvl5pPr>
          </a:lstStyle>
          <a:p>
            <a:pPr lvl="0"/>
            <a:r>
              <a:rPr lang="zh-CN" altLang="en-US"/>
              <a:t>单击此处编辑母版副标题样式</a:t>
            </a:r>
          </a:p>
        </p:txBody>
      </p:sp>
      <p:sp>
        <p:nvSpPr>
          <p:cNvPr id="4101" name="Rectangle 4"/>
          <p:cNvSpPr>
            <a:spLocks noGrp="1"/>
          </p:cNvSpPr>
          <p:nvPr>
            <p:ph type="dt" sz="half" idx="2"/>
          </p:nvPr>
        </p:nvSpPr>
        <p:spPr>
          <a:xfrm>
            <a:off x="457200" y="6245225"/>
            <a:ext cx="2133600" cy="476250"/>
          </a:xfrm>
          <a:prstGeom prst="rect">
            <a:avLst/>
          </a:prstGeom>
          <a:noFill/>
          <a:ln w="9525">
            <a:noFill/>
          </a:ln>
        </p:spPr>
        <p:txBody>
          <a:bodyPr anchor="t" anchorCtr="0"/>
          <a:lstStyle>
            <a:lvl1pPr>
              <a:defRPr sz="1400"/>
            </a:lvl1pPr>
          </a:lstStyle>
          <a:p>
            <a:endParaRPr lang="zh-CN" altLang="en-US" dirty="0">
              <a:latin typeface="Times New Roman" panose="02020603050405020304" pitchFamily="2" charset="0"/>
            </a:endParaRPr>
          </a:p>
        </p:txBody>
      </p:sp>
      <p:sp>
        <p:nvSpPr>
          <p:cNvPr id="4102" name="Rectangle 5"/>
          <p:cNvSpPr>
            <a:spLocks noGrp="1"/>
          </p:cNvSpPr>
          <p:nvPr>
            <p:ph type="ftr" sz="quarter" idx="3"/>
          </p:nvPr>
        </p:nvSpPr>
        <p:spPr>
          <a:xfrm>
            <a:off x="3124200" y="6245225"/>
            <a:ext cx="2895600" cy="476250"/>
          </a:xfrm>
          <a:prstGeom prst="rect">
            <a:avLst/>
          </a:prstGeom>
          <a:noFill/>
          <a:ln w="9525">
            <a:noFill/>
          </a:ln>
        </p:spPr>
        <p:txBody>
          <a:bodyPr anchor="t" anchorCtr="0"/>
          <a:lstStyle>
            <a:lvl1pPr algn="ctr">
              <a:defRPr sz="1400"/>
            </a:lvl1pPr>
          </a:lstStyle>
          <a:p>
            <a:endParaRPr lang="zh-CN" altLang="en-US" dirty="0">
              <a:latin typeface="Times New Roman" panose="02020603050405020304" pitchFamily="2" charset="0"/>
            </a:endParaRPr>
          </a:p>
        </p:txBody>
      </p:sp>
      <p:sp>
        <p:nvSpPr>
          <p:cNvPr id="4103" name="Rectangle 6"/>
          <p:cNvSpPr>
            <a:spLocks noGrp="1"/>
          </p:cNvSpPr>
          <p:nvPr>
            <p:ph type="sldNum" sz="quarter" idx="4"/>
          </p:nvPr>
        </p:nvSpPr>
        <p:spPr>
          <a:xfrm>
            <a:off x="6553200" y="6245225"/>
            <a:ext cx="2133600" cy="476250"/>
          </a:xfrm>
          <a:prstGeom prst="rect">
            <a:avLst/>
          </a:prstGeom>
          <a:noFill/>
          <a:ln w="9525">
            <a:noFill/>
          </a:ln>
        </p:spPr>
        <p:txBody>
          <a:bodyPr anchor="t" anchorCtr="0"/>
          <a:lstStyle>
            <a:lvl1pPr algn="r">
              <a:defRPr sz="1400"/>
            </a:lvl1pPr>
          </a:lstStyle>
          <a:p>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12875"/>
            <a:ext cx="4027059" cy="4741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9741" y="1412875"/>
            <a:ext cx="4027059" cy="4741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2178" y="476250"/>
            <a:ext cx="2054622" cy="56784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476250"/>
            <a:ext cx="6044757" cy="56784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alpha val="100000"/>
          </a:schemeClr>
        </a:solidFill>
        <a:effectLst/>
      </p:bgPr>
    </p:bg>
    <p:spTree>
      <p:nvGrpSpPr>
        <p:cNvPr id="1" name=""/>
        <p:cNvGrpSpPr/>
        <p:nvPr/>
      </p:nvGrpSpPr>
      <p:grpSpPr>
        <a:xfrm>
          <a:off x="0" y="0"/>
          <a:ext cx="0" cy="0"/>
          <a:chOff x="0" y="0"/>
          <a:chExt cx="0" cy="0"/>
        </a:xfrm>
      </p:grpSpPr>
      <p:pic>
        <p:nvPicPr>
          <p:cNvPr id="6146" name="图片 6145"/>
          <p:cNvPicPr>
            <a:picLocks noChangeAspect="1"/>
          </p:cNvPicPr>
          <p:nvPr/>
        </p:nvPicPr>
        <p:blipFill>
          <a:blip r:embed="rId2"/>
          <a:stretch>
            <a:fillRect/>
          </a:stretch>
        </p:blipFill>
        <p:spPr>
          <a:xfrm>
            <a:off x="0" y="0"/>
            <a:ext cx="9169400" cy="6858000"/>
          </a:xfrm>
          <a:prstGeom prst="rect">
            <a:avLst/>
          </a:prstGeom>
          <a:noFill/>
          <a:ln w="9525">
            <a:noFill/>
          </a:ln>
        </p:spPr>
      </p:pic>
      <p:grpSp>
        <p:nvGrpSpPr>
          <p:cNvPr id="6147" name="组合 11"/>
          <p:cNvGrpSpPr/>
          <p:nvPr userDrawn="1"/>
        </p:nvGrpSpPr>
        <p:grpSpPr>
          <a:xfrm>
            <a:off x="-34925" y="4476750"/>
            <a:ext cx="9186863" cy="1339850"/>
            <a:chOff x="0" y="0"/>
            <a:chExt cx="9187543" cy="1341120"/>
          </a:xfrm>
        </p:grpSpPr>
        <p:sp>
          <p:nvSpPr>
            <p:cNvPr id="6148" name="任意多边形 13"/>
            <p:cNvSpPr/>
            <p:nvPr/>
          </p:nvSpPr>
          <p:spPr>
            <a:xfrm>
              <a:off x="5434148" y="0"/>
              <a:ext cx="3753395" cy="1036320"/>
            </a:xfrm>
            <a:custGeom>
              <a:avLst/>
              <a:gdLst/>
              <a:ahLst/>
              <a:cxnLst>
                <a:cxn ang="0">
                  <a:pos x="0" y="1036320"/>
                </a:cxn>
                <a:cxn ang="0">
                  <a:pos x="3753395" y="0"/>
                </a:cxn>
              </a:cxnLst>
              <a:rect l="0" t="0" r="0" b="0"/>
              <a:pathLst>
                <a:path w="3753395" h="1036320">
                  <a:moveTo>
                    <a:pt x="0" y="1036320"/>
                  </a:moveTo>
                  <a:lnTo>
                    <a:pt x="3753395" y="0"/>
                  </a:lnTo>
                </a:path>
              </a:pathLst>
            </a:custGeom>
            <a:noFill/>
            <a:ln w="28575" cap="flat" cmpd="sng">
              <a:solidFill>
                <a:srgbClr val="D8E39E"/>
              </a:solidFill>
              <a:prstDash val="solid"/>
              <a:bevel/>
              <a:headEnd type="none" w="med" len="med"/>
              <a:tailEnd type="none" w="med" len="med"/>
            </a:ln>
          </p:spPr>
          <p:txBody>
            <a:bodyPr/>
            <a:lstStyle/>
            <a:p>
              <a:endParaRPr lang="zh-CN" altLang="en-US"/>
            </a:p>
          </p:txBody>
        </p:sp>
        <p:sp>
          <p:nvSpPr>
            <p:cNvPr id="6149" name="任意多边形 14"/>
            <p:cNvSpPr/>
            <p:nvPr/>
          </p:nvSpPr>
          <p:spPr>
            <a:xfrm>
              <a:off x="34834" y="350456"/>
              <a:ext cx="1793968" cy="982724"/>
            </a:xfrm>
            <a:custGeom>
              <a:avLst/>
              <a:gdLst/>
              <a:ahLst/>
              <a:cxnLst>
                <a:cxn ang="0">
                  <a:pos x="0" y="0"/>
                </a:cxn>
                <a:cxn ang="0">
                  <a:pos x="1193032" y="285270"/>
                </a:cxn>
                <a:cxn ang="0">
                  <a:pos x="1793968" y="145933"/>
                </a:cxn>
                <a:cxn ang="0">
                  <a:pos x="0" y="982724"/>
                </a:cxn>
              </a:cxnLst>
              <a:rect l="0" t="0" r="0" b="0"/>
              <a:pathLst>
                <a:path w="1724298" h="982724">
                  <a:moveTo>
                    <a:pt x="0" y="0"/>
                  </a:moveTo>
                  <a:lnTo>
                    <a:pt x="1146700" y="285270"/>
                  </a:lnTo>
                  <a:lnTo>
                    <a:pt x="1724298" y="145933"/>
                  </a:lnTo>
                  <a:lnTo>
                    <a:pt x="0" y="982724"/>
                  </a:lnTo>
                  <a:lnTo>
                    <a:pt x="0" y="0"/>
                  </a:lnTo>
                  <a:close/>
                </a:path>
              </a:pathLst>
            </a:custGeom>
            <a:solidFill>
              <a:schemeClr val="accent1">
                <a:alpha val="100000"/>
              </a:schemeClr>
            </a:solidFill>
            <a:ln w="9525">
              <a:noFill/>
            </a:ln>
          </p:spPr>
          <p:txBody>
            <a:bodyPr/>
            <a:lstStyle/>
            <a:p>
              <a:endParaRPr lang="zh-CN" altLang="en-US"/>
            </a:p>
          </p:txBody>
        </p:sp>
        <p:sp>
          <p:nvSpPr>
            <p:cNvPr id="6150" name="任意多边形 15"/>
            <p:cNvSpPr/>
            <p:nvPr/>
          </p:nvSpPr>
          <p:spPr>
            <a:xfrm>
              <a:off x="0" y="156754"/>
              <a:ext cx="3213463" cy="1184366"/>
            </a:xfrm>
            <a:custGeom>
              <a:avLst/>
              <a:gdLst/>
              <a:ahLst/>
              <a:cxnLst>
                <a:cxn ang="0">
                  <a:pos x="0" y="1184366"/>
                </a:cxn>
                <a:cxn ang="0">
                  <a:pos x="3213463" y="209006"/>
                </a:cxn>
                <a:cxn ang="0">
                  <a:pos x="2473234" y="0"/>
                </a:cxn>
                <a:cxn ang="0">
                  <a:pos x="0" y="1184366"/>
                </a:cxn>
              </a:cxnLst>
              <a:rect l="0" t="0" r="0" b="0"/>
              <a:pathLst>
                <a:path w="3213463" h="1184366">
                  <a:moveTo>
                    <a:pt x="0" y="1184366"/>
                  </a:moveTo>
                  <a:lnTo>
                    <a:pt x="3213463" y="209006"/>
                  </a:lnTo>
                  <a:lnTo>
                    <a:pt x="2473234" y="0"/>
                  </a:lnTo>
                  <a:lnTo>
                    <a:pt x="0" y="1184366"/>
                  </a:lnTo>
                  <a:close/>
                </a:path>
              </a:pathLst>
            </a:custGeom>
            <a:solidFill>
              <a:srgbClr val="597F24">
                <a:alpha val="100000"/>
              </a:srgbClr>
            </a:solidFill>
            <a:ln w="9525">
              <a:noFill/>
            </a:ln>
          </p:spPr>
          <p:txBody>
            <a:bodyPr/>
            <a:lstStyle/>
            <a:p>
              <a:endParaRPr lang="zh-CN" altLang="en-US"/>
            </a:p>
          </p:txBody>
        </p:sp>
        <p:sp>
          <p:nvSpPr>
            <p:cNvPr id="6151" name="任意多边形 16"/>
            <p:cNvSpPr/>
            <p:nvPr/>
          </p:nvSpPr>
          <p:spPr>
            <a:xfrm>
              <a:off x="2464526" y="148046"/>
              <a:ext cx="6496594" cy="1140823"/>
            </a:xfrm>
            <a:custGeom>
              <a:avLst/>
              <a:gdLst/>
              <a:ahLst/>
              <a:cxnLst>
                <a:cxn ang="0">
                  <a:pos x="0" y="8708"/>
                </a:cxn>
                <a:cxn ang="0">
                  <a:pos x="4119154" y="1140823"/>
                </a:cxn>
                <a:cxn ang="0">
                  <a:pos x="6496594" y="539931"/>
                </a:cxn>
                <a:cxn ang="0">
                  <a:pos x="2107474" y="0"/>
                </a:cxn>
                <a:cxn ang="0">
                  <a:pos x="0" y="8708"/>
                </a:cxn>
              </a:cxnLst>
              <a:rect l="0" t="0" r="0" b="0"/>
              <a:pathLst>
                <a:path w="6496594" h="1140823">
                  <a:moveTo>
                    <a:pt x="0" y="8708"/>
                  </a:moveTo>
                  <a:lnTo>
                    <a:pt x="4119154" y="1140823"/>
                  </a:lnTo>
                  <a:lnTo>
                    <a:pt x="6496594" y="539931"/>
                  </a:lnTo>
                  <a:lnTo>
                    <a:pt x="2107474" y="0"/>
                  </a:lnTo>
                  <a:lnTo>
                    <a:pt x="0" y="8708"/>
                  </a:lnTo>
                  <a:close/>
                </a:path>
              </a:pathLst>
            </a:custGeom>
            <a:solidFill>
              <a:schemeClr val="accent1">
                <a:alpha val="100000"/>
              </a:schemeClr>
            </a:solidFill>
            <a:ln w="9525">
              <a:noFill/>
            </a:ln>
          </p:spPr>
          <p:txBody>
            <a:bodyPr/>
            <a:lstStyle/>
            <a:p>
              <a:endParaRPr lang="zh-CN" altLang="en-US"/>
            </a:p>
          </p:txBody>
        </p:sp>
        <p:sp>
          <p:nvSpPr>
            <p:cNvPr id="6152" name="任意多边形 19"/>
            <p:cNvSpPr/>
            <p:nvPr/>
          </p:nvSpPr>
          <p:spPr>
            <a:xfrm>
              <a:off x="6670765" y="592181"/>
              <a:ext cx="2516778" cy="670560"/>
            </a:xfrm>
            <a:custGeom>
              <a:avLst/>
              <a:gdLst/>
              <a:ahLst/>
              <a:cxnLst>
                <a:cxn ang="0">
                  <a:pos x="0" y="670560"/>
                </a:cxn>
                <a:cxn ang="0">
                  <a:pos x="2516778" y="322217"/>
                </a:cxn>
                <a:cxn ang="0">
                  <a:pos x="2499360" y="0"/>
                </a:cxn>
                <a:cxn ang="0">
                  <a:pos x="0" y="670560"/>
                </a:cxn>
              </a:cxnLst>
              <a:rect l="0" t="0" r="0" b="0"/>
              <a:pathLst>
                <a:path w="2516778" h="670560">
                  <a:moveTo>
                    <a:pt x="0" y="670560"/>
                  </a:moveTo>
                  <a:lnTo>
                    <a:pt x="2516778" y="322217"/>
                  </a:lnTo>
                  <a:lnTo>
                    <a:pt x="2499360" y="0"/>
                  </a:lnTo>
                  <a:lnTo>
                    <a:pt x="0" y="670560"/>
                  </a:lnTo>
                  <a:close/>
                </a:path>
              </a:pathLst>
            </a:custGeom>
            <a:solidFill>
              <a:srgbClr val="597F24">
                <a:alpha val="100000"/>
              </a:srgbClr>
            </a:solidFill>
            <a:ln w="9525">
              <a:noFill/>
            </a:ln>
          </p:spPr>
          <p:txBody>
            <a:bodyPr/>
            <a:lstStyle/>
            <a:p>
              <a:endParaRPr lang="zh-CN" altLang="en-US"/>
            </a:p>
          </p:txBody>
        </p:sp>
        <p:sp>
          <p:nvSpPr>
            <p:cNvPr id="6153" name="任意多边形 20"/>
            <p:cNvSpPr/>
            <p:nvPr/>
          </p:nvSpPr>
          <p:spPr>
            <a:xfrm>
              <a:off x="1045028" y="17417"/>
              <a:ext cx="8125097" cy="1271452"/>
            </a:xfrm>
            <a:custGeom>
              <a:avLst/>
              <a:gdLst/>
              <a:ahLst/>
              <a:cxnLst>
                <a:cxn ang="0">
                  <a:pos x="0" y="600892"/>
                </a:cxn>
                <a:cxn ang="0">
                  <a:pos x="992777" y="0"/>
                </a:cxn>
                <a:cxn ang="0">
                  <a:pos x="5155475" y="1271452"/>
                </a:cxn>
                <a:cxn ang="0">
                  <a:pos x="8125097" y="365760"/>
                </a:cxn>
              </a:cxnLst>
              <a:rect l="0" t="0" r="0" b="0"/>
              <a:pathLst>
                <a:path w="8125097" h="1271452">
                  <a:moveTo>
                    <a:pt x="0" y="600892"/>
                  </a:moveTo>
                  <a:lnTo>
                    <a:pt x="992777" y="0"/>
                  </a:lnTo>
                  <a:lnTo>
                    <a:pt x="5155475" y="1271452"/>
                  </a:lnTo>
                  <a:lnTo>
                    <a:pt x="8125097" y="365760"/>
                  </a:lnTo>
                </a:path>
              </a:pathLst>
            </a:custGeom>
            <a:noFill/>
            <a:ln w="19050" cap="flat" cmpd="sng">
              <a:solidFill>
                <a:srgbClr val="597F24"/>
              </a:solidFill>
              <a:prstDash val="solid"/>
              <a:bevel/>
              <a:headEnd type="none" w="med" len="med"/>
              <a:tailEnd type="none" w="med" len="med"/>
            </a:ln>
          </p:spPr>
          <p:txBody>
            <a:bodyPr/>
            <a:lstStyle/>
            <a:p>
              <a:endParaRPr lang="zh-CN" altLang="en-US"/>
            </a:p>
          </p:txBody>
        </p:sp>
        <p:sp>
          <p:nvSpPr>
            <p:cNvPr id="6154" name="任意多边形 21"/>
            <p:cNvSpPr/>
            <p:nvPr/>
          </p:nvSpPr>
          <p:spPr>
            <a:xfrm>
              <a:off x="2037807" y="722812"/>
              <a:ext cx="3431836" cy="304800"/>
            </a:xfrm>
            <a:custGeom>
              <a:avLst/>
              <a:gdLst/>
              <a:ahLst/>
              <a:cxnLst>
                <a:cxn ang="0">
                  <a:pos x="0" y="0"/>
                </a:cxn>
                <a:cxn ang="0">
                  <a:pos x="3431836" y="304800"/>
                </a:cxn>
              </a:cxnLst>
              <a:rect l="0" t="0" r="0" b="0"/>
              <a:pathLst>
                <a:path w="3352800" h="304800">
                  <a:moveTo>
                    <a:pt x="0" y="0"/>
                  </a:moveTo>
                  <a:lnTo>
                    <a:pt x="3352800" y="304800"/>
                  </a:lnTo>
                </a:path>
              </a:pathLst>
            </a:custGeom>
            <a:noFill/>
            <a:ln w="28575" cap="flat" cmpd="sng">
              <a:solidFill>
                <a:srgbClr val="D8E39E"/>
              </a:solidFill>
              <a:prstDash val="solid"/>
              <a:bevel/>
              <a:headEnd type="none" w="med" len="med"/>
              <a:tailEnd type="none" w="med" len="med"/>
            </a:ln>
          </p:spPr>
          <p:txBody>
            <a:bodyPr/>
            <a:lstStyle/>
            <a:p>
              <a:endParaRPr lang="zh-CN" altLang="en-US"/>
            </a:p>
          </p:txBody>
        </p:sp>
      </p:grpSp>
      <p:sp>
        <p:nvSpPr>
          <p:cNvPr id="6155" name="KSO_BC1"/>
          <p:cNvSpPr>
            <a:spLocks noGrp="1"/>
          </p:cNvSpPr>
          <p:nvPr>
            <p:ph type="subTitle" idx="1"/>
          </p:nvPr>
        </p:nvSpPr>
        <p:spPr>
          <a:xfrm>
            <a:off x="2590800" y="2743200"/>
            <a:ext cx="3835400" cy="457200"/>
          </a:xfrm>
          <a:prstGeom prst="rect">
            <a:avLst/>
          </a:prstGeom>
          <a:solidFill>
            <a:srgbClr val="BED15D"/>
          </a:solidFill>
          <a:ln w="9525">
            <a:noFill/>
          </a:ln>
        </p:spPr>
        <p:txBody>
          <a:bodyPr anchor="ctr" anchorCtr="0"/>
          <a:lstStyle>
            <a:lvl1pPr marL="0" lvl="0" indent="0" algn="ctr">
              <a:buClr>
                <a:srgbClr val="3B5518"/>
              </a:buClr>
              <a:buSzPct val="60000"/>
              <a:buFont typeface="Wingdings" panose="05000000000000000000" pitchFamily="2" charset="2"/>
              <a:buNone/>
              <a:defRPr sz="1800">
                <a:solidFill>
                  <a:schemeClr val="bg1"/>
                </a:solidFill>
              </a:defRPr>
            </a:lvl1pPr>
            <a:lvl2pPr marL="0" lvl="1" indent="0" algn="ctr">
              <a:buClr>
                <a:srgbClr val="D8E39E"/>
              </a:buClr>
              <a:buSzTx/>
              <a:buFont typeface="幼圆" panose="02010509060101010101" pitchFamily="1" charset="-122"/>
              <a:buNone/>
              <a:defRPr sz="1800">
                <a:solidFill>
                  <a:schemeClr val="bg1"/>
                </a:solidFill>
              </a:defRPr>
            </a:lvl2pPr>
            <a:lvl3pPr marL="914400" lvl="2" indent="0" algn="ctr">
              <a:buClrTx/>
              <a:buSzTx/>
              <a:buFont typeface="Arial" panose="020B0604020202020204" pitchFamily="34" charset="0"/>
              <a:buNone/>
              <a:defRPr sz="1800">
                <a:solidFill>
                  <a:schemeClr val="bg1"/>
                </a:solidFill>
              </a:defRPr>
            </a:lvl3pPr>
            <a:lvl4pPr marL="1371600" lvl="3" indent="0" algn="ctr">
              <a:buClrTx/>
              <a:buSzTx/>
              <a:buFont typeface="Arial" panose="020B0604020202020204" pitchFamily="34" charset="0"/>
              <a:buNone/>
              <a:defRPr sz="1800">
                <a:solidFill>
                  <a:schemeClr val="bg1"/>
                </a:solidFill>
              </a:defRPr>
            </a:lvl4pPr>
            <a:lvl5pPr marL="1828800" lvl="4" indent="0" algn="ctr">
              <a:buClrTx/>
              <a:buSzTx/>
              <a:buFont typeface="Arial" panose="020B0604020202020204" pitchFamily="34" charset="0"/>
              <a:buNone/>
              <a:defRPr sz="1800">
                <a:solidFill>
                  <a:schemeClr val="bg1"/>
                </a:solidFill>
              </a:defRPr>
            </a:lvl5pPr>
          </a:lstStyle>
          <a:p>
            <a:pPr lvl="0"/>
            <a:r>
              <a:rPr lang="zh-CN" altLang="en-US"/>
              <a:t>单击此处编辑母版副标题样式</a:t>
            </a:r>
          </a:p>
        </p:txBody>
      </p:sp>
      <p:sp>
        <p:nvSpPr>
          <p:cNvPr id="6156" name="KSO_FD"/>
          <p:cNvSpPr>
            <a:spLocks noGrp="1"/>
          </p:cNvSpPr>
          <p:nvPr>
            <p:ph type="dt" sz="half" idx="2"/>
          </p:nvPr>
        </p:nvSpPr>
        <p:spPr>
          <a:xfrm>
            <a:off x="457200" y="6245225"/>
            <a:ext cx="2133600" cy="476250"/>
          </a:xfrm>
          <a:prstGeom prst="rect">
            <a:avLst/>
          </a:prstGeom>
          <a:noFill/>
          <a:ln w="9525">
            <a:noFill/>
          </a:ln>
        </p:spPr>
        <p:txBody>
          <a:bodyPr anchor="ctr" anchorCtr="0"/>
          <a:lstStyle>
            <a:lvl1pPr>
              <a:defRPr sz="1200">
                <a:solidFill>
                  <a:srgbClr val="929292"/>
                </a:solidFill>
              </a:defRPr>
            </a:lvl1pPr>
          </a:lstStyle>
          <a:p>
            <a:fld id="{BB962C8B-B14F-4D97-AF65-F5344CB8AC3E}" type="datetime1">
              <a:rPr lang="zh-CN" altLang="en-US" dirty="0">
                <a:latin typeface="Times New Roman" panose="02020603050405020304" pitchFamily="2" charset="0"/>
              </a:rPr>
              <a:t>2026/3/15</a:t>
            </a:fld>
            <a:endParaRPr lang="zh-CN" altLang="en-US" dirty="0">
              <a:latin typeface="Times New Roman" panose="02020603050405020304" pitchFamily="2" charset="0"/>
            </a:endParaRPr>
          </a:p>
        </p:txBody>
      </p:sp>
      <p:sp>
        <p:nvSpPr>
          <p:cNvPr id="6157" name="KSO_FT"/>
          <p:cNvSpPr>
            <a:spLocks noGrp="1"/>
          </p:cNvSpPr>
          <p:nvPr>
            <p:ph type="ftr" sz="quarter" idx="3"/>
          </p:nvPr>
        </p:nvSpPr>
        <p:spPr>
          <a:xfrm>
            <a:off x="3124200" y="6245225"/>
            <a:ext cx="2895600" cy="476250"/>
          </a:xfrm>
          <a:prstGeom prst="rect">
            <a:avLst/>
          </a:prstGeom>
          <a:noFill/>
          <a:ln w="9525">
            <a:noFill/>
          </a:ln>
        </p:spPr>
        <p:txBody>
          <a:bodyPr anchor="ctr" anchorCtr="0"/>
          <a:lstStyle>
            <a:lvl1pPr algn="ctr">
              <a:defRPr sz="1200">
                <a:solidFill>
                  <a:srgbClr val="929292"/>
                </a:solidFill>
              </a:defRPr>
            </a:lvl1pPr>
          </a:lstStyle>
          <a:p>
            <a:endParaRPr lang="zh-CN" altLang="en-US" dirty="0">
              <a:latin typeface="Times New Roman" panose="02020603050405020304" pitchFamily="2" charset="0"/>
            </a:endParaRPr>
          </a:p>
        </p:txBody>
      </p:sp>
      <p:sp>
        <p:nvSpPr>
          <p:cNvPr id="6158" name="KSO_FN"/>
          <p:cNvSpPr>
            <a:spLocks noGrp="1"/>
          </p:cNvSpPr>
          <p:nvPr>
            <p:ph type="sldNum" sz="quarter" idx="4"/>
          </p:nvPr>
        </p:nvSpPr>
        <p:spPr>
          <a:xfrm>
            <a:off x="6553200" y="6245225"/>
            <a:ext cx="2133600" cy="476250"/>
          </a:xfrm>
          <a:prstGeom prst="rect">
            <a:avLst/>
          </a:prstGeom>
          <a:noFill/>
          <a:ln w="9525">
            <a:noFill/>
          </a:ln>
        </p:spPr>
        <p:txBody>
          <a:bodyPr anchor="ctr" anchorCtr="0"/>
          <a:lstStyle>
            <a:lvl1pPr algn="ctr">
              <a:defRPr sz="1200">
                <a:solidFill>
                  <a:schemeClr val="accent1"/>
                </a:solidFill>
              </a:defRPr>
            </a:lvl1pPr>
          </a:lstStyle>
          <a:p>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
        <p:nvSpPr>
          <p:cNvPr id="6159" name="KSO_BT1"/>
          <p:cNvSpPr>
            <a:spLocks noGrp="1"/>
          </p:cNvSpPr>
          <p:nvPr>
            <p:ph type="ctrTitle"/>
          </p:nvPr>
        </p:nvSpPr>
        <p:spPr>
          <a:xfrm>
            <a:off x="1168400" y="1749425"/>
            <a:ext cx="6997700" cy="1000125"/>
          </a:xfrm>
          <a:prstGeom prst="rect">
            <a:avLst/>
          </a:prstGeom>
          <a:noFill/>
          <a:ln w="9525">
            <a:noFill/>
          </a:ln>
        </p:spPr>
        <p:txBody>
          <a:bodyPr anchor="ctr" anchorCtr="0"/>
          <a:lstStyle>
            <a:lvl1pPr lvl="0" algn="ctr">
              <a:buClrTx/>
              <a:buSzTx/>
              <a:buFontTx/>
              <a:defRPr sz="4000">
                <a:solidFill>
                  <a:srgbClr val="080808"/>
                </a:solidFill>
              </a:defRPr>
            </a:lvl1pPr>
          </a:lstStyle>
          <a:p>
            <a:pPr lvl="0"/>
            <a:r>
              <a:rPr lang="zh-CN" altLang="en-US"/>
              <a:t>单击此处编辑母版标题样式</a:t>
            </a:r>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1963" y="904875"/>
            <a:ext cx="4006834" cy="54514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2341" y="904875"/>
            <a:ext cx="4006834" cy="54514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4313" y="157163"/>
            <a:ext cx="2074863" cy="61991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39725" y="157163"/>
            <a:ext cx="6104306" cy="61991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29150" y="1825625"/>
            <a:ext cx="3886200" cy="4351338"/>
          </a:xfrm>
        </p:spPr>
        <p:txBody>
          <a:bodyPr/>
          <a:lstStyle/>
          <a:p>
            <a:endParaRPr lang="zh-CN" altLang="en-US"/>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a:endParaRPr lang="zh-CN" altLang="en-US" dirty="0">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blipFill>
        <a:effectLst>
          <a:outerShdw dist="107763" dir="2699999" algn="ctr" rotWithShape="0">
            <a:srgbClr val="020000"/>
          </a:outerShdw>
        </a:effectLst>
      </p:bgPr>
    </p:bg>
    <p:spTree>
      <p:nvGrpSpPr>
        <p:cNvPr id="1" name=""/>
        <p:cNvGrpSpPr/>
        <p:nvPr/>
      </p:nvGrpSpPr>
      <p:grpSpPr>
        <a:xfrm>
          <a:off x="0" y="0"/>
          <a:ext cx="0" cy="0"/>
          <a:chOff x="0" y="0"/>
          <a:chExt cx="0" cy="0"/>
        </a:xfrm>
      </p:grpSpPr>
      <p:sp>
        <p:nvSpPr>
          <p:cNvPr id="1026" name="日期占位符 1025"/>
          <p:cNvSpPr>
            <a:spLocks noGrp="1"/>
          </p:cNvSpPr>
          <p:nvPr>
            <p:ph type="dt" sz="half" idx="2"/>
          </p:nvPr>
        </p:nvSpPr>
        <p:spPr>
          <a:xfrm>
            <a:off x="609600" y="6172200"/>
            <a:ext cx="2133600" cy="457200"/>
          </a:xfrm>
          <a:prstGeom prst="rect">
            <a:avLst/>
          </a:prstGeom>
          <a:noFill/>
          <a:ln w="9525">
            <a:noFill/>
          </a:ln>
        </p:spPr>
        <p:txBody>
          <a:bodyPr anchor="b" anchorCtr="0"/>
          <a:lstStyle>
            <a:lvl1pPr>
              <a:defRPr sz="1400">
                <a:latin typeface="幼圆" panose="02010509060101010101" pitchFamily="1" charset="-122"/>
                <a:ea typeface="幼圆" panose="02010509060101010101" pitchFamily="1" charset="-122"/>
              </a:defRPr>
            </a:lvl1pPr>
          </a:lstStyle>
          <a:p>
            <a:pPr lvl="0"/>
            <a:fld id="{BB962C8B-B14F-4D97-AF65-F5344CB8AC3E}" type="datetime8">
              <a:rPr lang="zh-CN" altLang="en-US" sz="1400" dirty="0">
                <a:latin typeface="幼圆" panose="02010509060101010101" pitchFamily="1" charset="-122"/>
                <a:ea typeface="幼圆" panose="02010509060101010101" pitchFamily="1" charset="-122"/>
              </a:rPr>
              <a:t>2026年3月15日9时37分</a:t>
            </a:fld>
            <a:endParaRPr lang="zh-CN" altLang="en-US" sz="1400" dirty="0">
              <a:latin typeface="幼圆" panose="02010509060101010101" pitchFamily="1" charset="-122"/>
              <a:ea typeface="幼圆" panose="02010509060101010101" pitchFamily="1" charset="-122"/>
            </a:endParaRPr>
          </a:p>
        </p:txBody>
      </p:sp>
      <p:sp>
        <p:nvSpPr>
          <p:cNvPr id="1027" name="灯片编号占位符 1026"/>
          <p:cNvSpPr>
            <a:spLocks noGrp="1"/>
          </p:cNvSpPr>
          <p:nvPr>
            <p:ph type="sldNum" sz="quarter" idx="4"/>
          </p:nvPr>
        </p:nvSpPr>
        <p:spPr>
          <a:xfrm>
            <a:off x="6553200" y="6248400"/>
            <a:ext cx="1905000" cy="457200"/>
          </a:xfrm>
          <a:prstGeom prst="rect">
            <a:avLst/>
          </a:prstGeom>
          <a:noFill/>
          <a:ln w="9525">
            <a:noFill/>
          </a:ln>
        </p:spPr>
        <p:txBody>
          <a:bodyPr anchor="b" anchorCtr="0"/>
          <a:lstStyle>
            <a:lvl1pPr algn="r">
              <a:defRPr sz="1400"/>
            </a:lvl1pPr>
          </a:lstStyle>
          <a:p>
            <a:pPr lvl="0">
              <a:spcBef>
                <a:spcPct val="50000"/>
              </a:spcBef>
            </a:pPr>
            <a:fld id="{9A0DB2DC-4C9A-4742-B13C-FB6460FD3503}" type="slidenum">
              <a:rPr lang="zh-CN" altLang="en-US">
                <a:latin typeface="Times New Roman" panose="02020603050405020304" pitchFamily="2" charset="0"/>
              </a:rPr>
              <a:t>‹#›</a:t>
            </a:fld>
            <a:endParaRPr lang="zh-CN" altLang="en-US">
              <a:latin typeface="Times New Roman" panose="02020603050405020304" pitchFamily="2" charset="0"/>
            </a:endParaRPr>
          </a:p>
        </p:txBody>
      </p:sp>
      <p:sp>
        <p:nvSpPr>
          <p:cNvPr id="1028" name="文本占位符 1027"/>
          <p:cNvSpPr>
            <a:spLocks noGrp="1"/>
          </p:cNvSpPr>
          <p:nvPr>
            <p:ph type="body" idx="1"/>
          </p:nvPr>
        </p:nvSpPr>
        <p:spPr>
          <a:xfrm>
            <a:off x="685800" y="1981200"/>
            <a:ext cx="7772400" cy="4114800"/>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标题 1028"/>
          <p:cNvSpPr>
            <a:spLocks noGrp="1"/>
          </p:cNvSpPr>
          <p:nvPr>
            <p:ph type="title"/>
          </p:nvPr>
        </p:nvSpPr>
        <p:spPr>
          <a:xfrm>
            <a:off x="685800" y="990600"/>
            <a:ext cx="7696200" cy="762000"/>
          </a:xfrm>
          <a:prstGeom prst="rect">
            <a:avLst/>
          </a:prstGeom>
          <a:noFill/>
          <a:ln w="9525">
            <a:noFill/>
          </a:ln>
        </p:spPr>
        <p:txBody>
          <a:bodyPr anchor="ctr" anchorCtr="0"/>
          <a:lstStyle/>
          <a:p>
            <a:pPr lvl="0"/>
            <a:r>
              <a:rPr lang="zh-CN" altLang="en-US"/>
              <a:t>单击此处编辑母版标题样式</a:t>
            </a:r>
          </a:p>
        </p:txBody>
      </p:sp>
      <p:sp>
        <p:nvSpPr>
          <p:cNvPr id="1030" name="矩形 1029"/>
          <p:cNvSpPr/>
          <p:nvPr/>
        </p:nvSpPr>
        <p:spPr>
          <a:xfrm>
            <a:off x="0" y="1752600"/>
            <a:ext cx="3124200" cy="111125"/>
          </a:xfrm>
          <a:prstGeom prst="rect">
            <a:avLst/>
          </a:prstGeom>
          <a:solidFill>
            <a:srgbClr val="00CCFF">
              <a:alpha val="50000"/>
            </a:srgbClr>
          </a:solidFill>
          <a:ln w="9525">
            <a:noFill/>
          </a:ln>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3600" b="1"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rgbClr val="666699"/>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rgbClr val="666699"/>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rgbClr val="666699"/>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rgbClr val="666699"/>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rgbClr val="666699"/>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rgbClr val="666699"/>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rgbClr val="666699"/>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rgbClr val="666699"/>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rgbClr val="666699"/>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100000"/>
          </a:schemeClr>
        </a:solidFill>
        <a:effectLst/>
      </p:bgPr>
    </p:bg>
    <p:spTree>
      <p:nvGrpSpPr>
        <p:cNvPr id="1" name=""/>
        <p:cNvGrpSpPr/>
        <p:nvPr/>
      </p:nvGrpSpPr>
      <p:grpSpPr>
        <a:xfrm>
          <a:off x="0" y="0"/>
          <a:ext cx="0" cy="0"/>
          <a:chOff x="0" y="0"/>
          <a:chExt cx="0" cy="0"/>
        </a:xfrm>
      </p:grpSpPr>
      <p:pic>
        <p:nvPicPr>
          <p:cNvPr id="3074" name="Picture 26" descr="5-2"/>
          <p:cNvPicPr>
            <a:picLocks noChangeAspect="1"/>
          </p:cNvPicPr>
          <p:nvPr/>
        </p:nvPicPr>
        <p:blipFill>
          <a:blip r:embed="rId13"/>
          <a:stretch>
            <a:fillRect/>
          </a:stretch>
        </p:blipFill>
        <p:spPr>
          <a:xfrm>
            <a:off x="0" y="0"/>
            <a:ext cx="9144000" cy="6858000"/>
          </a:xfrm>
          <a:prstGeom prst="rect">
            <a:avLst/>
          </a:prstGeom>
          <a:noFill/>
          <a:ln w="9525">
            <a:noFill/>
          </a:ln>
        </p:spPr>
      </p:pic>
      <p:sp>
        <p:nvSpPr>
          <p:cNvPr id="3075" name="矩形 2"/>
          <p:cNvSpPr/>
          <p:nvPr/>
        </p:nvSpPr>
        <p:spPr>
          <a:xfrm>
            <a:off x="0" y="0"/>
            <a:ext cx="9144000" cy="6858000"/>
          </a:xfrm>
          <a:prstGeom prst="rect">
            <a:avLst/>
          </a:prstGeom>
          <a:solidFill>
            <a:schemeClr val="bg1">
              <a:alpha val="73999"/>
            </a:schemeClr>
          </a:solidFill>
          <a:ln w="9525">
            <a:noFill/>
          </a:ln>
        </p:spPr>
        <p:txBody>
          <a:bodyPr anchor="ctr" anchorCtr="0"/>
          <a:lstStyle/>
          <a:p>
            <a:pPr lvl="0" algn="ctr"/>
            <a:endParaRPr lang="zh-CN" altLang="en-US" sz="2400" dirty="0">
              <a:solidFill>
                <a:srgbClr val="FFFFFF"/>
              </a:solidFill>
              <a:latin typeface="Times New Roman" panose="02020603050405020304" pitchFamily="2" charset="0"/>
            </a:endParaRPr>
          </a:p>
        </p:txBody>
      </p:sp>
      <p:sp>
        <p:nvSpPr>
          <p:cNvPr id="3076" name="Rectangle 2"/>
          <p:cNvSpPr>
            <a:spLocks noGrp="1"/>
          </p:cNvSpPr>
          <p:nvPr>
            <p:ph type="title"/>
          </p:nvPr>
        </p:nvSpPr>
        <p:spPr>
          <a:xfrm>
            <a:off x="468313" y="476250"/>
            <a:ext cx="8218487" cy="711200"/>
          </a:xfrm>
          <a:prstGeom prst="rect">
            <a:avLst/>
          </a:prstGeom>
          <a:noFill/>
          <a:ln w="9525">
            <a:noFill/>
          </a:ln>
        </p:spPr>
        <p:txBody>
          <a:bodyPr anchor="ctr" anchorCtr="0"/>
          <a:lstStyle/>
          <a:p>
            <a:pPr lvl="0"/>
            <a:r>
              <a:rPr lang="zh-CN" altLang="en-US"/>
              <a:t>单击此处编辑母版标题样式</a:t>
            </a:r>
          </a:p>
        </p:txBody>
      </p:sp>
      <p:sp>
        <p:nvSpPr>
          <p:cNvPr id="3077" name="Rectangle 3"/>
          <p:cNvSpPr>
            <a:spLocks noGrp="1"/>
          </p:cNvSpPr>
          <p:nvPr>
            <p:ph type="body" idx="1"/>
          </p:nvPr>
        </p:nvSpPr>
        <p:spPr>
          <a:xfrm>
            <a:off x="468313" y="1412875"/>
            <a:ext cx="8218487" cy="4741863"/>
          </a:xfrm>
          <a:prstGeom prst="rect">
            <a:avLst/>
          </a:prstGeom>
          <a:noFill/>
          <a:ln w="9525">
            <a:noFill/>
          </a:ln>
        </p:spPr>
        <p:txBody>
          <a:bodyPr/>
          <a:lstStyle/>
          <a:p>
            <a:pPr lvl="0"/>
            <a:r>
              <a:rPr lang="zh-CN" altLang="en-US"/>
              <a:t>单击此处编辑母版文本样式</a:t>
            </a:r>
          </a:p>
          <a:p>
            <a:pPr lvl="1"/>
            <a:r>
              <a:rPr lang="zh-CN" altLang="en-US"/>
              <a:t>第二级</a:t>
            </a:r>
          </a:p>
        </p:txBody>
      </p:sp>
      <p:sp>
        <p:nvSpPr>
          <p:cNvPr id="3078" name="Rectangle 4"/>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a:endParaRPr lang="zh-CN" altLang="en-US" dirty="0">
              <a:latin typeface="Times New Roman" panose="02020603050405020304" pitchFamily="2" charset="0"/>
            </a:endParaRPr>
          </a:p>
        </p:txBody>
      </p:sp>
      <p:sp>
        <p:nvSpPr>
          <p:cNvPr id="3079" name="Rectangle 5"/>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a:endParaRPr lang="zh-CN" altLang="en-US" dirty="0">
              <a:latin typeface="Times New Roman" panose="02020603050405020304" pitchFamily="2" charset="0"/>
            </a:endParaRPr>
          </a:p>
        </p:txBody>
      </p:sp>
      <p:sp>
        <p:nvSpPr>
          <p:cNvPr id="3080" name="Rectangle 6"/>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l" defTabSz="914400" eaLnBrk="1" fontAlgn="base" latinLnBrk="0" hangingPunct="1">
        <a:lnSpc>
          <a:spcPct val="100000"/>
        </a:lnSpc>
        <a:spcBef>
          <a:spcPct val="0"/>
        </a:spcBef>
        <a:spcAft>
          <a:spcPct val="0"/>
        </a:spcAft>
        <a:buNone/>
        <a:defRPr sz="2800" b="0" i="0" u="none" kern="1200" baseline="0">
          <a:solidFill>
            <a:schemeClr val="accent1"/>
          </a:solidFill>
          <a:latin typeface="+mj-lt"/>
          <a:ea typeface="+mj-ea"/>
          <a:cs typeface="+mj-cs"/>
        </a:defRPr>
      </a:lvl1pPr>
    </p:titleStyle>
    <p:bodyStyle>
      <a:lvl1pPr marL="342900" lvl="0" indent="-255270" algn="l" defTabSz="914400" eaLnBrk="1" fontAlgn="base" latinLnBrk="0" hangingPunct="1">
        <a:lnSpc>
          <a:spcPct val="100000"/>
        </a:lnSpc>
        <a:spcBef>
          <a:spcPts val="1800"/>
        </a:spcBef>
        <a:spcAft>
          <a:spcPct val="0"/>
        </a:spcAft>
        <a:buClr>
          <a:schemeClr val="accent1"/>
        </a:buClr>
        <a:buSzPct val="85000"/>
        <a:buFont typeface="Arial" panose="020B0604020202020204" pitchFamily="34" charset="0"/>
        <a:buChar char="►"/>
        <a:defRPr sz="1800" b="0" i="0" u="none" kern="1200" baseline="0">
          <a:solidFill>
            <a:schemeClr val="accent1"/>
          </a:solidFill>
          <a:latin typeface="+mn-lt"/>
          <a:ea typeface="+mn-ea"/>
          <a:cs typeface="+mn-cs"/>
        </a:defRPr>
      </a:lvl1pPr>
      <a:lvl2pPr marL="357505" lvl="1" indent="0" algn="l" defTabSz="914400" eaLnBrk="1" fontAlgn="base" latinLnBrk="0" hangingPunct="1">
        <a:lnSpc>
          <a:spcPct val="100000"/>
        </a:lnSpc>
        <a:spcBef>
          <a:spcPct val="20000"/>
        </a:spcBef>
        <a:spcAft>
          <a:spcPct val="0"/>
        </a:spcAft>
        <a:buSzTx/>
        <a:buFont typeface="Arial" panose="020B0604020202020204" pitchFamily="34" charset="0"/>
        <a:buNone/>
        <a:defRPr sz="1600" b="0" i="0" u="none" kern="1200" baseline="0">
          <a:solidFill>
            <a:srgbClr val="7F7F7F"/>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SzTx/>
        <a:buFont typeface="Arial" panose="020B0604020202020204" pitchFamily="34" charset="0"/>
        <a:buChar char="•"/>
        <a:defRPr sz="1400" b="0" i="0" u="none" kern="1200" baseline="0">
          <a:solidFill>
            <a:srgbClr val="4D4D4D"/>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SzTx/>
        <a:buFont typeface="Arial" panose="020B0604020202020204" pitchFamily="34" charset="0"/>
        <a:buChar char="–"/>
        <a:defRPr sz="1200" b="0" i="0" u="none" kern="1200" baseline="0">
          <a:solidFill>
            <a:srgbClr val="4D4D4D"/>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SzTx/>
        <a:buFont typeface="Arial" panose="020B0604020202020204" pitchFamily="34" charset="0"/>
        <a:buChar char="»"/>
        <a:defRPr sz="1200" b="0" i="0" u="none" kern="1200" baseline="0">
          <a:solidFill>
            <a:srgbClr val="4D4D4D"/>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SzTx/>
        <a:buFont typeface="Arial" panose="020B0604020202020204" pitchFamily="34" charset="0"/>
        <a:buChar char="»"/>
        <a:defRPr sz="1200" b="0" i="0" u="none" kern="1200" baseline="0">
          <a:solidFill>
            <a:srgbClr val="4D4D4D"/>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SzTx/>
        <a:buFont typeface="Arial" panose="020B0604020202020204" pitchFamily="34" charset="0"/>
        <a:buChar char="»"/>
        <a:defRPr sz="1200" b="0" i="0" u="none" kern="1200" baseline="0">
          <a:solidFill>
            <a:srgbClr val="4D4D4D"/>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SzTx/>
        <a:buFont typeface="Arial" panose="020B0604020202020204" pitchFamily="34" charset="0"/>
        <a:buChar char="»"/>
        <a:defRPr sz="1200" b="0" i="0" u="none" kern="1200" baseline="0">
          <a:solidFill>
            <a:srgbClr val="4D4D4D"/>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SzTx/>
        <a:buFont typeface="Arial" panose="020B0604020202020204" pitchFamily="34" charset="0"/>
        <a:buChar char="»"/>
        <a:defRPr sz="1200" b="0" i="0" u="none" kern="1200" baseline="0">
          <a:solidFill>
            <a:srgbClr val="4D4D4D"/>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5122" name="矩形 12"/>
          <p:cNvSpPr/>
          <p:nvPr/>
        </p:nvSpPr>
        <p:spPr>
          <a:xfrm>
            <a:off x="-17462" y="0"/>
            <a:ext cx="9169400" cy="6858000"/>
          </a:xfrm>
          <a:prstGeom prst="rect">
            <a:avLst/>
          </a:prstGeom>
          <a:gradFill rotWithShape="1">
            <a:gsLst>
              <a:gs pos="0">
                <a:srgbClr val="D9D9D9">
                  <a:alpha val="100000"/>
                </a:srgbClr>
              </a:gs>
              <a:gs pos="85001">
                <a:srgbClr val="FFFFFF">
                  <a:alpha val="100000"/>
                </a:srgbClr>
              </a:gs>
            </a:gsLst>
            <a:lin ang="2700000" scaled="1"/>
            <a:tileRect/>
          </a:gradFill>
          <a:ln w="9525">
            <a:noFill/>
          </a:ln>
        </p:spPr>
        <p:txBody>
          <a:bodyPr anchor="ctr" anchorCtr="0"/>
          <a:lstStyle/>
          <a:p>
            <a:pPr lvl="0" algn="ctr"/>
            <a:endParaRPr lang="zh-CN" altLang="en-US" sz="2400" dirty="0">
              <a:solidFill>
                <a:srgbClr val="FFFFFF"/>
              </a:solidFill>
              <a:latin typeface="Times New Roman" panose="02020603050405020304" pitchFamily="2" charset="0"/>
            </a:endParaRPr>
          </a:p>
        </p:txBody>
      </p:sp>
      <p:sp>
        <p:nvSpPr>
          <p:cNvPr id="5123" name="任意多边形 18"/>
          <p:cNvSpPr/>
          <p:nvPr/>
        </p:nvSpPr>
        <p:spPr>
          <a:xfrm>
            <a:off x="6870700" y="312738"/>
            <a:ext cx="2273300" cy="539750"/>
          </a:xfrm>
          <a:custGeom>
            <a:avLst/>
            <a:gdLst/>
            <a:ahLst/>
            <a:cxnLst>
              <a:cxn ang="0">
                <a:pos x="0" y="539609"/>
              </a:cxn>
              <a:cxn ang="0">
                <a:pos x="2272937" y="539609"/>
              </a:cxn>
              <a:cxn ang="0">
                <a:pos x="2272937" y="0"/>
              </a:cxn>
              <a:cxn ang="0">
                <a:pos x="1271452" y="0"/>
              </a:cxn>
              <a:cxn ang="0">
                <a:pos x="17417" y="0"/>
              </a:cxn>
              <a:cxn ang="0">
                <a:pos x="0" y="539609"/>
              </a:cxn>
            </a:cxnLst>
            <a:rect l="0" t="0" r="0" b="0"/>
            <a:pathLst>
              <a:path w="2272937" h="478971">
                <a:moveTo>
                  <a:pt x="0" y="478971"/>
                </a:moveTo>
                <a:lnTo>
                  <a:pt x="2272937" y="478971"/>
                </a:lnTo>
                <a:lnTo>
                  <a:pt x="2272937" y="0"/>
                </a:lnTo>
                <a:lnTo>
                  <a:pt x="1271452" y="0"/>
                </a:lnTo>
                <a:lnTo>
                  <a:pt x="17417" y="0"/>
                </a:lnTo>
                <a:lnTo>
                  <a:pt x="0" y="478971"/>
                </a:lnTo>
                <a:close/>
              </a:path>
            </a:pathLst>
          </a:custGeom>
          <a:solidFill>
            <a:srgbClr val="AFD876">
              <a:alpha val="100000"/>
            </a:srgbClr>
          </a:solidFill>
          <a:ln w="9525">
            <a:noFill/>
          </a:ln>
        </p:spPr>
        <p:txBody>
          <a:bodyPr/>
          <a:lstStyle/>
          <a:p>
            <a:endParaRPr lang="zh-CN" altLang="en-US"/>
          </a:p>
        </p:txBody>
      </p:sp>
      <p:sp>
        <p:nvSpPr>
          <p:cNvPr id="5124" name="KSO_BC1"/>
          <p:cNvSpPr>
            <a:spLocks noGrp="1"/>
          </p:cNvSpPr>
          <p:nvPr>
            <p:ph type="body" idx="1"/>
          </p:nvPr>
        </p:nvSpPr>
        <p:spPr>
          <a:xfrm>
            <a:off x="461963" y="904875"/>
            <a:ext cx="8177212" cy="5451475"/>
          </a:xfrm>
          <a:prstGeom prst="rect">
            <a:avLst/>
          </a:prstGeom>
          <a:noFill/>
          <a:ln w="9525">
            <a:noFill/>
          </a:ln>
        </p:spPr>
        <p:txBody>
          <a:bodyPr/>
          <a:lstStyle/>
          <a:p>
            <a:pPr lvl="0"/>
            <a:r>
              <a:rPr lang="zh-CN" altLang="en-US"/>
              <a:t>单击此处编辑母版文本样式</a:t>
            </a:r>
          </a:p>
          <a:p>
            <a:pPr lvl="1"/>
            <a:r>
              <a:rPr lang="zh-CN" altLang="en-US"/>
              <a:t>第二级</a:t>
            </a:r>
          </a:p>
        </p:txBody>
      </p:sp>
      <p:sp>
        <p:nvSpPr>
          <p:cNvPr id="5125" name="KSO_FD"/>
          <p:cNvSpPr>
            <a:spLocks noGrp="1"/>
          </p:cNvSpPr>
          <p:nvPr>
            <p:ph type="dt" sz="half" idx="2"/>
          </p:nvPr>
        </p:nvSpPr>
        <p:spPr>
          <a:xfrm>
            <a:off x="628650" y="6356350"/>
            <a:ext cx="2057400" cy="365125"/>
          </a:xfrm>
          <a:prstGeom prst="rect">
            <a:avLst/>
          </a:prstGeom>
          <a:noFill/>
          <a:ln w="9525">
            <a:noFill/>
          </a:ln>
        </p:spPr>
        <p:txBody>
          <a:bodyPr anchor="ctr" anchorCtr="0"/>
          <a:lstStyle>
            <a:lvl1pPr>
              <a:defRPr sz="1200">
                <a:solidFill>
                  <a:srgbClr val="929292"/>
                </a:solidFill>
              </a:defRPr>
            </a:lvl1pPr>
          </a:lstStyle>
          <a:p>
            <a:pPr lvl="0"/>
            <a:endParaRPr lang="zh-CN" altLang="en-US" dirty="0">
              <a:latin typeface="Times New Roman" panose="02020603050405020304" pitchFamily="2" charset="0"/>
            </a:endParaRPr>
          </a:p>
        </p:txBody>
      </p:sp>
      <p:sp>
        <p:nvSpPr>
          <p:cNvPr id="5126" name="KSO_FT"/>
          <p:cNvSpPr>
            <a:spLocks noGrp="1"/>
          </p:cNvSpPr>
          <p:nvPr>
            <p:ph type="ftr" sz="quarter" idx="3"/>
          </p:nvPr>
        </p:nvSpPr>
        <p:spPr>
          <a:xfrm>
            <a:off x="3028950" y="6356350"/>
            <a:ext cx="3086100" cy="365125"/>
          </a:xfrm>
          <a:prstGeom prst="rect">
            <a:avLst/>
          </a:prstGeom>
          <a:noFill/>
          <a:ln w="9525">
            <a:noFill/>
          </a:ln>
        </p:spPr>
        <p:txBody>
          <a:bodyPr anchor="ctr" anchorCtr="0"/>
          <a:lstStyle>
            <a:lvl1pPr algn="ctr">
              <a:defRPr sz="1200">
                <a:solidFill>
                  <a:srgbClr val="929292"/>
                </a:solidFill>
              </a:defRPr>
            </a:lvl1pPr>
          </a:lstStyle>
          <a:p>
            <a:pPr lvl="0"/>
            <a:endParaRPr lang="zh-CN" altLang="en-US" dirty="0">
              <a:latin typeface="Times New Roman" panose="02020603050405020304" pitchFamily="2" charset="0"/>
            </a:endParaRPr>
          </a:p>
        </p:txBody>
      </p:sp>
      <p:sp>
        <p:nvSpPr>
          <p:cNvPr id="5127" name="KSO_FN"/>
          <p:cNvSpPr>
            <a:spLocks noGrp="1"/>
          </p:cNvSpPr>
          <p:nvPr>
            <p:ph type="sldNum" sz="quarter" idx="4"/>
          </p:nvPr>
        </p:nvSpPr>
        <p:spPr>
          <a:xfrm>
            <a:off x="7507288" y="6516688"/>
            <a:ext cx="644525" cy="344487"/>
          </a:xfrm>
          <a:prstGeom prst="rect">
            <a:avLst/>
          </a:prstGeom>
          <a:noFill/>
          <a:ln w="9525">
            <a:noFill/>
          </a:ln>
        </p:spPr>
        <p:txBody>
          <a:bodyPr anchor="ctr" anchorCtr="0"/>
          <a:lstStyle>
            <a:lvl1pPr algn="ctr">
              <a:defRPr sz="1200">
                <a:solidFill>
                  <a:schemeClr val="accent1"/>
                </a:solidFill>
              </a:defRPr>
            </a:lvl1pPr>
          </a:lstStyle>
          <a:p>
            <a:pPr lvl="0"/>
            <a:fld id="{9A0DB2DC-4C9A-4742-B13C-FB6460FD3503}" type="slidenum">
              <a:rPr lang="zh-CN" altLang="en-US" dirty="0">
                <a:latin typeface="Times New Roman" panose="02020603050405020304" pitchFamily="2" charset="0"/>
              </a:rPr>
              <a:t>‹#›</a:t>
            </a:fld>
            <a:endParaRPr lang="zh-CN" altLang="en-US" dirty="0">
              <a:latin typeface="Times New Roman" panose="02020603050405020304" pitchFamily="2" charset="0"/>
            </a:endParaRPr>
          </a:p>
        </p:txBody>
      </p:sp>
      <p:sp>
        <p:nvSpPr>
          <p:cNvPr id="5128" name="矩形 7"/>
          <p:cNvSpPr/>
          <p:nvPr/>
        </p:nvSpPr>
        <p:spPr>
          <a:xfrm>
            <a:off x="0" y="130175"/>
            <a:ext cx="8124825" cy="566738"/>
          </a:xfrm>
          <a:prstGeom prst="rect">
            <a:avLst/>
          </a:prstGeom>
          <a:solidFill>
            <a:schemeClr val="accent1"/>
          </a:solidFill>
          <a:ln w="9525">
            <a:noFill/>
          </a:ln>
        </p:spPr>
        <p:txBody>
          <a:bodyPr anchor="ctr" anchorCtr="0"/>
          <a:lstStyle/>
          <a:p>
            <a:pPr lvl="0" algn="ctr"/>
            <a:endParaRPr lang="zh-CN" altLang="en-US" sz="2400" dirty="0">
              <a:solidFill>
                <a:srgbClr val="FFFFFF"/>
              </a:solidFill>
              <a:latin typeface="Times New Roman" panose="02020603050405020304" pitchFamily="2" charset="0"/>
            </a:endParaRPr>
          </a:p>
        </p:txBody>
      </p:sp>
      <p:sp>
        <p:nvSpPr>
          <p:cNvPr id="5129" name="任意多边形 17"/>
          <p:cNvSpPr/>
          <p:nvPr/>
        </p:nvSpPr>
        <p:spPr>
          <a:xfrm>
            <a:off x="6835775" y="696913"/>
            <a:ext cx="1306513" cy="157162"/>
          </a:xfrm>
          <a:custGeom>
            <a:avLst/>
            <a:gdLst/>
            <a:ahLst/>
            <a:cxnLst>
              <a:cxn ang="0">
                <a:pos x="0" y="0"/>
              </a:cxn>
              <a:cxn ang="0">
                <a:pos x="1306285" y="0"/>
              </a:cxn>
              <a:cxn ang="0">
                <a:pos x="17417" y="156754"/>
              </a:cxn>
              <a:cxn ang="0">
                <a:pos x="0" y="0"/>
              </a:cxn>
            </a:cxnLst>
            <a:rect l="0" t="0" r="0" b="0"/>
            <a:pathLst>
              <a:path w="1306285" h="156754">
                <a:moveTo>
                  <a:pt x="0" y="0"/>
                </a:moveTo>
                <a:lnTo>
                  <a:pt x="1306285" y="0"/>
                </a:lnTo>
                <a:lnTo>
                  <a:pt x="17417" y="156754"/>
                </a:lnTo>
                <a:lnTo>
                  <a:pt x="0" y="0"/>
                </a:lnTo>
                <a:close/>
              </a:path>
            </a:pathLst>
          </a:custGeom>
          <a:solidFill>
            <a:srgbClr val="3B5518">
              <a:alpha val="100000"/>
            </a:srgbClr>
          </a:solidFill>
          <a:ln w="9525">
            <a:noFill/>
          </a:ln>
        </p:spPr>
        <p:txBody>
          <a:bodyPr/>
          <a:lstStyle/>
          <a:p>
            <a:endParaRPr lang="zh-CN" altLang="en-US"/>
          </a:p>
        </p:txBody>
      </p:sp>
      <p:sp>
        <p:nvSpPr>
          <p:cNvPr id="5130" name="KSO_BT1"/>
          <p:cNvSpPr>
            <a:spLocks noGrp="1"/>
          </p:cNvSpPr>
          <p:nvPr>
            <p:ph type="title"/>
          </p:nvPr>
        </p:nvSpPr>
        <p:spPr>
          <a:xfrm>
            <a:off x="339725" y="157163"/>
            <a:ext cx="7689850" cy="512762"/>
          </a:xfrm>
          <a:prstGeom prst="rect">
            <a:avLst/>
          </a:prstGeom>
          <a:noFill/>
          <a:ln w="9525">
            <a:noFill/>
          </a:ln>
        </p:spPr>
        <p:txBody>
          <a:bodyPr anchor="b" anchorCtr="0"/>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sldNum="0" hdr="0" ftr="0" dt="0"/>
  <p:txStyles>
    <p:titleStyle>
      <a:lvl1pPr marL="0" lvl="0" indent="0" algn="l" defTabSz="914400" eaLnBrk="1" fontAlgn="base" latinLnBrk="0" hangingPunct="1">
        <a:lnSpc>
          <a:spcPct val="90000"/>
        </a:lnSpc>
        <a:spcBef>
          <a:spcPct val="0"/>
        </a:spcBef>
        <a:spcAft>
          <a:spcPct val="0"/>
        </a:spcAft>
        <a:buNone/>
        <a:defRPr sz="2800" b="1" i="0" u="none" kern="1200" baseline="0">
          <a:solidFill>
            <a:schemeClr val="bg1"/>
          </a:solidFill>
          <a:latin typeface="+mj-lt"/>
          <a:ea typeface="+mj-ea"/>
          <a:cs typeface="+mj-cs"/>
        </a:defRPr>
      </a:lvl1pPr>
    </p:titleStyle>
    <p:body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2000" b="0" i="0" u="none" kern="1200" baseline="0">
          <a:solidFill>
            <a:schemeClr val="accent1"/>
          </a:solidFill>
          <a:latin typeface="+mn-lt"/>
          <a:ea typeface="+mn-ea"/>
          <a:cs typeface="+mn-cs"/>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600" b="0" i="0" u="none" kern="1200" baseline="0">
          <a:solidFill>
            <a:srgbClr val="7D7D7D"/>
          </a:solidFill>
          <a:latin typeface="幼圆" panose="02010509060101010101" pitchFamily="1" charset="-122"/>
          <a:ea typeface="幼圆" panose="02010509060101010101" pitchFamily="1" charset="-122"/>
          <a:cs typeface="+mn-cs"/>
        </a:defRPr>
      </a:lvl2pPr>
      <a:lvl3pPr marL="1143000" lvl="2" indent="-228600" algn="l" defTabSz="914400" eaLnBrk="1" fontAlgn="base" latinLnBrk="0" hangingPunct="1">
        <a:lnSpc>
          <a:spcPct val="90000"/>
        </a:lnSpc>
        <a:spcBef>
          <a:spcPts val="500"/>
        </a:spcBef>
        <a:spcAft>
          <a:spcPct val="0"/>
        </a:spcAft>
        <a:buSzTx/>
        <a:buFont typeface="Arial" panose="020B0604020202020204" pitchFamily="34" charset="0"/>
        <a:buChar char="•"/>
        <a:defRPr sz="2000" b="0" i="0" u="none" kern="1200" baseline="0">
          <a:solidFill>
            <a:schemeClr val="tx1"/>
          </a:solidFill>
          <a:latin typeface="Calibri" panose="020F0502020204030204" pitchFamily="2" charset="0"/>
          <a:ea typeface="幼圆" panose="02010509060101010101" pitchFamily="1" charset="-122"/>
          <a:cs typeface="+mn-cs"/>
        </a:defRPr>
      </a:lvl3pPr>
      <a:lvl4pPr marL="1600200" lvl="3"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cs typeface="+mn-cs"/>
        </a:defRPr>
      </a:lvl4pPr>
      <a:lvl5pPr marL="2057400" lvl="4"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cs typeface="+mn-cs"/>
        </a:defRPr>
      </a:lvl5pPr>
      <a:lvl6pPr marL="2514600" lvl="5"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cs typeface="+mn-cs"/>
        </a:defRPr>
      </a:lvl6pPr>
      <a:lvl7pPr marL="2971800" lvl="6"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cs typeface="+mn-cs"/>
        </a:defRPr>
      </a:lvl7pPr>
      <a:lvl8pPr marL="3429000" lvl="7"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cs typeface="+mn-cs"/>
        </a:defRPr>
      </a:lvl8pPr>
      <a:lvl9pPr marL="3886200" lvl="8"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8" Type="http://schemas.openxmlformats.org/officeDocument/2006/relationships/hyperlink" Target="file:///H:\GONGZUO\&#32452;&#25104;&#21407;&#29702;&#26032;&#29256;\&#31532;&#19971;&#31456;%20&#24635;&#32447;&#31995;&#32479;.ppt" TargetMode="External"/><Relationship Id="rId3" Type="http://schemas.openxmlformats.org/officeDocument/2006/relationships/hyperlink" Target="file:///H:\GONGZUO\&#32452;&#25104;&#21407;&#29702;&#26032;&#29256;\&#31532;&#20108;&#31456;.ppt" TargetMode="External"/><Relationship Id="rId7" Type="http://schemas.openxmlformats.org/officeDocument/2006/relationships/hyperlink" Target="file:///H:\GONGZUO\&#32452;&#25104;&#21407;&#29702;&#26032;&#29256;\&#31532;&#20845;&#31456;%20%20&#23384;&#20648;&#31995;&#32479;.ppt" TargetMode="External"/><Relationship Id="rId2" Type="http://schemas.openxmlformats.org/officeDocument/2006/relationships/hyperlink" Target="file:///H:\GONGZUO\&#32452;&#25104;&#21407;&#29702;&#26032;&#29256;\&#31532;&#19968;&#31456;.ppt" TargetMode="External"/><Relationship Id="rId1" Type="http://schemas.openxmlformats.org/officeDocument/2006/relationships/slideLayout" Target="../slideLayouts/slideLayout29.xml"/><Relationship Id="rId6" Type="http://schemas.openxmlformats.org/officeDocument/2006/relationships/hyperlink" Target="file:///H:\GONGZUO\&#32452;&#25104;&#21407;&#29702;&#26032;&#29256;\&#31532;&#20116;&#31456;%20%20&#20013;&#22830;&#25511;&#21046;&#22120;.ppt" TargetMode="External"/><Relationship Id="rId5" Type="http://schemas.openxmlformats.org/officeDocument/2006/relationships/hyperlink" Target="file:///H:\GONGZUO\&#32452;&#25104;&#21407;&#29702;&#26032;&#29256;\&#31532;&#22235;&#31456;.ppt" TargetMode="External"/><Relationship Id="rId4" Type="http://schemas.openxmlformats.org/officeDocument/2006/relationships/hyperlink" Target="file:///H:\GONGZUO\&#32452;&#25104;&#21407;&#29702;&#26032;&#29256;\&#31532;&#19977;&#31456;.ppt" TargetMode="External"/><Relationship Id="rId9" Type="http://schemas.openxmlformats.org/officeDocument/2006/relationships/hyperlink" Target="file:///H:\GONGZUO\&#32452;&#25104;&#21407;&#29702;&#26032;&#29256;\&#31532;&#20843;&#31456;%20&#36755;&#20837;&#36755;&#20986;&#31995;&#32479;.pp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oleObject" Target="../embeddings/oleObject6.bin"/><Relationship Id="rId17" Type="http://schemas.openxmlformats.org/officeDocument/2006/relationships/image" Target="../media/image12.png"/><Relationship Id="rId2" Type="http://schemas.openxmlformats.org/officeDocument/2006/relationships/oleObject" Target="../embeddings/oleObject1.bin"/><Relationship Id="rId16" Type="http://schemas.openxmlformats.org/officeDocument/2006/relationships/oleObject" Target="../embeddings/oleObject8.bin"/><Relationship Id="rId1" Type="http://schemas.openxmlformats.org/officeDocument/2006/relationships/slideLayout" Target="../slideLayouts/slideLayout28.xml"/><Relationship Id="rId6" Type="http://schemas.openxmlformats.org/officeDocument/2006/relationships/oleObject" Target="../embeddings/oleObject3.bin"/><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8.png"/><Relationship Id="rId14"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13.png"/><Relationship Id="rId1" Type="http://schemas.openxmlformats.org/officeDocument/2006/relationships/slideLayout" Target="../slideLayouts/slideLayout28.xml"/><Relationship Id="rId5" Type="http://schemas.openxmlformats.org/officeDocument/2006/relationships/oleObject" Target="../embeddings/oleObject10.bin"/><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17.jpeg"/><Relationship Id="rId1" Type="http://schemas.openxmlformats.org/officeDocument/2006/relationships/slideLayout" Target="../slideLayouts/slideLayout24.xml"/><Relationship Id="rId5" Type="http://schemas.openxmlformats.org/officeDocument/2006/relationships/image" Target="../media/image19.jpe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slide" Target="slide45.xml"/><Relationship Id="rId7" Type="http://schemas.openxmlformats.org/officeDocument/2006/relationships/slide" Target="slide1.xml"/><Relationship Id="rId2" Type="http://schemas.openxmlformats.org/officeDocument/2006/relationships/slide" Target="slide44.xml"/><Relationship Id="rId1" Type="http://schemas.openxmlformats.org/officeDocument/2006/relationships/slideLayout" Target="../slideLayouts/slideLayout35.xml"/><Relationship Id="rId6" Type="http://schemas.openxmlformats.org/officeDocument/2006/relationships/slide" Target="slide48.xml"/><Relationship Id="rId5" Type="http://schemas.openxmlformats.org/officeDocument/2006/relationships/slide" Target="slide47.xml"/><Relationship Id="rId10" Type="http://schemas.openxmlformats.org/officeDocument/2006/relationships/slide" Target="slide33.xml"/><Relationship Id="rId4" Type="http://schemas.openxmlformats.org/officeDocument/2006/relationships/slide" Target="slide46.xml"/><Relationship Id="rId9" Type="http://schemas.openxmlformats.org/officeDocument/2006/relationships/slide" Target="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ctrTitle"/>
          </p:nvPr>
        </p:nvSpPr>
        <p:spPr>
          <a:xfrm>
            <a:off x="539750" y="1844675"/>
            <a:ext cx="8001000" cy="1143000"/>
          </a:xfrm>
          <a:ln/>
        </p:spPr>
        <p:txBody>
          <a:bodyPr anchor="ctr" anchorCtr="0"/>
          <a:lstStyle/>
          <a:p>
            <a:pPr defTabSz="914400">
              <a:buSzTx/>
              <a:buFontTx/>
              <a:buNone/>
            </a:pPr>
            <a:r>
              <a:rPr lang="zh-CN" altLang="en-US" sz="6000" kern="1200" baseline="0">
                <a:solidFill>
                  <a:srgbClr val="660033"/>
                </a:solidFill>
                <a:latin typeface="华文中宋" panose="02010600040101010101" pitchFamily="2" charset="-122"/>
                <a:ea typeface="华文新魏" panose="02010800040101010101" pitchFamily="2" charset="-122"/>
              </a:rPr>
              <a:t>计算机组成原理</a:t>
            </a:r>
          </a:p>
        </p:txBody>
      </p:sp>
      <p:sp>
        <p:nvSpPr>
          <p:cNvPr id="8195" name="矩形 8194"/>
          <p:cNvSpPr/>
          <p:nvPr/>
        </p:nvSpPr>
        <p:spPr>
          <a:xfrm>
            <a:off x="1547813" y="4292600"/>
            <a:ext cx="6480175" cy="504825"/>
          </a:xfrm>
          <a:prstGeom prst="rect">
            <a:avLst/>
          </a:prstGeom>
          <a:noFill/>
          <a:ln w="9525">
            <a:noFill/>
          </a:ln>
        </p:spPr>
        <p:txBody>
          <a:bodyPr wrap="none" lIns="90170" tIns="46990" rIns="90170" bIns="46990" anchor="ctr" anchorCtr="0"/>
          <a:lstStyle/>
          <a:p>
            <a:pPr algn="ctr"/>
            <a:endParaRPr lang="zh-CN" altLang="en-US" sz="3200" dirty="0">
              <a:latin typeface="Times New Roman" panose="02020603050405020304" pitchFamily="2" charset="0"/>
              <a:ea typeface="华文新魏" panose="02010800040101010101" pitchFamily="2" charset="-122"/>
            </a:endParaRPr>
          </a:p>
          <a:p>
            <a:pPr algn="ctr"/>
            <a:endParaRPr lang="zh-CN" altLang="en-US" sz="3200" dirty="0">
              <a:latin typeface="Times New Roman" panose="02020603050405020304" pitchFamily="2" charset="0"/>
              <a:ea typeface="华文新魏" panose="02010800040101010101" pitchFamily="2" charset="-122"/>
            </a:endParaRPr>
          </a:p>
          <a:p>
            <a:pPr algn="ctr"/>
            <a:endParaRPr lang="zh-CN" altLang="en-US" sz="3200" dirty="0">
              <a:latin typeface="Times New Roman" panose="02020603050405020304" pitchFamily="2" charset="0"/>
              <a:ea typeface="华文新魏" panose="02010800040101010101" pitchFamily="2" charset="-122"/>
            </a:endParaRPr>
          </a:p>
        </p:txBody>
      </p:sp>
      <p:sp>
        <p:nvSpPr>
          <p:cNvPr id="8196" name="文本框 8195"/>
          <p:cNvSpPr txBox="1"/>
          <p:nvPr/>
        </p:nvSpPr>
        <p:spPr>
          <a:xfrm>
            <a:off x="1547813" y="3141663"/>
            <a:ext cx="5872162" cy="517525"/>
          </a:xfrm>
          <a:prstGeom prst="rect">
            <a:avLst/>
          </a:prstGeom>
          <a:noFill/>
          <a:ln w="9525">
            <a:noFill/>
          </a:ln>
        </p:spPr>
        <p:txBody>
          <a:bodyPr wrap="none" anchor="t" anchorCtr="0">
            <a:spAutoFit/>
          </a:bodyPr>
          <a:lstStyle/>
          <a:p>
            <a:r>
              <a:rPr lang="zh-CN" altLang="en-US" sz="2800" dirty="0">
                <a:solidFill>
                  <a:srgbClr val="0000CC"/>
                </a:solidFill>
                <a:latin typeface="Times New Roman" panose="02020603050405020304" pitchFamily="2" charset="0"/>
                <a:ea typeface="华文新魏" panose="02010800040101010101" pitchFamily="2" charset="-122"/>
              </a:rPr>
              <a:t>西北民族大学数学与计算机科学学院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9217"/>
          <p:cNvSpPr>
            <a:spLocks noGrp="1"/>
          </p:cNvSpPr>
          <p:nvPr>
            <p:ph type="title"/>
          </p:nvPr>
        </p:nvSpPr>
        <p:spPr>
          <a:xfrm>
            <a:off x="323850" y="188913"/>
            <a:ext cx="7689850" cy="512762"/>
          </a:xfrm>
          <a:ln/>
        </p:spPr>
        <p:txBody>
          <a:bodyPr anchor="b" anchorCtr="0"/>
          <a:lstStyle/>
          <a:p>
            <a:r>
              <a:rPr lang="zh-CN" altLang="en-US" sz="3600" dirty="0"/>
              <a:t>课程性质：		</a:t>
            </a:r>
          </a:p>
        </p:txBody>
      </p:sp>
      <p:sp>
        <p:nvSpPr>
          <p:cNvPr id="9219" name="文本占位符 9218"/>
          <p:cNvSpPr>
            <a:spLocks noGrp="1"/>
          </p:cNvSpPr>
          <p:nvPr>
            <p:ph type="body" idx="1"/>
          </p:nvPr>
        </p:nvSpPr>
        <p:spPr>
          <a:xfrm>
            <a:off x="530225" y="1798638"/>
            <a:ext cx="8147050" cy="3432175"/>
          </a:xfrm>
          <a:ln/>
        </p:spPr>
        <p:txBody>
          <a:bodyPr/>
          <a:lstStyle/>
          <a:p>
            <a:pPr marL="1905" indent="-1905"/>
            <a:r>
              <a:rPr lang="zh-CN" altLang="en-US" sz="3200" b="1" dirty="0">
                <a:solidFill>
                  <a:srgbClr val="0000CC"/>
                </a:solidFill>
              </a:rPr>
              <a:t>计算机专业本科的核心课程</a:t>
            </a:r>
          </a:p>
          <a:p>
            <a:pPr marL="1905" indent="-1905"/>
            <a:r>
              <a:rPr lang="zh-CN" altLang="en-US" sz="3200" b="1" dirty="0">
                <a:solidFill>
                  <a:srgbClr val="0000CC"/>
                </a:solidFill>
              </a:rPr>
              <a:t>必修的专业基础课</a:t>
            </a:r>
          </a:p>
          <a:p>
            <a:pPr marL="1905" indent="-1905"/>
            <a:endParaRPr lang="zh-CN" altLang="en-US" sz="3200" b="1" dirty="0">
              <a:solidFill>
                <a:srgbClr val="0000CC"/>
              </a:solidFill>
            </a:endParaRPr>
          </a:p>
          <a:p>
            <a:pPr marL="1905" indent="-1905"/>
            <a:r>
              <a:rPr lang="zh-CN" altLang="en-US" sz="3200" b="1" dirty="0">
                <a:solidFill>
                  <a:srgbClr val="0000CC"/>
                </a:solidFill>
              </a:rPr>
              <a:t>总评=</a:t>
            </a:r>
            <a:r>
              <a:rPr lang="en-US" altLang="zh-CN" sz="3200" b="1" dirty="0">
                <a:solidFill>
                  <a:srgbClr val="0000CC"/>
                </a:solidFill>
              </a:rPr>
              <a:t>20</a:t>
            </a:r>
            <a:r>
              <a:rPr lang="zh-CN" altLang="en-US" sz="3200" b="1" dirty="0">
                <a:solidFill>
                  <a:srgbClr val="0000CC"/>
                </a:solidFill>
              </a:rPr>
              <a:t>%平时+</a:t>
            </a:r>
            <a:r>
              <a:rPr lang="en-US" altLang="zh-CN" sz="3200" b="1" dirty="0">
                <a:solidFill>
                  <a:srgbClr val="0000CC"/>
                </a:solidFill>
              </a:rPr>
              <a:t>30</a:t>
            </a:r>
            <a:r>
              <a:rPr lang="zh-CN" altLang="en-US" sz="3200" b="1" dirty="0">
                <a:solidFill>
                  <a:srgbClr val="0000CC"/>
                </a:solidFill>
              </a:rPr>
              <a:t>%实验+</a:t>
            </a:r>
            <a:r>
              <a:rPr lang="en-US" altLang="zh-CN" sz="3200" b="1" dirty="0">
                <a:solidFill>
                  <a:srgbClr val="0000CC"/>
                </a:solidFill>
              </a:rPr>
              <a:t>5</a:t>
            </a:r>
            <a:r>
              <a:rPr lang="zh-CN" altLang="en-US" sz="3200" b="1" dirty="0">
                <a:solidFill>
                  <a:srgbClr val="0000CC"/>
                </a:solidFill>
              </a:rPr>
              <a:t>0%期末</a:t>
            </a:r>
          </a:p>
          <a:p>
            <a:pPr marL="1905" indent="-359410">
              <a:buNone/>
            </a:pPr>
            <a:endParaRPr lang="zh-CN" altLang="en-US" sz="3200" b="1" dirty="0">
              <a:solidFill>
                <a:srgbClr val="0000CC"/>
              </a:solidFill>
            </a:endParaRPr>
          </a:p>
          <a:p>
            <a:pPr marL="1905" indent="-1905"/>
            <a:endParaRPr lang="zh-CN" altLang="en-US" sz="3200" b="1" dirty="0">
              <a:solidFill>
                <a:srgbClr val="0000CC"/>
              </a:solidFill>
            </a:endParaRPr>
          </a:p>
          <a:p>
            <a:pPr marL="1905" indent="-1905"/>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占位符 10241"/>
          <p:cNvSpPr>
            <a:spLocks noGrp="1"/>
          </p:cNvSpPr>
          <p:nvPr>
            <p:ph type="body" idx="1"/>
          </p:nvPr>
        </p:nvSpPr>
        <p:spPr>
          <a:xfrm>
            <a:off x="252413" y="1773238"/>
            <a:ext cx="8064500" cy="4108450"/>
          </a:xfrm>
          <a:ln/>
        </p:spPr>
        <p:txBody>
          <a:bodyPr/>
          <a:lstStyle/>
          <a:p>
            <a:r>
              <a:rPr lang="zh-CN" altLang="en-US" sz="2800" b="1" dirty="0">
                <a:solidFill>
                  <a:srgbClr val="0000CC"/>
                </a:solidFill>
                <a:effectLst>
                  <a:outerShdw blurRad="38100" dist="38100" dir="2700000">
                    <a:srgbClr val="C0C0C0"/>
                  </a:outerShdw>
                </a:effectLst>
              </a:rPr>
              <a:t>内容：</a:t>
            </a:r>
            <a:r>
              <a:rPr lang="zh-CN" altLang="en-US" sz="2800" b="1" dirty="0">
                <a:effectLst>
                  <a:outerShdw blurRad="38100" dist="38100" dir="2700000">
                    <a:srgbClr val="C0C0C0"/>
                  </a:outerShdw>
                </a:effectLst>
              </a:rPr>
              <a:t>单机系统范围内计算机各部件和系统的组成以及内部工作机制。</a:t>
            </a:r>
          </a:p>
          <a:p>
            <a:r>
              <a:rPr lang="zh-CN" altLang="en-US" sz="2800" b="1" dirty="0">
                <a:solidFill>
                  <a:srgbClr val="0000CC"/>
                </a:solidFill>
                <a:effectLst>
                  <a:outerShdw blurRad="38100" dist="38100" dir="2700000">
                    <a:srgbClr val="C0C0C0"/>
                  </a:outerShdw>
                </a:effectLst>
              </a:rPr>
              <a:t>重点：</a:t>
            </a:r>
            <a:r>
              <a:rPr lang="zh-CN" altLang="en-US" sz="2800" b="1" dirty="0">
                <a:effectLst>
                  <a:outerShdw blurRad="38100" dist="38100" dir="2700000">
                    <a:srgbClr val="C0C0C0"/>
                  </a:outerShdw>
                </a:effectLst>
                <a:sym typeface="Arial" panose="020B0604020202020204" pitchFamily="34" charset="0"/>
              </a:rPr>
              <a:t>五大基本部件的原理及实现。</a:t>
            </a:r>
          </a:p>
          <a:p>
            <a:r>
              <a:rPr lang="zh-CN" altLang="en-US" sz="2800" b="1" dirty="0">
                <a:solidFill>
                  <a:srgbClr val="0000CC"/>
                </a:solidFill>
                <a:effectLst>
                  <a:outerShdw blurRad="38100" dist="38100" dir="2700000">
                    <a:srgbClr val="C0C0C0"/>
                  </a:outerShdw>
                </a:effectLst>
              </a:rPr>
              <a:t>难点：</a:t>
            </a:r>
            <a:r>
              <a:rPr lang="zh-CN" altLang="en-US" sz="2800" b="1" dirty="0">
                <a:effectLst>
                  <a:outerShdw blurRad="38100" dist="38100" dir="2700000">
                    <a:srgbClr val="C0C0C0"/>
                  </a:outerShdw>
                </a:effectLst>
                <a:sym typeface="Arial" panose="020B0604020202020204" pitchFamily="34" charset="0"/>
              </a:rPr>
              <a:t>各部件互连构成整系统，即整机概念的建立。</a:t>
            </a:r>
          </a:p>
          <a:p>
            <a:r>
              <a:rPr lang="zh-CN" altLang="en-US" sz="2800" b="1" dirty="0">
                <a:solidFill>
                  <a:srgbClr val="0000CC"/>
                </a:solidFill>
                <a:effectLst>
                  <a:outerShdw blurRad="38100" dist="38100" dir="2700000">
                    <a:srgbClr val="C0C0C0"/>
                  </a:outerShdw>
                </a:effectLst>
              </a:rPr>
              <a:t>注意：</a:t>
            </a:r>
            <a:r>
              <a:rPr lang="zh-CN" altLang="en-US" sz="2800" b="1" dirty="0">
                <a:effectLst>
                  <a:outerShdw blurRad="38100" dist="38100" dir="2700000">
                    <a:srgbClr val="C0C0C0"/>
                  </a:outerShdw>
                </a:effectLst>
                <a:sym typeface="Arial" panose="020B0604020202020204" pitchFamily="34" charset="0"/>
              </a:rPr>
              <a:t>只讨论计算机组成中共性的问题。</a:t>
            </a:r>
          </a:p>
          <a:p>
            <a:endParaRPr lang="zh-CN" altLang="en-US" dirty="0"/>
          </a:p>
        </p:txBody>
      </p:sp>
      <p:sp>
        <p:nvSpPr>
          <p:cNvPr id="10243" name="标题 10242"/>
          <p:cNvSpPr>
            <a:spLocks noGrp="1"/>
          </p:cNvSpPr>
          <p:nvPr>
            <p:ph type="title"/>
          </p:nvPr>
        </p:nvSpPr>
        <p:spPr>
          <a:ln/>
        </p:spPr>
        <p:txBody>
          <a:bodyPr anchor="b" anchorCtr="0"/>
          <a:lstStyle/>
          <a:p>
            <a:r>
              <a:rPr lang="zh-CN" altLang="en-US" dirty="0"/>
              <a:t>课程特点：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文本框 11265"/>
          <p:cNvSpPr txBox="1"/>
          <p:nvPr/>
        </p:nvSpPr>
        <p:spPr>
          <a:xfrm>
            <a:off x="2987675" y="333375"/>
            <a:ext cx="1981200" cy="762000"/>
          </a:xfrm>
          <a:prstGeom prst="rect">
            <a:avLst/>
          </a:prstGeom>
          <a:noFill/>
          <a:ln w="9525">
            <a:noFill/>
          </a:ln>
        </p:spPr>
        <p:txBody>
          <a:bodyPr>
            <a:spAutoFit/>
          </a:bodyPr>
          <a:lstStyle/>
          <a:p>
            <a:pPr>
              <a:spcBef>
                <a:spcPct val="50000"/>
              </a:spcBef>
            </a:pPr>
            <a:r>
              <a:rPr lang="zh-CN" altLang="en-US" sz="4400" b="1">
                <a:effectLst>
                  <a:outerShdw blurRad="38100" dist="38100" dir="2700000">
                    <a:srgbClr val="C0C0C0"/>
                  </a:outerShdw>
                </a:effectLst>
                <a:latin typeface="Tahoma" panose="020B0604030504040204" pitchFamily="2" charset="0"/>
                <a:ea typeface="隶书" panose="02010509060101010101" pitchFamily="1" charset="-122"/>
              </a:rPr>
              <a:t>目    录</a:t>
            </a:r>
          </a:p>
        </p:txBody>
      </p:sp>
      <p:sp>
        <p:nvSpPr>
          <p:cNvPr id="11267" name="文本框 11266"/>
          <p:cNvSpPr txBox="1"/>
          <p:nvPr/>
        </p:nvSpPr>
        <p:spPr>
          <a:xfrm>
            <a:off x="828675" y="1341438"/>
            <a:ext cx="7315200" cy="4999037"/>
          </a:xfrm>
          <a:prstGeom prst="rect">
            <a:avLst/>
          </a:prstGeom>
          <a:noFill/>
          <a:ln w="9525">
            <a:noFill/>
          </a:ln>
        </p:spPr>
        <p:txBody>
          <a:bodyPr>
            <a:spAutoFit/>
          </a:bodyPr>
          <a:lstStyle/>
          <a:p>
            <a:pPr>
              <a:spcBef>
                <a:spcPct val="50000"/>
              </a:spcBef>
            </a:pPr>
            <a:r>
              <a:rPr lang="en-US" altLang="zh-CN" sz="2800" b="1">
                <a:latin typeface="宋体" panose="02010600030101010101" pitchFamily="2" charset="-122"/>
              </a:rPr>
              <a:t> </a:t>
            </a:r>
            <a:r>
              <a:rPr lang="zh-CN" altLang="en-US" sz="2800" b="1">
                <a:latin typeface="宋体" panose="02010600030101010101" pitchFamily="2" charset="-122"/>
              </a:rPr>
              <a:t>第一章 </a:t>
            </a:r>
            <a:r>
              <a:rPr lang="zh-CN" altLang="en-US" sz="2800" b="1" u="sng">
                <a:solidFill>
                  <a:srgbClr val="0080FF"/>
                </a:solidFill>
                <a:latin typeface="宋体" panose="02010600030101010101" pitchFamily="2" charset="-122"/>
                <a:hlinkClick r:id="rId2" action="ppaction://hlinkpres?slideindex=1&amp;slidetitle="/>
              </a:rPr>
              <a:t>计算机系统概论</a:t>
            </a:r>
            <a:endParaRPr lang="zh-CN" altLang="en-US" sz="2800" b="1">
              <a:latin typeface="Tahoma" panose="020B0604030504040204" pitchFamily="2" charset="0"/>
            </a:endParaRPr>
          </a:p>
          <a:p>
            <a:pPr>
              <a:spcBef>
                <a:spcPct val="50000"/>
              </a:spcBef>
            </a:pPr>
            <a:r>
              <a:rPr lang="zh-CN" altLang="en-US" sz="2800" b="1">
                <a:latin typeface="宋体" panose="02010600030101010101" pitchFamily="2" charset="-122"/>
              </a:rPr>
              <a:t> 第二章 </a:t>
            </a:r>
            <a:r>
              <a:rPr lang="zh-CN" altLang="en-US" sz="2800" b="1" u="sng">
                <a:solidFill>
                  <a:srgbClr val="0080FF"/>
                </a:solidFill>
                <a:latin typeface="宋体" panose="02010600030101010101" pitchFamily="2" charset="-122"/>
                <a:sym typeface="Arial" panose="020B0604020202020204" pitchFamily="34" charset="0"/>
                <a:hlinkClick r:id="rId3" action="ppaction://hlinkpres?slideindex=1&amp;slidetitle="/>
              </a:rPr>
              <a:t>运算方法和运算器</a:t>
            </a:r>
            <a:endParaRPr lang="zh-CN" altLang="en-US" sz="2800" b="1" u="sng">
              <a:solidFill>
                <a:srgbClr val="0080FF"/>
              </a:solidFill>
              <a:latin typeface="宋体" panose="02010600030101010101" pitchFamily="2" charset="-122"/>
              <a:sym typeface="Arial" panose="020B0604020202020204" pitchFamily="34" charset="0"/>
            </a:endParaRPr>
          </a:p>
          <a:p>
            <a:pPr>
              <a:spcBef>
                <a:spcPct val="50000"/>
              </a:spcBef>
            </a:pPr>
            <a:r>
              <a:rPr lang="zh-CN" altLang="en-US" sz="2800" b="1">
                <a:latin typeface="Tahoma" panose="020B0604030504040204" pitchFamily="2" charset="0"/>
              </a:rPr>
              <a:t>  </a:t>
            </a:r>
            <a:r>
              <a:rPr lang="zh-CN" altLang="en-US" sz="2800" b="1">
                <a:latin typeface="宋体" panose="02010600030101010101" pitchFamily="2" charset="-122"/>
              </a:rPr>
              <a:t>第三章 </a:t>
            </a:r>
            <a:r>
              <a:rPr lang="zh-CN" altLang="en-US" sz="2800" b="1" u="sng">
                <a:solidFill>
                  <a:srgbClr val="0080FF"/>
                </a:solidFill>
                <a:latin typeface="宋体" panose="02010600030101010101" pitchFamily="2" charset="-122"/>
                <a:sym typeface="Arial" panose="020B0604020202020204" pitchFamily="34" charset="0"/>
                <a:hlinkClick r:id="rId4" action="ppaction://hlinkpres?slideindex=1&amp;slidetitle="/>
              </a:rPr>
              <a:t>存储系统</a:t>
            </a:r>
            <a:endParaRPr lang="zh-CN" altLang="en-US" sz="2800" b="1" u="sng">
              <a:solidFill>
                <a:srgbClr val="0080FF"/>
              </a:solidFill>
              <a:latin typeface="宋体" panose="02010600030101010101" pitchFamily="2" charset="-122"/>
              <a:sym typeface="Arial" panose="020B0604020202020204" pitchFamily="34" charset="0"/>
            </a:endParaRPr>
          </a:p>
          <a:p>
            <a:pPr>
              <a:spcBef>
                <a:spcPct val="50000"/>
              </a:spcBef>
            </a:pPr>
            <a:r>
              <a:rPr lang="zh-CN" altLang="en-US" sz="2800" b="1">
                <a:latin typeface="Tahoma" panose="020B0604030504040204" pitchFamily="2" charset="0"/>
              </a:rPr>
              <a:t>  </a:t>
            </a:r>
            <a:r>
              <a:rPr lang="zh-CN" altLang="en-US" sz="2800" b="1">
                <a:latin typeface="宋体" panose="02010600030101010101" pitchFamily="2" charset="-122"/>
              </a:rPr>
              <a:t>第四章 </a:t>
            </a:r>
            <a:r>
              <a:rPr lang="zh-CN" altLang="en-US" sz="2800" b="1" u="sng">
                <a:solidFill>
                  <a:srgbClr val="0080FF"/>
                </a:solidFill>
                <a:latin typeface="宋体" panose="02010600030101010101" pitchFamily="2" charset="-122"/>
                <a:sym typeface="Arial" panose="020B0604020202020204" pitchFamily="34" charset="0"/>
                <a:hlinkClick r:id="rId5" action="ppaction://hlinkpres?slideindex=1&amp;slidetitle="/>
              </a:rPr>
              <a:t>指令系统</a:t>
            </a:r>
            <a:r>
              <a:rPr lang="zh-CN" altLang="en-US" sz="2800" b="1" u="sng">
                <a:solidFill>
                  <a:srgbClr val="0080FF"/>
                </a:solidFill>
                <a:latin typeface="宋体" panose="02010600030101010101" pitchFamily="2" charset="-122"/>
                <a:sym typeface="Arial" panose="020B0604020202020204" pitchFamily="34" charset="0"/>
              </a:rPr>
              <a:t> </a:t>
            </a:r>
          </a:p>
          <a:p>
            <a:pPr>
              <a:spcBef>
                <a:spcPct val="50000"/>
              </a:spcBef>
            </a:pPr>
            <a:r>
              <a:rPr lang="zh-CN" altLang="en-US" sz="2800" b="1">
                <a:latin typeface="Tahoma" panose="020B0604030504040204" pitchFamily="2" charset="0"/>
              </a:rPr>
              <a:t>  </a:t>
            </a:r>
            <a:r>
              <a:rPr lang="zh-CN" altLang="en-US" sz="2800" b="1">
                <a:latin typeface="宋体" panose="02010600030101010101" pitchFamily="2" charset="-122"/>
              </a:rPr>
              <a:t>第五章 </a:t>
            </a:r>
            <a:r>
              <a:rPr lang="zh-CN" altLang="en-US" sz="2800" b="1" u="sng">
                <a:solidFill>
                  <a:srgbClr val="0080FF"/>
                </a:solidFill>
                <a:latin typeface="宋体" panose="02010600030101010101" pitchFamily="2" charset="-122"/>
                <a:sym typeface="Arial" panose="020B0604020202020204" pitchFamily="34" charset="0"/>
                <a:hlinkClick r:id="rId6" action="ppaction://hlinkpres?slideindex=1&amp;slidetitle="/>
              </a:rPr>
              <a:t>中央处理器</a:t>
            </a:r>
            <a:r>
              <a:rPr lang="zh-CN" altLang="en-US" sz="2800" b="1">
                <a:latin typeface="宋体" panose="02010600030101010101" pitchFamily="2" charset="-122"/>
                <a:hlinkClick r:id="rId6" action="ppaction://hlinkpres?slideindex=1&amp;slidetitle="/>
              </a:rPr>
              <a:t> </a:t>
            </a:r>
            <a:endParaRPr lang="zh-CN" altLang="en-US" sz="2800" b="1">
              <a:latin typeface="Tahoma" panose="020B0604030504040204" pitchFamily="2" charset="0"/>
            </a:endParaRPr>
          </a:p>
          <a:p>
            <a:pPr>
              <a:spcBef>
                <a:spcPct val="50000"/>
              </a:spcBef>
            </a:pPr>
            <a:r>
              <a:rPr lang="zh-CN" altLang="en-US" sz="2800" b="1">
                <a:latin typeface="Tahoma" panose="020B0604030504040204" pitchFamily="2" charset="0"/>
              </a:rPr>
              <a:t>  第六章 </a:t>
            </a:r>
            <a:r>
              <a:rPr lang="zh-CN" altLang="en-US" sz="2800" b="1">
                <a:solidFill>
                  <a:srgbClr val="0080FF"/>
                </a:solidFill>
                <a:latin typeface="Tahoma" panose="020B0604030504040204" pitchFamily="2" charset="0"/>
              </a:rPr>
              <a:t> </a:t>
            </a:r>
            <a:r>
              <a:rPr lang="zh-CN" altLang="en-US" sz="2800" b="1" u="sng">
                <a:solidFill>
                  <a:srgbClr val="0080FF"/>
                </a:solidFill>
                <a:latin typeface="宋体" panose="02010600030101010101" pitchFamily="2" charset="-122"/>
                <a:sym typeface="Arial" panose="020B0604020202020204" pitchFamily="34" charset="0"/>
                <a:hlinkClick r:id="rId7" action="ppaction://hlinkpres?slideindex=1&amp;slidetitle="/>
              </a:rPr>
              <a:t>总线系统 </a:t>
            </a:r>
            <a:endParaRPr lang="zh-CN" altLang="en-US" sz="2800" b="1" u="sng">
              <a:solidFill>
                <a:srgbClr val="0080FF"/>
              </a:solidFill>
              <a:latin typeface="宋体" panose="02010600030101010101" pitchFamily="2" charset="-122"/>
              <a:sym typeface="Arial" panose="020B0604020202020204" pitchFamily="34" charset="0"/>
            </a:endParaRPr>
          </a:p>
          <a:p>
            <a:pPr>
              <a:spcBef>
                <a:spcPct val="50000"/>
              </a:spcBef>
            </a:pPr>
            <a:r>
              <a:rPr lang="zh-CN" altLang="en-US" sz="2800" b="1">
                <a:latin typeface="Tahoma" panose="020B0604030504040204" pitchFamily="2" charset="0"/>
              </a:rPr>
              <a:t>  </a:t>
            </a:r>
            <a:r>
              <a:rPr lang="zh-CN" altLang="en-US" sz="2800" b="1">
                <a:latin typeface="宋体" panose="02010600030101010101" pitchFamily="2" charset="-122"/>
              </a:rPr>
              <a:t>第七章 </a:t>
            </a:r>
            <a:r>
              <a:rPr lang="zh-CN" altLang="en-US" sz="2800" b="1" u="sng">
                <a:solidFill>
                  <a:srgbClr val="0080FF"/>
                </a:solidFill>
                <a:latin typeface="宋体" panose="02010600030101010101" pitchFamily="2" charset="-122"/>
                <a:sym typeface="Arial" panose="020B0604020202020204" pitchFamily="34" charset="0"/>
                <a:hlinkClick r:id="rId8" action="ppaction://hlinkpres?slideindex=1&amp;slidetitle="/>
              </a:rPr>
              <a:t>外围设备</a:t>
            </a:r>
            <a:endParaRPr lang="zh-CN" altLang="en-US" sz="2800" b="1" u="sng">
              <a:solidFill>
                <a:srgbClr val="0080FF"/>
              </a:solidFill>
              <a:latin typeface="宋体" panose="02010600030101010101" pitchFamily="2" charset="-122"/>
              <a:sym typeface="Arial" panose="020B0604020202020204" pitchFamily="34" charset="0"/>
            </a:endParaRPr>
          </a:p>
          <a:p>
            <a:pPr>
              <a:spcBef>
                <a:spcPct val="50000"/>
              </a:spcBef>
            </a:pPr>
            <a:r>
              <a:rPr lang="zh-CN" altLang="en-US" sz="2800" b="1">
                <a:latin typeface="Tahoma" panose="020B0604030504040204" pitchFamily="2" charset="0"/>
              </a:rPr>
              <a:t>  </a:t>
            </a:r>
            <a:r>
              <a:rPr lang="zh-CN" altLang="en-US" sz="2800" b="1">
                <a:latin typeface="宋体" panose="02010600030101010101" pitchFamily="2" charset="-122"/>
              </a:rPr>
              <a:t>第八章 </a:t>
            </a:r>
            <a:r>
              <a:rPr lang="zh-CN" altLang="en-US" sz="2800" b="1" u="sng">
                <a:solidFill>
                  <a:srgbClr val="0080FF"/>
                </a:solidFill>
                <a:latin typeface="宋体" panose="02010600030101010101" pitchFamily="2" charset="-122"/>
                <a:sym typeface="Arial" panose="020B0604020202020204" pitchFamily="34" charset="0"/>
                <a:hlinkClick r:id="rId9" action="ppaction://hlinkpres?slideindex=1&amp;slidetitle="/>
              </a:rPr>
              <a:t>输入输出系统</a:t>
            </a:r>
            <a:endParaRPr lang="zh-CN" altLang="en-US" sz="2800" b="1" u="sng">
              <a:solidFill>
                <a:srgbClr val="0080FF"/>
              </a:solidFill>
              <a:latin typeface="宋体" panose="02010600030101010101" pitchFamily="2" charset="-122"/>
              <a:sym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289"/>
          <p:cNvSpPr>
            <a:spLocks noGrp="1"/>
          </p:cNvSpPr>
          <p:nvPr>
            <p:ph type="title"/>
          </p:nvPr>
        </p:nvSpPr>
        <p:spPr>
          <a:ln/>
        </p:spPr>
        <p:txBody>
          <a:bodyPr anchor="b" anchorCtr="0"/>
          <a:lstStyle/>
          <a:p>
            <a:r>
              <a:rPr lang="zh-CN" altLang="en-US"/>
              <a:t>第一章 计算机系统结构</a:t>
            </a:r>
          </a:p>
        </p:txBody>
      </p:sp>
      <p:sp>
        <p:nvSpPr>
          <p:cNvPr id="12291" name="文本占位符 12290"/>
          <p:cNvSpPr>
            <a:spLocks noGrp="1"/>
          </p:cNvSpPr>
          <p:nvPr>
            <p:ph type="body" idx="1"/>
          </p:nvPr>
        </p:nvSpPr>
        <p:spPr>
          <a:ln/>
        </p:spPr>
        <p:txBody>
          <a:bodyPr/>
          <a:lstStyle/>
          <a:p>
            <a:pPr>
              <a:buClr>
                <a:schemeClr val="tx1"/>
              </a:buClr>
              <a:buFont typeface="Wingdings" panose="05000000000000000000" pitchFamily="2" charset="2"/>
              <a:buChar char="q"/>
            </a:pPr>
            <a:r>
              <a:rPr lang="zh-CN" altLang="en-US" sz="2800" b="1">
                <a:effectLst>
                  <a:outerShdw blurRad="38100" dist="38100" dir="2700000">
                    <a:srgbClr val="C0C0C0"/>
                  </a:outerShdw>
                </a:effectLst>
              </a:rPr>
              <a:t>简介</a:t>
            </a:r>
          </a:p>
          <a:p>
            <a:pPr>
              <a:buClr>
                <a:schemeClr val="tx1"/>
              </a:buClr>
              <a:buFont typeface="Wingdings" panose="05000000000000000000" pitchFamily="2" charset="2"/>
              <a:buChar char="q"/>
            </a:pPr>
            <a:r>
              <a:rPr lang="zh-CN" altLang="en-US" sz="2800" b="1">
                <a:effectLst>
                  <a:outerShdw blurRad="38100" dist="38100" dir="2700000">
                    <a:srgbClr val="C0C0C0"/>
                  </a:outerShdw>
                </a:effectLst>
              </a:rPr>
              <a:t>计算机的发展</a:t>
            </a:r>
          </a:p>
          <a:p>
            <a:pPr>
              <a:buClr>
                <a:schemeClr val="tx1"/>
              </a:buClr>
              <a:buFont typeface="Wingdings" panose="05000000000000000000" pitchFamily="2" charset="2"/>
              <a:buChar char="q"/>
            </a:pPr>
            <a:r>
              <a:rPr lang="zh-CN" altLang="en-US" sz="2800" b="1">
                <a:effectLst>
                  <a:outerShdw blurRad="38100" dist="38100" dir="2700000">
                    <a:srgbClr val="C0C0C0"/>
                  </a:outerShdw>
                </a:effectLst>
              </a:rPr>
              <a:t>计算机体系结构和组织</a:t>
            </a:r>
          </a:p>
          <a:p>
            <a:pPr>
              <a:buClr>
                <a:schemeClr val="tx1"/>
              </a:buClr>
              <a:buFont typeface="Wingdings" panose="05000000000000000000" pitchFamily="2" charset="2"/>
              <a:buChar char="q"/>
            </a:pPr>
            <a:r>
              <a:rPr lang="zh-CN" altLang="en-US" sz="2800" b="1">
                <a:effectLst>
                  <a:outerShdw blurRad="38100" dist="38100" dir="2700000">
                    <a:srgbClr val="C0C0C0"/>
                  </a:outerShdw>
                </a:effectLst>
              </a:rPr>
              <a:t>计算机的硬件结构</a:t>
            </a:r>
          </a:p>
          <a:p>
            <a:pPr>
              <a:buClr>
                <a:schemeClr val="tx1"/>
              </a:buClr>
              <a:buFont typeface="Wingdings" panose="05000000000000000000" pitchFamily="2" charset="2"/>
              <a:buChar char="q"/>
            </a:pPr>
            <a:r>
              <a:rPr lang="zh-CN" altLang="en-US" sz="2800" b="1">
                <a:effectLst>
                  <a:outerShdw blurRad="38100" dist="38100" dir="2700000">
                    <a:srgbClr val="C0C0C0"/>
                  </a:outerShdw>
                </a:effectLst>
              </a:rPr>
              <a:t>计算机软件</a:t>
            </a:r>
          </a:p>
          <a:p>
            <a:pPr>
              <a:buClr>
                <a:schemeClr val="tx1"/>
              </a:buClr>
              <a:buFont typeface="Wingdings" panose="05000000000000000000" pitchFamily="2" charset="2"/>
              <a:buChar char="q"/>
            </a:pPr>
            <a:r>
              <a:rPr lang="zh-CN" altLang="en-US" sz="2800" b="1">
                <a:effectLst>
                  <a:outerShdw blurRad="38100" dist="38100" dir="2700000">
                    <a:srgbClr val="C0C0C0"/>
                  </a:outerShdw>
                </a:effectLst>
              </a:rPr>
              <a:t>计算机的层次结构</a:t>
            </a:r>
          </a:p>
          <a:p>
            <a:pPr>
              <a:buClr>
                <a:schemeClr val="tx1"/>
              </a:buClr>
              <a:buFont typeface="Wingdings" panose="05000000000000000000" pitchFamily="2" charset="2"/>
              <a:buChar char="q"/>
            </a:pPr>
            <a:r>
              <a:rPr lang="zh-CN" altLang="en-US" sz="2800" b="1">
                <a:effectLst>
                  <a:outerShdw blurRad="38100" dist="38100" dir="2700000">
                    <a:srgbClr val="C0C0C0"/>
                  </a:outerShdw>
                </a:effectLst>
              </a:rPr>
              <a:t>计算机的功能</a:t>
            </a:r>
          </a:p>
          <a:p>
            <a:pPr>
              <a:buClr>
                <a:schemeClr val="tx1"/>
              </a:buClr>
              <a:buFont typeface="Wingdings" panose="05000000000000000000" pitchFamily="2" charset="2"/>
              <a:buChar char="q"/>
            </a:pPr>
            <a:r>
              <a:rPr lang="zh-CN" altLang="en-US" sz="2800" b="1">
                <a:effectLst>
                  <a:outerShdw blurRad="38100" dist="38100" dir="2700000">
                    <a:srgbClr val="C0C0C0"/>
                  </a:outerShdw>
                </a:effectLst>
              </a:rPr>
              <a:t>计算机的技术指标</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文本占位符 13313"/>
          <p:cNvSpPr>
            <a:spLocks noGrp="1"/>
          </p:cNvSpPr>
          <p:nvPr>
            <p:ph type="body" idx="1"/>
          </p:nvPr>
        </p:nvSpPr>
        <p:spPr>
          <a:xfrm>
            <a:off x="457200" y="1066800"/>
            <a:ext cx="8458200" cy="5486400"/>
          </a:xfrm>
          <a:ln/>
        </p:spPr>
        <p:txBody>
          <a:bodyPr/>
          <a:lstStyle/>
          <a:p>
            <a:pPr algn="l">
              <a:lnSpc>
                <a:spcPct val="100000"/>
              </a:lnSpc>
              <a:buNone/>
            </a:pPr>
            <a:r>
              <a:rPr lang="zh-CN" altLang="en-US" sz="2400" b="1" dirty="0">
                <a:solidFill>
                  <a:srgbClr val="0000CC"/>
                </a:solidFill>
                <a:ea typeface="楷体" panose="02010609060101010101" charset="-122"/>
              </a:rPr>
              <a:t>计算机：一种能接收信息，根据事先编好的程序，对信息进行处理并给出结果的设备。</a:t>
            </a:r>
          </a:p>
          <a:p>
            <a:pPr algn="l">
              <a:lnSpc>
                <a:spcPct val="100000"/>
              </a:lnSpc>
              <a:buNone/>
            </a:pPr>
            <a:r>
              <a:rPr lang="zh-CN" altLang="en-US" sz="2400" b="1" u="sng" dirty="0">
                <a:solidFill>
                  <a:srgbClr val="A50021"/>
                </a:solidFill>
              </a:rPr>
              <a:t>机械</a:t>
            </a:r>
            <a:r>
              <a:rPr lang="zh-CN" altLang="en-US" sz="2400" b="1" dirty="0">
                <a:solidFill>
                  <a:srgbClr val="A50021"/>
                </a:solidFill>
              </a:rPr>
              <a:t>计算机、</a:t>
            </a:r>
            <a:r>
              <a:rPr lang="zh-CN" altLang="en-US" sz="2400" b="1" u="sng" dirty="0">
                <a:solidFill>
                  <a:srgbClr val="A50021"/>
                </a:solidFill>
              </a:rPr>
              <a:t>电子</a:t>
            </a:r>
            <a:r>
              <a:rPr lang="zh-CN" altLang="en-US" sz="2400" b="1" dirty="0">
                <a:solidFill>
                  <a:srgbClr val="A50021"/>
                </a:solidFill>
              </a:rPr>
              <a:t>计算机（能够自动、高速、准确的进行信息处理和存储的电子设备。）</a:t>
            </a:r>
          </a:p>
          <a:p>
            <a:pPr>
              <a:lnSpc>
                <a:spcPct val="100000"/>
              </a:lnSpc>
              <a:buNone/>
            </a:pPr>
            <a:r>
              <a:rPr lang="zh-CN" altLang="en-US" sz="2400" b="1" dirty="0">
                <a:solidFill>
                  <a:srgbClr val="A50021"/>
                </a:solidFill>
              </a:rPr>
              <a:t>电子计算机 </a:t>
            </a:r>
            <a:r>
              <a:rPr lang="zh-CN" altLang="en-US" sz="2400" b="1" dirty="0">
                <a:sym typeface="Arial" panose="020B0604020202020204" pitchFamily="34" charset="0"/>
              </a:rPr>
              <a:t>按处理的信息类型分为：</a:t>
            </a:r>
          </a:p>
          <a:p>
            <a:pPr>
              <a:lnSpc>
                <a:spcPct val="100000"/>
              </a:lnSpc>
              <a:buNone/>
            </a:pPr>
            <a:r>
              <a:rPr lang="zh-CN" altLang="en-US" sz="2400" b="1" dirty="0">
                <a:solidFill>
                  <a:srgbClr val="A50021"/>
                </a:solidFill>
              </a:rPr>
              <a:t> 电子</a:t>
            </a:r>
            <a:r>
              <a:rPr lang="zh-CN" altLang="en-US" sz="2400" b="1" u="sng" dirty="0">
                <a:solidFill>
                  <a:srgbClr val="A50021"/>
                </a:solidFill>
              </a:rPr>
              <a:t>模拟</a:t>
            </a:r>
            <a:r>
              <a:rPr lang="zh-CN" altLang="en-US" sz="2400" b="1" dirty="0">
                <a:solidFill>
                  <a:srgbClr val="A50021"/>
                </a:solidFill>
              </a:rPr>
              <a:t>计算</a:t>
            </a:r>
            <a:r>
              <a:rPr lang="zh-CN" altLang="en-US" sz="2400" b="1" dirty="0">
                <a:solidFill>
                  <a:srgbClr val="A50021"/>
                </a:solidFill>
                <a:sym typeface="Arial" panose="020B0604020202020204" pitchFamily="34" charset="0"/>
              </a:rPr>
              <a:t>机：</a:t>
            </a:r>
            <a:r>
              <a:rPr lang="zh-CN" altLang="en-US" sz="2400" b="1" dirty="0"/>
              <a:t>数值由</a:t>
            </a:r>
            <a:r>
              <a:rPr lang="zh-CN" altLang="en-US" sz="2400" b="1" dirty="0">
                <a:solidFill>
                  <a:srgbClr val="0000CC"/>
                </a:solidFill>
              </a:rPr>
              <a:t>连续</a:t>
            </a:r>
            <a:r>
              <a:rPr lang="zh-CN" altLang="en-US" sz="2400" b="1" dirty="0"/>
              <a:t>的量来表示。</a:t>
            </a:r>
          </a:p>
          <a:p>
            <a:pPr>
              <a:lnSpc>
                <a:spcPct val="100000"/>
              </a:lnSpc>
              <a:buNone/>
            </a:pPr>
            <a:r>
              <a:rPr lang="zh-CN" altLang="en-US" sz="2400" b="1" dirty="0"/>
              <a:t> </a:t>
            </a:r>
            <a:r>
              <a:rPr lang="zh-CN" altLang="en-US" sz="2400" b="1" dirty="0">
                <a:solidFill>
                  <a:srgbClr val="A50021"/>
                </a:solidFill>
              </a:rPr>
              <a:t>电子</a:t>
            </a:r>
            <a:r>
              <a:rPr lang="zh-CN" altLang="en-US" sz="2400" b="1" u="sng" dirty="0">
                <a:solidFill>
                  <a:srgbClr val="A50021"/>
                </a:solidFill>
              </a:rPr>
              <a:t>数字</a:t>
            </a:r>
            <a:r>
              <a:rPr lang="zh-CN" altLang="en-US" sz="2400" b="1" dirty="0">
                <a:solidFill>
                  <a:srgbClr val="A50021"/>
                </a:solidFill>
              </a:rPr>
              <a:t>计</a:t>
            </a:r>
            <a:r>
              <a:rPr lang="zh-CN" altLang="en-US" sz="2400" b="1" dirty="0">
                <a:solidFill>
                  <a:srgbClr val="A50021"/>
                </a:solidFill>
                <a:sym typeface="Arial" panose="020B0604020202020204" pitchFamily="34" charset="0"/>
              </a:rPr>
              <a:t>算机：</a:t>
            </a:r>
            <a:r>
              <a:rPr lang="zh-CN" altLang="en-US" sz="2400" b="1" dirty="0"/>
              <a:t>计算机中的数值由</a:t>
            </a:r>
            <a:r>
              <a:rPr lang="zh-CN" altLang="en-US" sz="2400" b="1" dirty="0">
                <a:solidFill>
                  <a:srgbClr val="0000CC"/>
                </a:solidFill>
              </a:rPr>
              <a:t>离散</a:t>
            </a:r>
            <a:r>
              <a:rPr lang="zh-CN" altLang="en-US" sz="2400" b="1" dirty="0"/>
              <a:t>的数字来表示。</a:t>
            </a:r>
          </a:p>
          <a:p>
            <a:pPr>
              <a:lnSpc>
                <a:spcPct val="100000"/>
              </a:lnSpc>
              <a:buNone/>
            </a:pPr>
            <a:r>
              <a:rPr lang="zh-CN" altLang="en-US" sz="2400" b="1" dirty="0"/>
              <a:t>按功能分：</a:t>
            </a:r>
          </a:p>
          <a:p>
            <a:pPr>
              <a:lnSpc>
                <a:spcPct val="100000"/>
              </a:lnSpc>
              <a:buNone/>
            </a:pPr>
            <a:r>
              <a:rPr lang="zh-CN" altLang="en-US" sz="2400" b="1" dirty="0"/>
              <a:t>  </a:t>
            </a:r>
            <a:r>
              <a:rPr lang="zh-CN" altLang="en-US" sz="2400" b="1" dirty="0">
                <a:solidFill>
                  <a:srgbClr val="A50021"/>
                </a:solidFill>
                <a:sym typeface="Arial" panose="020B0604020202020204" pitchFamily="34" charset="0"/>
              </a:rPr>
              <a:t>专用机：</a:t>
            </a:r>
            <a:r>
              <a:rPr lang="zh-CN" altLang="en-US" sz="2400" b="1" dirty="0"/>
              <a:t>经济、有效、快速、适应性差       </a:t>
            </a:r>
          </a:p>
          <a:p>
            <a:pPr>
              <a:lnSpc>
                <a:spcPct val="100000"/>
              </a:lnSpc>
              <a:buNone/>
            </a:pPr>
            <a:r>
              <a:rPr lang="zh-CN" altLang="en-US" sz="2400" b="1" dirty="0"/>
              <a:t>  </a:t>
            </a:r>
            <a:r>
              <a:rPr lang="zh-CN" altLang="en-US" sz="2400" b="1" dirty="0">
                <a:solidFill>
                  <a:srgbClr val="A50021"/>
                </a:solidFill>
                <a:sym typeface="Arial" panose="020B0604020202020204" pitchFamily="34" charset="0"/>
              </a:rPr>
              <a:t>通用机：</a:t>
            </a:r>
            <a:r>
              <a:rPr lang="zh-CN" altLang="en-US" sz="2400" b="1" dirty="0"/>
              <a:t>适应性强    </a:t>
            </a:r>
            <a:endParaRPr lang="zh-CN" altLang="en-US" sz="2400" b="1" dirty="0">
              <a:solidFill>
                <a:srgbClr val="A50021"/>
              </a:solidFill>
              <a:sym typeface="Arial" panose="020B0604020202020204" pitchFamily="34" charset="0"/>
            </a:endParaRPr>
          </a:p>
        </p:txBody>
      </p:sp>
      <p:sp>
        <p:nvSpPr>
          <p:cNvPr id="13315" name="文本框 13314"/>
          <p:cNvSpPr txBox="1"/>
          <p:nvPr/>
        </p:nvSpPr>
        <p:spPr>
          <a:xfrm>
            <a:off x="252413" y="117475"/>
            <a:ext cx="3887787" cy="577850"/>
          </a:xfrm>
          <a:prstGeom prst="rect">
            <a:avLst/>
          </a:prstGeom>
          <a:noFill/>
          <a:ln w="9525">
            <a:noFill/>
          </a:ln>
        </p:spPr>
        <p:txBody>
          <a:bodyPr wrap="square" anchor="t" anchorCtr="0">
            <a:spAutoFit/>
          </a:bodyPr>
          <a:lstStyle/>
          <a:p>
            <a:r>
              <a:rPr lang="zh-CN" altLang="en-US" sz="3200" b="1" dirty="0">
                <a:solidFill>
                  <a:schemeClr val="bg1"/>
                </a:solidFill>
                <a:latin typeface="Times New Roman" panose="02020603050405020304" pitchFamily="2" charset="0"/>
              </a:rPr>
              <a:t>一、计算机分类：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ln/>
        </p:spPr>
        <p:txBody>
          <a:bodyPr anchor="b" anchorCtr="0"/>
          <a:lstStyle/>
          <a:p>
            <a:r>
              <a:rPr lang="zh-CN" altLang="en-US" dirty="0"/>
              <a:t>例题：</a:t>
            </a:r>
          </a:p>
        </p:txBody>
      </p:sp>
      <p:sp>
        <p:nvSpPr>
          <p:cNvPr id="14339" name="文本占位符 14338"/>
          <p:cNvSpPr>
            <a:spLocks noGrp="1"/>
          </p:cNvSpPr>
          <p:nvPr>
            <p:ph type="body" idx="1"/>
          </p:nvPr>
        </p:nvSpPr>
        <p:spPr>
          <a:ln/>
        </p:spPr>
        <p:txBody>
          <a:bodyPr/>
          <a:lstStyle/>
          <a:p>
            <a:endParaRPr lang="zh-CN" altLang="en-US" sz="2800" b="1" dirty="0">
              <a:solidFill>
                <a:srgbClr val="0000CC"/>
              </a:solidFill>
            </a:endParaRPr>
          </a:p>
          <a:p>
            <a:r>
              <a:rPr lang="zh-CN" altLang="en-US" sz="2800" b="1" dirty="0">
                <a:solidFill>
                  <a:srgbClr val="0000CC"/>
                </a:solidFill>
              </a:rPr>
              <a:t>下列哪句最能反映计算机的主要功能？</a:t>
            </a:r>
          </a:p>
          <a:p>
            <a:r>
              <a:rPr lang="zh-CN" altLang="en-US" sz="2800" b="1" dirty="0">
                <a:solidFill>
                  <a:srgbClr val="0000CC"/>
                </a:solidFill>
              </a:rPr>
              <a:t>A.</a:t>
            </a:r>
            <a:r>
              <a:rPr lang="zh-CN" altLang="en-US" sz="2800" b="1" dirty="0">
                <a:solidFill>
                  <a:srgbClr val="0000CC"/>
                </a:solidFill>
                <a:latin typeface="楷体" panose="02010609060101010101" charset="-122"/>
                <a:ea typeface="楷体" panose="02010609060101010101" charset="-122"/>
              </a:rPr>
              <a:t>可以大量存储信息</a:t>
            </a:r>
          </a:p>
          <a:p>
            <a:r>
              <a:rPr lang="zh-CN" altLang="en-US" sz="2800" b="1" dirty="0">
                <a:solidFill>
                  <a:srgbClr val="0000CC"/>
                </a:solidFill>
                <a:latin typeface="楷体" panose="02010609060101010101" charset="-122"/>
                <a:ea typeface="楷体" panose="02010609060101010101" charset="-122"/>
              </a:rPr>
              <a:t>B.能代替人的脑力劳动</a:t>
            </a:r>
          </a:p>
          <a:p>
            <a:r>
              <a:rPr lang="zh-CN" altLang="en-US" sz="2800" b="1" dirty="0">
                <a:solidFill>
                  <a:srgbClr val="0000CC"/>
                </a:solidFill>
                <a:latin typeface="楷体" panose="02010609060101010101" charset="-122"/>
                <a:ea typeface="楷体" panose="02010609060101010101" charset="-122"/>
              </a:rPr>
              <a:t>C.是一种信息处理机</a:t>
            </a:r>
          </a:p>
          <a:p>
            <a:r>
              <a:rPr lang="zh-CN" altLang="en-US" sz="2800" b="1" dirty="0">
                <a:solidFill>
                  <a:srgbClr val="0000CC"/>
                </a:solidFill>
                <a:latin typeface="楷体" panose="02010609060101010101" charset="-122"/>
                <a:ea typeface="楷体" panose="02010609060101010101" charset="-122"/>
              </a:rPr>
              <a:t>D.可以实现高速计算</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a:ln/>
        </p:spPr>
        <p:txBody>
          <a:bodyPr anchor="b" anchorCtr="0"/>
          <a:lstStyle/>
          <a:p>
            <a:r>
              <a:rPr lang="zh-CN" altLang="en-US" dirty="0"/>
              <a:t>通用计算机按规模分为：</a:t>
            </a:r>
          </a:p>
        </p:txBody>
      </p:sp>
      <p:sp>
        <p:nvSpPr>
          <p:cNvPr id="15363" name="文本占位符 15362"/>
          <p:cNvSpPr>
            <a:spLocks noGrp="1"/>
          </p:cNvSpPr>
          <p:nvPr>
            <p:ph type="body" idx="1"/>
          </p:nvPr>
        </p:nvSpPr>
        <p:spPr>
          <a:ln/>
        </p:spPr>
        <p:txBody>
          <a:bodyPr/>
          <a:lstStyle/>
          <a:p>
            <a:pPr>
              <a:buNone/>
            </a:pPr>
            <a:endParaRPr lang="zh-CN" altLang="en-US" sz="2400" b="1" dirty="0"/>
          </a:p>
          <a:p>
            <a:pPr>
              <a:buNone/>
            </a:pPr>
            <a:r>
              <a:rPr lang="zh-CN" altLang="en-US" sz="2800" b="1" dirty="0"/>
              <a:t> </a:t>
            </a:r>
            <a:r>
              <a:rPr lang="zh-CN" altLang="en-US" sz="2400" b="1" dirty="0">
                <a:solidFill>
                  <a:srgbClr val="A50021"/>
                </a:solidFill>
                <a:sym typeface="Arial" panose="020B0604020202020204" pitchFamily="34" charset="0"/>
              </a:rPr>
              <a:t>巨型机、大型机、中型机、小型机、微型机、单片机</a:t>
            </a:r>
          </a:p>
          <a:p>
            <a:pPr>
              <a:buNone/>
            </a:pPr>
            <a:r>
              <a:rPr lang="zh-CN" altLang="en-US" sz="2400" b="1" dirty="0"/>
              <a:t>  高               </a:t>
            </a:r>
            <a:r>
              <a:rPr lang="zh-CN" altLang="en-US" sz="2400" b="1" dirty="0">
                <a:solidFill>
                  <a:srgbClr val="0000CC"/>
                </a:solidFill>
                <a:ea typeface="楷体" panose="02010609060101010101" charset="-122"/>
              </a:rPr>
              <a:t>简易性</a:t>
            </a:r>
            <a:r>
              <a:rPr lang="zh-CN" altLang="en-US" sz="2400" b="1" dirty="0"/>
              <a:t>               低</a:t>
            </a:r>
          </a:p>
          <a:p>
            <a:pPr>
              <a:buNone/>
            </a:pPr>
            <a:endParaRPr lang="zh-CN" altLang="en-US" sz="2400" b="1" dirty="0"/>
          </a:p>
          <a:p>
            <a:pPr>
              <a:buNone/>
            </a:pPr>
            <a:r>
              <a:rPr lang="zh-CN" altLang="en-US" sz="2400" b="1" dirty="0"/>
              <a:t>  </a:t>
            </a:r>
          </a:p>
          <a:p>
            <a:pPr>
              <a:buNone/>
            </a:pPr>
            <a:r>
              <a:rPr lang="zh-CN" altLang="en-US" sz="2400" b="1" dirty="0"/>
              <a:t>  </a:t>
            </a:r>
            <a:r>
              <a:rPr lang="zh-CN" altLang="en-US" sz="2400" b="1" dirty="0">
                <a:solidFill>
                  <a:srgbClr val="0000CC"/>
                </a:solidFill>
                <a:ea typeface="楷体" panose="02010609060101010101" charset="-122"/>
              </a:rPr>
              <a:t>体积、功耗、性能、价格、指令系统、数据存储量</a:t>
            </a:r>
            <a:r>
              <a:rPr lang="zh-CN" altLang="en-US" sz="2400" b="1" dirty="0"/>
              <a:t>      </a:t>
            </a:r>
          </a:p>
          <a:p>
            <a:r>
              <a:rPr lang="zh-CN" altLang="en-US" sz="2400" b="1" dirty="0"/>
              <a:t>高                                    低</a:t>
            </a:r>
          </a:p>
        </p:txBody>
      </p:sp>
      <p:sp>
        <p:nvSpPr>
          <p:cNvPr id="15364" name="直接连接符 15363"/>
          <p:cNvSpPr/>
          <p:nvPr/>
        </p:nvSpPr>
        <p:spPr>
          <a:xfrm>
            <a:off x="755650" y="3070225"/>
            <a:ext cx="6553200" cy="0"/>
          </a:xfrm>
          <a:prstGeom prst="line">
            <a:avLst/>
          </a:prstGeom>
          <a:ln w="38100" cap="flat" cmpd="dbl">
            <a:solidFill>
              <a:schemeClr val="tx1"/>
            </a:solidFill>
            <a:prstDash val="solid"/>
            <a:bevel/>
            <a:headEnd type="none" w="med" len="med"/>
            <a:tailEnd type="triangle" w="med" len="med"/>
          </a:ln>
        </p:spPr>
      </p:sp>
      <p:sp>
        <p:nvSpPr>
          <p:cNvPr id="15365" name="直接连接符 15364"/>
          <p:cNvSpPr/>
          <p:nvPr/>
        </p:nvSpPr>
        <p:spPr>
          <a:xfrm flipH="1">
            <a:off x="828675" y="5518150"/>
            <a:ext cx="6477000" cy="0"/>
          </a:xfrm>
          <a:prstGeom prst="line">
            <a:avLst/>
          </a:prstGeom>
          <a:ln w="38100" cap="flat" cmpd="dbl">
            <a:solidFill>
              <a:schemeClr val="tx1"/>
            </a:solidFill>
            <a:prstDash val="solid"/>
            <a:bevel/>
            <a:headEnd type="none" w="med" len="med"/>
            <a:tailEnd type="triangle" w="med" len="me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6385"/>
          <p:cNvSpPr>
            <a:spLocks noGrp="1"/>
          </p:cNvSpPr>
          <p:nvPr>
            <p:ph type="title"/>
          </p:nvPr>
        </p:nvSpPr>
        <p:spPr>
          <a:ln/>
        </p:spPr>
        <p:txBody>
          <a:bodyPr anchor="b" anchorCtr="0"/>
          <a:lstStyle/>
          <a:p>
            <a:r>
              <a:rPr lang="zh-CN" altLang="en-US" dirty="0"/>
              <a:t>计算机的发展史：</a:t>
            </a:r>
          </a:p>
        </p:txBody>
      </p:sp>
      <p:sp>
        <p:nvSpPr>
          <p:cNvPr id="16387" name="文本占位符 16386"/>
          <p:cNvSpPr>
            <a:spLocks noGrp="1"/>
          </p:cNvSpPr>
          <p:nvPr>
            <p:ph type="body" idx="1"/>
          </p:nvPr>
        </p:nvSpPr>
        <p:spPr>
          <a:ln/>
        </p:spPr>
        <p:txBody>
          <a:bodyPr/>
          <a:lstStyle/>
          <a:p>
            <a:pPr marL="1905" indent="-1905"/>
            <a:endParaRPr lang="zh-CN" altLang="en-US" dirty="0"/>
          </a:p>
          <a:p>
            <a:pPr marL="1905" indent="-1905"/>
            <a:endParaRPr lang="zh-CN" altLang="en-US" dirty="0"/>
          </a:p>
          <a:p>
            <a:pPr marL="1905" indent="-1905"/>
            <a:r>
              <a:rPr lang="zh-CN" altLang="en-US" sz="3600" b="1" dirty="0"/>
              <a:t>最早的计算机？</a:t>
            </a:r>
          </a:p>
          <a:p>
            <a:pPr marL="1905" indent="-1905"/>
            <a:endParaRPr lang="zh-CN" altLang="en-US" sz="3600" b="1" dirty="0"/>
          </a:p>
          <a:p>
            <a:pPr marL="1905" indent="-359410">
              <a:buNone/>
            </a:pPr>
            <a:endParaRPr lang="zh-CN" altLang="en-US" sz="3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7409"/>
          <p:cNvSpPr>
            <a:spLocks noGrp="1"/>
          </p:cNvSpPr>
          <p:nvPr>
            <p:ph type="title"/>
          </p:nvPr>
        </p:nvSpPr>
        <p:spPr>
          <a:xfrm>
            <a:off x="463550" y="157163"/>
            <a:ext cx="7566025" cy="512762"/>
          </a:xfrm>
          <a:ln/>
        </p:spPr>
        <p:txBody>
          <a:bodyPr anchor="b" anchorCtr="0"/>
          <a:lstStyle/>
          <a:p>
            <a:r>
              <a:rPr lang="zh-CN" altLang="en-US"/>
              <a:t>计算机的发展</a:t>
            </a:r>
          </a:p>
        </p:txBody>
      </p:sp>
      <p:graphicFrame>
        <p:nvGraphicFramePr>
          <p:cNvPr id="17411" name="对象 17410"/>
          <p:cNvGraphicFramePr/>
          <p:nvPr/>
        </p:nvGraphicFramePr>
        <p:xfrm>
          <a:off x="252413" y="1989138"/>
          <a:ext cx="1323975" cy="917575"/>
        </p:xfrm>
        <a:graphic>
          <a:graphicData uri="http://schemas.openxmlformats.org/presentationml/2006/ole">
            <mc:AlternateContent xmlns:mc="http://schemas.openxmlformats.org/markup-compatibility/2006">
              <mc:Choice xmlns:v="urn:schemas-microsoft-com:vml" Requires="v">
                <p:oleObj r:id="rId2" imgW="1333500" imgH="927100" progId="">
                  <p:embed/>
                </p:oleObj>
              </mc:Choice>
              <mc:Fallback>
                <p:oleObj r:id="rId2" imgW="1333500" imgH="927100" progId="">
                  <p:embed/>
                  <p:pic>
                    <p:nvPicPr>
                      <p:cNvPr id="0" name="图片 3080"/>
                      <p:cNvPicPr/>
                      <p:nvPr/>
                    </p:nvPicPr>
                    <p:blipFill>
                      <a:blip r:embed="rId3"/>
                      <a:stretch>
                        <a:fillRect/>
                      </a:stretch>
                    </p:blipFill>
                    <p:spPr>
                      <a:xfrm>
                        <a:off x="252413" y="1989138"/>
                        <a:ext cx="1323975" cy="917575"/>
                      </a:xfrm>
                      <a:prstGeom prst="rect">
                        <a:avLst/>
                      </a:prstGeom>
                      <a:noFill/>
                      <a:ln w="38100">
                        <a:noFill/>
                        <a:miter/>
                      </a:ln>
                    </p:spPr>
                  </p:pic>
                </p:oleObj>
              </mc:Fallback>
            </mc:AlternateContent>
          </a:graphicData>
        </a:graphic>
      </p:graphicFrame>
      <p:grpSp>
        <p:nvGrpSpPr>
          <p:cNvPr id="17412" name="组合 17411"/>
          <p:cNvGrpSpPr/>
          <p:nvPr/>
        </p:nvGrpSpPr>
        <p:grpSpPr>
          <a:xfrm>
            <a:off x="1620838" y="1844675"/>
            <a:ext cx="2897187" cy="2133600"/>
            <a:chOff x="0" y="0"/>
            <a:chExt cx="1825" cy="1344"/>
          </a:xfrm>
        </p:grpSpPr>
        <p:graphicFrame>
          <p:nvGraphicFramePr>
            <p:cNvPr id="17413" name="对象 17412"/>
            <p:cNvGraphicFramePr/>
            <p:nvPr/>
          </p:nvGraphicFramePr>
          <p:xfrm>
            <a:off x="182" y="0"/>
            <a:ext cx="1347" cy="850"/>
          </p:xfrm>
          <a:graphic>
            <a:graphicData uri="http://schemas.openxmlformats.org/presentationml/2006/ole">
              <mc:AlternateContent xmlns:mc="http://schemas.openxmlformats.org/markup-compatibility/2006">
                <mc:Choice xmlns:v="urn:schemas-microsoft-com:vml" Requires="v">
                  <p:oleObj r:id="rId4" imgW="2146300" imgH="1358900" progId="">
                    <p:embed/>
                  </p:oleObj>
                </mc:Choice>
                <mc:Fallback>
                  <p:oleObj r:id="rId4" imgW="2146300" imgH="1358900" progId="">
                    <p:embed/>
                    <p:pic>
                      <p:nvPicPr>
                        <p:cNvPr id="0" name="图片 3078"/>
                        <p:cNvPicPr/>
                        <p:nvPr/>
                      </p:nvPicPr>
                      <p:blipFill>
                        <a:blip r:embed="rId5"/>
                        <a:stretch>
                          <a:fillRect/>
                        </a:stretch>
                      </p:blipFill>
                      <p:spPr>
                        <a:xfrm>
                          <a:off x="182" y="0"/>
                          <a:ext cx="1347" cy="850"/>
                        </a:xfrm>
                        <a:prstGeom prst="rect">
                          <a:avLst/>
                        </a:prstGeom>
                        <a:noFill/>
                        <a:ln w="38100">
                          <a:noFill/>
                          <a:miter/>
                        </a:ln>
                      </p:spPr>
                    </p:pic>
                  </p:oleObj>
                </mc:Fallback>
              </mc:AlternateContent>
            </a:graphicData>
          </a:graphic>
        </p:graphicFrame>
        <p:sp>
          <p:nvSpPr>
            <p:cNvPr id="17414" name="矩形 17413"/>
            <p:cNvSpPr/>
            <p:nvPr/>
          </p:nvSpPr>
          <p:spPr>
            <a:xfrm>
              <a:off x="0" y="1056"/>
              <a:ext cx="1825" cy="288"/>
            </a:xfrm>
            <a:prstGeom prst="rect">
              <a:avLst/>
            </a:prstGeom>
            <a:noFill/>
            <a:ln w="9525">
              <a:noFill/>
            </a:ln>
          </p:spPr>
          <p:txBody>
            <a:bodyPr wrap="none" lIns="92075" tIns="46038" rIns="92075" bIns="46038">
              <a:spAutoFit/>
            </a:bodyPr>
            <a:lstStyle/>
            <a:p>
              <a:pPr defTabSz="762000" eaLnBrk="0" hangingPunct="0"/>
              <a:r>
                <a:rPr lang="en-US" altLang="zh-CN" sz="2400" b="1">
                  <a:solidFill>
                    <a:schemeClr val="folHlink"/>
                  </a:solidFill>
                  <a:effectLst>
                    <a:outerShdw blurRad="38100" dist="38100" dir="2700000">
                      <a:srgbClr val="C0C0C0"/>
                    </a:outerShdw>
                  </a:effectLst>
                  <a:latin typeface="Arial" panose="020B0604020202020204" pitchFamily="34" charset="0"/>
                  <a:sym typeface="Arial" panose="020B0604020202020204" pitchFamily="34" charset="0"/>
                </a:rPr>
                <a:t>1642 Blaise Pascal</a:t>
              </a:r>
            </a:p>
          </p:txBody>
        </p:sp>
        <p:sp>
          <p:nvSpPr>
            <p:cNvPr id="17415" name="矩形 17414"/>
            <p:cNvSpPr/>
            <p:nvPr/>
          </p:nvSpPr>
          <p:spPr>
            <a:xfrm>
              <a:off x="464" y="816"/>
              <a:ext cx="698" cy="288"/>
            </a:xfrm>
            <a:prstGeom prst="rect">
              <a:avLst/>
            </a:prstGeom>
            <a:noFill/>
            <a:ln w="9525">
              <a:noFill/>
            </a:ln>
          </p:spPr>
          <p:txBody>
            <a:bodyPr wrap="none" lIns="92075" tIns="46038" rIns="92075" bIns="46038">
              <a:spAutoFit/>
            </a:bodyPr>
            <a:lstStyle/>
            <a:p>
              <a:pPr defTabSz="762000" eaLnBrk="0" hangingPunct="0"/>
              <a:r>
                <a:rPr lang="zh-CN" altLang="en-US" sz="2400" b="1">
                  <a:solidFill>
                    <a:srgbClr val="0000CC"/>
                  </a:solidFill>
                  <a:effectLst>
                    <a:outerShdw blurRad="38100" dist="38100" dir="2700000">
                      <a:srgbClr val="C0C0C0"/>
                    </a:outerShdw>
                  </a:effectLst>
                  <a:latin typeface="Times New Roman" panose="02020603050405020304" pitchFamily="2" charset="0"/>
                  <a:ea typeface="幼圆" panose="02010509060101010101" pitchFamily="1" charset="-122"/>
                </a:rPr>
                <a:t>加法器</a:t>
              </a:r>
            </a:p>
          </p:txBody>
        </p:sp>
      </p:grpSp>
      <p:grpSp>
        <p:nvGrpSpPr>
          <p:cNvPr id="17416" name="组合 17415"/>
          <p:cNvGrpSpPr/>
          <p:nvPr/>
        </p:nvGrpSpPr>
        <p:grpSpPr>
          <a:xfrm>
            <a:off x="6477000" y="1898650"/>
            <a:ext cx="2674938" cy="1817688"/>
            <a:chOff x="0" y="0"/>
            <a:chExt cx="1685" cy="1145"/>
          </a:xfrm>
        </p:grpSpPr>
        <p:graphicFrame>
          <p:nvGraphicFramePr>
            <p:cNvPr id="17417" name="对象 17416"/>
            <p:cNvGraphicFramePr/>
            <p:nvPr/>
          </p:nvGraphicFramePr>
          <p:xfrm>
            <a:off x="426" y="0"/>
            <a:ext cx="722" cy="858"/>
          </p:xfrm>
          <a:graphic>
            <a:graphicData uri="http://schemas.openxmlformats.org/presentationml/2006/ole">
              <mc:AlternateContent xmlns:mc="http://schemas.openxmlformats.org/markup-compatibility/2006">
                <mc:Choice xmlns:v="urn:schemas-microsoft-com:vml" Requires="v">
                  <p:oleObj r:id="rId6" imgW="1155700" imgH="1371600" progId="">
                    <p:embed/>
                  </p:oleObj>
                </mc:Choice>
                <mc:Fallback>
                  <p:oleObj r:id="rId6" imgW="1155700" imgH="1371600" progId="">
                    <p:embed/>
                    <p:pic>
                      <p:nvPicPr>
                        <p:cNvPr id="0" name="图片 3081"/>
                        <p:cNvPicPr/>
                        <p:nvPr/>
                      </p:nvPicPr>
                      <p:blipFill>
                        <a:blip r:embed="rId7"/>
                        <a:stretch>
                          <a:fillRect/>
                        </a:stretch>
                      </p:blipFill>
                      <p:spPr>
                        <a:xfrm>
                          <a:off x="426" y="0"/>
                          <a:ext cx="722" cy="858"/>
                        </a:xfrm>
                        <a:prstGeom prst="rect">
                          <a:avLst/>
                        </a:prstGeom>
                        <a:noFill/>
                        <a:ln w="38100">
                          <a:noFill/>
                          <a:miter/>
                        </a:ln>
                      </p:spPr>
                    </p:pic>
                  </p:oleObj>
                </mc:Fallback>
              </mc:AlternateContent>
            </a:graphicData>
          </a:graphic>
        </p:graphicFrame>
        <p:sp>
          <p:nvSpPr>
            <p:cNvPr id="17418" name="矩形 17417"/>
            <p:cNvSpPr/>
            <p:nvPr/>
          </p:nvSpPr>
          <p:spPr>
            <a:xfrm>
              <a:off x="0" y="857"/>
              <a:ext cx="1685" cy="288"/>
            </a:xfrm>
            <a:prstGeom prst="rect">
              <a:avLst/>
            </a:prstGeom>
            <a:noFill/>
            <a:ln w="9525">
              <a:noFill/>
            </a:ln>
          </p:spPr>
          <p:txBody>
            <a:bodyPr wrap="none" lIns="92075" tIns="46038" rIns="92075" bIns="46038">
              <a:spAutoFit/>
            </a:bodyPr>
            <a:lstStyle/>
            <a:p>
              <a:pPr defTabSz="762000" eaLnBrk="0" hangingPunct="0"/>
              <a:r>
                <a:rPr lang="en-US" altLang="zh-CN" sz="2400" b="1">
                  <a:solidFill>
                    <a:schemeClr val="folHlink"/>
                  </a:solidFill>
                  <a:effectLst>
                    <a:outerShdw blurRad="38100" dist="38100" dir="2700000">
                      <a:srgbClr val="C0C0C0"/>
                    </a:outerShdw>
                  </a:effectLst>
                  <a:latin typeface="Arial" panose="020B0604020202020204" pitchFamily="34" charset="0"/>
                </a:rPr>
                <a:t>Charles Babbage</a:t>
              </a:r>
            </a:p>
          </p:txBody>
        </p:sp>
      </p:grpSp>
      <p:grpSp>
        <p:nvGrpSpPr>
          <p:cNvPr id="17419" name="组合 17418"/>
          <p:cNvGrpSpPr/>
          <p:nvPr/>
        </p:nvGrpSpPr>
        <p:grpSpPr>
          <a:xfrm>
            <a:off x="4572000" y="1557338"/>
            <a:ext cx="1885950" cy="2325687"/>
            <a:chOff x="0" y="0"/>
            <a:chExt cx="1188" cy="1465"/>
          </a:xfrm>
        </p:grpSpPr>
        <p:graphicFrame>
          <p:nvGraphicFramePr>
            <p:cNvPr id="17420" name="对象 17419"/>
            <p:cNvGraphicFramePr/>
            <p:nvPr/>
          </p:nvGraphicFramePr>
          <p:xfrm>
            <a:off x="75" y="0"/>
            <a:ext cx="1010" cy="1114"/>
          </p:xfrm>
          <a:graphic>
            <a:graphicData uri="http://schemas.openxmlformats.org/presentationml/2006/ole">
              <mc:AlternateContent xmlns:mc="http://schemas.openxmlformats.org/markup-compatibility/2006">
                <mc:Choice xmlns:v="urn:schemas-microsoft-com:vml" Requires="v">
                  <p:oleObj r:id="rId8" imgW="1612900" imgH="1778000" progId="">
                    <p:embed/>
                  </p:oleObj>
                </mc:Choice>
                <mc:Fallback>
                  <p:oleObj r:id="rId8" imgW="1612900" imgH="1778000" progId="">
                    <p:embed/>
                    <p:pic>
                      <p:nvPicPr>
                        <p:cNvPr id="0" name="图片 3077"/>
                        <p:cNvPicPr/>
                        <p:nvPr/>
                      </p:nvPicPr>
                      <p:blipFill>
                        <a:blip r:embed="rId9"/>
                        <a:stretch>
                          <a:fillRect/>
                        </a:stretch>
                      </p:blipFill>
                      <p:spPr>
                        <a:xfrm>
                          <a:off x="75" y="0"/>
                          <a:ext cx="1010" cy="1114"/>
                        </a:xfrm>
                        <a:prstGeom prst="rect">
                          <a:avLst/>
                        </a:prstGeom>
                        <a:noFill/>
                        <a:ln w="38100">
                          <a:noFill/>
                          <a:miter/>
                        </a:ln>
                      </p:spPr>
                    </p:pic>
                  </p:oleObj>
                </mc:Fallback>
              </mc:AlternateContent>
            </a:graphicData>
          </a:graphic>
        </p:graphicFrame>
        <p:sp>
          <p:nvSpPr>
            <p:cNvPr id="17421" name="矩形 17420"/>
            <p:cNvSpPr/>
            <p:nvPr/>
          </p:nvSpPr>
          <p:spPr>
            <a:xfrm>
              <a:off x="0" y="1177"/>
              <a:ext cx="1188" cy="288"/>
            </a:xfrm>
            <a:prstGeom prst="rect">
              <a:avLst/>
            </a:prstGeom>
            <a:noFill/>
            <a:ln w="9525">
              <a:noFill/>
            </a:ln>
          </p:spPr>
          <p:txBody>
            <a:bodyPr wrap="none" lIns="92075" tIns="46038" rIns="92075" bIns="46038">
              <a:spAutoFit/>
            </a:bodyPr>
            <a:lstStyle/>
            <a:p>
              <a:pPr defTabSz="762000" eaLnBrk="0" hangingPunct="0"/>
              <a:r>
                <a:rPr lang="en-US" altLang="zh-CN" sz="2400" b="1">
                  <a:solidFill>
                    <a:schemeClr val="folHlink"/>
                  </a:solidFill>
                  <a:effectLst>
                    <a:outerShdw blurRad="38100" dist="38100" dir="2700000">
                      <a:srgbClr val="C0C0C0"/>
                    </a:outerShdw>
                  </a:effectLst>
                  <a:latin typeface="Arial" panose="020B0604020202020204" pitchFamily="34" charset="0"/>
                  <a:sym typeface="Arial" panose="020B0604020202020204" pitchFamily="34" charset="0"/>
                </a:rPr>
                <a:t>1822 </a:t>
              </a:r>
              <a:r>
                <a:rPr lang="zh-CN" altLang="en-US" sz="2400" b="1">
                  <a:solidFill>
                    <a:schemeClr val="folHlink"/>
                  </a:solidFill>
                  <a:effectLst>
                    <a:outerShdw blurRad="38100" dist="38100" dir="2700000">
                      <a:srgbClr val="C0C0C0"/>
                    </a:outerShdw>
                  </a:effectLst>
                  <a:latin typeface="Arial" panose="020B0604020202020204" pitchFamily="34" charset="0"/>
                  <a:sym typeface="Arial" panose="020B0604020202020204" pitchFamily="34" charset="0"/>
                </a:rPr>
                <a:t>差分机</a:t>
              </a:r>
            </a:p>
          </p:txBody>
        </p:sp>
      </p:grpSp>
      <p:grpSp>
        <p:nvGrpSpPr>
          <p:cNvPr id="17422" name="组合 17421"/>
          <p:cNvGrpSpPr/>
          <p:nvPr/>
        </p:nvGrpSpPr>
        <p:grpSpPr>
          <a:xfrm>
            <a:off x="468313" y="4221163"/>
            <a:ext cx="2189162" cy="1933575"/>
            <a:chOff x="0" y="0"/>
            <a:chExt cx="1379" cy="1218"/>
          </a:xfrm>
        </p:grpSpPr>
        <p:graphicFrame>
          <p:nvGraphicFramePr>
            <p:cNvPr id="17423" name="对象 17422"/>
            <p:cNvGraphicFramePr/>
            <p:nvPr/>
          </p:nvGraphicFramePr>
          <p:xfrm>
            <a:off x="0" y="0"/>
            <a:ext cx="1379" cy="890"/>
          </p:xfrm>
          <a:graphic>
            <a:graphicData uri="http://schemas.openxmlformats.org/presentationml/2006/ole">
              <mc:AlternateContent xmlns:mc="http://schemas.openxmlformats.org/markup-compatibility/2006">
                <mc:Choice xmlns:v="urn:schemas-microsoft-com:vml" Requires="v">
                  <p:oleObj r:id="rId10" imgW="2197100" imgH="1422400" progId="">
                    <p:embed/>
                  </p:oleObj>
                </mc:Choice>
                <mc:Fallback>
                  <p:oleObj r:id="rId10" imgW="2197100" imgH="1422400" progId="">
                    <p:embed/>
                    <p:pic>
                      <p:nvPicPr>
                        <p:cNvPr id="0" name="图片 3079"/>
                        <p:cNvPicPr/>
                        <p:nvPr/>
                      </p:nvPicPr>
                      <p:blipFill>
                        <a:blip r:embed="rId11"/>
                        <a:stretch>
                          <a:fillRect/>
                        </a:stretch>
                      </p:blipFill>
                      <p:spPr>
                        <a:xfrm>
                          <a:off x="0" y="0"/>
                          <a:ext cx="1379" cy="890"/>
                        </a:xfrm>
                        <a:prstGeom prst="rect">
                          <a:avLst/>
                        </a:prstGeom>
                        <a:noFill/>
                        <a:ln w="38100">
                          <a:noFill/>
                          <a:miter/>
                        </a:ln>
                      </p:spPr>
                    </p:pic>
                  </p:oleObj>
                </mc:Fallback>
              </mc:AlternateContent>
            </a:graphicData>
          </a:graphic>
        </p:graphicFrame>
        <p:sp>
          <p:nvSpPr>
            <p:cNvPr id="17424" name="矩形 17423"/>
            <p:cNvSpPr/>
            <p:nvPr/>
          </p:nvSpPr>
          <p:spPr>
            <a:xfrm>
              <a:off x="96" y="930"/>
              <a:ext cx="1178" cy="288"/>
            </a:xfrm>
            <a:prstGeom prst="rect">
              <a:avLst/>
            </a:prstGeom>
            <a:noFill/>
            <a:ln w="9525">
              <a:noFill/>
            </a:ln>
          </p:spPr>
          <p:txBody>
            <a:bodyPr wrap="none" lIns="92075" tIns="46038" rIns="92075" bIns="46038">
              <a:spAutoFit/>
            </a:bodyPr>
            <a:lstStyle/>
            <a:p>
              <a:pPr defTabSz="762000" eaLnBrk="0" hangingPunct="0"/>
              <a:r>
                <a:rPr lang="en-US" altLang="zh-CN" sz="2400" b="1">
                  <a:solidFill>
                    <a:schemeClr val="folHlink"/>
                  </a:solidFill>
                  <a:effectLst>
                    <a:outerShdw blurRad="38100" dist="38100" dir="2700000">
                      <a:srgbClr val="C0C0C0"/>
                    </a:outerShdw>
                  </a:effectLst>
                  <a:latin typeface="Arial" panose="020B0604020202020204" pitchFamily="34" charset="0"/>
                  <a:sym typeface="Arial" panose="020B0604020202020204" pitchFamily="34" charset="0"/>
                </a:rPr>
                <a:t>1833 </a:t>
              </a:r>
              <a:r>
                <a:rPr lang="zh-CN" altLang="en-US" sz="2400" b="1">
                  <a:solidFill>
                    <a:schemeClr val="folHlink"/>
                  </a:solidFill>
                  <a:effectLst>
                    <a:outerShdw blurRad="38100" dist="38100" dir="2700000">
                      <a:srgbClr val="C0C0C0"/>
                    </a:outerShdw>
                  </a:effectLst>
                  <a:latin typeface="Arial" panose="020B0604020202020204" pitchFamily="34" charset="0"/>
                  <a:sym typeface="Arial" panose="020B0604020202020204" pitchFamily="34" charset="0"/>
                </a:rPr>
                <a:t>分析机</a:t>
              </a:r>
            </a:p>
          </p:txBody>
        </p:sp>
      </p:grpSp>
      <p:grpSp>
        <p:nvGrpSpPr>
          <p:cNvPr id="17425" name="组合 17424"/>
          <p:cNvGrpSpPr/>
          <p:nvPr/>
        </p:nvGrpSpPr>
        <p:grpSpPr>
          <a:xfrm>
            <a:off x="7010400" y="4262438"/>
            <a:ext cx="1846263" cy="1757362"/>
            <a:chOff x="0" y="0"/>
            <a:chExt cx="1163" cy="1107"/>
          </a:xfrm>
        </p:grpSpPr>
        <p:graphicFrame>
          <p:nvGraphicFramePr>
            <p:cNvPr id="17426" name="对象 17425"/>
            <p:cNvGraphicFramePr/>
            <p:nvPr/>
          </p:nvGraphicFramePr>
          <p:xfrm>
            <a:off x="0" y="0"/>
            <a:ext cx="1163" cy="762"/>
          </p:xfrm>
          <a:graphic>
            <a:graphicData uri="http://schemas.openxmlformats.org/presentationml/2006/ole">
              <mc:AlternateContent xmlns:mc="http://schemas.openxmlformats.org/markup-compatibility/2006">
                <mc:Choice xmlns:v="urn:schemas-microsoft-com:vml" Requires="v">
                  <p:oleObj r:id="rId12" imgW="1854200" imgH="1219200" progId="">
                    <p:embed/>
                  </p:oleObj>
                </mc:Choice>
                <mc:Fallback>
                  <p:oleObj r:id="rId12" imgW="1854200" imgH="1219200" progId="">
                    <p:embed/>
                    <p:pic>
                      <p:nvPicPr>
                        <p:cNvPr id="0" name="图片 3082"/>
                        <p:cNvPicPr/>
                        <p:nvPr/>
                      </p:nvPicPr>
                      <p:blipFill>
                        <a:blip r:embed="rId13"/>
                        <a:stretch>
                          <a:fillRect/>
                        </a:stretch>
                      </p:blipFill>
                      <p:spPr>
                        <a:xfrm>
                          <a:off x="0" y="0"/>
                          <a:ext cx="1163" cy="762"/>
                        </a:xfrm>
                        <a:prstGeom prst="rect">
                          <a:avLst/>
                        </a:prstGeom>
                        <a:noFill/>
                        <a:ln w="38100">
                          <a:noFill/>
                          <a:miter/>
                        </a:ln>
                      </p:spPr>
                    </p:pic>
                  </p:oleObj>
                </mc:Fallback>
              </mc:AlternateContent>
            </a:graphicData>
          </a:graphic>
        </p:graphicFrame>
        <p:sp>
          <p:nvSpPr>
            <p:cNvPr id="17427" name="矩形 17426"/>
            <p:cNvSpPr/>
            <p:nvPr/>
          </p:nvSpPr>
          <p:spPr>
            <a:xfrm>
              <a:off x="146" y="819"/>
              <a:ext cx="799" cy="288"/>
            </a:xfrm>
            <a:prstGeom prst="rect">
              <a:avLst/>
            </a:prstGeom>
            <a:noFill/>
            <a:ln w="9525">
              <a:noFill/>
            </a:ln>
          </p:spPr>
          <p:txBody>
            <a:bodyPr wrap="none" lIns="92075" tIns="46038" rIns="92075" bIns="46038">
              <a:spAutoFit/>
            </a:bodyPr>
            <a:lstStyle/>
            <a:p>
              <a:pPr defTabSz="762000" eaLnBrk="0" hangingPunct="0"/>
              <a:r>
                <a:rPr lang="en-US" altLang="zh-CN" sz="2400" b="1">
                  <a:solidFill>
                    <a:schemeClr val="folHlink"/>
                  </a:solidFill>
                  <a:effectLst>
                    <a:outerShdw blurRad="38100" dist="38100" dir="2700000">
                      <a:srgbClr val="C0C0C0"/>
                    </a:outerShdw>
                  </a:effectLst>
                  <a:latin typeface="Arial" panose="020B0604020202020204" pitchFamily="34" charset="0"/>
                </a:rPr>
                <a:t>MARK I</a:t>
              </a:r>
            </a:p>
          </p:txBody>
        </p:sp>
      </p:grpSp>
      <p:grpSp>
        <p:nvGrpSpPr>
          <p:cNvPr id="17428" name="组合 17427"/>
          <p:cNvGrpSpPr/>
          <p:nvPr/>
        </p:nvGrpSpPr>
        <p:grpSpPr>
          <a:xfrm>
            <a:off x="3505200" y="4038600"/>
            <a:ext cx="3262313" cy="1955800"/>
            <a:chOff x="0" y="0"/>
            <a:chExt cx="2055" cy="1232"/>
          </a:xfrm>
        </p:grpSpPr>
        <p:graphicFrame>
          <p:nvGraphicFramePr>
            <p:cNvPr id="17429" name="对象 17428"/>
            <p:cNvGraphicFramePr/>
            <p:nvPr/>
          </p:nvGraphicFramePr>
          <p:xfrm>
            <a:off x="0" y="132"/>
            <a:ext cx="1219" cy="842"/>
          </p:xfrm>
          <a:graphic>
            <a:graphicData uri="http://schemas.openxmlformats.org/presentationml/2006/ole">
              <mc:AlternateContent xmlns:mc="http://schemas.openxmlformats.org/markup-compatibility/2006">
                <mc:Choice xmlns:v="urn:schemas-microsoft-com:vml" Requires="v">
                  <p:oleObj r:id="rId14" imgW="1943100" imgH="1346200" progId="">
                    <p:embed/>
                  </p:oleObj>
                </mc:Choice>
                <mc:Fallback>
                  <p:oleObj r:id="rId14" imgW="1943100" imgH="1346200" progId="">
                    <p:embed/>
                    <p:pic>
                      <p:nvPicPr>
                        <p:cNvPr id="0" name="图片 3076"/>
                        <p:cNvPicPr/>
                        <p:nvPr/>
                      </p:nvPicPr>
                      <p:blipFill>
                        <a:blip r:embed="rId15"/>
                        <a:stretch>
                          <a:fillRect/>
                        </a:stretch>
                      </p:blipFill>
                      <p:spPr>
                        <a:xfrm>
                          <a:off x="0" y="132"/>
                          <a:ext cx="1219" cy="842"/>
                        </a:xfrm>
                        <a:prstGeom prst="rect">
                          <a:avLst/>
                        </a:prstGeom>
                        <a:noFill/>
                        <a:ln w="38100">
                          <a:noFill/>
                          <a:miter/>
                        </a:ln>
                      </p:spPr>
                    </p:pic>
                  </p:oleObj>
                </mc:Fallback>
              </mc:AlternateContent>
            </a:graphicData>
          </a:graphic>
        </p:graphicFrame>
        <p:graphicFrame>
          <p:nvGraphicFramePr>
            <p:cNvPr id="17430" name="对象 17429"/>
            <p:cNvGraphicFramePr/>
            <p:nvPr/>
          </p:nvGraphicFramePr>
          <p:xfrm>
            <a:off x="1277" y="0"/>
            <a:ext cx="778" cy="1010"/>
          </p:xfrm>
          <a:graphic>
            <a:graphicData uri="http://schemas.openxmlformats.org/presentationml/2006/ole">
              <mc:AlternateContent xmlns:mc="http://schemas.openxmlformats.org/markup-compatibility/2006">
                <mc:Choice xmlns:v="urn:schemas-microsoft-com:vml" Requires="v">
                  <p:oleObj r:id="rId16" imgW="1244600" imgH="1612900" progId="">
                    <p:embed/>
                  </p:oleObj>
                </mc:Choice>
                <mc:Fallback>
                  <p:oleObj r:id="rId16" imgW="1244600" imgH="1612900" progId="">
                    <p:embed/>
                    <p:pic>
                      <p:nvPicPr>
                        <p:cNvPr id="0" name="图片 3075"/>
                        <p:cNvPicPr/>
                        <p:nvPr/>
                      </p:nvPicPr>
                      <p:blipFill>
                        <a:blip r:embed="rId17"/>
                        <a:stretch>
                          <a:fillRect/>
                        </a:stretch>
                      </p:blipFill>
                      <p:spPr>
                        <a:xfrm>
                          <a:off x="1277" y="0"/>
                          <a:ext cx="778" cy="1010"/>
                        </a:xfrm>
                        <a:prstGeom prst="rect">
                          <a:avLst/>
                        </a:prstGeom>
                        <a:noFill/>
                        <a:ln w="38100">
                          <a:noFill/>
                          <a:miter/>
                        </a:ln>
                      </p:spPr>
                    </p:pic>
                  </p:oleObj>
                </mc:Fallback>
              </mc:AlternateContent>
            </a:graphicData>
          </a:graphic>
        </p:graphicFrame>
        <p:sp>
          <p:nvSpPr>
            <p:cNvPr id="17431" name="矩形 17430"/>
            <p:cNvSpPr/>
            <p:nvPr/>
          </p:nvSpPr>
          <p:spPr>
            <a:xfrm>
              <a:off x="222" y="944"/>
              <a:ext cx="714" cy="288"/>
            </a:xfrm>
            <a:prstGeom prst="rect">
              <a:avLst/>
            </a:prstGeom>
            <a:noFill/>
            <a:ln w="9525">
              <a:noFill/>
            </a:ln>
          </p:spPr>
          <p:txBody>
            <a:bodyPr wrap="none" lIns="92075" tIns="46038" rIns="92075" bIns="46038">
              <a:spAutoFit/>
            </a:bodyPr>
            <a:lstStyle/>
            <a:p>
              <a:pPr defTabSz="762000" eaLnBrk="0" hangingPunct="0"/>
              <a:r>
                <a:rPr lang="zh-CN" altLang="en-US" sz="2400" b="1" dirty="0">
                  <a:solidFill>
                    <a:schemeClr val="folHlink"/>
                  </a:solidFill>
                  <a:effectLst>
                    <a:outerShdw blurRad="38100" dist="38100" dir="2700000">
                      <a:srgbClr val="C0C0C0"/>
                    </a:outerShdw>
                  </a:effectLst>
                  <a:latin typeface="Arial" panose="020B0604020202020204" pitchFamily="34" charset="0"/>
                </a:rPr>
                <a:t>1946    </a:t>
              </a:r>
              <a:r>
                <a:rPr lang="zh-CN" altLang="en-US" sz="2400" b="1" dirty="0">
                  <a:solidFill>
                    <a:srgbClr val="0000CC"/>
                  </a:solidFill>
                  <a:effectLst>
                    <a:outerShdw blurRad="38100" dist="38100" dir="2700000">
                      <a:srgbClr val="C0C0C0"/>
                    </a:outerShdw>
                  </a:effectLst>
                  <a:latin typeface="Arial" panose="020B0604020202020204" pitchFamily="34" charset="0"/>
                </a:rPr>
                <a:t>ENIAC</a:t>
              </a:r>
            </a:p>
          </p:txBody>
        </p:sp>
      </p:grpSp>
      <p:sp>
        <p:nvSpPr>
          <p:cNvPr id="17432" name="文本框 17431"/>
          <p:cNvSpPr txBox="1"/>
          <p:nvPr/>
        </p:nvSpPr>
        <p:spPr>
          <a:xfrm>
            <a:off x="107950" y="3070225"/>
            <a:ext cx="1368425" cy="822325"/>
          </a:xfrm>
          <a:prstGeom prst="rect">
            <a:avLst/>
          </a:prstGeom>
          <a:noFill/>
          <a:ln w="9525">
            <a:noFill/>
          </a:ln>
        </p:spPr>
        <p:txBody>
          <a:bodyPr wrap="square">
            <a:spAutoFit/>
          </a:bodyPr>
          <a:lstStyle/>
          <a:p>
            <a:pPr algn="ctr"/>
            <a:r>
              <a:rPr lang="zh-CN" altLang="en-US" sz="2400" b="1" dirty="0">
                <a:solidFill>
                  <a:srgbClr val="0000CC"/>
                </a:solidFill>
                <a:effectLst>
                  <a:outerShdw blurRad="38100" dist="38100" dir="2700000">
                    <a:srgbClr val="C0C0C0"/>
                  </a:outerShdw>
                </a:effectLst>
                <a:latin typeface="Arial" panose="020B0604020202020204" pitchFamily="34" charset="0"/>
                <a:sym typeface="Arial" panose="020B0604020202020204" pitchFamily="34" charset="0"/>
              </a:rPr>
              <a:t>算盘</a:t>
            </a:r>
          </a:p>
          <a:p>
            <a:r>
              <a:rPr lang="zh-CN" altLang="en-US" sz="2400" b="1" dirty="0">
                <a:solidFill>
                  <a:schemeClr val="folHlink"/>
                </a:solidFill>
                <a:effectLst>
                  <a:outerShdw blurRad="38100" dist="38100" dir="2700000">
                    <a:srgbClr val="C0C0C0"/>
                  </a:outerShdw>
                </a:effectLst>
                <a:latin typeface="Arial" panose="020B0604020202020204" pitchFamily="34" charset="0"/>
                <a:sym typeface="Arial" panose="020B0604020202020204" pitchFamily="34" charset="0"/>
              </a:rPr>
              <a:t>BC 500</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8433"/>
          <p:cNvSpPr>
            <a:spLocks noGrp="1"/>
          </p:cNvSpPr>
          <p:nvPr>
            <p:ph type="title"/>
          </p:nvPr>
        </p:nvSpPr>
        <p:spPr>
          <a:ln/>
        </p:spPr>
        <p:txBody>
          <a:bodyPr anchor="b" anchorCtr="0"/>
          <a:lstStyle/>
          <a:p>
            <a:r>
              <a:rPr lang="zh-CN" altLang="en-US" b="0" dirty="0">
                <a:solidFill>
                  <a:srgbClr val="FFFFFF"/>
                </a:solidFill>
                <a:ea typeface="楷体_GB2312" pitchFamily="1" charset="-122"/>
              </a:rPr>
              <a:t>世界上第一台电子数字计算机</a:t>
            </a:r>
          </a:p>
        </p:txBody>
      </p:sp>
      <p:sp>
        <p:nvSpPr>
          <p:cNvPr id="18435" name="文本占位符 18434"/>
          <p:cNvSpPr>
            <a:spLocks noGrp="1"/>
          </p:cNvSpPr>
          <p:nvPr>
            <p:ph type="body" idx="1"/>
          </p:nvPr>
        </p:nvSpPr>
        <p:spPr>
          <a:xfrm>
            <a:off x="523875" y="1343025"/>
            <a:ext cx="7794625" cy="5032375"/>
          </a:xfrm>
          <a:ln/>
        </p:spPr>
        <p:txBody>
          <a:bodyPr/>
          <a:lstStyle/>
          <a:p>
            <a:pPr>
              <a:buClr>
                <a:schemeClr val="tx1"/>
              </a:buClr>
              <a:buNone/>
            </a:pPr>
            <a:r>
              <a:rPr lang="en-US" altLang="zh-CN" sz="2800" b="1">
                <a:solidFill>
                  <a:schemeClr val="tx1"/>
                </a:solidFill>
                <a:ea typeface="楷体_GB2312" pitchFamily="1" charset="-122"/>
              </a:rPr>
              <a:t>ENIAC</a:t>
            </a:r>
            <a:r>
              <a:rPr lang="zh-CN" altLang="en-US" sz="2800" b="1">
                <a:solidFill>
                  <a:schemeClr val="tx1"/>
                </a:solidFill>
                <a:ea typeface="楷体_GB2312" pitchFamily="1" charset="-122"/>
              </a:rPr>
              <a:t>（</a:t>
            </a:r>
            <a:r>
              <a:rPr lang="en-US" altLang="zh-CN" sz="2800" b="1">
                <a:solidFill>
                  <a:schemeClr val="tx1"/>
                </a:solidFill>
                <a:ea typeface="楷体_GB2312" pitchFamily="1" charset="-122"/>
              </a:rPr>
              <a:t>Electronic Numerical Integrator And Calculator</a:t>
            </a:r>
            <a:r>
              <a:rPr lang="zh-CN" altLang="en-US" sz="2800" b="1">
                <a:solidFill>
                  <a:schemeClr val="tx1"/>
                </a:solidFill>
                <a:ea typeface="楷体_GB2312" pitchFamily="1" charset="-122"/>
              </a:rPr>
              <a:t>）诞生于</a:t>
            </a:r>
            <a:r>
              <a:rPr lang="en-US" altLang="zh-CN" sz="2800" b="1">
                <a:solidFill>
                  <a:schemeClr val="tx1"/>
                </a:solidFill>
                <a:ea typeface="楷体_GB2312" pitchFamily="1" charset="-122"/>
              </a:rPr>
              <a:t>1946</a:t>
            </a:r>
            <a:r>
              <a:rPr lang="zh-CN" altLang="en-US" sz="2800" b="1">
                <a:solidFill>
                  <a:schemeClr val="tx1"/>
                </a:solidFill>
                <a:ea typeface="楷体_GB2312" pitchFamily="1" charset="-122"/>
              </a:rPr>
              <a:t>年</a:t>
            </a:r>
            <a:r>
              <a:rPr lang="en-US" altLang="zh-CN" sz="2800" b="1">
                <a:solidFill>
                  <a:schemeClr val="tx1"/>
                </a:solidFill>
                <a:ea typeface="楷体_GB2312" pitchFamily="1" charset="-122"/>
              </a:rPr>
              <a:t>2</a:t>
            </a:r>
            <a:r>
              <a:rPr lang="zh-CN" altLang="en-US" sz="2800" b="1">
                <a:solidFill>
                  <a:schemeClr val="tx1"/>
                </a:solidFill>
                <a:ea typeface="楷体_GB2312" pitchFamily="1" charset="-122"/>
              </a:rPr>
              <a:t>月</a:t>
            </a:r>
            <a:r>
              <a:rPr lang="en-US" altLang="zh-CN" sz="2800" b="1">
                <a:solidFill>
                  <a:schemeClr val="tx1"/>
                </a:solidFill>
                <a:ea typeface="楷体_GB2312" pitchFamily="1" charset="-122"/>
              </a:rPr>
              <a:t>15</a:t>
            </a:r>
            <a:r>
              <a:rPr lang="zh-CN" altLang="en-US" sz="2800" b="1">
                <a:solidFill>
                  <a:schemeClr val="tx1"/>
                </a:solidFill>
                <a:ea typeface="楷体_GB2312" pitchFamily="1" charset="-122"/>
              </a:rPr>
              <a:t>日，是美国宾夕法尼亚大学摩尔理工学院的毛琪利与爱克特发明的。</a:t>
            </a:r>
          </a:p>
          <a:p>
            <a:pPr>
              <a:buClr>
                <a:schemeClr val="tx1"/>
              </a:buClr>
              <a:buNone/>
            </a:pPr>
            <a:endParaRPr lang="zh-CN" altLang="en-US" sz="2800" b="1">
              <a:solidFill>
                <a:schemeClr val="tx1"/>
              </a:solidFill>
              <a:ea typeface="楷体_GB2312" pitchFamily="1" charset="-122"/>
              <a:sym typeface="Arial" panose="020B0604020202020204"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a:xfrm>
            <a:off x="180975" y="692150"/>
            <a:ext cx="8353425" cy="720725"/>
          </a:xfrm>
          <a:ln/>
        </p:spPr>
        <p:txBody>
          <a:bodyPr anchor="b" anchorCtr="0"/>
          <a:lstStyle/>
          <a:p>
            <a:r>
              <a:rPr lang="en-US" altLang="zh-CN" sz="2400"/>
              <a:t> </a:t>
            </a:r>
            <a:r>
              <a:rPr lang="zh-CN" altLang="en-US">
                <a:solidFill>
                  <a:srgbClr val="0000CC"/>
                </a:solidFill>
              </a:rPr>
              <a:t>计算机的发展</a:t>
            </a:r>
            <a:r>
              <a:rPr lang="en-US" altLang="zh-CN">
                <a:solidFill>
                  <a:srgbClr val="0000CC"/>
                </a:solidFill>
                <a:latin typeface="华文中宋" panose="02010600040101010101" pitchFamily="2" charset="-122"/>
              </a:rPr>
              <a:t>——</a:t>
            </a:r>
            <a:r>
              <a:rPr lang="zh-CN" altLang="en-US">
                <a:solidFill>
                  <a:srgbClr val="0000CC"/>
                </a:solidFill>
              </a:rPr>
              <a:t>第一台电子计算机（</a:t>
            </a:r>
            <a:r>
              <a:rPr lang="en-US" altLang="zh-CN">
                <a:solidFill>
                  <a:srgbClr val="0000CC"/>
                </a:solidFill>
              </a:rPr>
              <a:t>ENIAC</a:t>
            </a:r>
            <a:r>
              <a:rPr lang="zh-CN" altLang="en-US">
                <a:solidFill>
                  <a:srgbClr val="0000CC"/>
                </a:solidFill>
              </a:rPr>
              <a:t>）</a:t>
            </a:r>
          </a:p>
        </p:txBody>
      </p:sp>
      <p:pic>
        <p:nvPicPr>
          <p:cNvPr id="19459" name="图片 19458" descr="2-1"/>
          <p:cNvPicPr>
            <a:picLocks noChangeAspect="1"/>
          </p:cNvPicPr>
          <p:nvPr/>
        </p:nvPicPr>
        <p:blipFill>
          <a:blip r:embed="rId2"/>
          <a:stretch>
            <a:fillRect/>
          </a:stretch>
        </p:blipFill>
        <p:spPr>
          <a:xfrm>
            <a:off x="396875" y="1752600"/>
            <a:ext cx="4464050" cy="4340225"/>
          </a:xfrm>
          <a:prstGeom prst="rect">
            <a:avLst/>
          </a:prstGeom>
          <a:noFill/>
          <a:ln w="9525">
            <a:noFill/>
          </a:ln>
        </p:spPr>
      </p:pic>
      <p:grpSp>
        <p:nvGrpSpPr>
          <p:cNvPr id="19460" name="组合 19459"/>
          <p:cNvGrpSpPr/>
          <p:nvPr/>
        </p:nvGrpSpPr>
        <p:grpSpPr>
          <a:xfrm>
            <a:off x="4932363" y="1917700"/>
            <a:ext cx="3476625" cy="4291013"/>
            <a:chOff x="0" y="0"/>
            <a:chExt cx="2190" cy="2703"/>
          </a:xfrm>
        </p:grpSpPr>
        <p:sp>
          <p:nvSpPr>
            <p:cNvPr id="19461" name="文本框 19460"/>
            <p:cNvSpPr txBox="1"/>
            <p:nvPr/>
          </p:nvSpPr>
          <p:spPr>
            <a:xfrm>
              <a:off x="318" y="0"/>
              <a:ext cx="1872" cy="2703"/>
            </a:xfrm>
            <a:prstGeom prst="rect">
              <a:avLst/>
            </a:prstGeom>
            <a:noFill/>
            <a:ln w="9525">
              <a:noFill/>
            </a:ln>
          </p:spPr>
          <p:txBody>
            <a:bodyPr>
              <a:spAutoFit/>
            </a:bodyPr>
            <a:lstStyle/>
            <a:p>
              <a:pPr>
                <a:spcBef>
                  <a:spcPct val="50000"/>
                </a:spcBef>
              </a:pPr>
              <a:r>
                <a:rPr lang="en-US" altLang="zh-CN" sz="2400" b="1">
                  <a:solidFill>
                    <a:srgbClr val="5F5F5F"/>
                  </a:solidFill>
                  <a:latin typeface="Arial" panose="020B0604020202020204" pitchFamily="34" charset="0"/>
                  <a:ea typeface="幼圆" panose="02010509060101010101" pitchFamily="1" charset="-122"/>
                </a:rPr>
                <a:t>5000</a:t>
              </a:r>
              <a:r>
                <a:rPr lang="zh-CN" altLang="en-US" sz="2400" b="1">
                  <a:solidFill>
                    <a:srgbClr val="5F5F5F"/>
                  </a:solidFill>
                  <a:latin typeface="Arial" panose="020B0604020202020204" pitchFamily="34" charset="0"/>
                  <a:ea typeface="幼圆" panose="02010509060101010101" pitchFamily="1" charset="-122"/>
                </a:rPr>
                <a:t>次加法</a:t>
              </a:r>
              <a:r>
                <a:rPr lang="en-US" altLang="zh-CN" sz="2400" b="1">
                  <a:solidFill>
                    <a:srgbClr val="5F5F5F"/>
                  </a:solidFill>
                  <a:latin typeface="Arial" panose="020B0604020202020204" pitchFamily="34" charset="0"/>
                  <a:ea typeface="幼圆" panose="02010509060101010101" pitchFamily="1" charset="-122"/>
                </a:rPr>
                <a:t>/</a:t>
              </a:r>
              <a:r>
                <a:rPr lang="zh-CN" altLang="en-US" sz="2400" b="1">
                  <a:solidFill>
                    <a:srgbClr val="5F5F5F"/>
                  </a:solidFill>
                  <a:latin typeface="Arial" panose="020B0604020202020204" pitchFamily="34" charset="0"/>
                  <a:ea typeface="幼圆" panose="02010509060101010101" pitchFamily="1" charset="-122"/>
                </a:rPr>
                <a:t>秒</a:t>
              </a:r>
            </a:p>
            <a:p>
              <a:pPr>
                <a:spcBef>
                  <a:spcPct val="50000"/>
                </a:spcBef>
              </a:pPr>
              <a:r>
                <a:rPr lang="zh-CN" altLang="en-US" sz="2400" b="1">
                  <a:solidFill>
                    <a:srgbClr val="5F5F5F"/>
                  </a:solidFill>
                  <a:latin typeface="Arial" panose="020B0604020202020204" pitchFamily="34" charset="0"/>
                  <a:ea typeface="幼圆" panose="02010509060101010101" pitchFamily="1" charset="-122"/>
                </a:rPr>
                <a:t>体重</a:t>
              </a:r>
              <a:r>
                <a:rPr lang="en-US" altLang="zh-CN" sz="2400" b="1">
                  <a:solidFill>
                    <a:srgbClr val="5F5F5F"/>
                  </a:solidFill>
                  <a:latin typeface="Arial" panose="020B0604020202020204" pitchFamily="34" charset="0"/>
                  <a:ea typeface="幼圆" panose="02010509060101010101" pitchFamily="1" charset="-122"/>
                </a:rPr>
                <a:t>28</a:t>
              </a:r>
              <a:r>
                <a:rPr lang="zh-CN" altLang="en-US" sz="2400" b="1">
                  <a:solidFill>
                    <a:srgbClr val="5F5F5F"/>
                  </a:solidFill>
                  <a:latin typeface="Arial" panose="020B0604020202020204" pitchFamily="34" charset="0"/>
                  <a:ea typeface="幼圆" panose="02010509060101010101" pitchFamily="1" charset="-122"/>
                </a:rPr>
                <a:t>吨</a:t>
              </a:r>
            </a:p>
            <a:p>
              <a:pPr>
                <a:spcBef>
                  <a:spcPct val="50000"/>
                </a:spcBef>
              </a:pPr>
              <a:r>
                <a:rPr lang="zh-CN" altLang="en-US" sz="2400" b="1">
                  <a:solidFill>
                    <a:srgbClr val="5F5F5F"/>
                  </a:solidFill>
                  <a:latin typeface="Arial" panose="020B0604020202020204" pitchFamily="34" charset="0"/>
                  <a:ea typeface="幼圆" panose="02010509060101010101" pitchFamily="1" charset="-122"/>
                </a:rPr>
                <a:t>占地</a:t>
              </a:r>
              <a:r>
                <a:rPr lang="en-US" altLang="zh-CN" sz="2400" b="1">
                  <a:solidFill>
                    <a:srgbClr val="5F5F5F"/>
                  </a:solidFill>
                  <a:latin typeface="Arial" panose="020B0604020202020204" pitchFamily="34" charset="0"/>
                  <a:ea typeface="幼圆" panose="02010509060101010101" pitchFamily="1" charset="-122"/>
                </a:rPr>
                <a:t>170M</a:t>
              </a:r>
              <a:r>
                <a:rPr lang="en-US" altLang="zh-CN" sz="2400" b="1" baseline="30000">
                  <a:solidFill>
                    <a:srgbClr val="5F5F5F"/>
                  </a:solidFill>
                  <a:latin typeface="Arial" panose="020B0604020202020204" pitchFamily="34" charset="0"/>
                  <a:ea typeface="幼圆" panose="02010509060101010101" pitchFamily="1" charset="-122"/>
                </a:rPr>
                <a:t>2</a:t>
              </a:r>
            </a:p>
            <a:p>
              <a:pPr>
                <a:spcBef>
                  <a:spcPct val="50000"/>
                </a:spcBef>
              </a:pPr>
              <a:r>
                <a:rPr lang="en-US" altLang="zh-CN" sz="2400" b="1">
                  <a:solidFill>
                    <a:srgbClr val="5F5F5F"/>
                  </a:solidFill>
                  <a:latin typeface="Arial" panose="020B0604020202020204" pitchFamily="34" charset="0"/>
                  <a:ea typeface="幼圆" panose="02010509060101010101" pitchFamily="1" charset="-122"/>
                </a:rPr>
                <a:t>18800</a:t>
              </a:r>
              <a:r>
                <a:rPr lang="zh-CN" altLang="en-US" sz="2400" b="1">
                  <a:solidFill>
                    <a:srgbClr val="5F5F5F"/>
                  </a:solidFill>
                  <a:latin typeface="Arial" panose="020B0604020202020204" pitchFamily="34" charset="0"/>
                  <a:ea typeface="幼圆" panose="02010509060101010101" pitchFamily="1" charset="-122"/>
                </a:rPr>
                <a:t>只电子管</a:t>
              </a:r>
            </a:p>
            <a:p>
              <a:pPr>
                <a:spcBef>
                  <a:spcPct val="50000"/>
                </a:spcBef>
              </a:pPr>
              <a:r>
                <a:rPr lang="en-US" altLang="zh-CN" sz="2400" b="1">
                  <a:solidFill>
                    <a:srgbClr val="5F5F5F"/>
                  </a:solidFill>
                  <a:latin typeface="Arial" panose="020B0604020202020204" pitchFamily="34" charset="0"/>
                  <a:ea typeface="幼圆" panose="02010509060101010101" pitchFamily="1" charset="-122"/>
                </a:rPr>
                <a:t>1500</a:t>
              </a:r>
              <a:r>
                <a:rPr lang="zh-CN" altLang="en-US" sz="2400" b="1">
                  <a:solidFill>
                    <a:srgbClr val="5F5F5F"/>
                  </a:solidFill>
                  <a:latin typeface="Arial" panose="020B0604020202020204" pitchFamily="34" charset="0"/>
                  <a:ea typeface="幼圆" panose="02010509060101010101" pitchFamily="1" charset="-122"/>
                </a:rPr>
                <a:t>个继电器</a:t>
              </a:r>
            </a:p>
            <a:p>
              <a:pPr>
                <a:spcBef>
                  <a:spcPct val="50000"/>
                </a:spcBef>
              </a:pPr>
              <a:r>
                <a:rPr lang="en-US" altLang="zh-CN" sz="2400" b="1">
                  <a:solidFill>
                    <a:srgbClr val="5F5F5F"/>
                  </a:solidFill>
                  <a:latin typeface="Arial" panose="020B0604020202020204" pitchFamily="34" charset="0"/>
                  <a:ea typeface="幼圆" panose="02010509060101010101" pitchFamily="1" charset="-122"/>
                </a:rPr>
                <a:t>7000</a:t>
              </a:r>
              <a:r>
                <a:rPr lang="zh-CN" altLang="en-US" sz="2400" b="1">
                  <a:solidFill>
                    <a:srgbClr val="5F5F5F"/>
                  </a:solidFill>
                  <a:latin typeface="Arial" panose="020B0604020202020204" pitchFamily="34" charset="0"/>
                  <a:ea typeface="幼圆" panose="02010509060101010101" pitchFamily="1" charset="-122"/>
                </a:rPr>
                <a:t>个电阻</a:t>
              </a:r>
            </a:p>
            <a:p>
              <a:pPr>
                <a:spcBef>
                  <a:spcPct val="50000"/>
                </a:spcBef>
              </a:pPr>
              <a:r>
                <a:rPr lang="en-US" altLang="zh-CN" sz="2400" b="1">
                  <a:solidFill>
                    <a:srgbClr val="5F5F5F"/>
                  </a:solidFill>
                  <a:latin typeface="Arial" panose="020B0604020202020204" pitchFamily="34" charset="0"/>
                  <a:ea typeface="幼圆" panose="02010509060101010101" pitchFamily="1" charset="-122"/>
                </a:rPr>
                <a:t>10000</a:t>
              </a:r>
              <a:r>
                <a:rPr lang="zh-CN" altLang="en-US" sz="2400" b="1">
                  <a:solidFill>
                    <a:srgbClr val="5F5F5F"/>
                  </a:solidFill>
                  <a:latin typeface="Arial" panose="020B0604020202020204" pitchFamily="34" charset="0"/>
                  <a:ea typeface="幼圆" panose="02010509060101010101" pitchFamily="1" charset="-122"/>
                </a:rPr>
                <a:t>个电容</a:t>
              </a:r>
            </a:p>
            <a:p>
              <a:pPr>
                <a:spcBef>
                  <a:spcPct val="50000"/>
                </a:spcBef>
              </a:pPr>
              <a:r>
                <a:rPr lang="zh-CN" altLang="en-US" sz="2400" b="1">
                  <a:solidFill>
                    <a:srgbClr val="5F5F5F"/>
                  </a:solidFill>
                  <a:latin typeface="Arial" panose="020B0604020202020204" pitchFamily="34" charset="0"/>
                  <a:ea typeface="幼圆" panose="02010509060101010101" pitchFamily="1" charset="-122"/>
                </a:rPr>
                <a:t>耗电</a:t>
              </a:r>
              <a:r>
                <a:rPr lang="en-US" altLang="zh-CN" sz="2400" b="1">
                  <a:solidFill>
                    <a:srgbClr val="5F5F5F"/>
                  </a:solidFill>
                  <a:latin typeface="Arial" panose="020B0604020202020204" pitchFamily="34" charset="0"/>
                  <a:ea typeface="幼圆" panose="02010509060101010101" pitchFamily="1" charset="-122"/>
                </a:rPr>
                <a:t>150KW</a:t>
              </a:r>
            </a:p>
          </p:txBody>
        </p:sp>
        <p:graphicFrame>
          <p:nvGraphicFramePr>
            <p:cNvPr id="19462" name="对象 19461"/>
            <p:cNvGraphicFramePr>
              <a:graphicFrameLocks noChangeAspect="1"/>
            </p:cNvGraphicFramePr>
            <p:nvPr/>
          </p:nvGraphicFramePr>
          <p:xfrm>
            <a:off x="30" y="93"/>
            <a:ext cx="222" cy="215"/>
          </p:xfrm>
          <a:graphic>
            <a:graphicData uri="http://schemas.openxmlformats.org/presentationml/2006/ole">
              <mc:AlternateContent xmlns:mc="http://schemas.openxmlformats.org/markup-compatibility/2006">
                <mc:Choice xmlns:v="urn:schemas-microsoft-com:vml" Requires="v">
                  <p:oleObj r:id="rId3" imgW="685800" imgH="676275" progId="PBrush">
                    <p:embed/>
                  </p:oleObj>
                </mc:Choice>
                <mc:Fallback>
                  <p:oleObj r:id="rId3" imgW="685800" imgH="676275" progId="PBrush">
                    <p:embed/>
                    <p:pic>
                      <p:nvPicPr>
                        <p:cNvPr id="0" name="图片 3077"/>
                        <p:cNvPicPr/>
                        <p:nvPr/>
                      </p:nvPicPr>
                      <p:blipFill>
                        <a:blip r:embed="rId4">
                          <a:clrChange>
                            <a:clrFrom>
                              <a:srgbClr val="FFFFFF"/>
                            </a:clrFrom>
                            <a:clrTo>
                              <a:srgbClr val="FFFFFF">
                                <a:alpha val="0"/>
                              </a:srgbClr>
                            </a:clrTo>
                          </a:clrChange>
                        </a:blip>
                        <a:stretch>
                          <a:fillRect/>
                        </a:stretch>
                      </p:blipFill>
                      <p:spPr>
                        <a:xfrm>
                          <a:off x="30" y="93"/>
                          <a:ext cx="222" cy="215"/>
                        </a:xfrm>
                        <a:prstGeom prst="rect">
                          <a:avLst/>
                        </a:prstGeom>
                        <a:noFill/>
                        <a:ln w="38100">
                          <a:noFill/>
                          <a:miter/>
                        </a:ln>
                      </p:spPr>
                    </p:pic>
                  </p:oleObj>
                </mc:Fallback>
              </mc:AlternateContent>
            </a:graphicData>
          </a:graphic>
        </p:graphicFrame>
        <p:graphicFrame>
          <p:nvGraphicFramePr>
            <p:cNvPr id="19463" name="对象 19462"/>
            <p:cNvGraphicFramePr>
              <a:graphicFrameLocks noChangeAspect="1"/>
            </p:cNvGraphicFramePr>
            <p:nvPr/>
          </p:nvGraphicFramePr>
          <p:xfrm>
            <a:off x="30" y="433"/>
            <a:ext cx="222" cy="215"/>
          </p:xfrm>
          <a:graphic>
            <a:graphicData uri="http://schemas.openxmlformats.org/presentationml/2006/ole">
              <mc:AlternateContent xmlns:mc="http://schemas.openxmlformats.org/markup-compatibility/2006">
                <mc:Choice xmlns:v="urn:schemas-microsoft-com:vml" Requires="v">
                  <p:oleObj r:id="rId5" imgW="685800" imgH="676275" progId="PBrush">
                    <p:embed/>
                  </p:oleObj>
                </mc:Choice>
                <mc:Fallback>
                  <p:oleObj r:id="rId5" imgW="685800" imgH="676275" progId="PBrush">
                    <p:embed/>
                    <p:pic>
                      <p:nvPicPr>
                        <p:cNvPr id="0" name="图片 3081"/>
                        <p:cNvPicPr/>
                        <p:nvPr/>
                      </p:nvPicPr>
                      <p:blipFill>
                        <a:blip r:embed="rId4">
                          <a:clrChange>
                            <a:clrFrom>
                              <a:srgbClr val="FFFFFF"/>
                            </a:clrFrom>
                            <a:clrTo>
                              <a:srgbClr val="FFFFFF">
                                <a:alpha val="0"/>
                              </a:srgbClr>
                            </a:clrTo>
                          </a:clrChange>
                        </a:blip>
                        <a:stretch>
                          <a:fillRect/>
                        </a:stretch>
                      </p:blipFill>
                      <p:spPr>
                        <a:xfrm>
                          <a:off x="30" y="433"/>
                          <a:ext cx="222" cy="215"/>
                        </a:xfrm>
                        <a:prstGeom prst="rect">
                          <a:avLst/>
                        </a:prstGeom>
                        <a:noFill/>
                        <a:ln w="38100">
                          <a:noFill/>
                          <a:miter/>
                        </a:ln>
                      </p:spPr>
                    </p:pic>
                  </p:oleObj>
                </mc:Fallback>
              </mc:AlternateContent>
            </a:graphicData>
          </a:graphic>
        </p:graphicFrame>
        <p:graphicFrame>
          <p:nvGraphicFramePr>
            <p:cNvPr id="19464" name="对象 19463"/>
            <p:cNvGraphicFramePr>
              <a:graphicFrameLocks noChangeAspect="1"/>
            </p:cNvGraphicFramePr>
            <p:nvPr/>
          </p:nvGraphicFramePr>
          <p:xfrm>
            <a:off x="30" y="774"/>
            <a:ext cx="222" cy="215"/>
          </p:xfrm>
          <a:graphic>
            <a:graphicData uri="http://schemas.openxmlformats.org/presentationml/2006/ole">
              <mc:AlternateContent xmlns:mc="http://schemas.openxmlformats.org/markup-compatibility/2006">
                <mc:Choice xmlns:v="urn:schemas-microsoft-com:vml" Requires="v">
                  <p:oleObj r:id="rId5" imgW="685800" imgH="676275" progId="PBrush">
                    <p:embed/>
                  </p:oleObj>
                </mc:Choice>
                <mc:Fallback>
                  <p:oleObj r:id="rId5" imgW="685800" imgH="676275" progId="PBrush">
                    <p:embed/>
                    <p:pic>
                      <p:nvPicPr>
                        <p:cNvPr id="0" name="图片 3080"/>
                        <p:cNvPicPr/>
                        <p:nvPr/>
                      </p:nvPicPr>
                      <p:blipFill>
                        <a:blip r:embed="rId4">
                          <a:clrChange>
                            <a:clrFrom>
                              <a:srgbClr val="FFFFFF"/>
                            </a:clrFrom>
                            <a:clrTo>
                              <a:srgbClr val="FFFFFF">
                                <a:alpha val="0"/>
                              </a:srgbClr>
                            </a:clrTo>
                          </a:clrChange>
                        </a:blip>
                        <a:stretch>
                          <a:fillRect/>
                        </a:stretch>
                      </p:blipFill>
                      <p:spPr>
                        <a:xfrm>
                          <a:off x="30" y="774"/>
                          <a:ext cx="222" cy="215"/>
                        </a:xfrm>
                        <a:prstGeom prst="rect">
                          <a:avLst/>
                        </a:prstGeom>
                        <a:noFill/>
                        <a:ln w="38100">
                          <a:noFill/>
                          <a:miter/>
                        </a:ln>
                      </p:spPr>
                    </p:pic>
                  </p:oleObj>
                </mc:Fallback>
              </mc:AlternateContent>
            </a:graphicData>
          </a:graphic>
        </p:graphicFrame>
        <p:graphicFrame>
          <p:nvGraphicFramePr>
            <p:cNvPr id="19465" name="对象 19464"/>
            <p:cNvGraphicFramePr>
              <a:graphicFrameLocks noChangeAspect="1"/>
            </p:cNvGraphicFramePr>
            <p:nvPr/>
          </p:nvGraphicFramePr>
          <p:xfrm>
            <a:off x="30" y="1114"/>
            <a:ext cx="222" cy="215"/>
          </p:xfrm>
          <a:graphic>
            <a:graphicData uri="http://schemas.openxmlformats.org/presentationml/2006/ole">
              <mc:AlternateContent xmlns:mc="http://schemas.openxmlformats.org/markup-compatibility/2006">
                <mc:Choice xmlns:v="urn:schemas-microsoft-com:vml" Requires="v">
                  <p:oleObj r:id="rId5" imgW="685800" imgH="676275" progId="PBrush">
                    <p:embed/>
                  </p:oleObj>
                </mc:Choice>
                <mc:Fallback>
                  <p:oleObj r:id="rId5" imgW="685800" imgH="676275" progId="PBrush">
                    <p:embed/>
                    <p:pic>
                      <p:nvPicPr>
                        <p:cNvPr id="0" name="图片 3076"/>
                        <p:cNvPicPr/>
                        <p:nvPr/>
                      </p:nvPicPr>
                      <p:blipFill>
                        <a:blip r:embed="rId4">
                          <a:clrChange>
                            <a:clrFrom>
                              <a:srgbClr val="FFFFFF"/>
                            </a:clrFrom>
                            <a:clrTo>
                              <a:srgbClr val="FFFFFF">
                                <a:alpha val="0"/>
                              </a:srgbClr>
                            </a:clrTo>
                          </a:clrChange>
                        </a:blip>
                        <a:stretch>
                          <a:fillRect/>
                        </a:stretch>
                      </p:blipFill>
                      <p:spPr>
                        <a:xfrm>
                          <a:off x="30" y="1114"/>
                          <a:ext cx="222" cy="215"/>
                        </a:xfrm>
                        <a:prstGeom prst="rect">
                          <a:avLst/>
                        </a:prstGeom>
                        <a:noFill/>
                        <a:ln w="38100">
                          <a:noFill/>
                          <a:miter/>
                        </a:ln>
                      </p:spPr>
                    </p:pic>
                  </p:oleObj>
                </mc:Fallback>
              </mc:AlternateContent>
            </a:graphicData>
          </a:graphic>
        </p:graphicFrame>
        <p:graphicFrame>
          <p:nvGraphicFramePr>
            <p:cNvPr id="19466" name="对象 19465"/>
            <p:cNvGraphicFramePr>
              <a:graphicFrameLocks noChangeAspect="1"/>
            </p:cNvGraphicFramePr>
            <p:nvPr/>
          </p:nvGraphicFramePr>
          <p:xfrm>
            <a:off x="30" y="1455"/>
            <a:ext cx="222" cy="215"/>
          </p:xfrm>
          <a:graphic>
            <a:graphicData uri="http://schemas.openxmlformats.org/presentationml/2006/ole">
              <mc:AlternateContent xmlns:mc="http://schemas.openxmlformats.org/markup-compatibility/2006">
                <mc:Choice xmlns:v="urn:schemas-microsoft-com:vml" Requires="v">
                  <p:oleObj r:id="rId5" imgW="685800" imgH="676275" progId="PBrush">
                    <p:embed/>
                  </p:oleObj>
                </mc:Choice>
                <mc:Fallback>
                  <p:oleObj r:id="rId5" imgW="685800" imgH="676275" progId="PBrush">
                    <p:embed/>
                    <p:pic>
                      <p:nvPicPr>
                        <p:cNvPr id="0" name="图片 3078"/>
                        <p:cNvPicPr/>
                        <p:nvPr/>
                      </p:nvPicPr>
                      <p:blipFill>
                        <a:blip r:embed="rId4">
                          <a:clrChange>
                            <a:clrFrom>
                              <a:srgbClr val="FFFFFF"/>
                            </a:clrFrom>
                            <a:clrTo>
                              <a:srgbClr val="FFFFFF">
                                <a:alpha val="0"/>
                              </a:srgbClr>
                            </a:clrTo>
                          </a:clrChange>
                        </a:blip>
                        <a:stretch>
                          <a:fillRect/>
                        </a:stretch>
                      </p:blipFill>
                      <p:spPr>
                        <a:xfrm>
                          <a:off x="30" y="1455"/>
                          <a:ext cx="222" cy="215"/>
                        </a:xfrm>
                        <a:prstGeom prst="rect">
                          <a:avLst/>
                        </a:prstGeom>
                        <a:noFill/>
                        <a:ln w="38100">
                          <a:noFill/>
                          <a:miter/>
                        </a:ln>
                      </p:spPr>
                    </p:pic>
                  </p:oleObj>
                </mc:Fallback>
              </mc:AlternateContent>
            </a:graphicData>
          </a:graphic>
        </p:graphicFrame>
        <p:graphicFrame>
          <p:nvGraphicFramePr>
            <p:cNvPr id="19467" name="对象 19466"/>
            <p:cNvGraphicFramePr>
              <a:graphicFrameLocks noChangeAspect="1"/>
            </p:cNvGraphicFramePr>
            <p:nvPr/>
          </p:nvGraphicFramePr>
          <p:xfrm>
            <a:off x="30" y="1796"/>
            <a:ext cx="222" cy="215"/>
          </p:xfrm>
          <a:graphic>
            <a:graphicData uri="http://schemas.openxmlformats.org/presentationml/2006/ole">
              <mc:AlternateContent xmlns:mc="http://schemas.openxmlformats.org/markup-compatibility/2006">
                <mc:Choice xmlns:v="urn:schemas-microsoft-com:vml" Requires="v">
                  <p:oleObj r:id="rId5" imgW="685800" imgH="676275" progId="PBrush">
                    <p:embed/>
                  </p:oleObj>
                </mc:Choice>
                <mc:Fallback>
                  <p:oleObj r:id="rId5" imgW="685800" imgH="676275" progId="PBrush">
                    <p:embed/>
                    <p:pic>
                      <p:nvPicPr>
                        <p:cNvPr id="0" name="图片 3079"/>
                        <p:cNvPicPr/>
                        <p:nvPr/>
                      </p:nvPicPr>
                      <p:blipFill>
                        <a:blip r:embed="rId4">
                          <a:clrChange>
                            <a:clrFrom>
                              <a:srgbClr val="FFFFFF"/>
                            </a:clrFrom>
                            <a:clrTo>
                              <a:srgbClr val="FFFFFF">
                                <a:alpha val="0"/>
                              </a:srgbClr>
                            </a:clrTo>
                          </a:clrChange>
                        </a:blip>
                        <a:stretch>
                          <a:fillRect/>
                        </a:stretch>
                      </p:blipFill>
                      <p:spPr>
                        <a:xfrm>
                          <a:off x="30" y="1796"/>
                          <a:ext cx="222" cy="215"/>
                        </a:xfrm>
                        <a:prstGeom prst="rect">
                          <a:avLst/>
                        </a:prstGeom>
                        <a:noFill/>
                        <a:ln w="38100">
                          <a:noFill/>
                          <a:miter/>
                        </a:ln>
                      </p:spPr>
                    </p:pic>
                  </p:oleObj>
                </mc:Fallback>
              </mc:AlternateContent>
            </a:graphicData>
          </a:graphic>
        </p:graphicFrame>
        <p:graphicFrame>
          <p:nvGraphicFramePr>
            <p:cNvPr id="19468" name="对象 19467"/>
            <p:cNvGraphicFramePr>
              <a:graphicFrameLocks noChangeAspect="1"/>
            </p:cNvGraphicFramePr>
            <p:nvPr/>
          </p:nvGraphicFramePr>
          <p:xfrm>
            <a:off x="0" y="2425"/>
            <a:ext cx="222" cy="215"/>
          </p:xfrm>
          <a:graphic>
            <a:graphicData uri="http://schemas.openxmlformats.org/presentationml/2006/ole">
              <mc:AlternateContent xmlns:mc="http://schemas.openxmlformats.org/markup-compatibility/2006">
                <mc:Choice xmlns:v="urn:schemas-microsoft-com:vml" Requires="v">
                  <p:oleObj r:id="rId5" imgW="685800" imgH="676275" progId="PBrush">
                    <p:embed/>
                  </p:oleObj>
                </mc:Choice>
                <mc:Fallback>
                  <p:oleObj r:id="rId5" imgW="685800" imgH="676275" progId="PBrush">
                    <p:embed/>
                    <p:pic>
                      <p:nvPicPr>
                        <p:cNvPr id="0" name="图片 3075"/>
                        <p:cNvPicPr/>
                        <p:nvPr/>
                      </p:nvPicPr>
                      <p:blipFill>
                        <a:blip r:embed="rId4">
                          <a:clrChange>
                            <a:clrFrom>
                              <a:srgbClr val="FFFFFF"/>
                            </a:clrFrom>
                            <a:clrTo>
                              <a:srgbClr val="FFFFFF">
                                <a:alpha val="0"/>
                              </a:srgbClr>
                            </a:clrTo>
                          </a:clrChange>
                        </a:blip>
                        <a:stretch>
                          <a:fillRect/>
                        </a:stretch>
                      </p:blipFill>
                      <p:spPr>
                        <a:xfrm>
                          <a:off x="0" y="2425"/>
                          <a:ext cx="222" cy="215"/>
                        </a:xfrm>
                        <a:prstGeom prst="rect">
                          <a:avLst/>
                        </a:prstGeom>
                        <a:noFill/>
                        <a:ln w="38100">
                          <a:noFill/>
                          <a:miter/>
                        </a:ln>
                      </p:spPr>
                    </p:pic>
                  </p:oleObj>
                </mc:Fallback>
              </mc:AlternateContent>
            </a:graphicData>
          </a:graphic>
        </p:graphicFrame>
        <p:graphicFrame>
          <p:nvGraphicFramePr>
            <p:cNvPr id="19469" name="对象 19468"/>
            <p:cNvGraphicFramePr>
              <a:graphicFrameLocks noChangeAspect="1"/>
            </p:cNvGraphicFramePr>
            <p:nvPr/>
          </p:nvGraphicFramePr>
          <p:xfrm>
            <a:off x="30" y="2112"/>
            <a:ext cx="222" cy="215"/>
          </p:xfrm>
          <a:graphic>
            <a:graphicData uri="http://schemas.openxmlformats.org/presentationml/2006/ole">
              <mc:AlternateContent xmlns:mc="http://schemas.openxmlformats.org/markup-compatibility/2006">
                <mc:Choice xmlns:v="urn:schemas-microsoft-com:vml" Requires="v">
                  <p:oleObj r:id="rId5" imgW="685800" imgH="676275" progId="PBrush">
                    <p:embed/>
                  </p:oleObj>
                </mc:Choice>
                <mc:Fallback>
                  <p:oleObj r:id="rId5" imgW="685800" imgH="676275" progId="PBrush">
                    <p:embed/>
                    <p:pic>
                      <p:nvPicPr>
                        <p:cNvPr id="0" name="图片 3082"/>
                        <p:cNvPicPr/>
                        <p:nvPr/>
                      </p:nvPicPr>
                      <p:blipFill>
                        <a:blip r:embed="rId4">
                          <a:clrChange>
                            <a:clrFrom>
                              <a:srgbClr val="FFFFFF"/>
                            </a:clrFrom>
                            <a:clrTo>
                              <a:srgbClr val="FFFFFF">
                                <a:alpha val="0"/>
                              </a:srgbClr>
                            </a:clrTo>
                          </a:clrChange>
                        </a:blip>
                        <a:stretch>
                          <a:fillRect/>
                        </a:stretch>
                      </p:blipFill>
                      <p:spPr>
                        <a:xfrm>
                          <a:off x="30" y="2112"/>
                          <a:ext cx="222" cy="215"/>
                        </a:xfrm>
                        <a:prstGeom prst="rect">
                          <a:avLst/>
                        </a:prstGeom>
                        <a:noFill/>
                        <a:ln w="38100">
                          <a:noFill/>
                          <a:miter/>
                        </a:ln>
                      </p:spPr>
                    </p:pic>
                  </p:oleObj>
                </mc:Fallback>
              </mc:AlternateContent>
            </a:graphicData>
          </a:graphic>
        </p:graphicFrame>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图片 20481" descr="b02mode1"/>
          <p:cNvPicPr>
            <a:picLocks noChangeAspect="1"/>
          </p:cNvPicPr>
          <p:nvPr/>
        </p:nvPicPr>
        <p:blipFill>
          <a:blip r:embed="rId2"/>
          <a:stretch>
            <a:fillRect/>
          </a:stretch>
        </p:blipFill>
        <p:spPr>
          <a:xfrm>
            <a:off x="3175" y="1588"/>
            <a:ext cx="4786313" cy="2852737"/>
          </a:xfrm>
          <a:prstGeom prst="rect">
            <a:avLst/>
          </a:prstGeom>
          <a:noFill/>
          <a:ln w="9525">
            <a:noFill/>
          </a:ln>
        </p:spPr>
      </p:pic>
      <p:pic>
        <p:nvPicPr>
          <p:cNvPr id="20483" name="图片 20482" descr="eniac"/>
          <p:cNvPicPr>
            <a:picLocks noChangeAspect="1"/>
          </p:cNvPicPr>
          <p:nvPr/>
        </p:nvPicPr>
        <p:blipFill>
          <a:blip r:embed="rId3"/>
          <a:stretch>
            <a:fillRect/>
          </a:stretch>
        </p:blipFill>
        <p:spPr>
          <a:xfrm>
            <a:off x="2844800" y="2368550"/>
            <a:ext cx="6299200" cy="448945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1505"/>
          <p:cNvSpPr>
            <a:spLocks noGrp="1"/>
          </p:cNvSpPr>
          <p:nvPr>
            <p:ph type="title" idx="4294967295"/>
          </p:nvPr>
        </p:nvSpPr>
        <p:spPr>
          <a:xfrm>
            <a:off x="107950" y="117475"/>
            <a:ext cx="3168650" cy="646113"/>
          </a:xfrm>
          <a:ln/>
        </p:spPr>
        <p:txBody>
          <a:bodyPr anchor="b" anchorCtr="0"/>
          <a:lstStyle/>
          <a:p>
            <a:r>
              <a:rPr lang="zh-CN" altLang="en-US">
                <a:solidFill>
                  <a:srgbClr val="0000CC"/>
                </a:solidFill>
                <a:ea typeface="华文新魏" panose="02010800040101010101" pitchFamily="2" charset="-122"/>
              </a:rPr>
              <a:t>计算机的发展</a:t>
            </a:r>
          </a:p>
        </p:txBody>
      </p:sp>
      <p:grpSp>
        <p:nvGrpSpPr>
          <p:cNvPr id="21507" name="组合 21506"/>
          <p:cNvGrpSpPr/>
          <p:nvPr/>
        </p:nvGrpSpPr>
        <p:grpSpPr>
          <a:xfrm>
            <a:off x="252413" y="1052513"/>
            <a:ext cx="8424862" cy="5113337"/>
            <a:chOff x="0" y="0"/>
            <a:chExt cx="3302" cy="2688"/>
          </a:xfrm>
        </p:grpSpPr>
        <p:grpSp>
          <p:nvGrpSpPr>
            <p:cNvPr id="21508" name="组合 21507"/>
            <p:cNvGrpSpPr/>
            <p:nvPr/>
          </p:nvGrpSpPr>
          <p:grpSpPr>
            <a:xfrm>
              <a:off x="0" y="0"/>
              <a:ext cx="465" cy="384"/>
              <a:chOff x="0" y="0"/>
              <a:chExt cx="465" cy="384"/>
            </a:xfrm>
          </p:grpSpPr>
          <p:sp>
            <p:nvSpPr>
              <p:cNvPr id="21509" name="矩形 21508"/>
              <p:cNvSpPr/>
              <p:nvPr/>
            </p:nvSpPr>
            <p:spPr>
              <a:xfrm>
                <a:off x="43" y="0"/>
                <a:ext cx="379" cy="384"/>
              </a:xfrm>
              <a:prstGeom prst="rect">
                <a:avLst/>
              </a:prstGeom>
              <a:noFill/>
              <a:ln w="9525">
                <a:noFill/>
              </a:ln>
            </p:spPr>
            <p:txBody>
              <a:bodyPr/>
              <a:lstStyle/>
              <a:p>
                <a:pPr algn="just"/>
                <a:r>
                  <a:rPr lang="zh-CN" altLang="en-US" sz="2000">
                    <a:latin typeface="Times New Roman" panose="02020603050405020304" pitchFamily="2" charset="0"/>
                  </a:rPr>
                  <a:t>类型</a:t>
                </a:r>
                <a:endParaRPr lang="zh-CN" altLang="en-US" sz="2400">
                  <a:latin typeface="Times New Roman" panose="02020603050405020304" pitchFamily="2" charset="0"/>
                </a:endParaRPr>
              </a:p>
            </p:txBody>
          </p:sp>
          <p:sp>
            <p:nvSpPr>
              <p:cNvPr id="21510" name="矩形 21509"/>
              <p:cNvSpPr/>
              <p:nvPr/>
            </p:nvSpPr>
            <p:spPr>
              <a:xfrm>
                <a:off x="0" y="0"/>
                <a:ext cx="465" cy="384"/>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11" name="组合 21510"/>
            <p:cNvGrpSpPr/>
            <p:nvPr/>
          </p:nvGrpSpPr>
          <p:grpSpPr>
            <a:xfrm>
              <a:off x="465" y="0"/>
              <a:ext cx="590" cy="384"/>
              <a:chOff x="0" y="0"/>
              <a:chExt cx="590" cy="384"/>
            </a:xfrm>
          </p:grpSpPr>
          <p:sp>
            <p:nvSpPr>
              <p:cNvPr id="21512" name="矩形 21511"/>
              <p:cNvSpPr/>
              <p:nvPr/>
            </p:nvSpPr>
            <p:spPr>
              <a:xfrm>
                <a:off x="43" y="0"/>
                <a:ext cx="504" cy="384"/>
              </a:xfrm>
              <a:prstGeom prst="rect">
                <a:avLst/>
              </a:prstGeom>
              <a:noFill/>
              <a:ln w="9525">
                <a:noFill/>
              </a:ln>
            </p:spPr>
            <p:txBody>
              <a:bodyPr/>
              <a:lstStyle/>
              <a:p>
                <a:pPr algn="just"/>
                <a:r>
                  <a:rPr lang="zh-CN" altLang="en-US" sz="2000">
                    <a:latin typeface="Times New Roman" panose="02020603050405020304" pitchFamily="2" charset="0"/>
                  </a:rPr>
                  <a:t>时期</a:t>
                </a:r>
              </a:p>
              <a:p>
                <a:pPr algn="just" eaLnBrk="0" hangingPunct="0"/>
                <a:endParaRPr lang="zh-CN" altLang="en-US" sz="2000">
                  <a:latin typeface="Times New Roman" panose="02020603050405020304" pitchFamily="2" charset="0"/>
                </a:endParaRPr>
              </a:p>
            </p:txBody>
          </p:sp>
          <p:sp>
            <p:nvSpPr>
              <p:cNvPr id="21513" name="矩形 21512"/>
              <p:cNvSpPr/>
              <p:nvPr/>
            </p:nvSpPr>
            <p:spPr>
              <a:xfrm>
                <a:off x="0" y="0"/>
                <a:ext cx="590" cy="384"/>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14" name="组合 21513"/>
            <p:cNvGrpSpPr/>
            <p:nvPr/>
          </p:nvGrpSpPr>
          <p:grpSpPr>
            <a:xfrm>
              <a:off x="1055" y="0"/>
              <a:ext cx="674" cy="384"/>
              <a:chOff x="0" y="0"/>
              <a:chExt cx="674" cy="384"/>
            </a:xfrm>
          </p:grpSpPr>
          <p:sp>
            <p:nvSpPr>
              <p:cNvPr id="21515" name="矩形 21514"/>
              <p:cNvSpPr/>
              <p:nvPr/>
            </p:nvSpPr>
            <p:spPr>
              <a:xfrm>
                <a:off x="43" y="0"/>
                <a:ext cx="588" cy="384"/>
              </a:xfrm>
              <a:prstGeom prst="rect">
                <a:avLst/>
              </a:prstGeom>
              <a:noFill/>
              <a:ln w="9525">
                <a:noFill/>
              </a:ln>
            </p:spPr>
            <p:txBody>
              <a:bodyPr/>
              <a:lstStyle/>
              <a:p>
                <a:pPr algn="just"/>
                <a:r>
                  <a:rPr lang="zh-CN" altLang="en-US" sz="2000">
                    <a:latin typeface="Times New Roman" panose="02020603050405020304" pitchFamily="2" charset="0"/>
                  </a:rPr>
                  <a:t>主要器件</a:t>
                </a:r>
              </a:p>
              <a:p>
                <a:pPr algn="just" eaLnBrk="0" hangingPunct="0"/>
                <a:endParaRPr lang="zh-CN" altLang="en-US" sz="2400">
                  <a:latin typeface="Times New Roman" panose="02020603050405020304" pitchFamily="2" charset="0"/>
                </a:endParaRPr>
              </a:p>
            </p:txBody>
          </p:sp>
          <p:sp>
            <p:nvSpPr>
              <p:cNvPr id="21516" name="矩形 21515"/>
              <p:cNvSpPr/>
              <p:nvPr/>
            </p:nvSpPr>
            <p:spPr>
              <a:xfrm>
                <a:off x="0" y="0"/>
                <a:ext cx="674" cy="384"/>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17" name="组合 21516"/>
            <p:cNvGrpSpPr/>
            <p:nvPr/>
          </p:nvGrpSpPr>
          <p:grpSpPr>
            <a:xfrm>
              <a:off x="1729" y="0"/>
              <a:ext cx="1573" cy="384"/>
              <a:chOff x="0" y="0"/>
              <a:chExt cx="1573" cy="384"/>
            </a:xfrm>
          </p:grpSpPr>
          <p:sp>
            <p:nvSpPr>
              <p:cNvPr id="21518" name="矩形 21517"/>
              <p:cNvSpPr/>
              <p:nvPr/>
            </p:nvSpPr>
            <p:spPr>
              <a:xfrm>
                <a:off x="43" y="0"/>
                <a:ext cx="1487" cy="384"/>
              </a:xfrm>
              <a:prstGeom prst="rect">
                <a:avLst/>
              </a:prstGeom>
              <a:noFill/>
              <a:ln w="9525">
                <a:noFill/>
              </a:ln>
            </p:spPr>
            <p:txBody>
              <a:bodyPr/>
              <a:lstStyle/>
              <a:p>
                <a:pPr algn="just"/>
                <a:r>
                  <a:rPr lang="en-US" altLang="zh-CN" sz="2000">
                    <a:latin typeface="Times New Roman" panose="02020603050405020304" pitchFamily="2" charset="0"/>
                  </a:rPr>
                  <a:t>      </a:t>
                </a:r>
                <a:r>
                  <a:rPr lang="zh-CN" altLang="en-US" sz="2000">
                    <a:latin typeface="Times New Roman" panose="02020603050405020304" pitchFamily="2" charset="0"/>
                  </a:rPr>
                  <a:t>重    要    特    征</a:t>
                </a:r>
              </a:p>
              <a:p>
                <a:pPr algn="just" eaLnBrk="0" hangingPunct="0"/>
                <a:endParaRPr lang="zh-CN" altLang="en-US" sz="2000">
                  <a:latin typeface="Times New Roman" panose="02020603050405020304" pitchFamily="2" charset="0"/>
                </a:endParaRPr>
              </a:p>
            </p:txBody>
          </p:sp>
          <p:sp>
            <p:nvSpPr>
              <p:cNvPr id="21519" name="矩形 21518"/>
              <p:cNvSpPr/>
              <p:nvPr/>
            </p:nvSpPr>
            <p:spPr>
              <a:xfrm>
                <a:off x="0" y="0"/>
                <a:ext cx="1573" cy="384"/>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20" name="组合 21519"/>
            <p:cNvGrpSpPr/>
            <p:nvPr/>
          </p:nvGrpSpPr>
          <p:grpSpPr>
            <a:xfrm>
              <a:off x="0" y="384"/>
              <a:ext cx="465" cy="576"/>
              <a:chOff x="0" y="0"/>
              <a:chExt cx="465" cy="576"/>
            </a:xfrm>
          </p:grpSpPr>
          <p:sp>
            <p:nvSpPr>
              <p:cNvPr id="21521" name="矩形 21520"/>
              <p:cNvSpPr/>
              <p:nvPr/>
            </p:nvSpPr>
            <p:spPr>
              <a:xfrm>
                <a:off x="43" y="0"/>
                <a:ext cx="379" cy="576"/>
              </a:xfrm>
              <a:prstGeom prst="rect">
                <a:avLst/>
              </a:prstGeom>
              <a:noFill/>
              <a:ln w="9525">
                <a:noFill/>
              </a:ln>
            </p:spPr>
            <p:txBody>
              <a:bodyPr/>
              <a:lstStyle/>
              <a:p>
                <a:pPr algn="just"/>
                <a:r>
                  <a:rPr lang="zh-CN" altLang="en-US">
                    <a:latin typeface="Times New Roman" panose="02020603050405020304" pitchFamily="2" charset="0"/>
                  </a:rPr>
                  <a:t>第一代</a:t>
                </a:r>
              </a:p>
              <a:p>
                <a:pPr algn="just" eaLnBrk="0" hangingPunct="0"/>
                <a:endParaRPr lang="zh-CN" altLang="en-US" sz="2400">
                  <a:latin typeface="Times New Roman" panose="02020603050405020304" pitchFamily="2" charset="0"/>
                </a:endParaRPr>
              </a:p>
            </p:txBody>
          </p:sp>
          <p:sp>
            <p:nvSpPr>
              <p:cNvPr id="21522" name="矩形 21521"/>
              <p:cNvSpPr/>
              <p:nvPr/>
            </p:nvSpPr>
            <p:spPr>
              <a:xfrm>
                <a:off x="0" y="0"/>
                <a:ext cx="465"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23" name="组合 21522"/>
            <p:cNvGrpSpPr/>
            <p:nvPr/>
          </p:nvGrpSpPr>
          <p:grpSpPr>
            <a:xfrm>
              <a:off x="465" y="384"/>
              <a:ext cx="590" cy="576"/>
              <a:chOff x="0" y="0"/>
              <a:chExt cx="590" cy="576"/>
            </a:xfrm>
          </p:grpSpPr>
          <p:sp>
            <p:nvSpPr>
              <p:cNvPr id="21524" name="矩形 21523"/>
              <p:cNvSpPr/>
              <p:nvPr/>
            </p:nvSpPr>
            <p:spPr>
              <a:xfrm>
                <a:off x="43" y="0"/>
                <a:ext cx="504" cy="576"/>
              </a:xfrm>
              <a:prstGeom prst="rect">
                <a:avLst/>
              </a:prstGeom>
              <a:noFill/>
              <a:ln w="9525">
                <a:noFill/>
              </a:ln>
            </p:spPr>
            <p:txBody>
              <a:bodyPr/>
              <a:lstStyle/>
              <a:p>
                <a:pPr algn="just"/>
                <a:r>
                  <a:rPr lang="en-US" altLang="zh-CN">
                    <a:latin typeface="Times New Roman" panose="02020603050405020304" pitchFamily="2" charset="0"/>
                  </a:rPr>
                  <a:t>1946-1957</a:t>
                </a:r>
                <a:endParaRPr lang="en-US" altLang="zh-CN" sz="2400">
                  <a:latin typeface="Times New Roman" panose="02020603050405020304" pitchFamily="2" charset="0"/>
                </a:endParaRPr>
              </a:p>
            </p:txBody>
          </p:sp>
          <p:sp>
            <p:nvSpPr>
              <p:cNvPr id="21525" name="矩形 21524"/>
              <p:cNvSpPr/>
              <p:nvPr/>
            </p:nvSpPr>
            <p:spPr>
              <a:xfrm>
                <a:off x="0" y="0"/>
                <a:ext cx="590"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26" name="组合 21525"/>
            <p:cNvGrpSpPr/>
            <p:nvPr/>
          </p:nvGrpSpPr>
          <p:grpSpPr>
            <a:xfrm>
              <a:off x="1055" y="384"/>
              <a:ext cx="674" cy="576"/>
              <a:chOff x="0" y="0"/>
              <a:chExt cx="674" cy="576"/>
            </a:xfrm>
          </p:grpSpPr>
          <p:sp>
            <p:nvSpPr>
              <p:cNvPr id="21527" name="矩形 21526"/>
              <p:cNvSpPr/>
              <p:nvPr/>
            </p:nvSpPr>
            <p:spPr>
              <a:xfrm>
                <a:off x="43" y="0"/>
                <a:ext cx="588" cy="576"/>
              </a:xfrm>
              <a:prstGeom prst="rect">
                <a:avLst/>
              </a:prstGeom>
              <a:noFill/>
              <a:ln w="9525">
                <a:noFill/>
              </a:ln>
            </p:spPr>
            <p:txBody>
              <a:bodyPr/>
              <a:lstStyle/>
              <a:p>
                <a:pPr algn="just"/>
                <a:r>
                  <a:rPr lang="zh-CN" altLang="en-US" sz="2400" b="1">
                    <a:solidFill>
                      <a:srgbClr val="0000CC"/>
                    </a:solidFill>
                    <a:latin typeface="Times New Roman" panose="02020603050405020304" pitchFamily="2" charset="0"/>
                    <a:ea typeface="楷体" panose="02010609060101010101" charset="-122"/>
                  </a:rPr>
                  <a:t>电子管</a:t>
                </a:r>
              </a:p>
              <a:p>
                <a:pPr algn="just"/>
                <a:endParaRPr lang="zh-CN" altLang="en-US" sz="2400" b="1">
                  <a:solidFill>
                    <a:srgbClr val="0000CC"/>
                  </a:solidFill>
                  <a:latin typeface="Times New Roman" panose="02020603050405020304" pitchFamily="2" charset="0"/>
                  <a:ea typeface="楷体" panose="02010609060101010101" charset="-122"/>
                </a:endParaRPr>
              </a:p>
              <a:p>
                <a:pPr algn="just" eaLnBrk="0" hangingPunct="0"/>
                <a:endParaRPr lang="zh-CN" altLang="en-US">
                  <a:latin typeface="Times New Roman" panose="02020603050405020304" pitchFamily="2" charset="0"/>
                </a:endParaRPr>
              </a:p>
            </p:txBody>
          </p:sp>
          <p:sp>
            <p:nvSpPr>
              <p:cNvPr id="21528" name="矩形 21527"/>
              <p:cNvSpPr/>
              <p:nvPr/>
            </p:nvSpPr>
            <p:spPr>
              <a:xfrm>
                <a:off x="0" y="0"/>
                <a:ext cx="674"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29" name="组合 21528"/>
            <p:cNvGrpSpPr/>
            <p:nvPr/>
          </p:nvGrpSpPr>
          <p:grpSpPr>
            <a:xfrm>
              <a:off x="1729" y="384"/>
              <a:ext cx="1573" cy="576"/>
              <a:chOff x="0" y="0"/>
              <a:chExt cx="1573" cy="576"/>
            </a:xfrm>
          </p:grpSpPr>
          <p:sp>
            <p:nvSpPr>
              <p:cNvPr id="21530" name="矩形 21529"/>
              <p:cNvSpPr/>
              <p:nvPr/>
            </p:nvSpPr>
            <p:spPr>
              <a:xfrm>
                <a:off x="43" y="0"/>
                <a:ext cx="1487" cy="576"/>
              </a:xfrm>
              <a:prstGeom prst="rect">
                <a:avLst/>
              </a:prstGeom>
              <a:noFill/>
              <a:ln w="9525">
                <a:noFill/>
              </a:ln>
            </p:spPr>
            <p:txBody>
              <a:bodyPr/>
              <a:lstStyle/>
              <a:p>
                <a:pPr algn="just"/>
                <a:r>
                  <a:rPr lang="zh-CN" altLang="en-US">
                    <a:latin typeface="Times New Roman" panose="02020603050405020304" pitchFamily="2" charset="0"/>
                  </a:rPr>
                  <a:t>机器语言，汇编语言</a:t>
                </a:r>
              </a:p>
              <a:p>
                <a:pPr algn="just" eaLnBrk="0" hangingPunct="0"/>
                <a:r>
                  <a:rPr lang="zh-CN" altLang="en-US">
                    <a:latin typeface="Times New Roman" panose="02020603050405020304" pitchFamily="2" charset="0"/>
                  </a:rPr>
                  <a:t>速度低，体积大，价格昂贵</a:t>
                </a:r>
              </a:p>
              <a:p>
                <a:pPr algn="just" eaLnBrk="0" hangingPunct="0"/>
                <a:r>
                  <a:rPr lang="zh-CN" altLang="en-US">
                    <a:latin typeface="Times New Roman" panose="02020603050405020304" pitchFamily="2" charset="0"/>
                  </a:rPr>
                  <a:t>可靠性差，用于科学计算。</a:t>
                </a:r>
              </a:p>
            </p:txBody>
          </p:sp>
          <p:sp>
            <p:nvSpPr>
              <p:cNvPr id="21531" name="矩形 21530"/>
              <p:cNvSpPr/>
              <p:nvPr/>
            </p:nvSpPr>
            <p:spPr>
              <a:xfrm>
                <a:off x="0" y="0"/>
                <a:ext cx="1573"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32" name="组合 21531"/>
            <p:cNvGrpSpPr/>
            <p:nvPr/>
          </p:nvGrpSpPr>
          <p:grpSpPr>
            <a:xfrm>
              <a:off x="0" y="960"/>
              <a:ext cx="465" cy="576"/>
              <a:chOff x="0" y="0"/>
              <a:chExt cx="465" cy="576"/>
            </a:xfrm>
          </p:grpSpPr>
          <p:sp>
            <p:nvSpPr>
              <p:cNvPr id="21533" name="矩形 21532"/>
              <p:cNvSpPr/>
              <p:nvPr/>
            </p:nvSpPr>
            <p:spPr>
              <a:xfrm>
                <a:off x="43" y="0"/>
                <a:ext cx="379" cy="576"/>
              </a:xfrm>
              <a:prstGeom prst="rect">
                <a:avLst/>
              </a:prstGeom>
              <a:noFill/>
              <a:ln w="9525">
                <a:noFill/>
              </a:ln>
            </p:spPr>
            <p:txBody>
              <a:bodyPr/>
              <a:lstStyle/>
              <a:p>
                <a:pPr algn="just"/>
                <a:r>
                  <a:rPr lang="zh-CN" altLang="en-US">
                    <a:latin typeface="Times New Roman" panose="02020603050405020304" pitchFamily="2" charset="0"/>
                  </a:rPr>
                  <a:t>第二代</a:t>
                </a:r>
              </a:p>
              <a:p>
                <a:pPr algn="just" eaLnBrk="0" hangingPunct="0"/>
                <a:endParaRPr lang="zh-CN" altLang="en-US">
                  <a:latin typeface="Times New Roman" panose="02020603050405020304" pitchFamily="2" charset="0"/>
                </a:endParaRPr>
              </a:p>
            </p:txBody>
          </p:sp>
          <p:sp>
            <p:nvSpPr>
              <p:cNvPr id="21534" name="矩形 21533"/>
              <p:cNvSpPr/>
              <p:nvPr/>
            </p:nvSpPr>
            <p:spPr>
              <a:xfrm>
                <a:off x="0" y="0"/>
                <a:ext cx="465"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35" name="组合 21534"/>
            <p:cNvGrpSpPr/>
            <p:nvPr/>
          </p:nvGrpSpPr>
          <p:grpSpPr>
            <a:xfrm>
              <a:off x="465" y="960"/>
              <a:ext cx="590" cy="576"/>
              <a:chOff x="0" y="0"/>
              <a:chExt cx="590" cy="576"/>
            </a:xfrm>
          </p:grpSpPr>
          <p:sp>
            <p:nvSpPr>
              <p:cNvPr id="21536" name="矩形 21535"/>
              <p:cNvSpPr/>
              <p:nvPr/>
            </p:nvSpPr>
            <p:spPr>
              <a:xfrm>
                <a:off x="43" y="0"/>
                <a:ext cx="504" cy="576"/>
              </a:xfrm>
              <a:prstGeom prst="rect">
                <a:avLst/>
              </a:prstGeom>
              <a:noFill/>
              <a:ln w="9525">
                <a:noFill/>
              </a:ln>
            </p:spPr>
            <p:txBody>
              <a:bodyPr/>
              <a:lstStyle/>
              <a:p>
                <a:pPr algn="just"/>
                <a:r>
                  <a:rPr lang="en-US" altLang="zh-CN">
                    <a:latin typeface="Times New Roman" panose="02020603050405020304" pitchFamily="2" charset="0"/>
                  </a:rPr>
                  <a:t>1958-1964</a:t>
                </a:r>
              </a:p>
              <a:p>
                <a:pPr algn="just" eaLnBrk="0" hangingPunct="0"/>
                <a:endParaRPr lang="en-US" altLang="zh-CN" sz="2400">
                  <a:latin typeface="Times New Roman" panose="02020603050405020304" pitchFamily="2" charset="0"/>
                </a:endParaRPr>
              </a:p>
            </p:txBody>
          </p:sp>
          <p:sp>
            <p:nvSpPr>
              <p:cNvPr id="21537" name="矩形 21536"/>
              <p:cNvSpPr/>
              <p:nvPr/>
            </p:nvSpPr>
            <p:spPr>
              <a:xfrm>
                <a:off x="0" y="0"/>
                <a:ext cx="590"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38" name="组合 21537"/>
            <p:cNvGrpSpPr/>
            <p:nvPr/>
          </p:nvGrpSpPr>
          <p:grpSpPr>
            <a:xfrm>
              <a:off x="1055" y="960"/>
              <a:ext cx="674" cy="576"/>
              <a:chOff x="0" y="0"/>
              <a:chExt cx="674" cy="576"/>
            </a:xfrm>
          </p:grpSpPr>
          <p:sp>
            <p:nvSpPr>
              <p:cNvPr id="21539" name="矩形 21538"/>
              <p:cNvSpPr/>
              <p:nvPr/>
            </p:nvSpPr>
            <p:spPr>
              <a:xfrm>
                <a:off x="43" y="0"/>
                <a:ext cx="588" cy="576"/>
              </a:xfrm>
              <a:prstGeom prst="rect">
                <a:avLst/>
              </a:prstGeom>
              <a:noFill/>
              <a:ln w="9525">
                <a:noFill/>
              </a:ln>
            </p:spPr>
            <p:txBody>
              <a:bodyPr/>
              <a:lstStyle/>
              <a:p>
                <a:pPr algn="just"/>
                <a:r>
                  <a:rPr lang="zh-CN" altLang="en-US" sz="2400" b="1">
                    <a:solidFill>
                      <a:srgbClr val="0000CC"/>
                    </a:solidFill>
                    <a:latin typeface="Times New Roman" panose="02020603050405020304" pitchFamily="2" charset="0"/>
                    <a:ea typeface="楷体" panose="02010609060101010101" charset="-122"/>
                    <a:sym typeface="Arial" panose="020B0604020202020204" pitchFamily="34" charset="0"/>
                  </a:rPr>
                  <a:t>晶体管</a:t>
                </a:r>
              </a:p>
              <a:p>
                <a:pPr algn="just" eaLnBrk="0" hangingPunct="0"/>
                <a:endParaRPr lang="zh-CN" altLang="en-US">
                  <a:latin typeface="Times New Roman" panose="02020603050405020304" pitchFamily="2" charset="0"/>
                </a:endParaRPr>
              </a:p>
            </p:txBody>
          </p:sp>
          <p:sp>
            <p:nvSpPr>
              <p:cNvPr id="21540" name="矩形 21539"/>
              <p:cNvSpPr/>
              <p:nvPr/>
            </p:nvSpPr>
            <p:spPr>
              <a:xfrm>
                <a:off x="0" y="0"/>
                <a:ext cx="674"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41" name="组合 21540"/>
            <p:cNvGrpSpPr/>
            <p:nvPr/>
          </p:nvGrpSpPr>
          <p:grpSpPr>
            <a:xfrm>
              <a:off x="1729" y="960"/>
              <a:ext cx="1573" cy="576"/>
              <a:chOff x="0" y="0"/>
              <a:chExt cx="1573" cy="576"/>
            </a:xfrm>
          </p:grpSpPr>
          <p:sp>
            <p:nvSpPr>
              <p:cNvPr id="21542" name="矩形 21541"/>
              <p:cNvSpPr/>
              <p:nvPr/>
            </p:nvSpPr>
            <p:spPr>
              <a:xfrm>
                <a:off x="43" y="0"/>
                <a:ext cx="1487" cy="576"/>
              </a:xfrm>
              <a:prstGeom prst="rect">
                <a:avLst/>
              </a:prstGeom>
              <a:noFill/>
              <a:ln w="9525">
                <a:noFill/>
              </a:ln>
            </p:spPr>
            <p:txBody>
              <a:bodyPr/>
              <a:lstStyle/>
              <a:p>
                <a:pPr algn="just"/>
                <a:r>
                  <a:rPr lang="zh-CN" altLang="en-US">
                    <a:latin typeface="Times New Roman" panose="02020603050405020304" pitchFamily="2" charset="0"/>
                  </a:rPr>
                  <a:t>算法语言，操作系统</a:t>
                </a:r>
              </a:p>
              <a:p>
                <a:pPr algn="just" eaLnBrk="0" hangingPunct="0"/>
                <a:r>
                  <a:rPr lang="zh-CN" altLang="en-US">
                    <a:latin typeface="Times New Roman" panose="02020603050405020304" pitchFamily="2" charset="0"/>
                  </a:rPr>
                  <a:t>体积缩小，可靠性提高</a:t>
                </a:r>
              </a:p>
              <a:p>
                <a:pPr algn="just" eaLnBrk="0" hangingPunct="0"/>
                <a:r>
                  <a:rPr lang="zh-CN" altLang="en-US">
                    <a:latin typeface="Times New Roman" panose="02020603050405020304" pitchFamily="2" charset="0"/>
                  </a:rPr>
                  <a:t>从科学计算扩大到数据处理。</a:t>
                </a:r>
                <a:endParaRPr lang="zh-CN" altLang="en-US" sz="2400">
                  <a:latin typeface="Times New Roman" panose="02020603050405020304" pitchFamily="2" charset="0"/>
                </a:endParaRPr>
              </a:p>
            </p:txBody>
          </p:sp>
          <p:sp>
            <p:nvSpPr>
              <p:cNvPr id="21543" name="矩形 21542"/>
              <p:cNvSpPr/>
              <p:nvPr/>
            </p:nvSpPr>
            <p:spPr>
              <a:xfrm>
                <a:off x="0" y="0"/>
                <a:ext cx="1573"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44" name="组合 21543"/>
            <p:cNvGrpSpPr/>
            <p:nvPr/>
          </p:nvGrpSpPr>
          <p:grpSpPr>
            <a:xfrm>
              <a:off x="0" y="1536"/>
              <a:ext cx="465" cy="576"/>
              <a:chOff x="0" y="0"/>
              <a:chExt cx="465" cy="576"/>
            </a:xfrm>
          </p:grpSpPr>
          <p:sp>
            <p:nvSpPr>
              <p:cNvPr id="21545" name="矩形 21544"/>
              <p:cNvSpPr/>
              <p:nvPr/>
            </p:nvSpPr>
            <p:spPr>
              <a:xfrm>
                <a:off x="43" y="0"/>
                <a:ext cx="379" cy="576"/>
              </a:xfrm>
              <a:prstGeom prst="rect">
                <a:avLst/>
              </a:prstGeom>
              <a:noFill/>
              <a:ln w="9525">
                <a:noFill/>
              </a:ln>
            </p:spPr>
            <p:txBody>
              <a:bodyPr/>
              <a:lstStyle/>
              <a:p>
                <a:pPr algn="just"/>
                <a:r>
                  <a:rPr lang="zh-CN" altLang="en-US">
                    <a:latin typeface="Times New Roman" panose="02020603050405020304" pitchFamily="2" charset="0"/>
                  </a:rPr>
                  <a:t>第三代</a:t>
                </a:r>
              </a:p>
              <a:p>
                <a:pPr algn="just" eaLnBrk="0" hangingPunct="0"/>
                <a:endParaRPr lang="zh-CN" altLang="en-US">
                  <a:latin typeface="Times New Roman" panose="02020603050405020304" pitchFamily="2" charset="0"/>
                </a:endParaRPr>
              </a:p>
            </p:txBody>
          </p:sp>
          <p:sp>
            <p:nvSpPr>
              <p:cNvPr id="21546" name="矩形 21545"/>
              <p:cNvSpPr/>
              <p:nvPr/>
            </p:nvSpPr>
            <p:spPr>
              <a:xfrm>
                <a:off x="0" y="0"/>
                <a:ext cx="465"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47" name="组合 21546"/>
            <p:cNvGrpSpPr/>
            <p:nvPr/>
          </p:nvGrpSpPr>
          <p:grpSpPr>
            <a:xfrm>
              <a:off x="465" y="1536"/>
              <a:ext cx="590" cy="576"/>
              <a:chOff x="0" y="0"/>
              <a:chExt cx="590" cy="576"/>
            </a:xfrm>
          </p:grpSpPr>
          <p:sp>
            <p:nvSpPr>
              <p:cNvPr id="21548" name="矩形 21547"/>
              <p:cNvSpPr/>
              <p:nvPr/>
            </p:nvSpPr>
            <p:spPr>
              <a:xfrm>
                <a:off x="43" y="0"/>
                <a:ext cx="504" cy="576"/>
              </a:xfrm>
              <a:prstGeom prst="rect">
                <a:avLst/>
              </a:prstGeom>
              <a:noFill/>
              <a:ln w="9525">
                <a:noFill/>
              </a:ln>
            </p:spPr>
            <p:txBody>
              <a:bodyPr/>
              <a:lstStyle/>
              <a:p>
                <a:pPr algn="just"/>
                <a:r>
                  <a:rPr lang="en-US" altLang="zh-CN">
                    <a:latin typeface="Times New Roman" panose="02020603050405020304" pitchFamily="2" charset="0"/>
                  </a:rPr>
                  <a:t>1965-1971</a:t>
                </a:r>
              </a:p>
              <a:p>
                <a:pPr algn="just" eaLnBrk="0" hangingPunct="0"/>
                <a:endParaRPr lang="en-US" altLang="zh-CN">
                  <a:latin typeface="Times New Roman" panose="02020603050405020304" pitchFamily="2" charset="0"/>
                </a:endParaRPr>
              </a:p>
            </p:txBody>
          </p:sp>
          <p:sp>
            <p:nvSpPr>
              <p:cNvPr id="21549" name="矩形 21548"/>
              <p:cNvSpPr/>
              <p:nvPr/>
            </p:nvSpPr>
            <p:spPr>
              <a:xfrm>
                <a:off x="0" y="0"/>
                <a:ext cx="590"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50" name="组合 21549"/>
            <p:cNvGrpSpPr/>
            <p:nvPr/>
          </p:nvGrpSpPr>
          <p:grpSpPr>
            <a:xfrm>
              <a:off x="1055" y="1536"/>
              <a:ext cx="674" cy="576"/>
              <a:chOff x="0" y="0"/>
              <a:chExt cx="674" cy="576"/>
            </a:xfrm>
          </p:grpSpPr>
          <p:sp>
            <p:nvSpPr>
              <p:cNvPr id="21551" name="矩形 21550"/>
              <p:cNvSpPr/>
              <p:nvPr/>
            </p:nvSpPr>
            <p:spPr>
              <a:xfrm>
                <a:off x="43" y="0"/>
                <a:ext cx="588" cy="576"/>
              </a:xfrm>
              <a:prstGeom prst="rect">
                <a:avLst/>
              </a:prstGeom>
              <a:noFill/>
              <a:ln w="9525">
                <a:noFill/>
              </a:ln>
            </p:spPr>
            <p:txBody>
              <a:bodyPr/>
              <a:lstStyle/>
              <a:p>
                <a:pPr algn="just"/>
                <a:r>
                  <a:rPr lang="zh-CN" altLang="en-US" sz="2000" b="1">
                    <a:solidFill>
                      <a:srgbClr val="0000CC"/>
                    </a:solidFill>
                    <a:latin typeface="Times New Roman" panose="02020603050405020304" pitchFamily="2" charset="0"/>
                    <a:ea typeface="楷体" panose="02010609060101010101" charset="-122"/>
                    <a:sym typeface="Arial" panose="020B0604020202020204" pitchFamily="34" charset="0"/>
                  </a:rPr>
                  <a:t>中、小规模集成电路</a:t>
                </a:r>
              </a:p>
              <a:p>
                <a:pPr algn="just" eaLnBrk="0" hangingPunct="0"/>
                <a:endParaRPr lang="zh-CN" altLang="en-US">
                  <a:latin typeface="Times New Roman" panose="02020603050405020304" pitchFamily="2" charset="0"/>
                </a:endParaRPr>
              </a:p>
            </p:txBody>
          </p:sp>
          <p:sp>
            <p:nvSpPr>
              <p:cNvPr id="21552" name="矩形 21551"/>
              <p:cNvSpPr/>
              <p:nvPr/>
            </p:nvSpPr>
            <p:spPr>
              <a:xfrm>
                <a:off x="0" y="0"/>
                <a:ext cx="674"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53" name="组合 21552"/>
            <p:cNvGrpSpPr/>
            <p:nvPr/>
          </p:nvGrpSpPr>
          <p:grpSpPr>
            <a:xfrm>
              <a:off x="1729" y="1536"/>
              <a:ext cx="1573" cy="576"/>
              <a:chOff x="0" y="0"/>
              <a:chExt cx="1573" cy="576"/>
            </a:xfrm>
          </p:grpSpPr>
          <p:sp>
            <p:nvSpPr>
              <p:cNvPr id="21554" name="矩形 21553"/>
              <p:cNvSpPr/>
              <p:nvPr/>
            </p:nvSpPr>
            <p:spPr>
              <a:xfrm>
                <a:off x="43" y="0"/>
                <a:ext cx="1487" cy="576"/>
              </a:xfrm>
              <a:prstGeom prst="rect">
                <a:avLst/>
              </a:prstGeom>
              <a:noFill/>
              <a:ln w="9525">
                <a:noFill/>
              </a:ln>
            </p:spPr>
            <p:txBody>
              <a:bodyPr/>
              <a:lstStyle/>
              <a:p>
                <a:pPr algn="just"/>
                <a:r>
                  <a:rPr lang="zh-CN" altLang="en-US">
                    <a:latin typeface="Times New Roman" panose="02020603050405020304" pitchFamily="2" charset="0"/>
                  </a:rPr>
                  <a:t>体积小，可靠性大大提高，速度达几百万</a:t>
                </a:r>
                <a:r>
                  <a:rPr lang="en-US" altLang="zh-CN">
                    <a:latin typeface="Times New Roman" panose="02020603050405020304" pitchFamily="2" charset="0"/>
                  </a:rPr>
                  <a:t>IPS</a:t>
                </a:r>
                <a:r>
                  <a:rPr lang="zh-CN" altLang="en-US">
                    <a:latin typeface="Times New Roman" panose="02020603050405020304" pitchFamily="2" charset="0"/>
                  </a:rPr>
                  <a:t>，软件技术和外设发展迅速应用领域不断扩大。</a:t>
                </a:r>
              </a:p>
            </p:txBody>
          </p:sp>
          <p:sp>
            <p:nvSpPr>
              <p:cNvPr id="21555" name="矩形 21554"/>
              <p:cNvSpPr/>
              <p:nvPr/>
            </p:nvSpPr>
            <p:spPr>
              <a:xfrm>
                <a:off x="0" y="0"/>
                <a:ext cx="1573"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56" name="组合 21555"/>
            <p:cNvGrpSpPr/>
            <p:nvPr/>
          </p:nvGrpSpPr>
          <p:grpSpPr>
            <a:xfrm>
              <a:off x="0" y="2112"/>
              <a:ext cx="465" cy="576"/>
              <a:chOff x="0" y="0"/>
              <a:chExt cx="465" cy="576"/>
            </a:xfrm>
          </p:grpSpPr>
          <p:sp>
            <p:nvSpPr>
              <p:cNvPr id="21557" name="矩形 21556"/>
              <p:cNvSpPr/>
              <p:nvPr/>
            </p:nvSpPr>
            <p:spPr>
              <a:xfrm>
                <a:off x="43" y="0"/>
                <a:ext cx="379" cy="576"/>
              </a:xfrm>
              <a:prstGeom prst="rect">
                <a:avLst/>
              </a:prstGeom>
              <a:noFill/>
              <a:ln w="9525">
                <a:noFill/>
              </a:ln>
            </p:spPr>
            <p:txBody>
              <a:bodyPr/>
              <a:lstStyle/>
              <a:p>
                <a:pPr algn="just"/>
                <a:r>
                  <a:rPr lang="zh-CN" altLang="en-US">
                    <a:latin typeface="Times New Roman" panose="02020603050405020304" pitchFamily="2" charset="0"/>
                  </a:rPr>
                  <a:t>第四代</a:t>
                </a:r>
              </a:p>
              <a:p>
                <a:pPr algn="just" eaLnBrk="0" hangingPunct="0"/>
                <a:endParaRPr lang="zh-CN" altLang="en-US" sz="2400">
                  <a:latin typeface="Times New Roman" panose="02020603050405020304" pitchFamily="2" charset="0"/>
                </a:endParaRPr>
              </a:p>
            </p:txBody>
          </p:sp>
          <p:sp>
            <p:nvSpPr>
              <p:cNvPr id="21558" name="矩形 21557"/>
              <p:cNvSpPr/>
              <p:nvPr/>
            </p:nvSpPr>
            <p:spPr>
              <a:xfrm>
                <a:off x="0" y="0"/>
                <a:ext cx="465"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59" name="组合 21558"/>
            <p:cNvGrpSpPr/>
            <p:nvPr/>
          </p:nvGrpSpPr>
          <p:grpSpPr>
            <a:xfrm>
              <a:off x="465" y="2112"/>
              <a:ext cx="590" cy="576"/>
              <a:chOff x="0" y="0"/>
              <a:chExt cx="590" cy="576"/>
            </a:xfrm>
          </p:grpSpPr>
          <p:sp>
            <p:nvSpPr>
              <p:cNvPr id="21560" name="矩形 21559"/>
              <p:cNvSpPr/>
              <p:nvPr/>
            </p:nvSpPr>
            <p:spPr>
              <a:xfrm>
                <a:off x="43" y="0"/>
                <a:ext cx="504" cy="576"/>
              </a:xfrm>
              <a:prstGeom prst="rect">
                <a:avLst/>
              </a:prstGeom>
              <a:noFill/>
              <a:ln w="9525">
                <a:noFill/>
              </a:ln>
            </p:spPr>
            <p:txBody>
              <a:bodyPr/>
              <a:lstStyle/>
              <a:p>
                <a:pPr algn="just"/>
                <a:r>
                  <a:rPr lang="en-US" altLang="zh-CN">
                    <a:latin typeface="Times New Roman" panose="02020603050405020304" pitchFamily="2" charset="0"/>
                  </a:rPr>
                  <a:t>1972-</a:t>
                </a:r>
              </a:p>
              <a:p>
                <a:pPr algn="just" eaLnBrk="0" hangingPunct="0"/>
                <a:endParaRPr lang="en-US" altLang="zh-CN">
                  <a:latin typeface="Times New Roman" panose="02020603050405020304" pitchFamily="2" charset="0"/>
                </a:endParaRPr>
              </a:p>
            </p:txBody>
          </p:sp>
          <p:sp>
            <p:nvSpPr>
              <p:cNvPr id="21561" name="矩形 21560"/>
              <p:cNvSpPr/>
              <p:nvPr/>
            </p:nvSpPr>
            <p:spPr>
              <a:xfrm>
                <a:off x="0" y="0"/>
                <a:ext cx="590"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62" name="组合 21561"/>
            <p:cNvGrpSpPr/>
            <p:nvPr/>
          </p:nvGrpSpPr>
          <p:grpSpPr>
            <a:xfrm>
              <a:off x="1055" y="2112"/>
              <a:ext cx="674" cy="576"/>
              <a:chOff x="0" y="0"/>
              <a:chExt cx="674" cy="576"/>
            </a:xfrm>
          </p:grpSpPr>
          <p:sp>
            <p:nvSpPr>
              <p:cNvPr id="21563" name="矩形 21562"/>
              <p:cNvSpPr/>
              <p:nvPr/>
            </p:nvSpPr>
            <p:spPr>
              <a:xfrm>
                <a:off x="43" y="0"/>
                <a:ext cx="588" cy="576"/>
              </a:xfrm>
              <a:prstGeom prst="rect">
                <a:avLst/>
              </a:prstGeom>
              <a:noFill/>
              <a:ln w="9525">
                <a:noFill/>
              </a:ln>
            </p:spPr>
            <p:txBody>
              <a:bodyPr/>
              <a:lstStyle/>
              <a:p>
                <a:pPr algn="just"/>
                <a:r>
                  <a:rPr lang="zh-CN" altLang="en-US" sz="2000" b="1">
                    <a:solidFill>
                      <a:srgbClr val="0000CC"/>
                    </a:solidFill>
                    <a:latin typeface="Times New Roman" panose="02020603050405020304" pitchFamily="2" charset="0"/>
                    <a:ea typeface="楷体" panose="02010609060101010101" charset="-122"/>
                    <a:sym typeface="Arial" panose="020B0604020202020204" pitchFamily="34" charset="0"/>
                  </a:rPr>
                  <a:t>大及超大规模集成电路</a:t>
                </a:r>
              </a:p>
              <a:p>
                <a:pPr algn="just" eaLnBrk="0" hangingPunct="0"/>
                <a:endParaRPr lang="zh-CN" altLang="en-US" sz="2000" b="1">
                  <a:solidFill>
                    <a:srgbClr val="0000CC"/>
                  </a:solidFill>
                  <a:latin typeface="Times New Roman" panose="02020603050405020304" pitchFamily="2" charset="0"/>
                  <a:ea typeface="楷体" panose="02010609060101010101" charset="-122"/>
                  <a:sym typeface="Arial" panose="020B0604020202020204" pitchFamily="34" charset="0"/>
                </a:endParaRPr>
              </a:p>
            </p:txBody>
          </p:sp>
          <p:sp>
            <p:nvSpPr>
              <p:cNvPr id="21564" name="矩形 21563"/>
              <p:cNvSpPr/>
              <p:nvPr/>
            </p:nvSpPr>
            <p:spPr>
              <a:xfrm>
                <a:off x="0" y="0"/>
                <a:ext cx="674"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nvGrpSpPr>
            <p:cNvPr id="21565" name="组合 21564"/>
            <p:cNvGrpSpPr/>
            <p:nvPr/>
          </p:nvGrpSpPr>
          <p:grpSpPr>
            <a:xfrm>
              <a:off x="1729" y="2112"/>
              <a:ext cx="1573" cy="576"/>
              <a:chOff x="0" y="0"/>
              <a:chExt cx="1573" cy="576"/>
            </a:xfrm>
          </p:grpSpPr>
          <p:sp>
            <p:nvSpPr>
              <p:cNvPr id="21566" name="矩形 21565"/>
              <p:cNvSpPr/>
              <p:nvPr/>
            </p:nvSpPr>
            <p:spPr>
              <a:xfrm>
                <a:off x="43" y="0"/>
                <a:ext cx="1487" cy="576"/>
              </a:xfrm>
              <a:prstGeom prst="rect">
                <a:avLst/>
              </a:prstGeom>
              <a:noFill/>
              <a:ln w="9525">
                <a:noFill/>
              </a:ln>
            </p:spPr>
            <p:txBody>
              <a:bodyPr/>
              <a:lstStyle/>
              <a:p>
                <a:pPr algn="just"/>
                <a:r>
                  <a:rPr lang="zh-CN" altLang="en-US">
                    <a:latin typeface="Times New Roman" panose="02020603050405020304" pitchFamily="2" charset="0"/>
                  </a:rPr>
                  <a:t>速度提高至</a:t>
                </a:r>
                <a:r>
                  <a:rPr lang="en-US" altLang="zh-CN">
                    <a:latin typeface="Times New Roman" panose="02020603050405020304" pitchFamily="2" charset="0"/>
                  </a:rPr>
                  <a:t>GIPS</a:t>
                </a:r>
                <a:r>
                  <a:rPr lang="zh-CN" altLang="en-US">
                    <a:latin typeface="Times New Roman" panose="02020603050405020304" pitchFamily="2" charset="0"/>
                  </a:rPr>
                  <a:t>乃至</a:t>
                </a:r>
                <a:r>
                  <a:rPr lang="en-US" altLang="zh-CN">
                    <a:latin typeface="Times New Roman" panose="02020603050405020304" pitchFamily="2" charset="0"/>
                  </a:rPr>
                  <a:t>TIPS</a:t>
                </a:r>
                <a:r>
                  <a:rPr lang="zh-CN" altLang="en-US">
                    <a:latin typeface="Times New Roman" panose="02020603050405020304" pitchFamily="2" charset="0"/>
                  </a:rPr>
                  <a:t>水平</a:t>
                </a:r>
              </a:p>
              <a:p>
                <a:pPr algn="just" eaLnBrk="0" hangingPunct="0"/>
                <a:r>
                  <a:rPr lang="zh-CN" altLang="en-US">
                    <a:latin typeface="Times New Roman" panose="02020603050405020304" pitchFamily="2" charset="0"/>
                  </a:rPr>
                  <a:t>多机并行处理和计算机网络迅速发展。</a:t>
                </a:r>
                <a:endParaRPr lang="zh-CN" altLang="en-US" sz="2400">
                  <a:latin typeface="Times New Roman" panose="02020603050405020304" pitchFamily="2" charset="0"/>
                </a:endParaRPr>
              </a:p>
            </p:txBody>
          </p:sp>
          <p:sp>
            <p:nvSpPr>
              <p:cNvPr id="21567" name="矩形 21566"/>
              <p:cNvSpPr/>
              <p:nvPr/>
            </p:nvSpPr>
            <p:spPr>
              <a:xfrm>
                <a:off x="0" y="0"/>
                <a:ext cx="1573" cy="576"/>
              </a:xfrm>
              <a:prstGeom prst="rect">
                <a:avLst/>
              </a:prstGeom>
              <a:noFill/>
              <a:ln w="7" cap="flat" cmpd="sng">
                <a:solidFill>
                  <a:srgbClr val="A0A0A0"/>
                </a:solidFill>
                <a:prstDash val="solid"/>
                <a:miter/>
                <a:headEnd type="none" w="med" len="med"/>
                <a:tailEnd type="none" w="med" len="med"/>
              </a:ln>
            </p:spPr>
            <p:txBody>
              <a:bodyPr/>
              <a:lstStyle/>
              <a:p>
                <a:endParaRPr lang="zh-CN" altLang="en-US"/>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表格 22529"/>
          <p:cNvGraphicFramePr/>
          <p:nvPr/>
        </p:nvGraphicFramePr>
        <p:xfrm>
          <a:off x="468313" y="981075"/>
          <a:ext cx="7459663" cy="5334000"/>
        </p:xfrm>
        <a:graphic>
          <a:graphicData uri="http://schemas.openxmlformats.org/drawingml/2006/table">
            <a:tbl>
              <a:tblPr/>
              <a:tblGrid>
                <a:gridCol w="1004888">
                  <a:extLst>
                    <a:ext uri="{9D8B030D-6E8A-4147-A177-3AD203B41FA5}">
                      <a16:colId xmlns:a16="http://schemas.microsoft.com/office/drawing/2014/main" val="20000"/>
                    </a:ext>
                  </a:extLst>
                </a:gridCol>
                <a:gridCol w="469265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tblGrid>
              <a:tr h="55245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b="1"/>
                        <a:t>时代</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b="1"/>
                        <a:t>机型</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b="1"/>
                        <a:t>产地</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097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200" b="1"/>
                        <a:t>一</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400" b="1" dirty="0"/>
                        <a:t>ENIAC      1946</a:t>
                      </a:r>
                    </a:p>
                    <a:p>
                      <a:pPr marL="0" lvl="0" indent="0">
                        <a:buNone/>
                      </a:pPr>
                      <a:r>
                        <a:rPr lang="zh-CN" altLang="en-US" sz="1400" b="1" dirty="0"/>
                        <a:t>EDSAC      1949</a:t>
                      </a:r>
                    </a:p>
                    <a:p>
                      <a:pPr marL="0" lvl="0" indent="0">
                        <a:buNone/>
                      </a:pPr>
                      <a:r>
                        <a:rPr lang="zh-CN" altLang="en-US" sz="1400" b="1" dirty="0"/>
                        <a:t>103        1953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200" b="1" dirty="0"/>
                        <a:t>美.宾州大学</a:t>
                      </a:r>
                    </a:p>
                    <a:p>
                      <a:pPr marL="0" lvl="0" indent="0">
                        <a:buNone/>
                      </a:pPr>
                      <a:r>
                        <a:rPr lang="zh-CN" altLang="en-US" sz="1200" b="1" dirty="0"/>
                        <a:t>英.剑桥大学</a:t>
                      </a:r>
                    </a:p>
                    <a:p>
                      <a:pPr marL="0" lvl="0" indent="0">
                        <a:buNone/>
                      </a:pPr>
                      <a:r>
                        <a:rPr lang="zh-CN" altLang="en-US" sz="1200" b="1" dirty="0"/>
                        <a:t>中国 </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88988">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200" b="1"/>
                        <a:t>二</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200" b="1"/>
                        <a:t>IBM 7090    1958</a:t>
                      </a:r>
                    </a:p>
                    <a:p>
                      <a:pPr marL="0" lvl="0" indent="0">
                        <a:buNone/>
                      </a:pPr>
                      <a:r>
                        <a:rPr lang="en-US" altLang="zh-CN" sz="1200" b="1"/>
                        <a:t>DJS-21,108,X-2,441B  </a:t>
                      </a:r>
                      <a:endParaRPr lang="zh-CN" altLang="en-US" sz="12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400" b="1"/>
                        <a:t>IBM</a:t>
                      </a:r>
                    </a:p>
                    <a:p>
                      <a:pPr marL="0" lvl="0" indent="0">
                        <a:buNone/>
                      </a:pPr>
                      <a:r>
                        <a:rPr lang="zh-CN" altLang="en-US" sz="1400" b="1"/>
                        <a:t>中国</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31912">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200" b="1"/>
                        <a:t>三</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400" b="1"/>
                        <a:t>IBM360/370</a:t>
                      </a:r>
                      <a:r>
                        <a:rPr lang="zh-CN" altLang="en-US" sz="1400" b="1"/>
                        <a:t>系列</a:t>
                      </a:r>
                    </a:p>
                    <a:p>
                      <a:pPr marL="0" lvl="0" indent="0">
                        <a:buNone/>
                      </a:pPr>
                      <a:r>
                        <a:rPr lang="en-US" altLang="zh-CN" sz="1400" b="1"/>
                        <a:t>CDC6000/7600,STAR-100, NOVA,PDP-11</a:t>
                      </a:r>
                    </a:p>
                    <a:p>
                      <a:pPr marL="0" lvl="0" indent="0">
                        <a:buNone/>
                      </a:pPr>
                      <a:r>
                        <a:rPr lang="en-US" altLang="zh-CN" sz="1400" b="1"/>
                        <a:t>DJS-130/200</a:t>
                      </a:r>
                      <a:endParaRPr lang="zh-CN" altLang="en-US" sz="1400" b="1"/>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400" b="1"/>
                        <a:t>IBM</a:t>
                      </a:r>
                    </a:p>
                    <a:p>
                      <a:pPr marL="0" lvl="0" indent="0">
                        <a:buNone/>
                      </a:pPr>
                      <a:r>
                        <a:rPr lang="en-US" altLang="zh-CN" sz="1400" b="1"/>
                        <a:t>CDC</a:t>
                      </a:r>
                    </a:p>
                    <a:p>
                      <a:pPr marL="0" lvl="0" indent="0">
                        <a:buNone/>
                      </a:pPr>
                      <a:r>
                        <a:rPr lang="zh-CN" altLang="en-US" sz="1400" b="1"/>
                        <a:t>中国</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5095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200" b="1"/>
                        <a:t>四</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400" b="1" dirty="0"/>
                        <a:t>微型机  APPLE,IBM-PC</a:t>
                      </a:r>
                    </a:p>
                    <a:p>
                      <a:pPr marL="0" lvl="0" indent="0">
                        <a:buNone/>
                      </a:pPr>
                      <a:r>
                        <a:rPr lang="zh-CN" altLang="en-US" sz="1400" b="1" dirty="0"/>
                        <a:t>VAX系列</a:t>
                      </a:r>
                    </a:p>
                    <a:p>
                      <a:pPr marL="0" lvl="0" indent="0">
                        <a:buNone/>
                      </a:pPr>
                      <a:r>
                        <a:rPr lang="zh-CN" altLang="en-US" sz="1400" b="1" dirty="0"/>
                        <a:t>长城0520,</a:t>
                      </a:r>
                      <a:r>
                        <a:rPr lang="zh-CN" altLang="en-US" sz="1400" b="1" dirty="0">
                          <a:latin typeface="华文中宋" panose="02010600040101010101" pitchFamily="2" charset="-122"/>
                        </a:rPr>
                        <a:t>……</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000" b="1"/>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556" name="文本框 22555"/>
          <p:cNvSpPr txBox="1"/>
          <p:nvPr/>
        </p:nvSpPr>
        <p:spPr>
          <a:xfrm>
            <a:off x="368300" y="158750"/>
            <a:ext cx="4564063" cy="457200"/>
          </a:xfrm>
          <a:prstGeom prst="rect">
            <a:avLst/>
          </a:prstGeom>
          <a:noFill/>
          <a:ln w="9525">
            <a:noFill/>
          </a:ln>
        </p:spPr>
        <p:txBody>
          <a:bodyPr>
            <a:spAutoFit/>
          </a:bodyPr>
          <a:lstStyle/>
          <a:p>
            <a:r>
              <a:rPr lang="zh-CN" altLang="en-US" sz="2400" b="1" dirty="0">
                <a:solidFill>
                  <a:srgbClr val="0000CC"/>
                </a:solidFill>
                <a:latin typeface="Times New Roman" panose="02020603050405020304" pitchFamily="2" charset="0"/>
              </a:rPr>
              <a:t>各时代代表机型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553"/>
          <p:cNvSpPr>
            <a:spLocks noGrp="1"/>
          </p:cNvSpPr>
          <p:nvPr>
            <p:ph type="title" idx="4294967295"/>
          </p:nvPr>
        </p:nvSpPr>
        <p:spPr>
          <a:xfrm>
            <a:off x="-36512" y="188913"/>
            <a:ext cx="7772400" cy="542925"/>
          </a:xfrm>
          <a:ln/>
        </p:spPr>
        <p:txBody>
          <a:bodyPr anchor="b" anchorCtr="0"/>
          <a:lstStyle/>
          <a:p>
            <a:r>
              <a:rPr lang="zh-CN" altLang="en-US"/>
              <a:t>计算机总体发展</a:t>
            </a:r>
          </a:p>
        </p:txBody>
      </p:sp>
      <p:grpSp>
        <p:nvGrpSpPr>
          <p:cNvPr id="23555" name="组合 23554"/>
          <p:cNvGrpSpPr/>
          <p:nvPr/>
        </p:nvGrpSpPr>
        <p:grpSpPr>
          <a:xfrm>
            <a:off x="4763" y="1447800"/>
            <a:ext cx="9139237" cy="2698750"/>
            <a:chOff x="0" y="0"/>
            <a:chExt cx="5757" cy="1463"/>
          </a:xfrm>
        </p:grpSpPr>
        <p:sp>
          <p:nvSpPr>
            <p:cNvPr id="23556" name="矩形 23555"/>
            <p:cNvSpPr/>
            <p:nvPr/>
          </p:nvSpPr>
          <p:spPr>
            <a:xfrm>
              <a:off x="74"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57" name="矩形 23556"/>
            <p:cNvSpPr/>
            <p:nvPr/>
          </p:nvSpPr>
          <p:spPr>
            <a:xfrm>
              <a:off x="794"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年</a:t>
              </a:r>
              <a:endParaRPr lang="zh-CN" altLang="en-US" sz="2000">
                <a:latin typeface="Times New Roman" panose="02020603050405020304" pitchFamily="2" charset="0"/>
              </a:endParaRPr>
            </a:p>
          </p:txBody>
        </p:sp>
        <p:sp>
          <p:nvSpPr>
            <p:cNvPr id="23558" name="矩形 23557"/>
            <p:cNvSpPr/>
            <p:nvPr/>
          </p:nvSpPr>
          <p:spPr>
            <a:xfrm>
              <a:off x="930" y="38"/>
              <a:ext cx="16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59" name="矩形 23558"/>
            <p:cNvSpPr/>
            <p:nvPr/>
          </p:nvSpPr>
          <p:spPr>
            <a:xfrm>
              <a:off x="1067"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代</a:t>
              </a:r>
              <a:endParaRPr lang="zh-CN" altLang="en-US" sz="2000">
                <a:latin typeface="Times New Roman" panose="02020603050405020304" pitchFamily="2" charset="0"/>
              </a:endParaRPr>
            </a:p>
          </p:txBody>
        </p:sp>
        <p:sp>
          <p:nvSpPr>
            <p:cNvPr id="23560" name="矩形 23559"/>
            <p:cNvSpPr/>
            <p:nvPr/>
          </p:nvSpPr>
          <p:spPr>
            <a:xfrm>
              <a:off x="1204"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61" name="矩形 23560"/>
            <p:cNvSpPr/>
            <p:nvPr/>
          </p:nvSpPr>
          <p:spPr>
            <a:xfrm>
              <a:off x="1511" y="38"/>
              <a:ext cx="64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逻辑元件</a:t>
              </a:r>
              <a:endParaRPr lang="zh-CN" altLang="en-US" sz="2000">
                <a:latin typeface="Times New Roman" panose="02020603050405020304" pitchFamily="2" charset="0"/>
              </a:endParaRPr>
            </a:p>
          </p:txBody>
        </p:sp>
        <p:sp>
          <p:nvSpPr>
            <p:cNvPr id="23562" name="矩形 23561"/>
            <p:cNvSpPr/>
            <p:nvPr/>
          </p:nvSpPr>
          <p:spPr>
            <a:xfrm>
              <a:off x="2059"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63" name="矩形 23562"/>
            <p:cNvSpPr/>
            <p:nvPr/>
          </p:nvSpPr>
          <p:spPr>
            <a:xfrm>
              <a:off x="2231"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主</a:t>
              </a:r>
              <a:endParaRPr lang="zh-CN" altLang="en-US" sz="2000">
                <a:latin typeface="Times New Roman" panose="02020603050405020304" pitchFamily="2" charset="0"/>
              </a:endParaRPr>
            </a:p>
          </p:txBody>
        </p:sp>
        <p:sp>
          <p:nvSpPr>
            <p:cNvPr id="23564" name="矩形 23563"/>
            <p:cNvSpPr/>
            <p:nvPr/>
          </p:nvSpPr>
          <p:spPr>
            <a:xfrm>
              <a:off x="2368" y="38"/>
              <a:ext cx="32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65" name="矩形 23564"/>
            <p:cNvSpPr/>
            <p:nvPr/>
          </p:nvSpPr>
          <p:spPr>
            <a:xfrm>
              <a:off x="2642"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存</a:t>
              </a:r>
              <a:endParaRPr lang="zh-CN" altLang="en-US" sz="2000">
                <a:latin typeface="Times New Roman" panose="02020603050405020304" pitchFamily="2" charset="0"/>
              </a:endParaRPr>
            </a:p>
          </p:txBody>
        </p:sp>
        <p:sp>
          <p:nvSpPr>
            <p:cNvPr id="23566" name="矩形 23565"/>
            <p:cNvSpPr/>
            <p:nvPr/>
          </p:nvSpPr>
          <p:spPr>
            <a:xfrm>
              <a:off x="2779"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67" name="矩形 23566"/>
            <p:cNvSpPr/>
            <p:nvPr/>
          </p:nvSpPr>
          <p:spPr>
            <a:xfrm>
              <a:off x="2948"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辅</a:t>
              </a:r>
              <a:endParaRPr lang="zh-CN" altLang="en-US" sz="2000">
                <a:latin typeface="Times New Roman" panose="02020603050405020304" pitchFamily="2" charset="0"/>
              </a:endParaRPr>
            </a:p>
          </p:txBody>
        </p:sp>
        <p:sp>
          <p:nvSpPr>
            <p:cNvPr id="23568" name="矩形 23567"/>
            <p:cNvSpPr/>
            <p:nvPr/>
          </p:nvSpPr>
          <p:spPr>
            <a:xfrm>
              <a:off x="3085" y="38"/>
              <a:ext cx="32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69" name="矩形 23568"/>
            <p:cNvSpPr/>
            <p:nvPr/>
          </p:nvSpPr>
          <p:spPr>
            <a:xfrm>
              <a:off x="3359"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存</a:t>
              </a:r>
              <a:endParaRPr lang="zh-CN" altLang="en-US" sz="2000">
                <a:latin typeface="Times New Roman" panose="02020603050405020304" pitchFamily="2" charset="0"/>
              </a:endParaRPr>
            </a:p>
          </p:txBody>
        </p:sp>
        <p:sp>
          <p:nvSpPr>
            <p:cNvPr id="23570" name="矩形 23569"/>
            <p:cNvSpPr/>
            <p:nvPr/>
          </p:nvSpPr>
          <p:spPr>
            <a:xfrm>
              <a:off x="3496"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71" name="矩形 23570"/>
            <p:cNvSpPr/>
            <p:nvPr/>
          </p:nvSpPr>
          <p:spPr>
            <a:xfrm>
              <a:off x="3668" y="38"/>
              <a:ext cx="64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语言处理</a:t>
              </a:r>
              <a:endParaRPr lang="zh-CN" altLang="en-US" sz="2000">
                <a:latin typeface="Times New Roman" panose="02020603050405020304" pitchFamily="2" charset="0"/>
              </a:endParaRPr>
            </a:p>
          </p:txBody>
        </p:sp>
        <p:sp>
          <p:nvSpPr>
            <p:cNvPr id="23572" name="矩形 23571"/>
            <p:cNvSpPr/>
            <p:nvPr/>
          </p:nvSpPr>
          <p:spPr>
            <a:xfrm>
              <a:off x="4216"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73" name="矩形 23572"/>
            <p:cNvSpPr/>
            <p:nvPr/>
          </p:nvSpPr>
          <p:spPr>
            <a:xfrm>
              <a:off x="4386"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速</a:t>
              </a:r>
              <a:endParaRPr lang="zh-CN" altLang="en-US" sz="2000">
                <a:latin typeface="Times New Roman" panose="02020603050405020304" pitchFamily="2" charset="0"/>
              </a:endParaRPr>
            </a:p>
          </p:txBody>
        </p:sp>
        <p:sp>
          <p:nvSpPr>
            <p:cNvPr id="23574" name="矩形 23573"/>
            <p:cNvSpPr/>
            <p:nvPr/>
          </p:nvSpPr>
          <p:spPr>
            <a:xfrm>
              <a:off x="4523" y="38"/>
              <a:ext cx="24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75" name="矩形 23574"/>
            <p:cNvSpPr/>
            <p:nvPr/>
          </p:nvSpPr>
          <p:spPr>
            <a:xfrm>
              <a:off x="4728" y="38"/>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度</a:t>
              </a:r>
              <a:endParaRPr lang="zh-CN" altLang="en-US" sz="2000">
                <a:latin typeface="Times New Roman" panose="02020603050405020304" pitchFamily="2" charset="0"/>
              </a:endParaRPr>
            </a:p>
          </p:txBody>
        </p:sp>
        <p:sp>
          <p:nvSpPr>
            <p:cNvPr id="23576" name="矩形 23575"/>
            <p:cNvSpPr/>
            <p:nvPr/>
          </p:nvSpPr>
          <p:spPr>
            <a:xfrm>
              <a:off x="4865"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77" name="矩形 23576"/>
            <p:cNvSpPr/>
            <p:nvPr/>
          </p:nvSpPr>
          <p:spPr>
            <a:xfrm>
              <a:off x="5106" y="38"/>
              <a:ext cx="64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代表机种</a:t>
              </a:r>
              <a:endParaRPr lang="zh-CN" altLang="en-US" sz="2000">
                <a:latin typeface="Times New Roman" panose="02020603050405020304" pitchFamily="2" charset="0"/>
              </a:endParaRPr>
            </a:p>
          </p:txBody>
        </p:sp>
        <p:sp>
          <p:nvSpPr>
            <p:cNvPr id="23578" name="矩形 23577"/>
            <p:cNvSpPr/>
            <p:nvPr/>
          </p:nvSpPr>
          <p:spPr>
            <a:xfrm>
              <a:off x="5654" y="38"/>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579" name="矩形 23578"/>
            <p:cNvSpPr/>
            <p:nvPr/>
          </p:nvSpPr>
          <p:spPr>
            <a:xfrm>
              <a:off x="0" y="0"/>
              <a:ext cx="8" cy="10"/>
            </a:xfrm>
            <a:prstGeom prst="rect">
              <a:avLst/>
            </a:prstGeom>
            <a:solidFill>
              <a:srgbClr val="000000"/>
            </a:solidFill>
            <a:ln w="9525">
              <a:noFill/>
            </a:ln>
          </p:spPr>
          <p:txBody>
            <a:bodyPr/>
            <a:lstStyle/>
            <a:p>
              <a:endParaRPr lang="zh-CN" altLang="en-US"/>
            </a:p>
          </p:txBody>
        </p:sp>
        <p:sp>
          <p:nvSpPr>
            <p:cNvPr id="23580" name="直接连接符 23579"/>
            <p:cNvSpPr/>
            <p:nvPr/>
          </p:nvSpPr>
          <p:spPr>
            <a:xfrm>
              <a:off x="0" y="0"/>
              <a:ext cx="1" cy="10"/>
            </a:xfrm>
            <a:prstGeom prst="line">
              <a:avLst/>
            </a:prstGeom>
            <a:ln w="0" cap="flat" cmpd="sng">
              <a:solidFill>
                <a:srgbClr val="000000"/>
              </a:solidFill>
              <a:prstDash val="solid"/>
              <a:headEnd type="none" w="med" len="med"/>
              <a:tailEnd type="none" w="med" len="med"/>
            </a:ln>
          </p:spPr>
        </p:sp>
        <p:sp>
          <p:nvSpPr>
            <p:cNvPr id="23581" name="矩形 23580"/>
            <p:cNvSpPr/>
            <p:nvPr/>
          </p:nvSpPr>
          <p:spPr>
            <a:xfrm>
              <a:off x="0" y="0"/>
              <a:ext cx="8" cy="7"/>
            </a:xfrm>
            <a:prstGeom prst="rect">
              <a:avLst/>
            </a:prstGeom>
            <a:solidFill>
              <a:srgbClr val="000000"/>
            </a:solidFill>
            <a:ln w="9525">
              <a:noFill/>
            </a:ln>
          </p:spPr>
          <p:txBody>
            <a:bodyPr/>
            <a:lstStyle/>
            <a:p>
              <a:endParaRPr lang="zh-CN" altLang="en-US"/>
            </a:p>
          </p:txBody>
        </p:sp>
        <p:sp>
          <p:nvSpPr>
            <p:cNvPr id="23582" name="直接连接符 23581"/>
            <p:cNvSpPr/>
            <p:nvPr/>
          </p:nvSpPr>
          <p:spPr>
            <a:xfrm>
              <a:off x="0" y="0"/>
              <a:ext cx="8" cy="1"/>
            </a:xfrm>
            <a:prstGeom prst="line">
              <a:avLst/>
            </a:prstGeom>
            <a:ln w="0" cap="flat" cmpd="sng">
              <a:solidFill>
                <a:srgbClr val="000000"/>
              </a:solidFill>
              <a:prstDash val="solid"/>
              <a:headEnd type="none" w="med" len="med"/>
              <a:tailEnd type="none" w="med" len="med"/>
            </a:ln>
          </p:spPr>
        </p:sp>
        <p:sp>
          <p:nvSpPr>
            <p:cNvPr id="23583" name="直接连接符 23582"/>
            <p:cNvSpPr/>
            <p:nvPr/>
          </p:nvSpPr>
          <p:spPr>
            <a:xfrm>
              <a:off x="0" y="0"/>
              <a:ext cx="1" cy="7"/>
            </a:xfrm>
            <a:prstGeom prst="line">
              <a:avLst/>
            </a:prstGeom>
            <a:ln w="0" cap="flat" cmpd="sng">
              <a:solidFill>
                <a:srgbClr val="000000"/>
              </a:solidFill>
              <a:prstDash val="solid"/>
              <a:headEnd type="none" w="med" len="med"/>
              <a:tailEnd type="none" w="med" len="med"/>
            </a:ln>
          </p:spPr>
        </p:sp>
        <p:sp>
          <p:nvSpPr>
            <p:cNvPr id="23584" name="矩形 23583"/>
            <p:cNvSpPr/>
            <p:nvPr/>
          </p:nvSpPr>
          <p:spPr>
            <a:xfrm>
              <a:off x="8" y="0"/>
              <a:ext cx="712" cy="7"/>
            </a:xfrm>
            <a:prstGeom prst="rect">
              <a:avLst/>
            </a:prstGeom>
            <a:solidFill>
              <a:srgbClr val="000000"/>
            </a:solidFill>
            <a:ln w="9525">
              <a:noFill/>
            </a:ln>
          </p:spPr>
          <p:txBody>
            <a:bodyPr/>
            <a:lstStyle/>
            <a:p>
              <a:endParaRPr lang="zh-CN" altLang="en-US"/>
            </a:p>
          </p:txBody>
        </p:sp>
        <p:sp>
          <p:nvSpPr>
            <p:cNvPr id="23585" name="直接连接符 23584"/>
            <p:cNvSpPr/>
            <p:nvPr/>
          </p:nvSpPr>
          <p:spPr>
            <a:xfrm>
              <a:off x="8" y="0"/>
              <a:ext cx="712" cy="1"/>
            </a:xfrm>
            <a:prstGeom prst="line">
              <a:avLst/>
            </a:prstGeom>
            <a:ln w="0" cap="flat" cmpd="sng">
              <a:solidFill>
                <a:srgbClr val="000000"/>
              </a:solidFill>
              <a:prstDash val="solid"/>
              <a:headEnd type="none" w="med" len="med"/>
              <a:tailEnd type="none" w="med" len="med"/>
            </a:ln>
          </p:spPr>
        </p:sp>
        <p:sp>
          <p:nvSpPr>
            <p:cNvPr id="23586" name="矩形 23585"/>
            <p:cNvSpPr/>
            <p:nvPr/>
          </p:nvSpPr>
          <p:spPr>
            <a:xfrm>
              <a:off x="720" y="7"/>
              <a:ext cx="8" cy="3"/>
            </a:xfrm>
            <a:prstGeom prst="rect">
              <a:avLst/>
            </a:prstGeom>
            <a:solidFill>
              <a:srgbClr val="000000"/>
            </a:solidFill>
            <a:ln w="9525">
              <a:noFill/>
            </a:ln>
          </p:spPr>
          <p:txBody>
            <a:bodyPr/>
            <a:lstStyle/>
            <a:p>
              <a:endParaRPr lang="zh-CN" altLang="en-US"/>
            </a:p>
          </p:txBody>
        </p:sp>
        <p:sp>
          <p:nvSpPr>
            <p:cNvPr id="23587" name="直接连接符 23586"/>
            <p:cNvSpPr/>
            <p:nvPr/>
          </p:nvSpPr>
          <p:spPr>
            <a:xfrm>
              <a:off x="720" y="7"/>
              <a:ext cx="8" cy="1"/>
            </a:xfrm>
            <a:prstGeom prst="line">
              <a:avLst/>
            </a:prstGeom>
            <a:ln w="0" cap="flat" cmpd="sng">
              <a:solidFill>
                <a:srgbClr val="000000"/>
              </a:solidFill>
              <a:prstDash val="solid"/>
              <a:headEnd type="none" w="med" len="med"/>
              <a:tailEnd type="none" w="med" len="med"/>
            </a:ln>
          </p:spPr>
        </p:sp>
        <p:sp>
          <p:nvSpPr>
            <p:cNvPr id="23588" name="矩形 23587"/>
            <p:cNvSpPr/>
            <p:nvPr/>
          </p:nvSpPr>
          <p:spPr>
            <a:xfrm>
              <a:off x="720" y="0"/>
              <a:ext cx="8" cy="7"/>
            </a:xfrm>
            <a:prstGeom prst="rect">
              <a:avLst/>
            </a:prstGeom>
            <a:solidFill>
              <a:srgbClr val="000000"/>
            </a:solidFill>
            <a:ln w="9525">
              <a:noFill/>
            </a:ln>
          </p:spPr>
          <p:txBody>
            <a:bodyPr/>
            <a:lstStyle/>
            <a:p>
              <a:endParaRPr lang="zh-CN" altLang="en-US"/>
            </a:p>
          </p:txBody>
        </p:sp>
        <p:sp>
          <p:nvSpPr>
            <p:cNvPr id="23589" name="直接连接符 23588"/>
            <p:cNvSpPr/>
            <p:nvPr/>
          </p:nvSpPr>
          <p:spPr>
            <a:xfrm>
              <a:off x="720" y="0"/>
              <a:ext cx="8" cy="1"/>
            </a:xfrm>
            <a:prstGeom prst="line">
              <a:avLst/>
            </a:prstGeom>
            <a:ln w="0" cap="flat" cmpd="sng">
              <a:solidFill>
                <a:srgbClr val="000000"/>
              </a:solidFill>
              <a:prstDash val="solid"/>
              <a:headEnd type="none" w="med" len="med"/>
              <a:tailEnd type="none" w="med" len="med"/>
            </a:ln>
          </p:spPr>
        </p:sp>
        <p:sp>
          <p:nvSpPr>
            <p:cNvPr id="23590" name="直接连接符 23589"/>
            <p:cNvSpPr/>
            <p:nvPr/>
          </p:nvSpPr>
          <p:spPr>
            <a:xfrm>
              <a:off x="720" y="0"/>
              <a:ext cx="1" cy="7"/>
            </a:xfrm>
            <a:prstGeom prst="line">
              <a:avLst/>
            </a:prstGeom>
            <a:ln w="0" cap="flat" cmpd="sng">
              <a:solidFill>
                <a:srgbClr val="000000"/>
              </a:solidFill>
              <a:prstDash val="solid"/>
              <a:headEnd type="none" w="med" len="med"/>
              <a:tailEnd type="none" w="med" len="med"/>
            </a:ln>
          </p:spPr>
        </p:sp>
        <p:sp>
          <p:nvSpPr>
            <p:cNvPr id="23591" name="矩形 23590"/>
            <p:cNvSpPr/>
            <p:nvPr/>
          </p:nvSpPr>
          <p:spPr>
            <a:xfrm>
              <a:off x="728" y="0"/>
              <a:ext cx="709" cy="7"/>
            </a:xfrm>
            <a:prstGeom prst="rect">
              <a:avLst/>
            </a:prstGeom>
            <a:solidFill>
              <a:srgbClr val="000000"/>
            </a:solidFill>
            <a:ln w="9525">
              <a:noFill/>
            </a:ln>
          </p:spPr>
          <p:txBody>
            <a:bodyPr/>
            <a:lstStyle/>
            <a:p>
              <a:endParaRPr lang="zh-CN" altLang="en-US"/>
            </a:p>
          </p:txBody>
        </p:sp>
        <p:sp>
          <p:nvSpPr>
            <p:cNvPr id="23592" name="直接连接符 23591"/>
            <p:cNvSpPr/>
            <p:nvPr/>
          </p:nvSpPr>
          <p:spPr>
            <a:xfrm>
              <a:off x="728" y="0"/>
              <a:ext cx="709" cy="1"/>
            </a:xfrm>
            <a:prstGeom prst="line">
              <a:avLst/>
            </a:prstGeom>
            <a:ln w="0" cap="flat" cmpd="sng">
              <a:solidFill>
                <a:srgbClr val="000000"/>
              </a:solidFill>
              <a:prstDash val="solid"/>
              <a:headEnd type="none" w="med" len="med"/>
              <a:tailEnd type="none" w="med" len="med"/>
            </a:ln>
          </p:spPr>
        </p:sp>
        <p:sp>
          <p:nvSpPr>
            <p:cNvPr id="23593" name="矩形 23592"/>
            <p:cNvSpPr/>
            <p:nvPr/>
          </p:nvSpPr>
          <p:spPr>
            <a:xfrm>
              <a:off x="1437" y="7"/>
              <a:ext cx="8" cy="3"/>
            </a:xfrm>
            <a:prstGeom prst="rect">
              <a:avLst/>
            </a:prstGeom>
            <a:solidFill>
              <a:srgbClr val="000000"/>
            </a:solidFill>
            <a:ln w="9525">
              <a:noFill/>
            </a:ln>
          </p:spPr>
          <p:txBody>
            <a:bodyPr/>
            <a:lstStyle/>
            <a:p>
              <a:endParaRPr lang="zh-CN" altLang="en-US"/>
            </a:p>
          </p:txBody>
        </p:sp>
        <p:sp>
          <p:nvSpPr>
            <p:cNvPr id="23594" name="直接连接符 23593"/>
            <p:cNvSpPr/>
            <p:nvPr/>
          </p:nvSpPr>
          <p:spPr>
            <a:xfrm>
              <a:off x="1437" y="7"/>
              <a:ext cx="8" cy="1"/>
            </a:xfrm>
            <a:prstGeom prst="line">
              <a:avLst/>
            </a:prstGeom>
            <a:ln w="0" cap="flat" cmpd="sng">
              <a:solidFill>
                <a:srgbClr val="000000"/>
              </a:solidFill>
              <a:prstDash val="solid"/>
              <a:headEnd type="none" w="med" len="med"/>
              <a:tailEnd type="none" w="med" len="med"/>
            </a:ln>
          </p:spPr>
        </p:sp>
        <p:sp>
          <p:nvSpPr>
            <p:cNvPr id="23595" name="矩形 23594"/>
            <p:cNvSpPr/>
            <p:nvPr/>
          </p:nvSpPr>
          <p:spPr>
            <a:xfrm>
              <a:off x="1437" y="0"/>
              <a:ext cx="8" cy="7"/>
            </a:xfrm>
            <a:prstGeom prst="rect">
              <a:avLst/>
            </a:prstGeom>
            <a:solidFill>
              <a:srgbClr val="000000"/>
            </a:solidFill>
            <a:ln w="9525">
              <a:noFill/>
            </a:ln>
          </p:spPr>
          <p:txBody>
            <a:bodyPr/>
            <a:lstStyle/>
            <a:p>
              <a:endParaRPr lang="zh-CN" altLang="en-US"/>
            </a:p>
          </p:txBody>
        </p:sp>
        <p:sp>
          <p:nvSpPr>
            <p:cNvPr id="23596" name="直接连接符 23595"/>
            <p:cNvSpPr/>
            <p:nvPr/>
          </p:nvSpPr>
          <p:spPr>
            <a:xfrm>
              <a:off x="1437" y="0"/>
              <a:ext cx="8" cy="1"/>
            </a:xfrm>
            <a:prstGeom prst="line">
              <a:avLst/>
            </a:prstGeom>
            <a:ln w="0" cap="flat" cmpd="sng">
              <a:solidFill>
                <a:srgbClr val="000000"/>
              </a:solidFill>
              <a:prstDash val="solid"/>
              <a:headEnd type="none" w="med" len="med"/>
              <a:tailEnd type="none" w="med" len="med"/>
            </a:ln>
          </p:spPr>
        </p:sp>
        <p:sp>
          <p:nvSpPr>
            <p:cNvPr id="23597" name="直接连接符 23596"/>
            <p:cNvSpPr/>
            <p:nvPr/>
          </p:nvSpPr>
          <p:spPr>
            <a:xfrm>
              <a:off x="1437" y="0"/>
              <a:ext cx="1" cy="7"/>
            </a:xfrm>
            <a:prstGeom prst="line">
              <a:avLst/>
            </a:prstGeom>
            <a:ln w="0" cap="flat" cmpd="sng">
              <a:solidFill>
                <a:srgbClr val="000000"/>
              </a:solidFill>
              <a:prstDash val="solid"/>
              <a:headEnd type="none" w="med" len="med"/>
              <a:tailEnd type="none" w="med" len="med"/>
            </a:ln>
          </p:spPr>
        </p:sp>
        <p:sp>
          <p:nvSpPr>
            <p:cNvPr id="23598" name="矩形 23597"/>
            <p:cNvSpPr/>
            <p:nvPr/>
          </p:nvSpPr>
          <p:spPr>
            <a:xfrm>
              <a:off x="1445" y="0"/>
              <a:ext cx="712" cy="7"/>
            </a:xfrm>
            <a:prstGeom prst="rect">
              <a:avLst/>
            </a:prstGeom>
            <a:solidFill>
              <a:srgbClr val="000000"/>
            </a:solidFill>
            <a:ln w="9525">
              <a:noFill/>
            </a:ln>
          </p:spPr>
          <p:txBody>
            <a:bodyPr/>
            <a:lstStyle/>
            <a:p>
              <a:endParaRPr lang="zh-CN" altLang="en-US"/>
            </a:p>
          </p:txBody>
        </p:sp>
        <p:sp>
          <p:nvSpPr>
            <p:cNvPr id="23599" name="直接连接符 23598"/>
            <p:cNvSpPr/>
            <p:nvPr/>
          </p:nvSpPr>
          <p:spPr>
            <a:xfrm>
              <a:off x="1445" y="0"/>
              <a:ext cx="712" cy="1"/>
            </a:xfrm>
            <a:prstGeom prst="line">
              <a:avLst/>
            </a:prstGeom>
            <a:ln w="0" cap="flat" cmpd="sng">
              <a:solidFill>
                <a:srgbClr val="000000"/>
              </a:solidFill>
              <a:prstDash val="solid"/>
              <a:headEnd type="none" w="med" len="med"/>
              <a:tailEnd type="none" w="med" len="med"/>
            </a:ln>
          </p:spPr>
        </p:sp>
        <p:sp>
          <p:nvSpPr>
            <p:cNvPr id="23600" name="矩形 23599"/>
            <p:cNvSpPr/>
            <p:nvPr/>
          </p:nvSpPr>
          <p:spPr>
            <a:xfrm>
              <a:off x="2157" y="7"/>
              <a:ext cx="8" cy="3"/>
            </a:xfrm>
            <a:prstGeom prst="rect">
              <a:avLst/>
            </a:prstGeom>
            <a:solidFill>
              <a:srgbClr val="000000"/>
            </a:solidFill>
            <a:ln w="9525">
              <a:noFill/>
            </a:ln>
          </p:spPr>
          <p:txBody>
            <a:bodyPr/>
            <a:lstStyle/>
            <a:p>
              <a:endParaRPr lang="zh-CN" altLang="en-US"/>
            </a:p>
          </p:txBody>
        </p:sp>
        <p:sp>
          <p:nvSpPr>
            <p:cNvPr id="23601" name="直接连接符 23600"/>
            <p:cNvSpPr/>
            <p:nvPr/>
          </p:nvSpPr>
          <p:spPr>
            <a:xfrm>
              <a:off x="2157" y="7"/>
              <a:ext cx="8" cy="1"/>
            </a:xfrm>
            <a:prstGeom prst="line">
              <a:avLst/>
            </a:prstGeom>
            <a:ln w="0" cap="flat" cmpd="sng">
              <a:solidFill>
                <a:srgbClr val="000000"/>
              </a:solidFill>
              <a:prstDash val="solid"/>
              <a:headEnd type="none" w="med" len="med"/>
              <a:tailEnd type="none" w="med" len="med"/>
            </a:ln>
          </p:spPr>
        </p:sp>
        <p:sp>
          <p:nvSpPr>
            <p:cNvPr id="23602" name="矩形 23601"/>
            <p:cNvSpPr/>
            <p:nvPr/>
          </p:nvSpPr>
          <p:spPr>
            <a:xfrm>
              <a:off x="2157" y="0"/>
              <a:ext cx="8" cy="7"/>
            </a:xfrm>
            <a:prstGeom prst="rect">
              <a:avLst/>
            </a:prstGeom>
            <a:solidFill>
              <a:srgbClr val="000000"/>
            </a:solidFill>
            <a:ln w="9525">
              <a:noFill/>
            </a:ln>
          </p:spPr>
          <p:txBody>
            <a:bodyPr/>
            <a:lstStyle/>
            <a:p>
              <a:endParaRPr lang="zh-CN" altLang="en-US"/>
            </a:p>
          </p:txBody>
        </p:sp>
        <p:sp>
          <p:nvSpPr>
            <p:cNvPr id="23603" name="直接连接符 23602"/>
            <p:cNvSpPr/>
            <p:nvPr/>
          </p:nvSpPr>
          <p:spPr>
            <a:xfrm>
              <a:off x="2157" y="0"/>
              <a:ext cx="8" cy="1"/>
            </a:xfrm>
            <a:prstGeom prst="line">
              <a:avLst/>
            </a:prstGeom>
            <a:ln w="0" cap="flat" cmpd="sng">
              <a:solidFill>
                <a:srgbClr val="000000"/>
              </a:solidFill>
              <a:prstDash val="solid"/>
              <a:headEnd type="none" w="med" len="med"/>
              <a:tailEnd type="none" w="med" len="med"/>
            </a:ln>
          </p:spPr>
        </p:sp>
        <p:sp>
          <p:nvSpPr>
            <p:cNvPr id="23604" name="直接连接符 23603"/>
            <p:cNvSpPr/>
            <p:nvPr/>
          </p:nvSpPr>
          <p:spPr>
            <a:xfrm>
              <a:off x="2157" y="0"/>
              <a:ext cx="1" cy="7"/>
            </a:xfrm>
            <a:prstGeom prst="line">
              <a:avLst/>
            </a:prstGeom>
            <a:ln w="0" cap="flat" cmpd="sng">
              <a:solidFill>
                <a:srgbClr val="000000"/>
              </a:solidFill>
              <a:prstDash val="solid"/>
              <a:headEnd type="none" w="med" len="med"/>
              <a:tailEnd type="none" w="med" len="med"/>
            </a:ln>
          </p:spPr>
        </p:sp>
        <p:sp>
          <p:nvSpPr>
            <p:cNvPr id="23605" name="矩形 23604"/>
            <p:cNvSpPr/>
            <p:nvPr/>
          </p:nvSpPr>
          <p:spPr>
            <a:xfrm>
              <a:off x="2165" y="0"/>
              <a:ext cx="710" cy="7"/>
            </a:xfrm>
            <a:prstGeom prst="rect">
              <a:avLst/>
            </a:prstGeom>
            <a:solidFill>
              <a:srgbClr val="000000"/>
            </a:solidFill>
            <a:ln w="9525">
              <a:noFill/>
            </a:ln>
          </p:spPr>
          <p:txBody>
            <a:bodyPr/>
            <a:lstStyle/>
            <a:p>
              <a:endParaRPr lang="zh-CN" altLang="en-US"/>
            </a:p>
          </p:txBody>
        </p:sp>
        <p:sp>
          <p:nvSpPr>
            <p:cNvPr id="23606" name="直接连接符 23605"/>
            <p:cNvSpPr/>
            <p:nvPr/>
          </p:nvSpPr>
          <p:spPr>
            <a:xfrm>
              <a:off x="2165" y="0"/>
              <a:ext cx="710" cy="1"/>
            </a:xfrm>
            <a:prstGeom prst="line">
              <a:avLst/>
            </a:prstGeom>
            <a:ln w="0" cap="flat" cmpd="sng">
              <a:solidFill>
                <a:srgbClr val="000000"/>
              </a:solidFill>
              <a:prstDash val="solid"/>
              <a:headEnd type="none" w="med" len="med"/>
              <a:tailEnd type="none" w="med" len="med"/>
            </a:ln>
          </p:spPr>
        </p:sp>
        <p:sp>
          <p:nvSpPr>
            <p:cNvPr id="23607" name="矩形 23606"/>
            <p:cNvSpPr/>
            <p:nvPr/>
          </p:nvSpPr>
          <p:spPr>
            <a:xfrm>
              <a:off x="2875" y="7"/>
              <a:ext cx="8" cy="3"/>
            </a:xfrm>
            <a:prstGeom prst="rect">
              <a:avLst/>
            </a:prstGeom>
            <a:solidFill>
              <a:srgbClr val="000000"/>
            </a:solidFill>
            <a:ln w="9525">
              <a:noFill/>
            </a:ln>
          </p:spPr>
          <p:txBody>
            <a:bodyPr/>
            <a:lstStyle/>
            <a:p>
              <a:endParaRPr lang="zh-CN" altLang="en-US"/>
            </a:p>
          </p:txBody>
        </p:sp>
        <p:sp>
          <p:nvSpPr>
            <p:cNvPr id="23608" name="直接连接符 23607"/>
            <p:cNvSpPr/>
            <p:nvPr/>
          </p:nvSpPr>
          <p:spPr>
            <a:xfrm>
              <a:off x="2875" y="7"/>
              <a:ext cx="8" cy="1"/>
            </a:xfrm>
            <a:prstGeom prst="line">
              <a:avLst/>
            </a:prstGeom>
            <a:ln w="0" cap="flat" cmpd="sng">
              <a:solidFill>
                <a:srgbClr val="000000"/>
              </a:solidFill>
              <a:prstDash val="solid"/>
              <a:headEnd type="none" w="med" len="med"/>
              <a:tailEnd type="none" w="med" len="med"/>
            </a:ln>
          </p:spPr>
        </p:sp>
        <p:sp>
          <p:nvSpPr>
            <p:cNvPr id="23609" name="矩形 23608"/>
            <p:cNvSpPr/>
            <p:nvPr/>
          </p:nvSpPr>
          <p:spPr>
            <a:xfrm>
              <a:off x="2875" y="0"/>
              <a:ext cx="8" cy="7"/>
            </a:xfrm>
            <a:prstGeom prst="rect">
              <a:avLst/>
            </a:prstGeom>
            <a:solidFill>
              <a:srgbClr val="000000"/>
            </a:solidFill>
            <a:ln w="9525">
              <a:noFill/>
            </a:ln>
          </p:spPr>
          <p:txBody>
            <a:bodyPr/>
            <a:lstStyle/>
            <a:p>
              <a:endParaRPr lang="zh-CN" altLang="en-US"/>
            </a:p>
          </p:txBody>
        </p:sp>
        <p:sp>
          <p:nvSpPr>
            <p:cNvPr id="23610" name="直接连接符 23609"/>
            <p:cNvSpPr/>
            <p:nvPr/>
          </p:nvSpPr>
          <p:spPr>
            <a:xfrm>
              <a:off x="2875" y="0"/>
              <a:ext cx="8" cy="1"/>
            </a:xfrm>
            <a:prstGeom prst="line">
              <a:avLst/>
            </a:prstGeom>
            <a:ln w="0" cap="flat" cmpd="sng">
              <a:solidFill>
                <a:srgbClr val="000000"/>
              </a:solidFill>
              <a:prstDash val="solid"/>
              <a:headEnd type="none" w="med" len="med"/>
              <a:tailEnd type="none" w="med" len="med"/>
            </a:ln>
          </p:spPr>
        </p:sp>
        <p:sp>
          <p:nvSpPr>
            <p:cNvPr id="23611" name="直接连接符 23610"/>
            <p:cNvSpPr/>
            <p:nvPr/>
          </p:nvSpPr>
          <p:spPr>
            <a:xfrm>
              <a:off x="2875" y="0"/>
              <a:ext cx="1" cy="7"/>
            </a:xfrm>
            <a:prstGeom prst="line">
              <a:avLst/>
            </a:prstGeom>
            <a:ln w="0" cap="flat" cmpd="sng">
              <a:solidFill>
                <a:srgbClr val="000000"/>
              </a:solidFill>
              <a:prstDash val="solid"/>
              <a:headEnd type="none" w="med" len="med"/>
              <a:tailEnd type="none" w="med" len="med"/>
            </a:ln>
          </p:spPr>
        </p:sp>
        <p:sp>
          <p:nvSpPr>
            <p:cNvPr id="23612" name="矩形 23611"/>
            <p:cNvSpPr/>
            <p:nvPr/>
          </p:nvSpPr>
          <p:spPr>
            <a:xfrm>
              <a:off x="2883" y="0"/>
              <a:ext cx="712" cy="7"/>
            </a:xfrm>
            <a:prstGeom prst="rect">
              <a:avLst/>
            </a:prstGeom>
            <a:solidFill>
              <a:srgbClr val="000000"/>
            </a:solidFill>
            <a:ln w="9525">
              <a:noFill/>
            </a:ln>
          </p:spPr>
          <p:txBody>
            <a:bodyPr/>
            <a:lstStyle/>
            <a:p>
              <a:endParaRPr lang="zh-CN" altLang="en-US"/>
            </a:p>
          </p:txBody>
        </p:sp>
        <p:sp>
          <p:nvSpPr>
            <p:cNvPr id="23613" name="直接连接符 23612"/>
            <p:cNvSpPr/>
            <p:nvPr/>
          </p:nvSpPr>
          <p:spPr>
            <a:xfrm>
              <a:off x="2883" y="0"/>
              <a:ext cx="712" cy="1"/>
            </a:xfrm>
            <a:prstGeom prst="line">
              <a:avLst/>
            </a:prstGeom>
            <a:ln w="0" cap="flat" cmpd="sng">
              <a:solidFill>
                <a:srgbClr val="000000"/>
              </a:solidFill>
              <a:prstDash val="solid"/>
              <a:headEnd type="none" w="med" len="med"/>
              <a:tailEnd type="none" w="med" len="med"/>
            </a:ln>
          </p:spPr>
        </p:sp>
        <p:sp>
          <p:nvSpPr>
            <p:cNvPr id="23614" name="矩形 23613"/>
            <p:cNvSpPr/>
            <p:nvPr/>
          </p:nvSpPr>
          <p:spPr>
            <a:xfrm>
              <a:off x="3595" y="7"/>
              <a:ext cx="8" cy="3"/>
            </a:xfrm>
            <a:prstGeom prst="rect">
              <a:avLst/>
            </a:prstGeom>
            <a:solidFill>
              <a:srgbClr val="000000"/>
            </a:solidFill>
            <a:ln w="9525">
              <a:noFill/>
            </a:ln>
          </p:spPr>
          <p:txBody>
            <a:bodyPr/>
            <a:lstStyle/>
            <a:p>
              <a:endParaRPr lang="zh-CN" altLang="en-US"/>
            </a:p>
          </p:txBody>
        </p:sp>
        <p:sp>
          <p:nvSpPr>
            <p:cNvPr id="23615" name="直接连接符 23614"/>
            <p:cNvSpPr/>
            <p:nvPr/>
          </p:nvSpPr>
          <p:spPr>
            <a:xfrm>
              <a:off x="3595" y="7"/>
              <a:ext cx="8" cy="1"/>
            </a:xfrm>
            <a:prstGeom prst="line">
              <a:avLst/>
            </a:prstGeom>
            <a:ln w="0" cap="flat" cmpd="sng">
              <a:solidFill>
                <a:srgbClr val="000000"/>
              </a:solidFill>
              <a:prstDash val="solid"/>
              <a:headEnd type="none" w="med" len="med"/>
              <a:tailEnd type="none" w="med" len="med"/>
            </a:ln>
          </p:spPr>
        </p:sp>
        <p:sp>
          <p:nvSpPr>
            <p:cNvPr id="23616" name="矩形 23615"/>
            <p:cNvSpPr/>
            <p:nvPr/>
          </p:nvSpPr>
          <p:spPr>
            <a:xfrm>
              <a:off x="3595" y="0"/>
              <a:ext cx="8" cy="7"/>
            </a:xfrm>
            <a:prstGeom prst="rect">
              <a:avLst/>
            </a:prstGeom>
            <a:solidFill>
              <a:srgbClr val="000000"/>
            </a:solidFill>
            <a:ln w="9525">
              <a:noFill/>
            </a:ln>
          </p:spPr>
          <p:txBody>
            <a:bodyPr/>
            <a:lstStyle/>
            <a:p>
              <a:endParaRPr lang="zh-CN" altLang="en-US"/>
            </a:p>
          </p:txBody>
        </p:sp>
        <p:sp>
          <p:nvSpPr>
            <p:cNvPr id="23617" name="直接连接符 23616"/>
            <p:cNvSpPr/>
            <p:nvPr/>
          </p:nvSpPr>
          <p:spPr>
            <a:xfrm>
              <a:off x="3595" y="0"/>
              <a:ext cx="8" cy="1"/>
            </a:xfrm>
            <a:prstGeom prst="line">
              <a:avLst/>
            </a:prstGeom>
            <a:ln w="0" cap="flat" cmpd="sng">
              <a:solidFill>
                <a:srgbClr val="000000"/>
              </a:solidFill>
              <a:prstDash val="solid"/>
              <a:headEnd type="none" w="med" len="med"/>
              <a:tailEnd type="none" w="med" len="med"/>
            </a:ln>
          </p:spPr>
        </p:sp>
        <p:sp>
          <p:nvSpPr>
            <p:cNvPr id="23618" name="直接连接符 23617"/>
            <p:cNvSpPr/>
            <p:nvPr/>
          </p:nvSpPr>
          <p:spPr>
            <a:xfrm>
              <a:off x="3595" y="0"/>
              <a:ext cx="1" cy="7"/>
            </a:xfrm>
            <a:prstGeom prst="line">
              <a:avLst/>
            </a:prstGeom>
            <a:ln w="0" cap="flat" cmpd="sng">
              <a:solidFill>
                <a:srgbClr val="000000"/>
              </a:solidFill>
              <a:prstDash val="solid"/>
              <a:headEnd type="none" w="med" len="med"/>
              <a:tailEnd type="none" w="med" len="med"/>
            </a:ln>
          </p:spPr>
        </p:sp>
        <p:sp>
          <p:nvSpPr>
            <p:cNvPr id="23619" name="矩形 23618"/>
            <p:cNvSpPr/>
            <p:nvPr/>
          </p:nvSpPr>
          <p:spPr>
            <a:xfrm>
              <a:off x="3603" y="0"/>
              <a:ext cx="709" cy="7"/>
            </a:xfrm>
            <a:prstGeom prst="rect">
              <a:avLst/>
            </a:prstGeom>
            <a:solidFill>
              <a:srgbClr val="000000"/>
            </a:solidFill>
            <a:ln w="9525">
              <a:noFill/>
            </a:ln>
          </p:spPr>
          <p:txBody>
            <a:bodyPr/>
            <a:lstStyle/>
            <a:p>
              <a:endParaRPr lang="zh-CN" altLang="en-US"/>
            </a:p>
          </p:txBody>
        </p:sp>
        <p:sp>
          <p:nvSpPr>
            <p:cNvPr id="23620" name="直接连接符 23619"/>
            <p:cNvSpPr/>
            <p:nvPr/>
          </p:nvSpPr>
          <p:spPr>
            <a:xfrm>
              <a:off x="3603" y="0"/>
              <a:ext cx="709" cy="1"/>
            </a:xfrm>
            <a:prstGeom prst="line">
              <a:avLst/>
            </a:prstGeom>
            <a:ln w="0" cap="flat" cmpd="sng">
              <a:solidFill>
                <a:srgbClr val="000000"/>
              </a:solidFill>
              <a:prstDash val="solid"/>
              <a:headEnd type="none" w="med" len="med"/>
              <a:tailEnd type="none" w="med" len="med"/>
            </a:ln>
          </p:spPr>
        </p:sp>
        <p:sp>
          <p:nvSpPr>
            <p:cNvPr id="23621" name="矩形 23620"/>
            <p:cNvSpPr/>
            <p:nvPr/>
          </p:nvSpPr>
          <p:spPr>
            <a:xfrm>
              <a:off x="4312" y="7"/>
              <a:ext cx="8" cy="3"/>
            </a:xfrm>
            <a:prstGeom prst="rect">
              <a:avLst/>
            </a:prstGeom>
            <a:solidFill>
              <a:srgbClr val="000000"/>
            </a:solidFill>
            <a:ln w="9525">
              <a:noFill/>
            </a:ln>
          </p:spPr>
          <p:txBody>
            <a:bodyPr/>
            <a:lstStyle/>
            <a:p>
              <a:endParaRPr lang="zh-CN" altLang="en-US"/>
            </a:p>
          </p:txBody>
        </p:sp>
        <p:sp>
          <p:nvSpPr>
            <p:cNvPr id="23622" name="直接连接符 23621"/>
            <p:cNvSpPr/>
            <p:nvPr/>
          </p:nvSpPr>
          <p:spPr>
            <a:xfrm>
              <a:off x="4312" y="7"/>
              <a:ext cx="8" cy="1"/>
            </a:xfrm>
            <a:prstGeom prst="line">
              <a:avLst/>
            </a:prstGeom>
            <a:ln w="0" cap="flat" cmpd="sng">
              <a:solidFill>
                <a:srgbClr val="000000"/>
              </a:solidFill>
              <a:prstDash val="solid"/>
              <a:headEnd type="none" w="med" len="med"/>
              <a:tailEnd type="none" w="med" len="med"/>
            </a:ln>
          </p:spPr>
        </p:sp>
        <p:sp>
          <p:nvSpPr>
            <p:cNvPr id="23623" name="矩形 23622"/>
            <p:cNvSpPr/>
            <p:nvPr/>
          </p:nvSpPr>
          <p:spPr>
            <a:xfrm>
              <a:off x="4312" y="0"/>
              <a:ext cx="8" cy="7"/>
            </a:xfrm>
            <a:prstGeom prst="rect">
              <a:avLst/>
            </a:prstGeom>
            <a:solidFill>
              <a:srgbClr val="000000"/>
            </a:solidFill>
            <a:ln w="9525">
              <a:noFill/>
            </a:ln>
          </p:spPr>
          <p:txBody>
            <a:bodyPr/>
            <a:lstStyle/>
            <a:p>
              <a:endParaRPr lang="zh-CN" altLang="en-US"/>
            </a:p>
          </p:txBody>
        </p:sp>
        <p:sp>
          <p:nvSpPr>
            <p:cNvPr id="23624" name="直接连接符 23623"/>
            <p:cNvSpPr/>
            <p:nvPr/>
          </p:nvSpPr>
          <p:spPr>
            <a:xfrm>
              <a:off x="4312" y="0"/>
              <a:ext cx="8" cy="1"/>
            </a:xfrm>
            <a:prstGeom prst="line">
              <a:avLst/>
            </a:prstGeom>
            <a:ln w="0" cap="flat" cmpd="sng">
              <a:solidFill>
                <a:srgbClr val="000000"/>
              </a:solidFill>
              <a:prstDash val="solid"/>
              <a:headEnd type="none" w="med" len="med"/>
              <a:tailEnd type="none" w="med" len="med"/>
            </a:ln>
          </p:spPr>
        </p:sp>
        <p:sp>
          <p:nvSpPr>
            <p:cNvPr id="23625" name="直接连接符 23624"/>
            <p:cNvSpPr/>
            <p:nvPr/>
          </p:nvSpPr>
          <p:spPr>
            <a:xfrm>
              <a:off x="4312" y="0"/>
              <a:ext cx="1" cy="7"/>
            </a:xfrm>
            <a:prstGeom prst="line">
              <a:avLst/>
            </a:prstGeom>
            <a:ln w="0" cap="flat" cmpd="sng">
              <a:solidFill>
                <a:srgbClr val="000000"/>
              </a:solidFill>
              <a:prstDash val="solid"/>
              <a:headEnd type="none" w="med" len="med"/>
              <a:tailEnd type="none" w="med" len="med"/>
            </a:ln>
          </p:spPr>
        </p:sp>
        <p:sp>
          <p:nvSpPr>
            <p:cNvPr id="23626" name="矩形 23625"/>
            <p:cNvSpPr/>
            <p:nvPr/>
          </p:nvSpPr>
          <p:spPr>
            <a:xfrm>
              <a:off x="4320" y="0"/>
              <a:ext cx="712" cy="7"/>
            </a:xfrm>
            <a:prstGeom prst="rect">
              <a:avLst/>
            </a:prstGeom>
            <a:solidFill>
              <a:srgbClr val="000000"/>
            </a:solidFill>
            <a:ln w="9525">
              <a:noFill/>
            </a:ln>
          </p:spPr>
          <p:txBody>
            <a:bodyPr/>
            <a:lstStyle/>
            <a:p>
              <a:endParaRPr lang="zh-CN" altLang="en-US"/>
            </a:p>
          </p:txBody>
        </p:sp>
        <p:sp>
          <p:nvSpPr>
            <p:cNvPr id="23627" name="直接连接符 23626"/>
            <p:cNvSpPr/>
            <p:nvPr/>
          </p:nvSpPr>
          <p:spPr>
            <a:xfrm>
              <a:off x="4320" y="0"/>
              <a:ext cx="712" cy="1"/>
            </a:xfrm>
            <a:prstGeom prst="line">
              <a:avLst/>
            </a:prstGeom>
            <a:ln w="0" cap="flat" cmpd="sng">
              <a:solidFill>
                <a:srgbClr val="000000"/>
              </a:solidFill>
              <a:prstDash val="solid"/>
              <a:headEnd type="none" w="med" len="med"/>
              <a:tailEnd type="none" w="med" len="med"/>
            </a:ln>
          </p:spPr>
        </p:sp>
        <p:sp>
          <p:nvSpPr>
            <p:cNvPr id="23628" name="矩形 23627"/>
            <p:cNvSpPr/>
            <p:nvPr/>
          </p:nvSpPr>
          <p:spPr>
            <a:xfrm>
              <a:off x="5032" y="7"/>
              <a:ext cx="8" cy="3"/>
            </a:xfrm>
            <a:prstGeom prst="rect">
              <a:avLst/>
            </a:prstGeom>
            <a:solidFill>
              <a:srgbClr val="000000"/>
            </a:solidFill>
            <a:ln w="9525">
              <a:noFill/>
            </a:ln>
          </p:spPr>
          <p:txBody>
            <a:bodyPr/>
            <a:lstStyle/>
            <a:p>
              <a:endParaRPr lang="zh-CN" altLang="en-US"/>
            </a:p>
          </p:txBody>
        </p:sp>
        <p:sp>
          <p:nvSpPr>
            <p:cNvPr id="23629" name="直接连接符 23628"/>
            <p:cNvSpPr/>
            <p:nvPr/>
          </p:nvSpPr>
          <p:spPr>
            <a:xfrm>
              <a:off x="5032" y="7"/>
              <a:ext cx="8" cy="1"/>
            </a:xfrm>
            <a:prstGeom prst="line">
              <a:avLst/>
            </a:prstGeom>
            <a:ln w="0" cap="flat" cmpd="sng">
              <a:solidFill>
                <a:srgbClr val="000000"/>
              </a:solidFill>
              <a:prstDash val="solid"/>
              <a:headEnd type="none" w="med" len="med"/>
              <a:tailEnd type="none" w="med" len="med"/>
            </a:ln>
          </p:spPr>
        </p:sp>
        <p:sp>
          <p:nvSpPr>
            <p:cNvPr id="23630" name="矩形 23629"/>
            <p:cNvSpPr/>
            <p:nvPr/>
          </p:nvSpPr>
          <p:spPr>
            <a:xfrm>
              <a:off x="5032" y="0"/>
              <a:ext cx="8" cy="7"/>
            </a:xfrm>
            <a:prstGeom prst="rect">
              <a:avLst/>
            </a:prstGeom>
            <a:solidFill>
              <a:srgbClr val="000000"/>
            </a:solidFill>
            <a:ln w="9525">
              <a:noFill/>
            </a:ln>
          </p:spPr>
          <p:txBody>
            <a:bodyPr/>
            <a:lstStyle/>
            <a:p>
              <a:endParaRPr lang="zh-CN" altLang="en-US"/>
            </a:p>
          </p:txBody>
        </p:sp>
        <p:sp>
          <p:nvSpPr>
            <p:cNvPr id="23631" name="直接连接符 23630"/>
            <p:cNvSpPr/>
            <p:nvPr/>
          </p:nvSpPr>
          <p:spPr>
            <a:xfrm>
              <a:off x="5032" y="0"/>
              <a:ext cx="8" cy="1"/>
            </a:xfrm>
            <a:prstGeom prst="line">
              <a:avLst/>
            </a:prstGeom>
            <a:ln w="0" cap="flat" cmpd="sng">
              <a:solidFill>
                <a:srgbClr val="000000"/>
              </a:solidFill>
              <a:prstDash val="solid"/>
              <a:headEnd type="none" w="med" len="med"/>
              <a:tailEnd type="none" w="med" len="med"/>
            </a:ln>
          </p:spPr>
        </p:sp>
        <p:sp>
          <p:nvSpPr>
            <p:cNvPr id="23632" name="直接连接符 23631"/>
            <p:cNvSpPr/>
            <p:nvPr/>
          </p:nvSpPr>
          <p:spPr>
            <a:xfrm>
              <a:off x="5032" y="0"/>
              <a:ext cx="1" cy="7"/>
            </a:xfrm>
            <a:prstGeom prst="line">
              <a:avLst/>
            </a:prstGeom>
            <a:ln w="0" cap="flat" cmpd="sng">
              <a:solidFill>
                <a:srgbClr val="000000"/>
              </a:solidFill>
              <a:prstDash val="solid"/>
              <a:headEnd type="none" w="med" len="med"/>
              <a:tailEnd type="none" w="med" len="med"/>
            </a:ln>
          </p:spPr>
        </p:sp>
        <p:sp>
          <p:nvSpPr>
            <p:cNvPr id="23633" name="矩形 23632"/>
            <p:cNvSpPr/>
            <p:nvPr/>
          </p:nvSpPr>
          <p:spPr>
            <a:xfrm>
              <a:off x="5040" y="0"/>
              <a:ext cx="710" cy="7"/>
            </a:xfrm>
            <a:prstGeom prst="rect">
              <a:avLst/>
            </a:prstGeom>
            <a:solidFill>
              <a:srgbClr val="000000"/>
            </a:solidFill>
            <a:ln w="9525">
              <a:noFill/>
            </a:ln>
          </p:spPr>
          <p:txBody>
            <a:bodyPr/>
            <a:lstStyle/>
            <a:p>
              <a:endParaRPr lang="zh-CN" altLang="en-US"/>
            </a:p>
          </p:txBody>
        </p:sp>
        <p:sp>
          <p:nvSpPr>
            <p:cNvPr id="23634" name="直接连接符 23633"/>
            <p:cNvSpPr/>
            <p:nvPr/>
          </p:nvSpPr>
          <p:spPr>
            <a:xfrm>
              <a:off x="5040" y="0"/>
              <a:ext cx="710" cy="1"/>
            </a:xfrm>
            <a:prstGeom prst="line">
              <a:avLst/>
            </a:prstGeom>
            <a:ln w="0" cap="flat" cmpd="sng">
              <a:solidFill>
                <a:srgbClr val="000000"/>
              </a:solidFill>
              <a:prstDash val="solid"/>
              <a:headEnd type="none" w="med" len="med"/>
              <a:tailEnd type="none" w="med" len="med"/>
            </a:ln>
          </p:spPr>
        </p:sp>
        <p:sp>
          <p:nvSpPr>
            <p:cNvPr id="23635" name="矩形 23634"/>
            <p:cNvSpPr/>
            <p:nvPr/>
          </p:nvSpPr>
          <p:spPr>
            <a:xfrm>
              <a:off x="5750" y="0"/>
              <a:ext cx="7" cy="10"/>
            </a:xfrm>
            <a:prstGeom prst="rect">
              <a:avLst/>
            </a:prstGeom>
            <a:solidFill>
              <a:srgbClr val="000000"/>
            </a:solidFill>
            <a:ln w="9525">
              <a:noFill/>
            </a:ln>
          </p:spPr>
          <p:txBody>
            <a:bodyPr/>
            <a:lstStyle/>
            <a:p>
              <a:endParaRPr lang="zh-CN" altLang="en-US"/>
            </a:p>
          </p:txBody>
        </p:sp>
        <p:sp>
          <p:nvSpPr>
            <p:cNvPr id="23636" name="直接连接符 23635"/>
            <p:cNvSpPr/>
            <p:nvPr/>
          </p:nvSpPr>
          <p:spPr>
            <a:xfrm>
              <a:off x="5750" y="0"/>
              <a:ext cx="1" cy="10"/>
            </a:xfrm>
            <a:prstGeom prst="line">
              <a:avLst/>
            </a:prstGeom>
            <a:ln w="0" cap="flat" cmpd="sng">
              <a:solidFill>
                <a:srgbClr val="000000"/>
              </a:solidFill>
              <a:prstDash val="solid"/>
              <a:headEnd type="none" w="med" len="med"/>
              <a:tailEnd type="none" w="med" len="med"/>
            </a:ln>
          </p:spPr>
        </p:sp>
        <p:sp>
          <p:nvSpPr>
            <p:cNvPr id="23637" name="矩形 23636"/>
            <p:cNvSpPr/>
            <p:nvPr/>
          </p:nvSpPr>
          <p:spPr>
            <a:xfrm>
              <a:off x="5750" y="0"/>
              <a:ext cx="7" cy="7"/>
            </a:xfrm>
            <a:prstGeom prst="rect">
              <a:avLst/>
            </a:prstGeom>
            <a:solidFill>
              <a:srgbClr val="000000"/>
            </a:solidFill>
            <a:ln w="9525">
              <a:noFill/>
            </a:ln>
          </p:spPr>
          <p:txBody>
            <a:bodyPr/>
            <a:lstStyle/>
            <a:p>
              <a:endParaRPr lang="zh-CN" altLang="en-US"/>
            </a:p>
          </p:txBody>
        </p:sp>
        <p:sp>
          <p:nvSpPr>
            <p:cNvPr id="23638" name="直接连接符 23637"/>
            <p:cNvSpPr/>
            <p:nvPr/>
          </p:nvSpPr>
          <p:spPr>
            <a:xfrm>
              <a:off x="5750" y="0"/>
              <a:ext cx="7" cy="1"/>
            </a:xfrm>
            <a:prstGeom prst="line">
              <a:avLst/>
            </a:prstGeom>
            <a:ln w="0" cap="flat" cmpd="sng">
              <a:solidFill>
                <a:srgbClr val="000000"/>
              </a:solidFill>
              <a:prstDash val="solid"/>
              <a:headEnd type="none" w="med" len="med"/>
              <a:tailEnd type="none" w="med" len="med"/>
            </a:ln>
          </p:spPr>
        </p:sp>
        <p:sp>
          <p:nvSpPr>
            <p:cNvPr id="23639" name="直接连接符 23638"/>
            <p:cNvSpPr/>
            <p:nvPr/>
          </p:nvSpPr>
          <p:spPr>
            <a:xfrm>
              <a:off x="5750" y="0"/>
              <a:ext cx="1" cy="7"/>
            </a:xfrm>
            <a:prstGeom prst="line">
              <a:avLst/>
            </a:prstGeom>
            <a:ln w="0" cap="flat" cmpd="sng">
              <a:solidFill>
                <a:srgbClr val="000000"/>
              </a:solidFill>
              <a:prstDash val="solid"/>
              <a:headEnd type="none" w="med" len="med"/>
              <a:tailEnd type="none" w="med" len="med"/>
            </a:ln>
          </p:spPr>
        </p:sp>
        <p:sp>
          <p:nvSpPr>
            <p:cNvPr id="23640" name="矩形 23639"/>
            <p:cNvSpPr/>
            <p:nvPr/>
          </p:nvSpPr>
          <p:spPr>
            <a:xfrm>
              <a:off x="0" y="10"/>
              <a:ext cx="8" cy="186"/>
            </a:xfrm>
            <a:prstGeom prst="rect">
              <a:avLst/>
            </a:prstGeom>
            <a:solidFill>
              <a:srgbClr val="000000"/>
            </a:solidFill>
            <a:ln w="9525">
              <a:noFill/>
            </a:ln>
          </p:spPr>
          <p:txBody>
            <a:bodyPr/>
            <a:lstStyle/>
            <a:p>
              <a:endParaRPr lang="zh-CN" altLang="en-US"/>
            </a:p>
          </p:txBody>
        </p:sp>
        <p:sp>
          <p:nvSpPr>
            <p:cNvPr id="23641" name="直接连接符 23640"/>
            <p:cNvSpPr/>
            <p:nvPr/>
          </p:nvSpPr>
          <p:spPr>
            <a:xfrm>
              <a:off x="0" y="10"/>
              <a:ext cx="1" cy="186"/>
            </a:xfrm>
            <a:prstGeom prst="line">
              <a:avLst/>
            </a:prstGeom>
            <a:ln w="0" cap="flat" cmpd="sng">
              <a:solidFill>
                <a:srgbClr val="000000"/>
              </a:solidFill>
              <a:prstDash val="solid"/>
              <a:headEnd type="none" w="med" len="med"/>
              <a:tailEnd type="none" w="med" len="med"/>
            </a:ln>
          </p:spPr>
        </p:sp>
        <p:sp>
          <p:nvSpPr>
            <p:cNvPr id="23642" name="矩形 23641"/>
            <p:cNvSpPr/>
            <p:nvPr/>
          </p:nvSpPr>
          <p:spPr>
            <a:xfrm>
              <a:off x="720" y="10"/>
              <a:ext cx="8" cy="186"/>
            </a:xfrm>
            <a:prstGeom prst="rect">
              <a:avLst/>
            </a:prstGeom>
            <a:solidFill>
              <a:srgbClr val="000000"/>
            </a:solidFill>
            <a:ln w="9525">
              <a:noFill/>
            </a:ln>
          </p:spPr>
          <p:txBody>
            <a:bodyPr/>
            <a:lstStyle/>
            <a:p>
              <a:endParaRPr lang="zh-CN" altLang="en-US"/>
            </a:p>
          </p:txBody>
        </p:sp>
        <p:sp>
          <p:nvSpPr>
            <p:cNvPr id="23643" name="直接连接符 23642"/>
            <p:cNvSpPr/>
            <p:nvPr/>
          </p:nvSpPr>
          <p:spPr>
            <a:xfrm>
              <a:off x="720" y="10"/>
              <a:ext cx="1" cy="186"/>
            </a:xfrm>
            <a:prstGeom prst="line">
              <a:avLst/>
            </a:prstGeom>
            <a:ln w="0" cap="flat" cmpd="sng">
              <a:solidFill>
                <a:srgbClr val="000000"/>
              </a:solidFill>
              <a:prstDash val="solid"/>
              <a:headEnd type="none" w="med" len="med"/>
              <a:tailEnd type="none" w="med" len="med"/>
            </a:ln>
          </p:spPr>
        </p:sp>
        <p:sp>
          <p:nvSpPr>
            <p:cNvPr id="23644" name="直接连接符 23643"/>
            <p:cNvSpPr/>
            <p:nvPr/>
          </p:nvSpPr>
          <p:spPr>
            <a:xfrm>
              <a:off x="8" y="10"/>
              <a:ext cx="712" cy="186"/>
            </a:xfrm>
            <a:prstGeom prst="line">
              <a:avLst/>
            </a:prstGeom>
            <a:ln w="12700" cap="flat" cmpd="sng">
              <a:solidFill>
                <a:srgbClr val="000000"/>
              </a:solidFill>
              <a:prstDash val="solid"/>
              <a:headEnd type="none" w="med" len="med"/>
              <a:tailEnd type="none" w="med" len="med"/>
            </a:ln>
          </p:spPr>
        </p:sp>
        <p:sp>
          <p:nvSpPr>
            <p:cNvPr id="23645" name="矩形 23644"/>
            <p:cNvSpPr/>
            <p:nvPr/>
          </p:nvSpPr>
          <p:spPr>
            <a:xfrm>
              <a:off x="1437" y="10"/>
              <a:ext cx="8" cy="186"/>
            </a:xfrm>
            <a:prstGeom prst="rect">
              <a:avLst/>
            </a:prstGeom>
            <a:solidFill>
              <a:srgbClr val="000000"/>
            </a:solidFill>
            <a:ln w="9525">
              <a:noFill/>
            </a:ln>
          </p:spPr>
          <p:txBody>
            <a:bodyPr/>
            <a:lstStyle/>
            <a:p>
              <a:endParaRPr lang="zh-CN" altLang="en-US"/>
            </a:p>
          </p:txBody>
        </p:sp>
        <p:sp>
          <p:nvSpPr>
            <p:cNvPr id="23646" name="直接连接符 23645"/>
            <p:cNvSpPr/>
            <p:nvPr/>
          </p:nvSpPr>
          <p:spPr>
            <a:xfrm>
              <a:off x="1437" y="10"/>
              <a:ext cx="1" cy="186"/>
            </a:xfrm>
            <a:prstGeom prst="line">
              <a:avLst/>
            </a:prstGeom>
            <a:ln w="0" cap="flat" cmpd="sng">
              <a:solidFill>
                <a:srgbClr val="000000"/>
              </a:solidFill>
              <a:prstDash val="solid"/>
              <a:headEnd type="none" w="med" len="med"/>
              <a:tailEnd type="none" w="med" len="med"/>
            </a:ln>
          </p:spPr>
        </p:sp>
        <p:sp>
          <p:nvSpPr>
            <p:cNvPr id="23647" name="矩形 23646"/>
            <p:cNvSpPr/>
            <p:nvPr/>
          </p:nvSpPr>
          <p:spPr>
            <a:xfrm>
              <a:off x="2157" y="10"/>
              <a:ext cx="8" cy="186"/>
            </a:xfrm>
            <a:prstGeom prst="rect">
              <a:avLst/>
            </a:prstGeom>
            <a:solidFill>
              <a:srgbClr val="000000"/>
            </a:solidFill>
            <a:ln w="9525">
              <a:noFill/>
            </a:ln>
          </p:spPr>
          <p:txBody>
            <a:bodyPr/>
            <a:lstStyle/>
            <a:p>
              <a:endParaRPr lang="zh-CN" altLang="en-US"/>
            </a:p>
          </p:txBody>
        </p:sp>
        <p:sp>
          <p:nvSpPr>
            <p:cNvPr id="23648" name="直接连接符 23647"/>
            <p:cNvSpPr/>
            <p:nvPr/>
          </p:nvSpPr>
          <p:spPr>
            <a:xfrm>
              <a:off x="2157" y="10"/>
              <a:ext cx="1" cy="186"/>
            </a:xfrm>
            <a:prstGeom prst="line">
              <a:avLst/>
            </a:prstGeom>
            <a:ln w="0" cap="flat" cmpd="sng">
              <a:solidFill>
                <a:srgbClr val="000000"/>
              </a:solidFill>
              <a:prstDash val="solid"/>
              <a:headEnd type="none" w="med" len="med"/>
              <a:tailEnd type="none" w="med" len="med"/>
            </a:ln>
          </p:spPr>
        </p:sp>
        <p:sp>
          <p:nvSpPr>
            <p:cNvPr id="23649" name="矩形 23648"/>
            <p:cNvSpPr/>
            <p:nvPr/>
          </p:nvSpPr>
          <p:spPr>
            <a:xfrm>
              <a:off x="2875" y="10"/>
              <a:ext cx="8" cy="186"/>
            </a:xfrm>
            <a:prstGeom prst="rect">
              <a:avLst/>
            </a:prstGeom>
            <a:solidFill>
              <a:srgbClr val="000000"/>
            </a:solidFill>
            <a:ln w="9525">
              <a:noFill/>
            </a:ln>
          </p:spPr>
          <p:txBody>
            <a:bodyPr/>
            <a:lstStyle/>
            <a:p>
              <a:endParaRPr lang="zh-CN" altLang="en-US"/>
            </a:p>
          </p:txBody>
        </p:sp>
        <p:sp>
          <p:nvSpPr>
            <p:cNvPr id="23650" name="直接连接符 23649"/>
            <p:cNvSpPr/>
            <p:nvPr/>
          </p:nvSpPr>
          <p:spPr>
            <a:xfrm>
              <a:off x="2875" y="10"/>
              <a:ext cx="1" cy="186"/>
            </a:xfrm>
            <a:prstGeom prst="line">
              <a:avLst/>
            </a:prstGeom>
            <a:ln w="0" cap="flat" cmpd="sng">
              <a:solidFill>
                <a:srgbClr val="000000"/>
              </a:solidFill>
              <a:prstDash val="solid"/>
              <a:headEnd type="none" w="med" len="med"/>
              <a:tailEnd type="none" w="med" len="med"/>
            </a:ln>
          </p:spPr>
        </p:sp>
        <p:sp>
          <p:nvSpPr>
            <p:cNvPr id="23651" name="矩形 23650"/>
            <p:cNvSpPr/>
            <p:nvPr/>
          </p:nvSpPr>
          <p:spPr>
            <a:xfrm>
              <a:off x="3595" y="10"/>
              <a:ext cx="8" cy="186"/>
            </a:xfrm>
            <a:prstGeom prst="rect">
              <a:avLst/>
            </a:prstGeom>
            <a:solidFill>
              <a:srgbClr val="000000"/>
            </a:solidFill>
            <a:ln w="9525">
              <a:noFill/>
            </a:ln>
          </p:spPr>
          <p:txBody>
            <a:bodyPr/>
            <a:lstStyle/>
            <a:p>
              <a:endParaRPr lang="zh-CN" altLang="en-US"/>
            </a:p>
          </p:txBody>
        </p:sp>
        <p:sp>
          <p:nvSpPr>
            <p:cNvPr id="23652" name="直接连接符 23651"/>
            <p:cNvSpPr/>
            <p:nvPr/>
          </p:nvSpPr>
          <p:spPr>
            <a:xfrm>
              <a:off x="3595" y="10"/>
              <a:ext cx="1" cy="186"/>
            </a:xfrm>
            <a:prstGeom prst="line">
              <a:avLst/>
            </a:prstGeom>
            <a:ln w="0" cap="flat" cmpd="sng">
              <a:solidFill>
                <a:srgbClr val="000000"/>
              </a:solidFill>
              <a:prstDash val="solid"/>
              <a:headEnd type="none" w="med" len="med"/>
              <a:tailEnd type="none" w="med" len="med"/>
            </a:ln>
          </p:spPr>
        </p:sp>
        <p:sp>
          <p:nvSpPr>
            <p:cNvPr id="23653" name="矩形 23652"/>
            <p:cNvSpPr/>
            <p:nvPr/>
          </p:nvSpPr>
          <p:spPr>
            <a:xfrm>
              <a:off x="4312" y="10"/>
              <a:ext cx="8" cy="186"/>
            </a:xfrm>
            <a:prstGeom prst="rect">
              <a:avLst/>
            </a:prstGeom>
            <a:solidFill>
              <a:srgbClr val="000000"/>
            </a:solidFill>
            <a:ln w="9525">
              <a:noFill/>
            </a:ln>
          </p:spPr>
          <p:txBody>
            <a:bodyPr/>
            <a:lstStyle/>
            <a:p>
              <a:endParaRPr lang="zh-CN" altLang="en-US"/>
            </a:p>
          </p:txBody>
        </p:sp>
        <p:sp>
          <p:nvSpPr>
            <p:cNvPr id="23654" name="直接连接符 23653"/>
            <p:cNvSpPr/>
            <p:nvPr/>
          </p:nvSpPr>
          <p:spPr>
            <a:xfrm>
              <a:off x="4312" y="10"/>
              <a:ext cx="1" cy="186"/>
            </a:xfrm>
            <a:prstGeom prst="line">
              <a:avLst/>
            </a:prstGeom>
            <a:ln w="0" cap="flat" cmpd="sng">
              <a:solidFill>
                <a:srgbClr val="000000"/>
              </a:solidFill>
              <a:prstDash val="solid"/>
              <a:headEnd type="none" w="med" len="med"/>
              <a:tailEnd type="none" w="med" len="med"/>
            </a:ln>
          </p:spPr>
        </p:sp>
        <p:sp>
          <p:nvSpPr>
            <p:cNvPr id="23655" name="矩形 23654"/>
            <p:cNvSpPr/>
            <p:nvPr/>
          </p:nvSpPr>
          <p:spPr>
            <a:xfrm>
              <a:off x="5032" y="10"/>
              <a:ext cx="8" cy="186"/>
            </a:xfrm>
            <a:prstGeom prst="rect">
              <a:avLst/>
            </a:prstGeom>
            <a:solidFill>
              <a:srgbClr val="000000"/>
            </a:solidFill>
            <a:ln w="9525">
              <a:noFill/>
            </a:ln>
          </p:spPr>
          <p:txBody>
            <a:bodyPr/>
            <a:lstStyle/>
            <a:p>
              <a:endParaRPr lang="zh-CN" altLang="en-US"/>
            </a:p>
          </p:txBody>
        </p:sp>
        <p:sp>
          <p:nvSpPr>
            <p:cNvPr id="23656" name="直接连接符 23655"/>
            <p:cNvSpPr/>
            <p:nvPr/>
          </p:nvSpPr>
          <p:spPr>
            <a:xfrm>
              <a:off x="5032" y="10"/>
              <a:ext cx="1" cy="186"/>
            </a:xfrm>
            <a:prstGeom prst="line">
              <a:avLst/>
            </a:prstGeom>
            <a:ln w="0" cap="flat" cmpd="sng">
              <a:solidFill>
                <a:srgbClr val="000000"/>
              </a:solidFill>
              <a:prstDash val="solid"/>
              <a:headEnd type="none" w="med" len="med"/>
              <a:tailEnd type="none" w="med" len="med"/>
            </a:ln>
          </p:spPr>
        </p:sp>
        <p:sp>
          <p:nvSpPr>
            <p:cNvPr id="23657" name="矩形 23656"/>
            <p:cNvSpPr/>
            <p:nvPr/>
          </p:nvSpPr>
          <p:spPr>
            <a:xfrm>
              <a:off x="5750" y="10"/>
              <a:ext cx="7" cy="186"/>
            </a:xfrm>
            <a:prstGeom prst="rect">
              <a:avLst/>
            </a:prstGeom>
            <a:solidFill>
              <a:srgbClr val="000000"/>
            </a:solidFill>
            <a:ln w="9525">
              <a:noFill/>
            </a:ln>
          </p:spPr>
          <p:txBody>
            <a:bodyPr/>
            <a:lstStyle/>
            <a:p>
              <a:endParaRPr lang="zh-CN" altLang="en-US"/>
            </a:p>
          </p:txBody>
        </p:sp>
        <p:sp>
          <p:nvSpPr>
            <p:cNvPr id="23658" name="直接连接符 23657"/>
            <p:cNvSpPr/>
            <p:nvPr/>
          </p:nvSpPr>
          <p:spPr>
            <a:xfrm>
              <a:off x="5750" y="10"/>
              <a:ext cx="1" cy="186"/>
            </a:xfrm>
            <a:prstGeom prst="line">
              <a:avLst/>
            </a:prstGeom>
            <a:ln w="0" cap="flat" cmpd="sng">
              <a:solidFill>
                <a:srgbClr val="000000"/>
              </a:solidFill>
              <a:prstDash val="solid"/>
              <a:headEnd type="none" w="med" len="med"/>
              <a:tailEnd type="none" w="med" len="med"/>
            </a:ln>
          </p:spPr>
        </p:sp>
        <p:sp>
          <p:nvSpPr>
            <p:cNvPr id="23659" name="矩形 23658"/>
            <p:cNvSpPr/>
            <p:nvPr/>
          </p:nvSpPr>
          <p:spPr>
            <a:xfrm>
              <a:off x="74" y="234"/>
              <a:ext cx="48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第一代</a:t>
              </a:r>
              <a:endParaRPr lang="zh-CN" altLang="en-US" sz="2000">
                <a:latin typeface="Times New Roman" panose="02020603050405020304" pitchFamily="2" charset="0"/>
              </a:endParaRPr>
            </a:p>
          </p:txBody>
        </p:sp>
        <p:sp>
          <p:nvSpPr>
            <p:cNvPr id="23660" name="矩形 23659"/>
            <p:cNvSpPr/>
            <p:nvPr/>
          </p:nvSpPr>
          <p:spPr>
            <a:xfrm>
              <a:off x="484" y="234"/>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61" name="矩形 23660"/>
            <p:cNvSpPr/>
            <p:nvPr/>
          </p:nvSpPr>
          <p:spPr>
            <a:xfrm>
              <a:off x="794" y="234"/>
              <a:ext cx="32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1946</a:t>
              </a:r>
              <a:endParaRPr lang="en-US" altLang="zh-CN" sz="2000">
                <a:latin typeface="Times New Roman" panose="02020603050405020304" pitchFamily="2" charset="0"/>
              </a:endParaRPr>
            </a:p>
          </p:txBody>
        </p:sp>
        <p:sp>
          <p:nvSpPr>
            <p:cNvPr id="23662" name="矩形 23661"/>
            <p:cNvSpPr/>
            <p:nvPr/>
          </p:nvSpPr>
          <p:spPr>
            <a:xfrm>
              <a:off x="1067" y="229"/>
              <a:ext cx="53" cy="165"/>
            </a:xfrm>
            <a:prstGeom prst="rect">
              <a:avLst/>
            </a:prstGeom>
            <a:noFill/>
            <a:ln w="9525">
              <a:noFill/>
            </a:ln>
          </p:spPr>
          <p:txBody>
            <a:bodyPr wrap="none" lIns="0" tIns="0" rIns="0" bIns="0">
              <a:spAutoFit/>
            </a:bodyPr>
            <a:lstStyle/>
            <a:p>
              <a:r>
                <a:rPr lang="en-US" altLang="zh-CN" sz="2000">
                  <a:solidFill>
                    <a:srgbClr val="000000"/>
                  </a:solidFill>
                  <a:latin typeface="Times New Roman" panose="02020603050405020304" pitchFamily="2" charset="0"/>
                </a:rPr>
                <a:t>-</a:t>
              </a:r>
              <a:endParaRPr lang="en-US" altLang="zh-CN" sz="2000">
                <a:latin typeface="Times New Roman" panose="02020603050405020304" pitchFamily="2" charset="0"/>
              </a:endParaRPr>
            </a:p>
          </p:txBody>
        </p:sp>
        <p:sp>
          <p:nvSpPr>
            <p:cNvPr id="23663" name="矩形 23662"/>
            <p:cNvSpPr/>
            <p:nvPr/>
          </p:nvSpPr>
          <p:spPr>
            <a:xfrm>
              <a:off x="1202" y="234"/>
              <a:ext cx="16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19</a:t>
              </a:r>
              <a:endParaRPr lang="en-US" altLang="zh-CN" sz="2000">
                <a:latin typeface="Times New Roman" panose="02020603050405020304" pitchFamily="2" charset="0"/>
              </a:endParaRPr>
            </a:p>
          </p:txBody>
        </p:sp>
        <p:sp>
          <p:nvSpPr>
            <p:cNvPr id="23664" name="矩形 23663"/>
            <p:cNvSpPr/>
            <p:nvPr/>
          </p:nvSpPr>
          <p:spPr>
            <a:xfrm>
              <a:off x="794" y="420"/>
              <a:ext cx="16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57</a:t>
              </a:r>
              <a:endParaRPr lang="en-US" altLang="zh-CN" sz="2000">
                <a:latin typeface="Times New Roman" panose="02020603050405020304" pitchFamily="2" charset="0"/>
              </a:endParaRPr>
            </a:p>
          </p:txBody>
        </p:sp>
        <p:sp>
          <p:nvSpPr>
            <p:cNvPr id="23665" name="矩形 23664"/>
            <p:cNvSpPr/>
            <p:nvPr/>
          </p:nvSpPr>
          <p:spPr>
            <a:xfrm>
              <a:off x="930" y="420"/>
              <a:ext cx="80" cy="165"/>
            </a:xfrm>
            <a:prstGeom prst="rect">
              <a:avLst/>
            </a:prstGeom>
            <a:noFill/>
            <a:ln w="9525">
              <a:noFill/>
            </a:ln>
          </p:spPr>
          <p:txBody>
            <a:bodyPr wrap="none" lIns="0" tIns="0" rIns="0" bIns="0">
              <a:spAutoFit/>
            </a:bodyPr>
            <a:lstStyle/>
            <a:p>
              <a:endParaRPr sz="2000">
                <a:latin typeface="Times New Roman" panose="02020603050405020304" pitchFamily="2" charset="0"/>
              </a:endParaRPr>
            </a:p>
          </p:txBody>
        </p:sp>
        <p:sp>
          <p:nvSpPr>
            <p:cNvPr id="23666" name="矩形 23665"/>
            <p:cNvSpPr/>
            <p:nvPr/>
          </p:nvSpPr>
          <p:spPr>
            <a:xfrm>
              <a:off x="1511" y="234"/>
              <a:ext cx="48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电子管</a:t>
              </a:r>
              <a:endParaRPr lang="zh-CN" altLang="en-US" sz="2000">
                <a:latin typeface="Times New Roman" panose="02020603050405020304" pitchFamily="2" charset="0"/>
              </a:endParaRPr>
            </a:p>
          </p:txBody>
        </p:sp>
        <p:sp>
          <p:nvSpPr>
            <p:cNvPr id="23667" name="矩形 23666"/>
            <p:cNvSpPr/>
            <p:nvPr/>
          </p:nvSpPr>
          <p:spPr>
            <a:xfrm>
              <a:off x="1922" y="234"/>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68" name="矩形 23667"/>
            <p:cNvSpPr/>
            <p:nvPr/>
          </p:nvSpPr>
          <p:spPr>
            <a:xfrm>
              <a:off x="2231" y="234"/>
              <a:ext cx="64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磁芯、磁</a:t>
              </a:r>
              <a:endParaRPr lang="zh-CN" altLang="en-US" sz="2000">
                <a:latin typeface="Times New Roman" panose="02020603050405020304" pitchFamily="2" charset="0"/>
              </a:endParaRPr>
            </a:p>
          </p:txBody>
        </p:sp>
        <p:sp>
          <p:nvSpPr>
            <p:cNvPr id="23669" name="矩形 23668"/>
            <p:cNvSpPr/>
            <p:nvPr/>
          </p:nvSpPr>
          <p:spPr>
            <a:xfrm>
              <a:off x="2231" y="420"/>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鼓</a:t>
              </a:r>
              <a:endParaRPr lang="zh-CN" altLang="en-US" sz="2000">
                <a:latin typeface="Times New Roman" panose="02020603050405020304" pitchFamily="2" charset="0"/>
              </a:endParaRPr>
            </a:p>
          </p:txBody>
        </p:sp>
        <p:sp>
          <p:nvSpPr>
            <p:cNvPr id="23670" name="矩形 23669"/>
            <p:cNvSpPr/>
            <p:nvPr/>
          </p:nvSpPr>
          <p:spPr>
            <a:xfrm>
              <a:off x="2368" y="420"/>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71" name="矩形 23670"/>
            <p:cNvSpPr/>
            <p:nvPr/>
          </p:nvSpPr>
          <p:spPr>
            <a:xfrm>
              <a:off x="2948" y="234"/>
              <a:ext cx="32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磁带</a:t>
              </a:r>
              <a:endParaRPr lang="zh-CN" altLang="en-US" sz="2000">
                <a:latin typeface="Times New Roman" panose="02020603050405020304" pitchFamily="2" charset="0"/>
              </a:endParaRPr>
            </a:p>
          </p:txBody>
        </p:sp>
        <p:sp>
          <p:nvSpPr>
            <p:cNvPr id="23672" name="矩形 23671"/>
            <p:cNvSpPr/>
            <p:nvPr/>
          </p:nvSpPr>
          <p:spPr>
            <a:xfrm>
              <a:off x="3222" y="234"/>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73" name="矩形 23672"/>
            <p:cNvSpPr/>
            <p:nvPr/>
          </p:nvSpPr>
          <p:spPr>
            <a:xfrm>
              <a:off x="3668" y="234"/>
              <a:ext cx="64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机器语言</a:t>
              </a:r>
              <a:endParaRPr lang="zh-CN" altLang="en-US" sz="2000">
                <a:latin typeface="Times New Roman" panose="02020603050405020304" pitchFamily="2" charset="0"/>
              </a:endParaRPr>
            </a:p>
          </p:txBody>
        </p:sp>
        <p:sp>
          <p:nvSpPr>
            <p:cNvPr id="23674" name="矩形 23673"/>
            <p:cNvSpPr/>
            <p:nvPr/>
          </p:nvSpPr>
          <p:spPr>
            <a:xfrm>
              <a:off x="4216" y="234"/>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75" name="矩形 23674"/>
            <p:cNvSpPr/>
            <p:nvPr/>
          </p:nvSpPr>
          <p:spPr>
            <a:xfrm>
              <a:off x="3668" y="420"/>
              <a:ext cx="64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汇编语言</a:t>
              </a:r>
              <a:endParaRPr lang="zh-CN" altLang="en-US" sz="2000">
                <a:latin typeface="Times New Roman" panose="02020603050405020304" pitchFamily="2" charset="0"/>
              </a:endParaRPr>
            </a:p>
          </p:txBody>
        </p:sp>
        <p:sp>
          <p:nvSpPr>
            <p:cNvPr id="23676" name="矩形 23675"/>
            <p:cNvSpPr/>
            <p:nvPr/>
          </p:nvSpPr>
          <p:spPr>
            <a:xfrm>
              <a:off x="4216" y="420"/>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77" name="矩形 23676"/>
            <p:cNvSpPr/>
            <p:nvPr/>
          </p:nvSpPr>
          <p:spPr>
            <a:xfrm>
              <a:off x="4386" y="234"/>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a:t>
              </a:r>
              <a:endParaRPr lang="en-US" altLang="zh-CN" sz="2000">
                <a:latin typeface="Times New Roman" panose="02020603050405020304" pitchFamily="2" charset="0"/>
              </a:endParaRPr>
            </a:p>
          </p:txBody>
        </p:sp>
        <p:sp>
          <p:nvSpPr>
            <p:cNvPr id="23678" name="矩形 23677"/>
            <p:cNvSpPr/>
            <p:nvPr/>
          </p:nvSpPr>
          <p:spPr>
            <a:xfrm>
              <a:off x="4487" y="234"/>
              <a:ext cx="32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万次</a:t>
              </a:r>
              <a:endParaRPr lang="zh-CN" altLang="en-US" sz="2000">
                <a:latin typeface="Times New Roman" panose="02020603050405020304" pitchFamily="2" charset="0"/>
              </a:endParaRPr>
            </a:p>
          </p:txBody>
        </p:sp>
        <p:sp>
          <p:nvSpPr>
            <p:cNvPr id="23679" name="矩形 23678"/>
            <p:cNvSpPr/>
            <p:nvPr/>
          </p:nvSpPr>
          <p:spPr>
            <a:xfrm>
              <a:off x="4761" y="234"/>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680" name="矩形 23679"/>
            <p:cNvSpPr/>
            <p:nvPr/>
          </p:nvSpPr>
          <p:spPr>
            <a:xfrm>
              <a:off x="4830" y="234"/>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秒</a:t>
              </a:r>
              <a:endParaRPr lang="zh-CN" altLang="en-US" sz="2000">
                <a:latin typeface="Times New Roman" panose="02020603050405020304" pitchFamily="2" charset="0"/>
              </a:endParaRPr>
            </a:p>
          </p:txBody>
        </p:sp>
        <p:sp>
          <p:nvSpPr>
            <p:cNvPr id="23681" name="矩形 23680"/>
            <p:cNvSpPr/>
            <p:nvPr/>
          </p:nvSpPr>
          <p:spPr>
            <a:xfrm>
              <a:off x="4966" y="234"/>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82" name="矩形 23681"/>
            <p:cNvSpPr/>
            <p:nvPr/>
          </p:nvSpPr>
          <p:spPr>
            <a:xfrm>
              <a:off x="5106" y="234"/>
              <a:ext cx="40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ENICA</a:t>
              </a:r>
              <a:endParaRPr lang="en-US" altLang="zh-CN" sz="2000">
                <a:latin typeface="Times New Roman" panose="02020603050405020304" pitchFamily="2" charset="0"/>
              </a:endParaRPr>
            </a:p>
          </p:txBody>
        </p:sp>
        <p:sp>
          <p:nvSpPr>
            <p:cNvPr id="23683" name="矩形 23682"/>
            <p:cNvSpPr/>
            <p:nvPr/>
          </p:nvSpPr>
          <p:spPr>
            <a:xfrm>
              <a:off x="5448" y="234"/>
              <a:ext cx="16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a:t>
              </a:r>
              <a:endParaRPr lang="zh-CN" altLang="en-US" sz="2000">
                <a:latin typeface="Times New Roman" panose="02020603050405020304" pitchFamily="2" charset="0"/>
              </a:endParaRPr>
            </a:p>
          </p:txBody>
        </p:sp>
        <p:sp>
          <p:nvSpPr>
            <p:cNvPr id="23684" name="矩形 23683"/>
            <p:cNvSpPr/>
            <p:nvPr/>
          </p:nvSpPr>
          <p:spPr>
            <a:xfrm>
              <a:off x="5106" y="420"/>
              <a:ext cx="4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IBM650</a:t>
              </a:r>
              <a:endParaRPr lang="en-US" altLang="zh-CN" sz="2000">
                <a:latin typeface="Times New Roman" panose="02020603050405020304" pitchFamily="2" charset="0"/>
              </a:endParaRPr>
            </a:p>
          </p:txBody>
        </p:sp>
        <p:sp>
          <p:nvSpPr>
            <p:cNvPr id="23685" name="矩形 23684"/>
            <p:cNvSpPr/>
            <p:nvPr/>
          </p:nvSpPr>
          <p:spPr>
            <a:xfrm>
              <a:off x="5517" y="420"/>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86" name="矩形 23685"/>
            <p:cNvSpPr/>
            <p:nvPr/>
          </p:nvSpPr>
          <p:spPr>
            <a:xfrm>
              <a:off x="5106" y="607"/>
              <a:ext cx="4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IBM709</a:t>
              </a:r>
              <a:endParaRPr lang="en-US" altLang="zh-CN" sz="2000">
                <a:latin typeface="Times New Roman" panose="02020603050405020304" pitchFamily="2" charset="0"/>
              </a:endParaRPr>
            </a:p>
          </p:txBody>
        </p:sp>
        <p:sp>
          <p:nvSpPr>
            <p:cNvPr id="23687" name="矩形 23686"/>
            <p:cNvSpPr/>
            <p:nvPr/>
          </p:nvSpPr>
          <p:spPr>
            <a:xfrm>
              <a:off x="5517" y="607"/>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688" name="矩形 23687"/>
            <p:cNvSpPr/>
            <p:nvPr/>
          </p:nvSpPr>
          <p:spPr>
            <a:xfrm>
              <a:off x="0" y="196"/>
              <a:ext cx="8" cy="9"/>
            </a:xfrm>
            <a:prstGeom prst="rect">
              <a:avLst/>
            </a:prstGeom>
            <a:solidFill>
              <a:srgbClr val="000000"/>
            </a:solidFill>
            <a:ln w="9525">
              <a:noFill/>
            </a:ln>
          </p:spPr>
          <p:txBody>
            <a:bodyPr/>
            <a:lstStyle/>
            <a:p>
              <a:endParaRPr lang="zh-CN" altLang="en-US"/>
            </a:p>
          </p:txBody>
        </p:sp>
        <p:sp>
          <p:nvSpPr>
            <p:cNvPr id="23689" name="直接连接符 23688"/>
            <p:cNvSpPr/>
            <p:nvPr/>
          </p:nvSpPr>
          <p:spPr>
            <a:xfrm>
              <a:off x="0" y="196"/>
              <a:ext cx="1" cy="9"/>
            </a:xfrm>
            <a:prstGeom prst="line">
              <a:avLst/>
            </a:prstGeom>
            <a:ln w="0" cap="flat" cmpd="sng">
              <a:solidFill>
                <a:srgbClr val="000000"/>
              </a:solidFill>
              <a:prstDash val="solid"/>
              <a:headEnd type="none" w="med" len="med"/>
              <a:tailEnd type="none" w="med" len="med"/>
            </a:ln>
          </p:spPr>
        </p:sp>
        <p:sp>
          <p:nvSpPr>
            <p:cNvPr id="23690" name="矩形 23689"/>
            <p:cNvSpPr/>
            <p:nvPr/>
          </p:nvSpPr>
          <p:spPr>
            <a:xfrm>
              <a:off x="8" y="196"/>
              <a:ext cx="712" cy="7"/>
            </a:xfrm>
            <a:prstGeom prst="rect">
              <a:avLst/>
            </a:prstGeom>
            <a:solidFill>
              <a:srgbClr val="000000"/>
            </a:solidFill>
            <a:ln w="9525">
              <a:noFill/>
            </a:ln>
          </p:spPr>
          <p:txBody>
            <a:bodyPr/>
            <a:lstStyle/>
            <a:p>
              <a:endParaRPr lang="zh-CN" altLang="en-US"/>
            </a:p>
          </p:txBody>
        </p:sp>
        <p:sp>
          <p:nvSpPr>
            <p:cNvPr id="23691" name="直接连接符 23690"/>
            <p:cNvSpPr/>
            <p:nvPr/>
          </p:nvSpPr>
          <p:spPr>
            <a:xfrm>
              <a:off x="8" y="196"/>
              <a:ext cx="712" cy="1"/>
            </a:xfrm>
            <a:prstGeom prst="line">
              <a:avLst/>
            </a:prstGeom>
            <a:ln w="0" cap="flat" cmpd="sng">
              <a:solidFill>
                <a:srgbClr val="000000"/>
              </a:solidFill>
              <a:prstDash val="solid"/>
              <a:headEnd type="none" w="med" len="med"/>
              <a:tailEnd type="none" w="med" len="med"/>
            </a:ln>
          </p:spPr>
        </p:sp>
        <p:sp>
          <p:nvSpPr>
            <p:cNvPr id="23692" name="矩形 23691"/>
            <p:cNvSpPr/>
            <p:nvPr/>
          </p:nvSpPr>
          <p:spPr>
            <a:xfrm>
              <a:off x="720" y="196"/>
              <a:ext cx="8" cy="9"/>
            </a:xfrm>
            <a:prstGeom prst="rect">
              <a:avLst/>
            </a:prstGeom>
            <a:solidFill>
              <a:srgbClr val="000000"/>
            </a:solidFill>
            <a:ln w="9525">
              <a:noFill/>
            </a:ln>
          </p:spPr>
          <p:txBody>
            <a:bodyPr/>
            <a:lstStyle/>
            <a:p>
              <a:endParaRPr lang="zh-CN" altLang="en-US"/>
            </a:p>
          </p:txBody>
        </p:sp>
        <p:sp>
          <p:nvSpPr>
            <p:cNvPr id="23693" name="直接连接符 23692"/>
            <p:cNvSpPr/>
            <p:nvPr/>
          </p:nvSpPr>
          <p:spPr>
            <a:xfrm>
              <a:off x="720" y="196"/>
              <a:ext cx="1" cy="9"/>
            </a:xfrm>
            <a:prstGeom prst="line">
              <a:avLst/>
            </a:prstGeom>
            <a:ln w="0" cap="flat" cmpd="sng">
              <a:solidFill>
                <a:srgbClr val="000000"/>
              </a:solidFill>
              <a:prstDash val="solid"/>
              <a:headEnd type="none" w="med" len="med"/>
              <a:tailEnd type="none" w="med" len="med"/>
            </a:ln>
          </p:spPr>
        </p:sp>
        <p:sp>
          <p:nvSpPr>
            <p:cNvPr id="23694" name="矩形 23693"/>
            <p:cNvSpPr/>
            <p:nvPr/>
          </p:nvSpPr>
          <p:spPr>
            <a:xfrm>
              <a:off x="728" y="196"/>
              <a:ext cx="709" cy="7"/>
            </a:xfrm>
            <a:prstGeom prst="rect">
              <a:avLst/>
            </a:prstGeom>
            <a:solidFill>
              <a:srgbClr val="000000"/>
            </a:solidFill>
            <a:ln w="9525">
              <a:noFill/>
            </a:ln>
          </p:spPr>
          <p:txBody>
            <a:bodyPr/>
            <a:lstStyle/>
            <a:p>
              <a:endParaRPr lang="zh-CN" altLang="en-US"/>
            </a:p>
          </p:txBody>
        </p:sp>
        <p:sp>
          <p:nvSpPr>
            <p:cNvPr id="23695" name="直接连接符 23694"/>
            <p:cNvSpPr/>
            <p:nvPr/>
          </p:nvSpPr>
          <p:spPr>
            <a:xfrm>
              <a:off x="728" y="196"/>
              <a:ext cx="709" cy="1"/>
            </a:xfrm>
            <a:prstGeom prst="line">
              <a:avLst/>
            </a:prstGeom>
            <a:ln w="0" cap="flat" cmpd="sng">
              <a:solidFill>
                <a:srgbClr val="000000"/>
              </a:solidFill>
              <a:prstDash val="solid"/>
              <a:headEnd type="none" w="med" len="med"/>
              <a:tailEnd type="none" w="med" len="med"/>
            </a:ln>
          </p:spPr>
        </p:sp>
        <p:sp>
          <p:nvSpPr>
            <p:cNvPr id="23696" name="矩形 23695"/>
            <p:cNvSpPr/>
            <p:nvPr/>
          </p:nvSpPr>
          <p:spPr>
            <a:xfrm>
              <a:off x="1437" y="196"/>
              <a:ext cx="8" cy="9"/>
            </a:xfrm>
            <a:prstGeom prst="rect">
              <a:avLst/>
            </a:prstGeom>
            <a:solidFill>
              <a:srgbClr val="000000"/>
            </a:solidFill>
            <a:ln w="9525">
              <a:noFill/>
            </a:ln>
          </p:spPr>
          <p:txBody>
            <a:bodyPr/>
            <a:lstStyle/>
            <a:p>
              <a:endParaRPr lang="zh-CN" altLang="en-US"/>
            </a:p>
          </p:txBody>
        </p:sp>
        <p:sp>
          <p:nvSpPr>
            <p:cNvPr id="23697" name="直接连接符 23696"/>
            <p:cNvSpPr/>
            <p:nvPr/>
          </p:nvSpPr>
          <p:spPr>
            <a:xfrm>
              <a:off x="1437" y="196"/>
              <a:ext cx="1" cy="9"/>
            </a:xfrm>
            <a:prstGeom prst="line">
              <a:avLst/>
            </a:prstGeom>
            <a:ln w="0" cap="flat" cmpd="sng">
              <a:solidFill>
                <a:srgbClr val="000000"/>
              </a:solidFill>
              <a:prstDash val="solid"/>
              <a:headEnd type="none" w="med" len="med"/>
              <a:tailEnd type="none" w="med" len="med"/>
            </a:ln>
          </p:spPr>
        </p:sp>
        <p:sp>
          <p:nvSpPr>
            <p:cNvPr id="23698" name="矩形 23697"/>
            <p:cNvSpPr/>
            <p:nvPr/>
          </p:nvSpPr>
          <p:spPr>
            <a:xfrm>
              <a:off x="1445" y="196"/>
              <a:ext cx="712" cy="7"/>
            </a:xfrm>
            <a:prstGeom prst="rect">
              <a:avLst/>
            </a:prstGeom>
            <a:solidFill>
              <a:srgbClr val="000000"/>
            </a:solidFill>
            <a:ln w="9525">
              <a:noFill/>
            </a:ln>
          </p:spPr>
          <p:txBody>
            <a:bodyPr/>
            <a:lstStyle/>
            <a:p>
              <a:endParaRPr lang="zh-CN" altLang="en-US"/>
            </a:p>
          </p:txBody>
        </p:sp>
        <p:sp>
          <p:nvSpPr>
            <p:cNvPr id="23699" name="直接连接符 23698"/>
            <p:cNvSpPr/>
            <p:nvPr/>
          </p:nvSpPr>
          <p:spPr>
            <a:xfrm>
              <a:off x="1445" y="196"/>
              <a:ext cx="712" cy="1"/>
            </a:xfrm>
            <a:prstGeom prst="line">
              <a:avLst/>
            </a:prstGeom>
            <a:ln w="0" cap="flat" cmpd="sng">
              <a:solidFill>
                <a:srgbClr val="000000"/>
              </a:solidFill>
              <a:prstDash val="solid"/>
              <a:headEnd type="none" w="med" len="med"/>
              <a:tailEnd type="none" w="med" len="med"/>
            </a:ln>
          </p:spPr>
        </p:sp>
        <p:sp>
          <p:nvSpPr>
            <p:cNvPr id="23700" name="矩形 23699"/>
            <p:cNvSpPr/>
            <p:nvPr/>
          </p:nvSpPr>
          <p:spPr>
            <a:xfrm>
              <a:off x="2157" y="196"/>
              <a:ext cx="8" cy="9"/>
            </a:xfrm>
            <a:prstGeom prst="rect">
              <a:avLst/>
            </a:prstGeom>
            <a:solidFill>
              <a:srgbClr val="000000"/>
            </a:solidFill>
            <a:ln w="9525">
              <a:noFill/>
            </a:ln>
          </p:spPr>
          <p:txBody>
            <a:bodyPr/>
            <a:lstStyle/>
            <a:p>
              <a:endParaRPr lang="zh-CN" altLang="en-US"/>
            </a:p>
          </p:txBody>
        </p:sp>
        <p:sp>
          <p:nvSpPr>
            <p:cNvPr id="23701" name="直接连接符 23700"/>
            <p:cNvSpPr/>
            <p:nvPr/>
          </p:nvSpPr>
          <p:spPr>
            <a:xfrm>
              <a:off x="2157" y="196"/>
              <a:ext cx="1" cy="9"/>
            </a:xfrm>
            <a:prstGeom prst="line">
              <a:avLst/>
            </a:prstGeom>
            <a:ln w="0" cap="flat" cmpd="sng">
              <a:solidFill>
                <a:srgbClr val="000000"/>
              </a:solidFill>
              <a:prstDash val="solid"/>
              <a:headEnd type="none" w="med" len="med"/>
              <a:tailEnd type="none" w="med" len="med"/>
            </a:ln>
          </p:spPr>
        </p:sp>
        <p:sp>
          <p:nvSpPr>
            <p:cNvPr id="23702" name="矩形 23701"/>
            <p:cNvSpPr/>
            <p:nvPr/>
          </p:nvSpPr>
          <p:spPr>
            <a:xfrm>
              <a:off x="2165" y="196"/>
              <a:ext cx="710" cy="7"/>
            </a:xfrm>
            <a:prstGeom prst="rect">
              <a:avLst/>
            </a:prstGeom>
            <a:solidFill>
              <a:srgbClr val="000000"/>
            </a:solidFill>
            <a:ln w="9525">
              <a:noFill/>
            </a:ln>
          </p:spPr>
          <p:txBody>
            <a:bodyPr/>
            <a:lstStyle/>
            <a:p>
              <a:endParaRPr lang="zh-CN" altLang="en-US"/>
            </a:p>
          </p:txBody>
        </p:sp>
        <p:sp>
          <p:nvSpPr>
            <p:cNvPr id="23703" name="直接连接符 23702"/>
            <p:cNvSpPr/>
            <p:nvPr/>
          </p:nvSpPr>
          <p:spPr>
            <a:xfrm>
              <a:off x="2165" y="196"/>
              <a:ext cx="710" cy="1"/>
            </a:xfrm>
            <a:prstGeom prst="line">
              <a:avLst/>
            </a:prstGeom>
            <a:ln w="0" cap="flat" cmpd="sng">
              <a:solidFill>
                <a:srgbClr val="000000"/>
              </a:solidFill>
              <a:prstDash val="solid"/>
              <a:headEnd type="none" w="med" len="med"/>
              <a:tailEnd type="none" w="med" len="med"/>
            </a:ln>
          </p:spPr>
        </p:sp>
        <p:sp>
          <p:nvSpPr>
            <p:cNvPr id="23704" name="矩形 23703"/>
            <p:cNvSpPr/>
            <p:nvPr/>
          </p:nvSpPr>
          <p:spPr>
            <a:xfrm>
              <a:off x="2875" y="196"/>
              <a:ext cx="8" cy="9"/>
            </a:xfrm>
            <a:prstGeom prst="rect">
              <a:avLst/>
            </a:prstGeom>
            <a:solidFill>
              <a:srgbClr val="000000"/>
            </a:solidFill>
            <a:ln w="9525">
              <a:noFill/>
            </a:ln>
          </p:spPr>
          <p:txBody>
            <a:bodyPr/>
            <a:lstStyle/>
            <a:p>
              <a:endParaRPr lang="zh-CN" altLang="en-US"/>
            </a:p>
          </p:txBody>
        </p:sp>
        <p:sp>
          <p:nvSpPr>
            <p:cNvPr id="23705" name="直接连接符 23704"/>
            <p:cNvSpPr/>
            <p:nvPr/>
          </p:nvSpPr>
          <p:spPr>
            <a:xfrm>
              <a:off x="2875" y="196"/>
              <a:ext cx="1" cy="9"/>
            </a:xfrm>
            <a:prstGeom prst="line">
              <a:avLst/>
            </a:prstGeom>
            <a:ln w="0" cap="flat" cmpd="sng">
              <a:solidFill>
                <a:srgbClr val="000000"/>
              </a:solidFill>
              <a:prstDash val="solid"/>
              <a:headEnd type="none" w="med" len="med"/>
              <a:tailEnd type="none" w="med" len="med"/>
            </a:ln>
          </p:spPr>
        </p:sp>
        <p:sp>
          <p:nvSpPr>
            <p:cNvPr id="23706" name="矩形 23705"/>
            <p:cNvSpPr/>
            <p:nvPr/>
          </p:nvSpPr>
          <p:spPr>
            <a:xfrm>
              <a:off x="2883" y="196"/>
              <a:ext cx="712" cy="7"/>
            </a:xfrm>
            <a:prstGeom prst="rect">
              <a:avLst/>
            </a:prstGeom>
            <a:solidFill>
              <a:srgbClr val="000000"/>
            </a:solidFill>
            <a:ln w="9525">
              <a:noFill/>
            </a:ln>
          </p:spPr>
          <p:txBody>
            <a:bodyPr/>
            <a:lstStyle/>
            <a:p>
              <a:endParaRPr lang="zh-CN" altLang="en-US"/>
            </a:p>
          </p:txBody>
        </p:sp>
        <p:sp>
          <p:nvSpPr>
            <p:cNvPr id="23707" name="直接连接符 23706"/>
            <p:cNvSpPr/>
            <p:nvPr/>
          </p:nvSpPr>
          <p:spPr>
            <a:xfrm>
              <a:off x="2883" y="196"/>
              <a:ext cx="712" cy="1"/>
            </a:xfrm>
            <a:prstGeom prst="line">
              <a:avLst/>
            </a:prstGeom>
            <a:ln w="0" cap="flat" cmpd="sng">
              <a:solidFill>
                <a:srgbClr val="000000"/>
              </a:solidFill>
              <a:prstDash val="solid"/>
              <a:headEnd type="none" w="med" len="med"/>
              <a:tailEnd type="none" w="med" len="med"/>
            </a:ln>
          </p:spPr>
        </p:sp>
        <p:sp>
          <p:nvSpPr>
            <p:cNvPr id="23708" name="矩形 23707"/>
            <p:cNvSpPr/>
            <p:nvPr/>
          </p:nvSpPr>
          <p:spPr>
            <a:xfrm>
              <a:off x="3595" y="196"/>
              <a:ext cx="8" cy="9"/>
            </a:xfrm>
            <a:prstGeom prst="rect">
              <a:avLst/>
            </a:prstGeom>
            <a:solidFill>
              <a:srgbClr val="000000"/>
            </a:solidFill>
            <a:ln w="9525">
              <a:noFill/>
            </a:ln>
          </p:spPr>
          <p:txBody>
            <a:bodyPr/>
            <a:lstStyle/>
            <a:p>
              <a:endParaRPr lang="zh-CN" altLang="en-US"/>
            </a:p>
          </p:txBody>
        </p:sp>
        <p:sp>
          <p:nvSpPr>
            <p:cNvPr id="23709" name="直接连接符 23708"/>
            <p:cNvSpPr/>
            <p:nvPr/>
          </p:nvSpPr>
          <p:spPr>
            <a:xfrm>
              <a:off x="3595" y="196"/>
              <a:ext cx="1" cy="9"/>
            </a:xfrm>
            <a:prstGeom prst="line">
              <a:avLst/>
            </a:prstGeom>
            <a:ln w="0" cap="flat" cmpd="sng">
              <a:solidFill>
                <a:srgbClr val="000000"/>
              </a:solidFill>
              <a:prstDash val="solid"/>
              <a:headEnd type="none" w="med" len="med"/>
              <a:tailEnd type="none" w="med" len="med"/>
            </a:ln>
          </p:spPr>
        </p:sp>
        <p:sp>
          <p:nvSpPr>
            <p:cNvPr id="23710" name="矩形 23709"/>
            <p:cNvSpPr/>
            <p:nvPr/>
          </p:nvSpPr>
          <p:spPr>
            <a:xfrm>
              <a:off x="3603" y="196"/>
              <a:ext cx="709" cy="7"/>
            </a:xfrm>
            <a:prstGeom prst="rect">
              <a:avLst/>
            </a:prstGeom>
            <a:solidFill>
              <a:srgbClr val="000000"/>
            </a:solidFill>
            <a:ln w="9525">
              <a:noFill/>
            </a:ln>
          </p:spPr>
          <p:txBody>
            <a:bodyPr/>
            <a:lstStyle/>
            <a:p>
              <a:endParaRPr lang="zh-CN" altLang="en-US"/>
            </a:p>
          </p:txBody>
        </p:sp>
        <p:sp>
          <p:nvSpPr>
            <p:cNvPr id="23711" name="直接连接符 23710"/>
            <p:cNvSpPr/>
            <p:nvPr/>
          </p:nvSpPr>
          <p:spPr>
            <a:xfrm>
              <a:off x="3603" y="196"/>
              <a:ext cx="709" cy="1"/>
            </a:xfrm>
            <a:prstGeom prst="line">
              <a:avLst/>
            </a:prstGeom>
            <a:ln w="0" cap="flat" cmpd="sng">
              <a:solidFill>
                <a:srgbClr val="000000"/>
              </a:solidFill>
              <a:prstDash val="solid"/>
              <a:headEnd type="none" w="med" len="med"/>
              <a:tailEnd type="none" w="med" len="med"/>
            </a:ln>
          </p:spPr>
        </p:sp>
        <p:sp>
          <p:nvSpPr>
            <p:cNvPr id="23712" name="矩形 23711"/>
            <p:cNvSpPr/>
            <p:nvPr/>
          </p:nvSpPr>
          <p:spPr>
            <a:xfrm>
              <a:off x="4312" y="196"/>
              <a:ext cx="8" cy="9"/>
            </a:xfrm>
            <a:prstGeom prst="rect">
              <a:avLst/>
            </a:prstGeom>
            <a:solidFill>
              <a:srgbClr val="000000"/>
            </a:solidFill>
            <a:ln w="9525">
              <a:noFill/>
            </a:ln>
          </p:spPr>
          <p:txBody>
            <a:bodyPr/>
            <a:lstStyle/>
            <a:p>
              <a:endParaRPr lang="zh-CN" altLang="en-US"/>
            </a:p>
          </p:txBody>
        </p:sp>
        <p:sp>
          <p:nvSpPr>
            <p:cNvPr id="23713" name="直接连接符 23712"/>
            <p:cNvSpPr/>
            <p:nvPr/>
          </p:nvSpPr>
          <p:spPr>
            <a:xfrm>
              <a:off x="4312" y="196"/>
              <a:ext cx="1" cy="9"/>
            </a:xfrm>
            <a:prstGeom prst="line">
              <a:avLst/>
            </a:prstGeom>
            <a:ln w="0" cap="flat" cmpd="sng">
              <a:solidFill>
                <a:srgbClr val="000000"/>
              </a:solidFill>
              <a:prstDash val="solid"/>
              <a:headEnd type="none" w="med" len="med"/>
              <a:tailEnd type="none" w="med" len="med"/>
            </a:ln>
          </p:spPr>
        </p:sp>
        <p:sp>
          <p:nvSpPr>
            <p:cNvPr id="23714" name="矩形 23713"/>
            <p:cNvSpPr/>
            <p:nvPr/>
          </p:nvSpPr>
          <p:spPr>
            <a:xfrm>
              <a:off x="4320" y="196"/>
              <a:ext cx="712" cy="7"/>
            </a:xfrm>
            <a:prstGeom prst="rect">
              <a:avLst/>
            </a:prstGeom>
            <a:solidFill>
              <a:srgbClr val="000000"/>
            </a:solidFill>
            <a:ln w="9525">
              <a:noFill/>
            </a:ln>
          </p:spPr>
          <p:txBody>
            <a:bodyPr/>
            <a:lstStyle/>
            <a:p>
              <a:endParaRPr lang="zh-CN" altLang="en-US"/>
            </a:p>
          </p:txBody>
        </p:sp>
        <p:sp>
          <p:nvSpPr>
            <p:cNvPr id="23715" name="直接连接符 23714"/>
            <p:cNvSpPr/>
            <p:nvPr/>
          </p:nvSpPr>
          <p:spPr>
            <a:xfrm>
              <a:off x="4320" y="196"/>
              <a:ext cx="712" cy="1"/>
            </a:xfrm>
            <a:prstGeom prst="line">
              <a:avLst/>
            </a:prstGeom>
            <a:ln w="0" cap="flat" cmpd="sng">
              <a:solidFill>
                <a:srgbClr val="000000"/>
              </a:solidFill>
              <a:prstDash val="solid"/>
              <a:headEnd type="none" w="med" len="med"/>
              <a:tailEnd type="none" w="med" len="med"/>
            </a:ln>
          </p:spPr>
        </p:sp>
        <p:sp>
          <p:nvSpPr>
            <p:cNvPr id="23716" name="矩形 23715"/>
            <p:cNvSpPr/>
            <p:nvPr/>
          </p:nvSpPr>
          <p:spPr>
            <a:xfrm>
              <a:off x="5032" y="196"/>
              <a:ext cx="8" cy="9"/>
            </a:xfrm>
            <a:prstGeom prst="rect">
              <a:avLst/>
            </a:prstGeom>
            <a:solidFill>
              <a:srgbClr val="000000"/>
            </a:solidFill>
            <a:ln w="9525">
              <a:noFill/>
            </a:ln>
          </p:spPr>
          <p:txBody>
            <a:bodyPr/>
            <a:lstStyle/>
            <a:p>
              <a:endParaRPr lang="zh-CN" altLang="en-US"/>
            </a:p>
          </p:txBody>
        </p:sp>
        <p:sp>
          <p:nvSpPr>
            <p:cNvPr id="23717" name="直接连接符 23716"/>
            <p:cNvSpPr/>
            <p:nvPr/>
          </p:nvSpPr>
          <p:spPr>
            <a:xfrm>
              <a:off x="5032" y="196"/>
              <a:ext cx="1" cy="9"/>
            </a:xfrm>
            <a:prstGeom prst="line">
              <a:avLst/>
            </a:prstGeom>
            <a:ln w="0" cap="flat" cmpd="sng">
              <a:solidFill>
                <a:srgbClr val="000000"/>
              </a:solidFill>
              <a:prstDash val="solid"/>
              <a:headEnd type="none" w="med" len="med"/>
              <a:tailEnd type="none" w="med" len="med"/>
            </a:ln>
          </p:spPr>
        </p:sp>
        <p:sp>
          <p:nvSpPr>
            <p:cNvPr id="23718" name="矩形 23717"/>
            <p:cNvSpPr/>
            <p:nvPr/>
          </p:nvSpPr>
          <p:spPr>
            <a:xfrm>
              <a:off x="5040" y="196"/>
              <a:ext cx="710" cy="7"/>
            </a:xfrm>
            <a:prstGeom prst="rect">
              <a:avLst/>
            </a:prstGeom>
            <a:solidFill>
              <a:srgbClr val="000000"/>
            </a:solidFill>
            <a:ln w="9525">
              <a:noFill/>
            </a:ln>
          </p:spPr>
          <p:txBody>
            <a:bodyPr/>
            <a:lstStyle/>
            <a:p>
              <a:endParaRPr lang="zh-CN" altLang="en-US"/>
            </a:p>
          </p:txBody>
        </p:sp>
        <p:sp>
          <p:nvSpPr>
            <p:cNvPr id="23719" name="直接连接符 23718"/>
            <p:cNvSpPr/>
            <p:nvPr/>
          </p:nvSpPr>
          <p:spPr>
            <a:xfrm>
              <a:off x="5040" y="196"/>
              <a:ext cx="710" cy="1"/>
            </a:xfrm>
            <a:prstGeom prst="line">
              <a:avLst/>
            </a:prstGeom>
            <a:ln w="0" cap="flat" cmpd="sng">
              <a:solidFill>
                <a:srgbClr val="000000"/>
              </a:solidFill>
              <a:prstDash val="solid"/>
              <a:headEnd type="none" w="med" len="med"/>
              <a:tailEnd type="none" w="med" len="med"/>
            </a:ln>
          </p:spPr>
        </p:sp>
        <p:sp>
          <p:nvSpPr>
            <p:cNvPr id="23720" name="矩形 23719"/>
            <p:cNvSpPr/>
            <p:nvPr/>
          </p:nvSpPr>
          <p:spPr>
            <a:xfrm>
              <a:off x="5750" y="196"/>
              <a:ext cx="7" cy="9"/>
            </a:xfrm>
            <a:prstGeom prst="rect">
              <a:avLst/>
            </a:prstGeom>
            <a:solidFill>
              <a:srgbClr val="000000"/>
            </a:solidFill>
            <a:ln w="9525">
              <a:noFill/>
            </a:ln>
          </p:spPr>
          <p:txBody>
            <a:bodyPr/>
            <a:lstStyle/>
            <a:p>
              <a:endParaRPr lang="zh-CN" altLang="en-US"/>
            </a:p>
          </p:txBody>
        </p:sp>
        <p:sp>
          <p:nvSpPr>
            <p:cNvPr id="23721" name="直接连接符 23720"/>
            <p:cNvSpPr/>
            <p:nvPr/>
          </p:nvSpPr>
          <p:spPr>
            <a:xfrm>
              <a:off x="5750" y="196"/>
              <a:ext cx="1" cy="9"/>
            </a:xfrm>
            <a:prstGeom prst="line">
              <a:avLst/>
            </a:prstGeom>
            <a:ln w="0" cap="flat" cmpd="sng">
              <a:solidFill>
                <a:srgbClr val="000000"/>
              </a:solidFill>
              <a:prstDash val="solid"/>
              <a:headEnd type="none" w="med" len="med"/>
              <a:tailEnd type="none" w="med" len="med"/>
            </a:ln>
          </p:spPr>
        </p:sp>
        <p:sp>
          <p:nvSpPr>
            <p:cNvPr id="23722" name="矩形 23721"/>
            <p:cNvSpPr/>
            <p:nvPr/>
          </p:nvSpPr>
          <p:spPr>
            <a:xfrm>
              <a:off x="0" y="205"/>
              <a:ext cx="8" cy="681"/>
            </a:xfrm>
            <a:prstGeom prst="rect">
              <a:avLst/>
            </a:prstGeom>
            <a:solidFill>
              <a:srgbClr val="000000"/>
            </a:solidFill>
            <a:ln w="9525">
              <a:noFill/>
            </a:ln>
          </p:spPr>
          <p:txBody>
            <a:bodyPr/>
            <a:lstStyle/>
            <a:p>
              <a:endParaRPr lang="zh-CN" altLang="en-US"/>
            </a:p>
          </p:txBody>
        </p:sp>
        <p:sp>
          <p:nvSpPr>
            <p:cNvPr id="23723" name="直接连接符 23722"/>
            <p:cNvSpPr/>
            <p:nvPr/>
          </p:nvSpPr>
          <p:spPr>
            <a:xfrm>
              <a:off x="0" y="205"/>
              <a:ext cx="1" cy="681"/>
            </a:xfrm>
            <a:prstGeom prst="line">
              <a:avLst/>
            </a:prstGeom>
            <a:ln w="0" cap="flat" cmpd="sng">
              <a:solidFill>
                <a:srgbClr val="000000"/>
              </a:solidFill>
              <a:prstDash val="solid"/>
              <a:headEnd type="none" w="med" len="med"/>
              <a:tailEnd type="none" w="med" len="med"/>
            </a:ln>
          </p:spPr>
        </p:sp>
        <p:sp>
          <p:nvSpPr>
            <p:cNvPr id="23724" name="矩形 23723"/>
            <p:cNvSpPr/>
            <p:nvPr/>
          </p:nvSpPr>
          <p:spPr>
            <a:xfrm>
              <a:off x="720" y="205"/>
              <a:ext cx="8" cy="681"/>
            </a:xfrm>
            <a:prstGeom prst="rect">
              <a:avLst/>
            </a:prstGeom>
            <a:solidFill>
              <a:srgbClr val="000000"/>
            </a:solidFill>
            <a:ln w="9525">
              <a:noFill/>
            </a:ln>
          </p:spPr>
          <p:txBody>
            <a:bodyPr/>
            <a:lstStyle/>
            <a:p>
              <a:endParaRPr lang="zh-CN" altLang="en-US"/>
            </a:p>
          </p:txBody>
        </p:sp>
        <p:sp>
          <p:nvSpPr>
            <p:cNvPr id="23725" name="直接连接符 23724"/>
            <p:cNvSpPr/>
            <p:nvPr/>
          </p:nvSpPr>
          <p:spPr>
            <a:xfrm>
              <a:off x="720" y="205"/>
              <a:ext cx="1" cy="681"/>
            </a:xfrm>
            <a:prstGeom prst="line">
              <a:avLst/>
            </a:prstGeom>
            <a:ln w="0" cap="flat" cmpd="sng">
              <a:solidFill>
                <a:srgbClr val="000000"/>
              </a:solidFill>
              <a:prstDash val="solid"/>
              <a:headEnd type="none" w="med" len="med"/>
              <a:tailEnd type="none" w="med" len="med"/>
            </a:ln>
          </p:spPr>
        </p:sp>
        <p:sp>
          <p:nvSpPr>
            <p:cNvPr id="23726" name="矩形 23725"/>
            <p:cNvSpPr/>
            <p:nvPr/>
          </p:nvSpPr>
          <p:spPr>
            <a:xfrm>
              <a:off x="1437" y="205"/>
              <a:ext cx="8" cy="681"/>
            </a:xfrm>
            <a:prstGeom prst="rect">
              <a:avLst/>
            </a:prstGeom>
            <a:solidFill>
              <a:srgbClr val="000000"/>
            </a:solidFill>
            <a:ln w="9525">
              <a:noFill/>
            </a:ln>
          </p:spPr>
          <p:txBody>
            <a:bodyPr/>
            <a:lstStyle/>
            <a:p>
              <a:endParaRPr lang="zh-CN" altLang="en-US"/>
            </a:p>
          </p:txBody>
        </p:sp>
        <p:sp>
          <p:nvSpPr>
            <p:cNvPr id="23727" name="直接连接符 23726"/>
            <p:cNvSpPr/>
            <p:nvPr/>
          </p:nvSpPr>
          <p:spPr>
            <a:xfrm>
              <a:off x="1437" y="205"/>
              <a:ext cx="1" cy="681"/>
            </a:xfrm>
            <a:prstGeom prst="line">
              <a:avLst/>
            </a:prstGeom>
            <a:ln w="0" cap="flat" cmpd="sng">
              <a:solidFill>
                <a:srgbClr val="000000"/>
              </a:solidFill>
              <a:prstDash val="solid"/>
              <a:headEnd type="none" w="med" len="med"/>
              <a:tailEnd type="none" w="med" len="med"/>
            </a:ln>
          </p:spPr>
        </p:sp>
        <p:sp>
          <p:nvSpPr>
            <p:cNvPr id="23728" name="矩形 23727"/>
            <p:cNvSpPr/>
            <p:nvPr/>
          </p:nvSpPr>
          <p:spPr>
            <a:xfrm>
              <a:off x="2157" y="205"/>
              <a:ext cx="8" cy="681"/>
            </a:xfrm>
            <a:prstGeom prst="rect">
              <a:avLst/>
            </a:prstGeom>
            <a:solidFill>
              <a:srgbClr val="000000"/>
            </a:solidFill>
            <a:ln w="9525">
              <a:noFill/>
            </a:ln>
          </p:spPr>
          <p:txBody>
            <a:bodyPr/>
            <a:lstStyle/>
            <a:p>
              <a:endParaRPr lang="zh-CN" altLang="en-US"/>
            </a:p>
          </p:txBody>
        </p:sp>
        <p:sp>
          <p:nvSpPr>
            <p:cNvPr id="23729" name="直接连接符 23728"/>
            <p:cNvSpPr/>
            <p:nvPr/>
          </p:nvSpPr>
          <p:spPr>
            <a:xfrm>
              <a:off x="2157" y="205"/>
              <a:ext cx="1" cy="681"/>
            </a:xfrm>
            <a:prstGeom prst="line">
              <a:avLst/>
            </a:prstGeom>
            <a:ln w="0" cap="flat" cmpd="sng">
              <a:solidFill>
                <a:srgbClr val="000000"/>
              </a:solidFill>
              <a:prstDash val="solid"/>
              <a:headEnd type="none" w="med" len="med"/>
              <a:tailEnd type="none" w="med" len="med"/>
            </a:ln>
          </p:spPr>
        </p:sp>
        <p:sp>
          <p:nvSpPr>
            <p:cNvPr id="23730" name="矩形 23729"/>
            <p:cNvSpPr/>
            <p:nvPr/>
          </p:nvSpPr>
          <p:spPr>
            <a:xfrm>
              <a:off x="2875" y="205"/>
              <a:ext cx="8" cy="681"/>
            </a:xfrm>
            <a:prstGeom prst="rect">
              <a:avLst/>
            </a:prstGeom>
            <a:solidFill>
              <a:srgbClr val="000000"/>
            </a:solidFill>
            <a:ln w="9525">
              <a:noFill/>
            </a:ln>
          </p:spPr>
          <p:txBody>
            <a:bodyPr/>
            <a:lstStyle/>
            <a:p>
              <a:endParaRPr lang="zh-CN" altLang="en-US"/>
            </a:p>
          </p:txBody>
        </p:sp>
        <p:sp>
          <p:nvSpPr>
            <p:cNvPr id="23731" name="直接连接符 23730"/>
            <p:cNvSpPr/>
            <p:nvPr/>
          </p:nvSpPr>
          <p:spPr>
            <a:xfrm>
              <a:off x="2875" y="205"/>
              <a:ext cx="1" cy="681"/>
            </a:xfrm>
            <a:prstGeom prst="line">
              <a:avLst/>
            </a:prstGeom>
            <a:ln w="0" cap="flat" cmpd="sng">
              <a:solidFill>
                <a:srgbClr val="000000"/>
              </a:solidFill>
              <a:prstDash val="solid"/>
              <a:headEnd type="none" w="med" len="med"/>
              <a:tailEnd type="none" w="med" len="med"/>
            </a:ln>
          </p:spPr>
        </p:sp>
        <p:sp>
          <p:nvSpPr>
            <p:cNvPr id="23732" name="矩形 23731"/>
            <p:cNvSpPr/>
            <p:nvPr/>
          </p:nvSpPr>
          <p:spPr>
            <a:xfrm>
              <a:off x="3595" y="205"/>
              <a:ext cx="8" cy="681"/>
            </a:xfrm>
            <a:prstGeom prst="rect">
              <a:avLst/>
            </a:prstGeom>
            <a:solidFill>
              <a:srgbClr val="000000"/>
            </a:solidFill>
            <a:ln w="9525">
              <a:noFill/>
            </a:ln>
          </p:spPr>
          <p:txBody>
            <a:bodyPr/>
            <a:lstStyle/>
            <a:p>
              <a:endParaRPr lang="zh-CN" altLang="en-US"/>
            </a:p>
          </p:txBody>
        </p:sp>
        <p:sp>
          <p:nvSpPr>
            <p:cNvPr id="23733" name="直接连接符 23732"/>
            <p:cNvSpPr/>
            <p:nvPr/>
          </p:nvSpPr>
          <p:spPr>
            <a:xfrm>
              <a:off x="3595" y="205"/>
              <a:ext cx="1" cy="681"/>
            </a:xfrm>
            <a:prstGeom prst="line">
              <a:avLst/>
            </a:prstGeom>
            <a:ln w="0" cap="flat" cmpd="sng">
              <a:solidFill>
                <a:srgbClr val="000000"/>
              </a:solidFill>
              <a:prstDash val="solid"/>
              <a:headEnd type="none" w="med" len="med"/>
              <a:tailEnd type="none" w="med" len="med"/>
            </a:ln>
          </p:spPr>
        </p:sp>
        <p:sp>
          <p:nvSpPr>
            <p:cNvPr id="23734" name="矩形 23733"/>
            <p:cNvSpPr/>
            <p:nvPr/>
          </p:nvSpPr>
          <p:spPr>
            <a:xfrm>
              <a:off x="4312" y="205"/>
              <a:ext cx="8" cy="681"/>
            </a:xfrm>
            <a:prstGeom prst="rect">
              <a:avLst/>
            </a:prstGeom>
            <a:solidFill>
              <a:srgbClr val="000000"/>
            </a:solidFill>
            <a:ln w="9525">
              <a:noFill/>
            </a:ln>
          </p:spPr>
          <p:txBody>
            <a:bodyPr/>
            <a:lstStyle/>
            <a:p>
              <a:endParaRPr lang="zh-CN" altLang="en-US"/>
            </a:p>
          </p:txBody>
        </p:sp>
        <p:sp>
          <p:nvSpPr>
            <p:cNvPr id="23735" name="直接连接符 23734"/>
            <p:cNvSpPr/>
            <p:nvPr/>
          </p:nvSpPr>
          <p:spPr>
            <a:xfrm>
              <a:off x="4312" y="205"/>
              <a:ext cx="1" cy="681"/>
            </a:xfrm>
            <a:prstGeom prst="line">
              <a:avLst/>
            </a:prstGeom>
            <a:ln w="0" cap="flat" cmpd="sng">
              <a:solidFill>
                <a:srgbClr val="000000"/>
              </a:solidFill>
              <a:prstDash val="solid"/>
              <a:headEnd type="none" w="med" len="med"/>
              <a:tailEnd type="none" w="med" len="med"/>
            </a:ln>
          </p:spPr>
        </p:sp>
        <p:sp>
          <p:nvSpPr>
            <p:cNvPr id="23736" name="矩形 23735"/>
            <p:cNvSpPr/>
            <p:nvPr/>
          </p:nvSpPr>
          <p:spPr>
            <a:xfrm>
              <a:off x="5032" y="205"/>
              <a:ext cx="8" cy="681"/>
            </a:xfrm>
            <a:prstGeom prst="rect">
              <a:avLst/>
            </a:prstGeom>
            <a:solidFill>
              <a:srgbClr val="000000"/>
            </a:solidFill>
            <a:ln w="9525">
              <a:noFill/>
            </a:ln>
          </p:spPr>
          <p:txBody>
            <a:bodyPr/>
            <a:lstStyle/>
            <a:p>
              <a:endParaRPr lang="zh-CN" altLang="en-US"/>
            </a:p>
          </p:txBody>
        </p:sp>
        <p:sp>
          <p:nvSpPr>
            <p:cNvPr id="23737" name="直接连接符 23736"/>
            <p:cNvSpPr/>
            <p:nvPr/>
          </p:nvSpPr>
          <p:spPr>
            <a:xfrm>
              <a:off x="5032" y="205"/>
              <a:ext cx="1" cy="681"/>
            </a:xfrm>
            <a:prstGeom prst="line">
              <a:avLst/>
            </a:prstGeom>
            <a:ln w="0" cap="flat" cmpd="sng">
              <a:solidFill>
                <a:srgbClr val="000000"/>
              </a:solidFill>
              <a:prstDash val="solid"/>
              <a:headEnd type="none" w="med" len="med"/>
              <a:tailEnd type="none" w="med" len="med"/>
            </a:ln>
          </p:spPr>
        </p:sp>
        <p:sp>
          <p:nvSpPr>
            <p:cNvPr id="23738" name="矩形 23737"/>
            <p:cNvSpPr/>
            <p:nvPr/>
          </p:nvSpPr>
          <p:spPr>
            <a:xfrm>
              <a:off x="5750" y="205"/>
              <a:ext cx="7" cy="681"/>
            </a:xfrm>
            <a:prstGeom prst="rect">
              <a:avLst/>
            </a:prstGeom>
            <a:solidFill>
              <a:srgbClr val="000000"/>
            </a:solidFill>
            <a:ln w="9525">
              <a:noFill/>
            </a:ln>
          </p:spPr>
          <p:txBody>
            <a:bodyPr/>
            <a:lstStyle/>
            <a:p>
              <a:endParaRPr lang="zh-CN" altLang="en-US"/>
            </a:p>
          </p:txBody>
        </p:sp>
        <p:sp>
          <p:nvSpPr>
            <p:cNvPr id="23739" name="直接连接符 23738"/>
            <p:cNvSpPr/>
            <p:nvPr/>
          </p:nvSpPr>
          <p:spPr>
            <a:xfrm>
              <a:off x="5750" y="205"/>
              <a:ext cx="1" cy="681"/>
            </a:xfrm>
            <a:prstGeom prst="line">
              <a:avLst/>
            </a:prstGeom>
            <a:ln w="0" cap="flat" cmpd="sng">
              <a:solidFill>
                <a:srgbClr val="000000"/>
              </a:solidFill>
              <a:prstDash val="solid"/>
              <a:headEnd type="none" w="med" len="med"/>
              <a:tailEnd type="none" w="med" len="med"/>
            </a:ln>
          </p:spPr>
        </p:sp>
        <p:sp>
          <p:nvSpPr>
            <p:cNvPr id="23740" name="矩形 23739"/>
            <p:cNvSpPr/>
            <p:nvPr/>
          </p:nvSpPr>
          <p:spPr>
            <a:xfrm>
              <a:off x="74" y="925"/>
              <a:ext cx="480" cy="165"/>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第二代</a:t>
              </a:r>
              <a:endParaRPr lang="zh-CN" altLang="en-US" sz="2000">
                <a:latin typeface="Times New Roman" panose="02020603050405020304" pitchFamily="2" charset="0"/>
              </a:endParaRPr>
            </a:p>
          </p:txBody>
        </p:sp>
        <p:sp>
          <p:nvSpPr>
            <p:cNvPr id="23741" name="矩形 23740"/>
            <p:cNvSpPr/>
            <p:nvPr/>
          </p:nvSpPr>
          <p:spPr>
            <a:xfrm>
              <a:off x="484" y="925"/>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42" name="矩形 23741"/>
            <p:cNvSpPr/>
            <p:nvPr/>
          </p:nvSpPr>
          <p:spPr>
            <a:xfrm>
              <a:off x="794" y="925"/>
              <a:ext cx="32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1958</a:t>
              </a:r>
              <a:endParaRPr lang="en-US" altLang="zh-CN" sz="2000">
                <a:latin typeface="Times New Roman" panose="02020603050405020304" pitchFamily="2" charset="0"/>
              </a:endParaRPr>
            </a:p>
          </p:txBody>
        </p:sp>
        <p:sp>
          <p:nvSpPr>
            <p:cNvPr id="23743" name="矩形 23742"/>
            <p:cNvSpPr/>
            <p:nvPr/>
          </p:nvSpPr>
          <p:spPr>
            <a:xfrm>
              <a:off x="1067" y="920"/>
              <a:ext cx="53" cy="165"/>
            </a:xfrm>
            <a:prstGeom prst="rect">
              <a:avLst/>
            </a:prstGeom>
            <a:noFill/>
            <a:ln w="9525">
              <a:noFill/>
            </a:ln>
          </p:spPr>
          <p:txBody>
            <a:bodyPr wrap="none" lIns="0" tIns="0" rIns="0" bIns="0">
              <a:spAutoFit/>
            </a:bodyPr>
            <a:lstStyle/>
            <a:p>
              <a:r>
                <a:rPr lang="en-US" altLang="zh-CN" sz="2000">
                  <a:solidFill>
                    <a:srgbClr val="000000"/>
                  </a:solidFill>
                  <a:latin typeface="Times New Roman" panose="02020603050405020304" pitchFamily="2" charset="0"/>
                </a:rPr>
                <a:t>-</a:t>
              </a:r>
              <a:endParaRPr lang="en-US" altLang="zh-CN" sz="2000">
                <a:latin typeface="Times New Roman" panose="02020603050405020304" pitchFamily="2" charset="0"/>
              </a:endParaRPr>
            </a:p>
          </p:txBody>
        </p:sp>
        <p:sp>
          <p:nvSpPr>
            <p:cNvPr id="23744" name="矩形 23743"/>
            <p:cNvSpPr/>
            <p:nvPr/>
          </p:nvSpPr>
          <p:spPr>
            <a:xfrm>
              <a:off x="1202" y="925"/>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45" name="矩形 23744"/>
            <p:cNvSpPr/>
            <p:nvPr/>
          </p:nvSpPr>
          <p:spPr>
            <a:xfrm>
              <a:off x="794" y="1111"/>
              <a:ext cx="56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1964   </a:t>
              </a:r>
              <a:endParaRPr lang="en-US" altLang="zh-CN" sz="2000">
                <a:latin typeface="Times New Roman" panose="02020603050405020304" pitchFamily="2" charset="0"/>
              </a:endParaRPr>
            </a:p>
          </p:txBody>
        </p:sp>
        <p:sp>
          <p:nvSpPr>
            <p:cNvPr id="23746" name="矩形 23745"/>
            <p:cNvSpPr/>
            <p:nvPr/>
          </p:nvSpPr>
          <p:spPr>
            <a:xfrm>
              <a:off x="1273" y="1111"/>
              <a:ext cx="80" cy="165"/>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47" name="矩形 23746"/>
            <p:cNvSpPr/>
            <p:nvPr/>
          </p:nvSpPr>
          <p:spPr>
            <a:xfrm>
              <a:off x="794" y="1297"/>
              <a:ext cx="80" cy="166"/>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48" name="矩形 23747"/>
            <p:cNvSpPr/>
            <p:nvPr/>
          </p:nvSpPr>
          <p:spPr>
            <a:xfrm>
              <a:off x="1511" y="925"/>
              <a:ext cx="480" cy="166"/>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晶体管</a:t>
              </a:r>
              <a:endParaRPr lang="zh-CN" altLang="en-US" sz="2000">
                <a:latin typeface="Times New Roman" panose="02020603050405020304" pitchFamily="2" charset="0"/>
              </a:endParaRPr>
            </a:p>
          </p:txBody>
        </p:sp>
        <p:sp>
          <p:nvSpPr>
            <p:cNvPr id="23749" name="矩形 23748"/>
            <p:cNvSpPr/>
            <p:nvPr/>
          </p:nvSpPr>
          <p:spPr>
            <a:xfrm>
              <a:off x="1922" y="925"/>
              <a:ext cx="80" cy="166"/>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50" name="矩形 23749"/>
            <p:cNvSpPr/>
            <p:nvPr/>
          </p:nvSpPr>
          <p:spPr>
            <a:xfrm>
              <a:off x="2231" y="925"/>
              <a:ext cx="640" cy="166"/>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磁芯、磁</a:t>
              </a:r>
              <a:endParaRPr lang="zh-CN" altLang="en-US" sz="2000">
                <a:latin typeface="Times New Roman" panose="02020603050405020304" pitchFamily="2" charset="0"/>
              </a:endParaRPr>
            </a:p>
          </p:txBody>
        </p:sp>
        <p:sp>
          <p:nvSpPr>
            <p:cNvPr id="23751" name="矩形 23750"/>
            <p:cNvSpPr/>
            <p:nvPr/>
          </p:nvSpPr>
          <p:spPr>
            <a:xfrm>
              <a:off x="2231" y="1111"/>
              <a:ext cx="160" cy="166"/>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鼓</a:t>
              </a:r>
              <a:endParaRPr lang="zh-CN" altLang="en-US" sz="2000">
                <a:latin typeface="Times New Roman" panose="02020603050405020304" pitchFamily="2" charset="0"/>
              </a:endParaRPr>
            </a:p>
          </p:txBody>
        </p:sp>
        <p:sp>
          <p:nvSpPr>
            <p:cNvPr id="23752" name="矩形 23751"/>
            <p:cNvSpPr/>
            <p:nvPr/>
          </p:nvSpPr>
          <p:spPr>
            <a:xfrm>
              <a:off x="2368" y="1111"/>
              <a:ext cx="80" cy="166"/>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53" name="矩形 23752"/>
            <p:cNvSpPr/>
            <p:nvPr/>
          </p:nvSpPr>
          <p:spPr>
            <a:xfrm>
              <a:off x="2948" y="925"/>
              <a:ext cx="640" cy="166"/>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磁带、磁</a:t>
              </a:r>
              <a:endParaRPr lang="zh-CN" altLang="en-US" sz="2000">
                <a:latin typeface="Times New Roman" panose="02020603050405020304" pitchFamily="2" charset="0"/>
              </a:endParaRPr>
            </a:p>
          </p:txBody>
        </p:sp>
        <p:sp>
          <p:nvSpPr>
            <p:cNvPr id="23754" name="矩形 23753"/>
            <p:cNvSpPr/>
            <p:nvPr/>
          </p:nvSpPr>
          <p:spPr>
            <a:xfrm>
              <a:off x="2948" y="1111"/>
              <a:ext cx="160" cy="166"/>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盘</a:t>
              </a:r>
              <a:endParaRPr lang="zh-CN" altLang="en-US" sz="2000">
                <a:latin typeface="Times New Roman" panose="02020603050405020304" pitchFamily="2" charset="0"/>
              </a:endParaRPr>
            </a:p>
          </p:txBody>
        </p:sp>
        <p:sp>
          <p:nvSpPr>
            <p:cNvPr id="23755" name="矩形 23754"/>
            <p:cNvSpPr/>
            <p:nvPr/>
          </p:nvSpPr>
          <p:spPr>
            <a:xfrm>
              <a:off x="3085" y="1111"/>
              <a:ext cx="80" cy="166"/>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grpSp>
      <p:grpSp>
        <p:nvGrpSpPr>
          <p:cNvPr id="23756" name="组合 23755"/>
          <p:cNvGrpSpPr/>
          <p:nvPr/>
        </p:nvGrpSpPr>
        <p:grpSpPr>
          <a:xfrm>
            <a:off x="0" y="3082925"/>
            <a:ext cx="9139238" cy="3138488"/>
            <a:chOff x="0" y="0"/>
            <a:chExt cx="5757" cy="1977"/>
          </a:xfrm>
        </p:grpSpPr>
        <p:sp>
          <p:nvSpPr>
            <p:cNvPr id="23757" name="矩形 23756"/>
            <p:cNvSpPr/>
            <p:nvPr/>
          </p:nvSpPr>
          <p:spPr>
            <a:xfrm>
              <a:off x="3668" y="39"/>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高级语言</a:t>
              </a:r>
              <a:endParaRPr lang="zh-CN" altLang="en-US" sz="2000">
                <a:latin typeface="Times New Roman" panose="02020603050405020304" pitchFamily="2" charset="0"/>
              </a:endParaRPr>
            </a:p>
          </p:txBody>
        </p:sp>
        <p:sp>
          <p:nvSpPr>
            <p:cNvPr id="23758" name="矩形 23757"/>
            <p:cNvSpPr/>
            <p:nvPr/>
          </p:nvSpPr>
          <p:spPr>
            <a:xfrm>
              <a:off x="4216" y="39"/>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59" name="矩形 23758"/>
            <p:cNvSpPr/>
            <p:nvPr/>
          </p:nvSpPr>
          <p:spPr>
            <a:xfrm>
              <a:off x="3668" y="225"/>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编译语言</a:t>
              </a:r>
              <a:endParaRPr lang="zh-CN" altLang="en-US" sz="2000">
                <a:latin typeface="Times New Roman" panose="02020603050405020304" pitchFamily="2" charset="0"/>
              </a:endParaRPr>
            </a:p>
          </p:txBody>
        </p:sp>
        <p:sp>
          <p:nvSpPr>
            <p:cNvPr id="23760" name="矩形 23759"/>
            <p:cNvSpPr/>
            <p:nvPr/>
          </p:nvSpPr>
          <p:spPr>
            <a:xfrm>
              <a:off x="4216" y="22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61" name="矩形 23760"/>
            <p:cNvSpPr/>
            <p:nvPr/>
          </p:nvSpPr>
          <p:spPr>
            <a:xfrm>
              <a:off x="3668" y="411"/>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操作系统</a:t>
              </a:r>
              <a:endParaRPr lang="zh-CN" altLang="en-US" sz="2000">
                <a:latin typeface="Times New Roman" panose="02020603050405020304" pitchFamily="2" charset="0"/>
              </a:endParaRPr>
            </a:p>
          </p:txBody>
        </p:sp>
        <p:sp>
          <p:nvSpPr>
            <p:cNvPr id="23762" name="矩形 23761"/>
            <p:cNvSpPr/>
            <p:nvPr/>
          </p:nvSpPr>
          <p:spPr>
            <a:xfrm>
              <a:off x="4216" y="411"/>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63" name="矩形 23762"/>
            <p:cNvSpPr/>
            <p:nvPr/>
          </p:nvSpPr>
          <p:spPr>
            <a:xfrm>
              <a:off x="4386" y="39"/>
              <a:ext cx="48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几万次</a:t>
              </a:r>
              <a:endParaRPr lang="zh-CN" altLang="en-US" sz="2000">
                <a:latin typeface="Times New Roman" panose="02020603050405020304" pitchFamily="2" charset="0"/>
              </a:endParaRPr>
            </a:p>
          </p:txBody>
        </p:sp>
        <p:sp>
          <p:nvSpPr>
            <p:cNvPr id="23764" name="矩形 23763"/>
            <p:cNvSpPr/>
            <p:nvPr/>
          </p:nvSpPr>
          <p:spPr>
            <a:xfrm>
              <a:off x="4797" y="34"/>
              <a:ext cx="0" cy="192"/>
            </a:xfrm>
            <a:prstGeom prst="rect">
              <a:avLst/>
            </a:prstGeom>
            <a:noFill/>
            <a:ln w="9525">
              <a:noFill/>
            </a:ln>
          </p:spPr>
          <p:txBody>
            <a:bodyPr wrap="none" lIns="0" tIns="0" rIns="0" bIns="0">
              <a:spAutoFit/>
            </a:bodyPr>
            <a:lstStyle/>
            <a:p>
              <a:endParaRPr sz="2000">
                <a:latin typeface="Times New Roman" panose="02020603050405020304" pitchFamily="2" charset="0"/>
              </a:endParaRPr>
            </a:p>
          </p:txBody>
        </p:sp>
        <p:sp>
          <p:nvSpPr>
            <p:cNvPr id="23765" name="矩形 23764"/>
            <p:cNvSpPr/>
            <p:nvPr/>
          </p:nvSpPr>
          <p:spPr>
            <a:xfrm>
              <a:off x="4931" y="39"/>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66" name="矩形 23765"/>
            <p:cNvSpPr/>
            <p:nvPr/>
          </p:nvSpPr>
          <p:spPr>
            <a:xfrm>
              <a:off x="4386" y="225"/>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几百万次</a:t>
              </a:r>
              <a:endParaRPr lang="zh-CN" altLang="en-US" sz="2000">
                <a:latin typeface="Times New Roman" panose="02020603050405020304" pitchFamily="2" charset="0"/>
              </a:endParaRPr>
            </a:p>
          </p:txBody>
        </p:sp>
        <p:sp>
          <p:nvSpPr>
            <p:cNvPr id="23767" name="矩形 23766"/>
            <p:cNvSpPr/>
            <p:nvPr/>
          </p:nvSpPr>
          <p:spPr>
            <a:xfrm>
              <a:off x="4386" y="411"/>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768" name="矩形 23767"/>
            <p:cNvSpPr/>
            <p:nvPr/>
          </p:nvSpPr>
          <p:spPr>
            <a:xfrm>
              <a:off x="4454" y="411"/>
              <a:ext cx="16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秒</a:t>
              </a:r>
              <a:endParaRPr lang="zh-CN" altLang="en-US" sz="2000">
                <a:latin typeface="Times New Roman" panose="02020603050405020304" pitchFamily="2" charset="0"/>
              </a:endParaRPr>
            </a:p>
          </p:txBody>
        </p:sp>
        <p:sp>
          <p:nvSpPr>
            <p:cNvPr id="23769" name="矩形 23768"/>
            <p:cNvSpPr/>
            <p:nvPr/>
          </p:nvSpPr>
          <p:spPr>
            <a:xfrm>
              <a:off x="4591" y="411"/>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70" name="矩形 23769"/>
            <p:cNvSpPr/>
            <p:nvPr/>
          </p:nvSpPr>
          <p:spPr>
            <a:xfrm>
              <a:off x="5106" y="39"/>
              <a:ext cx="56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IBM7094</a:t>
              </a:r>
              <a:endParaRPr lang="en-US" altLang="zh-CN" sz="2000">
                <a:latin typeface="Times New Roman" panose="02020603050405020304" pitchFamily="2" charset="0"/>
              </a:endParaRPr>
            </a:p>
          </p:txBody>
        </p:sp>
        <p:sp>
          <p:nvSpPr>
            <p:cNvPr id="23771" name="矩形 23770"/>
            <p:cNvSpPr/>
            <p:nvPr/>
          </p:nvSpPr>
          <p:spPr>
            <a:xfrm>
              <a:off x="5585" y="39"/>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72" name="矩形 23771"/>
            <p:cNvSpPr/>
            <p:nvPr/>
          </p:nvSpPr>
          <p:spPr>
            <a:xfrm>
              <a:off x="5106" y="225"/>
              <a:ext cx="24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DTS</a:t>
              </a:r>
              <a:endParaRPr lang="en-US" altLang="zh-CN" sz="2000">
                <a:latin typeface="Times New Roman" panose="02020603050405020304" pitchFamily="2" charset="0"/>
              </a:endParaRPr>
            </a:p>
          </p:txBody>
        </p:sp>
        <p:sp>
          <p:nvSpPr>
            <p:cNvPr id="23773" name="矩形 23772"/>
            <p:cNvSpPr/>
            <p:nvPr/>
          </p:nvSpPr>
          <p:spPr>
            <a:xfrm>
              <a:off x="5311" y="22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774" name="矩形 23773"/>
            <p:cNvSpPr/>
            <p:nvPr/>
          </p:nvSpPr>
          <p:spPr>
            <a:xfrm>
              <a:off x="5380" y="225"/>
              <a:ext cx="24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121</a:t>
              </a:r>
              <a:endParaRPr lang="en-US" altLang="zh-CN" sz="2000">
                <a:latin typeface="Times New Roman" panose="02020603050405020304" pitchFamily="2" charset="0"/>
              </a:endParaRPr>
            </a:p>
          </p:txBody>
        </p:sp>
        <p:sp>
          <p:nvSpPr>
            <p:cNvPr id="23775" name="矩形 23774"/>
            <p:cNvSpPr/>
            <p:nvPr/>
          </p:nvSpPr>
          <p:spPr>
            <a:xfrm>
              <a:off x="5585" y="22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76" name="矩形 23775"/>
            <p:cNvSpPr/>
            <p:nvPr/>
          </p:nvSpPr>
          <p:spPr>
            <a:xfrm>
              <a:off x="5106" y="411"/>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X</a:t>
              </a:r>
              <a:endParaRPr lang="en-US" altLang="zh-CN" sz="2000">
                <a:latin typeface="Times New Roman" panose="02020603050405020304" pitchFamily="2" charset="0"/>
              </a:endParaRPr>
            </a:p>
          </p:txBody>
        </p:sp>
        <p:sp>
          <p:nvSpPr>
            <p:cNvPr id="23777" name="矩形 23776"/>
            <p:cNvSpPr/>
            <p:nvPr/>
          </p:nvSpPr>
          <p:spPr>
            <a:xfrm>
              <a:off x="5174" y="411"/>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778" name="矩形 23777"/>
            <p:cNvSpPr/>
            <p:nvPr/>
          </p:nvSpPr>
          <p:spPr>
            <a:xfrm>
              <a:off x="5243" y="411"/>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2</a:t>
              </a:r>
              <a:endParaRPr lang="en-US" altLang="zh-CN" sz="2000">
                <a:latin typeface="Times New Roman" panose="02020603050405020304" pitchFamily="2" charset="0"/>
              </a:endParaRPr>
            </a:p>
          </p:txBody>
        </p:sp>
        <p:sp>
          <p:nvSpPr>
            <p:cNvPr id="23779" name="矩形 23778"/>
            <p:cNvSpPr/>
            <p:nvPr/>
          </p:nvSpPr>
          <p:spPr>
            <a:xfrm>
              <a:off x="5311" y="411"/>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780" name="矩形 23779"/>
            <p:cNvSpPr/>
            <p:nvPr/>
          </p:nvSpPr>
          <p:spPr>
            <a:xfrm>
              <a:off x="0" y="0"/>
              <a:ext cx="8" cy="10"/>
            </a:xfrm>
            <a:prstGeom prst="rect">
              <a:avLst/>
            </a:prstGeom>
            <a:solidFill>
              <a:srgbClr val="000000"/>
            </a:solidFill>
            <a:ln w="9525">
              <a:noFill/>
            </a:ln>
          </p:spPr>
          <p:txBody>
            <a:bodyPr/>
            <a:lstStyle/>
            <a:p>
              <a:endParaRPr lang="zh-CN" altLang="en-US"/>
            </a:p>
          </p:txBody>
        </p:sp>
        <p:sp>
          <p:nvSpPr>
            <p:cNvPr id="23781" name="直接连接符 23780"/>
            <p:cNvSpPr/>
            <p:nvPr/>
          </p:nvSpPr>
          <p:spPr>
            <a:xfrm>
              <a:off x="0" y="0"/>
              <a:ext cx="1" cy="10"/>
            </a:xfrm>
            <a:prstGeom prst="line">
              <a:avLst/>
            </a:prstGeom>
            <a:ln w="0" cap="flat" cmpd="sng">
              <a:solidFill>
                <a:srgbClr val="000000"/>
              </a:solidFill>
              <a:prstDash val="solid"/>
              <a:headEnd type="none" w="med" len="med"/>
              <a:tailEnd type="none" w="med" len="med"/>
            </a:ln>
          </p:spPr>
        </p:sp>
        <p:sp>
          <p:nvSpPr>
            <p:cNvPr id="23782" name="矩形 23781"/>
            <p:cNvSpPr/>
            <p:nvPr/>
          </p:nvSpPr>
          <p:spPr>
            <a:xfrm>
              <a:off x="8" y="0"/>
              <a:ext cx="712" cy="7"/>
            </a:xfrm>
            <a:prstGeom prst="rect">
              <a:avLst/>
            </a:prstGeom>
            <a:solidFill>
              <a:srgbClr val="000000"/>
            </a:solidFill>
            <a:ln w="9525">
              <a:noFill/>
            </a:ln>
          </p:spPr>
          <p:txBody>
            <a:bodyPr/>
            <a:lstStyle/>
            <a:p>
              <a:endParaRPr lang="zh-CN" altLang="en-US"/>
            </a:p>
          </p:txBody>
        </p:sp>
        <p:sp>
          <p:nvSpPr>
            <p:cNvPr id="23783" name="直接连接符 23782"/>
            <p:cNvSpPr/>
            <p:nvPr/>
          </p:nvSpPr>
          <p:spPr>
            <a:xfrm>
              <a:off x="8" y="0"/>
              <a:ext cx="712" cy="1"/>
            </a:xfrm>
            <a:prstGeom prst="line">
              <a:avLst/>
            </a:prstGeom>
            <a:ln w="0" cap="flat" cmpd="sng">
              <a:solidFill>
                <a:srgbClr val="000000"/>
              </a:solidFill>
              <a:prstDash val="solid"/>
              <a:headEnd type="none" w="med" len="med"/>
              <a:tailEnd type="none" w="med" len="med"/>
            </a:ln>
          </p:spPr>
        </p:sp>
        <p:sp>
          <p:nvSpPr>
            <p:cNvPr id="23784" name="矩形 23783"/>
            <p:cNvSpPr/>
            <p:nvPr/>
          </p:nvSpPr>
          <p:spPr>
            <a:xfrm>
              <a:off x="720" y="0"/>
              <a:ext cx="8" cy="10"/>
            </a:xfrm>
            <a:prstGeom prst="rect">
              <a:avLst/>
            </a:prstGeom>
            <a:solidFill>
              <a:srgbClr val="000000"/>
            </a:solidFill>
            <a:ln w="9525">
              <a:noFill/>
            </a:ln>
          </p:spPr>
          <p:txBody>
            <a:bodyPr/>
            <a:lstStyle/>
            <a:p>
              <a:endParaRPr lang="zh-CN" altLang="en-US"/>
            </a:p>
          </p:txBody>
        </p:sp>
        <p:sp>
          <p:nvSpPr>
            <p:cNvPr id="23785" name="直接连接符 23784"/>
            <p:cNvSpPr/>
            <p:nvPr/>
          </p:nvSpPr>
          <p:spPr>
            <a:xfrm>
              <a:off x="720" y="0"/>
              <a:ext cx="1" cy="10"/>
            </a:xfrm>
            <a:prstGeom prst="line">
              <a:avLst/>
            </a:prstGeom>
            <a:ln w="0" cap="flat" cmpd="sng">
              <a:solidFill>
                <a:srgbClr val="000000"/>
              </a:solidFill>
              <a:prstDash val="solid"/>
              <a:headEnd type="none" w="med" len="med"/>
              <a:tailEnd type="none" w="med" len="med"/>
            </a:ln>
          </p:spPr>
        </p:sp>
        <p:sp>
          <p:nvSpPr>
            <p:cNvPr id="23786" name="矩形 23785"/>
            <p:cNvSpPr/>
            <p:nvPr/>
          </p:nvSpPr>
          <p:spPr>
            <a:xfrm>
              <a:off x="728" y="0"/>
              <a:ext cx="709" cy="7"/>
            </a:xfrm>
            <a:prstGeom prst="rect">
              <a:avLst/>
            </a:prstGeom>
            <a:solidFill>
              <a:srgbClr val="000000"/>
            </a:solidFill>
            <a:ln w="9525">
              <a:noFill/>
            </a:ln>
          </p:spPr>
          <p:txBody>
            <a:bodyPr/>
            <a:lstStyle/>
            <a:p>
              <a:endParaRPr lang="zh-CN" altLang="en-US"/>
            </a:p>
          </p:txBody>
        </p:sp>
        <p:sp>
          <p:nvSpPr>
            <p:cNvPr id="23787" name="直接连接符 23786"/>
            <p:cNvSpPr/>
            <p:nvPr/>
          </p:nvSpPr>
          <p:spPr>
            <a:xfrm>
              <a:off x="728" y="0"/>
              <a:ext cx="709" cy="1"/>
            </a:xfrm>
            <a:prstGeom prst="line">
              <a:avLst/>
            </a:prstGeom>
            <a:ln w="0" cap="flat" cmpd="sng">
              <a:solidFill>
                <a:srgbClr val="000000"/>
              </a:solidFill>
              <a:prstDash val="solid"/>
              <a:headEnd type="none" w="med" len="med"/>
              <a:tailEnd type="none" w="med" len="med"/>
            </a:ln>
          </p:spPr>
        </p:sp>
        <p:sp>
          <p:nvSpPr>
            <p:cNvPr id="23788" name="矩形 23787"/>
            <p:cNvSpPr/>
            <p:nvPr/>
          </p:nvSpPr>
          <p:spPr>
            <a:xfrm>
              <a:off x="1437" y="0"/>
              <a:ext cx="8" cy="10"/>
            </a:xfrm>
            <a:prstGeom prst="rect">
              <a:avLst/>
            </a:prstGeom>
            <a:solidFill>
              <a:srgbClr val="000000"/>
            </a:solidFill>
            <a:ln w="9525">
              <a:noFill/>
            </a:ln>
          </p:spPr>
          <p:txBody>
            <a:bodyPr/>
            <a:lstStyle/>
            <a:p>
              <a:endParaRPr lang="zh-CN" altLang="en-US"/>
            </a:p>
          </p:txBody>
        </p:sp>
        <p:sp>
          <p:nvSpPr>
            <p:cNvPr id="23789" name="直接连接符 23788"/>
            <p:cNvSpPr/>
            <p:nvPr/>
          </p:nvSpPr>
          <p:spPr>
            <a:xfrm>
              <a:off x="1437" y="0"/>
              <a:ext cx="1" cy="10"/>
            </a:xfrm>
            <a:prstGeom prst="line">
              <a:avLst/>
            </a:prstGeom>
            <a:ln w="0" cap="flat" cmpd="sng">
              <a:solidFill>
                <a:srgbClr val="000000"/>
              </a:solidFill>
              <a:prstDash val="solid"/>
              <a:headEnd type="none" w="med" len="med"/>
              <a:tailEnd type="none" w="med" len="med"/>
            </a:ln>
          </p:spPr>
        </p:sp>
        <p:sp>
          <p:nvSpPr>
            <p:cNvPr id="23790" name="矩形 23789"/>
            <p:cNvSpPr/>
            <p:nvPr/>
          </p:nvSpPr>
          <p:spPr>
            <a:xfrm>
              <a:off x="1445" y="0"/>
              <a:ext cx="712" cy="7"/>
            </a:xfrm>
            <a:prstGeom prst="rect">
              <a:avLst/>
            </a:prstGeom>
            <a:solidFill>
              <a:srgbClr val="000000"/>
            </a:solidFill>
            <a:ln w="9525">
              <a:noFill/>
            </a:ln>
          </p:spPr>
          <p:txBody>
            <a:bodyPr/>
            <a:lstStyle/>
            <a:p>
              <a:endParaRPr lang="zh-CN" altLang="en-US"/>
            </a:p>
          </p:txBody>
        </p:sp>
        <p:sp>
          <p:nvSpPr>
            <p:cNvPr id="23791" name="直接连接符 23790"/>
            <p:cNvSpPr/>
            <p:nvPr/>
          </p:nvSpPr>
          <p:spPr>
            <a:xfrm>
              <a:off x="1445" y="0"/>
              <a:ext cx="712" cy="1"/>
            </a:xfrm>
            <a:prstGeom prst="line">
              <a:avLst/>
            </a:prstGeom>
            <a:ln w="0" cap="flat" cmpd="sng">
              <a:solidFill>
                <a:srgbClr val="000000"/>
              </a:solidFill>
              <a:prstDash val="solid"/>
              <a:headEnd type="none" w="med" len="med"/>
              <a:tailEnd type="none" w="med" len="med"/>
            </a:ln>
          </p:spPr>
        </p:sp>
        <p:sp>
          <p:nvSpPr>
            <p:cNvPr id="23792" name="矩形 23791"/>
            <p:cNvSpPr/>
            <p:nvPr/>
          </p:nvSpPr>
          <p:spPr>
            <a:xfrm>
              <a:off x="2157" y="0"/>
              <a:ext cx="8" cy="10"/>
            </a:xfrm>
            <a:prstGeom prst="rect">
              <a:avLst/>
            </a:prstGeom>
            <a:solidFill>
              <a:srgbClr val="000000"/>
            </a:solidFill>
            <a:ln w="9525">
              <a:noFill/>
            </a:ln>
          </p:spPr>
          <p:txBody>
            <a:bodyPr/>
            <a:lstStyle/>
            <a:p>
              <a:endParaRPr lang="zh-CN" altLang="en-US"/>
            </a:p>
          </p:txBody>
        </p:sp>
        <p:sp>
          <p:nvSpPr>
            <p:cNvPr id="23793" name="直接连接符 23792"/>
            <p:cNvSpPr/>
            <p:nvPr/>
          </p:nvSpPr>
          <p:spPr>
            <a:xfrm>
              <a:off x="2157" y="0"/>
              <a:ext cx="1" cy="10"/>
            </a:xfrm>
            <a:prstGeom prst="line">
              <a:avLst/>
            </a:prstGeom>
            <a:ln w="0" cap="flat" cmpd="sng">
              <a:solidFill>
                <a:srgbClr val="000000"/>
              </a:solidFill>
              <a:prstDash val="solid"/>
              <a:headEnd type="none" w="med" len="med"/>
              <a:tailEnd type="none" w="med" len="med"/>
            </a:ln>
          </p:spPr>
        </p:sp>
        <p:sp>
          <p:nvSpPr>
            <p:cNvPr id="23794" name="矩形 23793"/>
            <p:cNvSpPr/>
            <p:nvPr/>
          </p:nvSpPr>
          <p:spPr>
            <a:xfrm>
              <a:off x="2165" y="0"/>
              <a:ext cx="710" cy="7"/>
            </a:xfrm>
            <a:prstGeom prst="rect">
              <a:avLst/>
            </a:prstGeom>
            <a:solidFill>
              <a:srgbClr val="000000"/>
            </a:solidFill>
            <a:ln w="9525">
              <a:noFill/>
            </a:ln>
          </p:spPr>
          <p:txBody>
            <a:bodyPr/>
            <a:lstStyle/>
            <a:p>
              <a:endParaRPr lang="zh-CN" altLang="en-US"/>
            </a:p>
          </p:txBody>
        </p:sp>
        <p:sp>
          <p:nvSpPr>
            <p:cNvPr id="23795" name="直接连接符 23794"/>
            <p:cNvSpPr/>
            <p:nvPr/>
          </p:nvSpPr>
          <p:spPr>
            <a:xfrm>
              <a:off x="2165" y="0"/>
              <a:ext cx="710" cy="1"/>
            </a:xfrm>
            <a:prstGeom prst="line">
              <a:avLst/>
            </a:prstGeom>
            <a:ln w="0" cap="flat" cmpd="sng">
              <a:solidFill>
                <a:srgbClr val="000000"/>
              </a:solidFill>
              <a:prstDash val="solid"/>
              <a:headEnd type="none" w="med" len="med"/>
              <a:tailEnd type="none" w="med" len="med"/>
            </a:ln>
          </p:spPr>
        </p:sp>
        <p:sp>
          <p:nvSpPr>
            <p:cNvPr id="23796" name="矩形 23795"/>
            <p:cNvSpPr/>
            <p:nvPr/>
          </p:nvSpPr>
          <p:spPr>
            <a:xfrm>
              <a:off x="2875" y="0"/>
              <a:ext cx="8" cy="10"/>
            </a:xfrm>
            <a:prstGeom prst="rect">
              <a:avLst/>
            </a:prstGeom>
            <a:solidFill>
              <a:srgbClr val="000000"/>
            </a:solidFill>
            <a:ln w="9525">
              <a:noFill/>
            </a:ln>
          </p:spPr>
          <p:txBody>
            <a:bodyPr/>
            <a:lstStyle/>
            <a:p>
              <a:endParaRPr lang="zh-CN" altLang="en-US"/>
            </a:p>
          </p:txBody>
        </p:sp>
        <p:sp>
          <p:nvSpPr>
            <p:cNvPr id="23797" name="直接连接符 23796"/>
            <p:cNvSpPr/>
            <p:nvPr/>
          </p:nvSpPr>
          <p:spPr>
            <a:xfrm>
              <a:off x="2875" y="0"/>
              <a:ext cx="1" cy="10"/>
            </a:xfrm>
            <a:prstGeom prst="line">
              <a:avLst/>
            </a:prstGeom>
            <a:ln w="0" cap="flat" cmpd="sng">
              <a:solidFill>
                <a:srgbClr val="000000"/>
              </a:solidFill>
              <a:prstDash val="solid"/>
              <a:headEnd type="none" w="med" len="med"/>
              <a:tailEnd type="none" w="med" len="med"/>
            </a:ln>
          </p:spPr>
        </p:sp>
        <p:sp>
          <p:nvSpPr>
            <p:cNvPr id="23798" name="矩形 23797"/>
            <p:cNvSpPr/>
            <p:nvPr/>
          </p:nvSpPr>
          <p:spPr>
            <a:xfrm>
              <a:off x="2883" y="0"/>
              <a:ext cx="712" cy="7"/>
            </a:xfrm>
            <a:prstGeom prst="rect">
              <a:avLst/>
            </a:prstGeom>
            <a:solidFill>
              <a:srgbClr val="000000"/>
            </a:solidFill>
            <a:ln w="9525">
              <a:noFill/>
            </a:ln>
          </p:spPr>
          <p:txBody>
            <a:bodyPr/>
            <a:lstStyle/>
            <a:p>
              <a:endParaRPr lang="zh-CN" altLang="en-US"/>
            </a:p>
          </p:txBody>
        </p:sp>
        <p:sp>
          <p:nvSpPr>
            <p:cNvPr id="23799" name="直接连接符 23798"/>
            <p:cNvSpPr/>
            <p:nvPr/>
          </p:nvSpPr>
          <p:spPr>
            <a:xfrm>
              <a:off x="2883" y="0"/>
              <a:ext cx="712" cy="1"/>
            </a:xfrm>
            <a:prstGeom prst="line">
              <a:avLst/>
            </a:prstGeom>
            <a:ln w="0" cap="flat" cmpd="sng">
              <a:solidFill>
                <a:srgbClr val="000000"/>
              </a:solidFill>
              <a:prstDash val="solid"/>
              <a:headEnd type="none" w="med" len="med"/>
              <a:tailEnd type="none" w="med" len="med"/>
            </a:ln>
          </p:spPr>
        </p:sp>
        <p:sp>
          <p:nvSpPr>
            <p:cNvPr id="23800" name="矩形 23799"/>
            <p:cNvSpPr/>
            <p:nvPr/>
          </p:nvSpPr>
          <p:spPr>
            <a:xfrm>
              <a:off x="3595" y="0"/>
              <a:ext cx="8" cy="10"/>
            </a:xfrm>
            <a:prstGeom prst="rect">
              <a:avLst/>
            </a:prstGeom>
            <a:solidFill>
              <a:srgbClr val="000000"/>
            </a:solidFill>
            <a:ln w="9525">
              <a:noFill/>
            </a:ln>
          </p:spPr>
          <p:txBody>
            <a:bodyPr/>
            <a:lstStyle/>
            <a:p>
              <a:endParaRPr lang="zh-CN" altLang="en-US"/>
            </a:p>
          </p:txBody>
        </p:sp>
        <p:sp>
          <p:nvSpPr>
            <p:cNvPr id="23801" name="直接连接符 23800"/>
            <p:cNvSpPr/>
            <p:nvPr/>
          </p:nvSpPr>
          <p:spPr>
            <a:xfrm>
              <a:off x="3595" y="0"/>
              <a:ext cx="1" cy="10"/>
            </a:xfrm>
            <a:prstGeom prst="line">
              <a:avLst/>
            </a:prstGeom>
            <a:ln w="0" cap="flat" cmpd="sng">
              <a:solidFill>
                <a:srgbClr val="000000"/>
              </a:solidFill>
              <a:prstDash val="solid"/>
              <a:headEnd type="none" w="med" len="med"/>
              <a:tailEnd type="none" w="med" len="med"/>
            </a:ln>
          </p:spPr>
        </p:sp>
        <p:sp>
          <p:nvSpPr>
            <p:cNvPr id="23802" name="矩形 23801"/>
            <p:cNvSpPr/>
            <p:nvPr/>
          </p:nvSpPr>
          <p:spPr>
            <a:xfrm>
              <a:off x="3603" y="0"/>
              <a:ext cx="709" cy="7"/>
            </a:xfrm>
            <a:prstGeom prst="rect">
              <a:avLst/>
            </a:prstGeom>
            <a:solidFill>
              <a:srgbClr val="000000"/>
            </a:solidFill>
            <a:ln w="9525">
              <a:noFill/>
            </a:ln>
          </p:spPr>
          <p:txBody>
            <a:bodyPr/>
            <a:lstStyle/>
            <a:p>
              <a:endParaRPr lang="zh-CN" altLang="en-US"/>
            </a:p>
          </p:txBody>
        </p:sp>
        <p:sp>
          <p:nvSpPr>
            <p:cNvPr id="23803" name="直接连接符 23802"/>
            <p:cNvSpPr/>
            <p:nvPr/>
          </p:nvSpPr>
          <p:spPr>
            <a:xfrm>
              <a:off x="3603" y="0"/>
              <a:ext cx="709" cy="1"/>
            </a:xfrm>
            <a:prstGeom prst="line">
              <a:avLst/>
            </a:prstGeom>
            <a:ln w="0" cap="flat" cmpd="sng">
              <a:solidFill>
                <a:srgbClr val="000000"/>
              </a:solidFill>
              <a:prstDash val="solid"/>
              <a:headEnd type="none" w="med" len="med"/>
              <a:tailEnd type="none" w="med" len="med"/>
            </a:ln>
          </p:spPr>
        </p:sp>
        <p:sp>
          <p:nvSpPr>
            <p:cNvPr id="23804" name="矩形 23803"/>
            <p:cNvSpPr/>
            <p:nvPr/>
          </p:nvSpPr>
          <p:spPr>
            <a:xfrm>
              <a:off x="4312" y="0"/>
              <a:ext cx="8" cy="10"/>
            </a:xfrm>
            <a:prstGeom prst="rect">
              <a:avLst/>
            </a:prstGeom>
            <a:solidFill>
              <a:srgbClr val="000000"/>
            </a:solidFill>
            <a:ln w="9525">
              <a:noFill/>
            </a:ln>
          </p:spPr>
          <p:txBody>
            <a:bodyPr/>
            <a:lstStyle/>
            <a:p>
              <a:endParaRPr lang="zh-CN" altLang="en-US"/>
            </a:p>
          </p:txBody>
        </p:sp>
        <p:sp>
          <p:nvSpPr>
            <p:cNvPr id="23805" name="直接连接符 23804"/>
            <p:cNvSpPr/>
            <p:nvPr/>
          </p:nvSpPr>
          <p:spPr>
            <a:xfrm>
              <a:off x="4312" y="0"/>
              <a:ext cx="1" cy="10"/>
            </a:xfrm>
            <a:prstGeom prst="line">
              <a:avLst/>
            </a:prstGeom>
            <a:ln w="0" cap="flat" cmpd="sng">
              <a:solidFill>
                <a:srgbClr val="000000"/>
              </a:solidFill>
              <a:prstDash val="solid"/>
              <a:headEnd type="none" w="med" len="med"/>
              <a:tailEnd type="none" w="med" len="med"/>
            </a:ln>
          </p:spPr>
        </p:sp>
        <p:sp>
          <p:nvSpPr>
            <p:cNvPr id="23806" name="矩形 23805"/>
            <p:cNvSpPr/>
            <p:nvPr/>
          </p:nvSpPr>
          <p:spPr>
            <a:xfrm>
              <a:off x="4320" y="0"/>
              <a:ext cx="712" cy="7"/>
            </a:xfrm>
            <a:prstGeom prst="rect">
              <a:avLst/>
            </a:prstGeom>
            <a:solidFill>
              <a:srgbClr val="000000"/>
            </a:solidFill>
            <a:ln w="9525">
              <a:noFill/>
            </a:ln>
          </p:spPr>
          <p:txBody>
            <a:bodyPr/>
            <a:lstStyle/>
            <a:p>
              <a:endParaRPr lang="zh-CN" altLang="en-US"/>
            </a:p>
          </p:txBody>
        </p:sp>
        <p:sp>
          <p:nvSpPr>
            <p:cNvPr id="23807" name="直接连接符 23806"/>
            <p:cNvSpPr/>
            <p:nvPr/>
          </p:nvSpPr>
          <p:spPr>
            <a:xfrm>
              <a:off x="4320" y="0"/>
              <a:ext cx="712" cy="1"/>
            </a:xfrm>
            <a:prstGeom prst="line">
              <a:avLst/>
            </a:prstGeom>
            <a:ln w="0" cap="flat" cmpd="sng">
              <a:solidFill>
                <a:srgbClr val="000000"/>
              </a:solidFill>
              <a:prstDash val="solid"/>
              <a:headEnd type="none" w="med" len="med"/>
              <a:tailEnd type="none" w="med" len="med"/>
            </a:ln>
          </p:spPr>
        </p:sp>
        <p:sp>
          <p:nvSpPr>
            <p:cNvPr id="23808" name="矩形 23807"/>
            <p:cNvSpPr/>
            <p:nvPr/>
          </p:nvSpPr>
          <p:spPr>
            <a:xfrm>
              <a:off x="5032" y="0"/>
              <a:ext cx="8" cy="10"/>
            </a:xfrm>
            <a:prstGeom prst="rect">
              <a:avLst/>
            </a:prstGeom>
            <a:solidFill>
              <a:srgbClr val="000000"/>
            </a:solidFill>
            <a:ln w="9525">
              <a:noFill/>
            </a:ln>
          </p:spPr>
          <p:txBody>
            <a:bodyPr/>
            <a:lstStyle/>
            <a:p>
              <a:endParaRPr lang="zh-CN" altLang="en-US"/>
            </a:p>
          </p:txBody>
        </p:sp>
        <p:sp>
          <p:nvSpPr>
            <p:cNvPr id="23809" name="直接连接符 23808"/>
            <p:cNvSpPr/>
            <p:nvPr/>
          </p:nvSpPr>
          <p:spPr>
            <a:xfrm>
              <a:off x="5032" y="0"/>
              <a:ext cx="1" cy="10"/>
            </a:xfrm>
            <a:prstGeom prst="line">
              <a:avLst/>
            </a:prstGeom>
            <a:ln w="0" cap="flat" cmpd="sng">
              <a:solidFill>
                <a:srgbClr val="000000"/>
              </a:solidFill>
              <a:prstDash val="solid"/>
              <a:headEnd type="none" w="med" len="med"/>
              <a:tailEnd type="none" w="med" len="med"/>
            </a:ln>
          </p:spPr>
        </p:sp>
        <p:sp>
          <p:nvSpPr>
            <p:cNvPr id="23810" name="矩形 23809"/>
            <p:cNvSpPr/>
            <p:nvPr/>
          </p:nvSpPr>
          <p:spPr>
            <a:xfrm>
              <a:off x="5040" y="0"/>
              <a:ext cx="710" cy="7"/>
            </a:xfrm>
            <a:prstGeom prst="rect">
              <a:avLst/>
            </a:prstGeom>
            <a:solidFill>
              <a:srgbClr val="000000"/>
            </a:solidFill>
            <a:ln w="9525">
              <a:noFill/>
            </a:ln>
          </p:spPr>
          <p:txBody>
            <a:bodyPr/>
            <a:lstStyle/>
            <a:p>
              <a:endParaRPr lang="zh-CN" altLang="en-US"/>
            </a:p>
          </p:txBody>
        </p:sp>
        <p:sp>
          <p:nvSpPr>
            <p:cNvPr id="23811" name="直接连接符 23810"/>
            <p:cNvSpPr/>
            <p:nvPr/>
          </p:nvSpPr>
          <p:spPr>
            <a:xfrm>
              <a:off x="5040" y="0"/>
              <a:ext cx="710" cy="1"/>
            </a:xfrm>
            <a:prstGeom prst="line">
              <a:avLst/>
            </a:prstGeom>
            <a:ln w="0" cap="flat" cmpd="sng">
              <a:solidFill>
                <a:srgbClr val="000000"/>
              </a:solidFill>
              <a:prstDash val="solid"/>
              <a:headEnd type="none" w="med" len="med"/>
              <a:tailEnd type="none" w="med" len="med"/>
            </a:ln>
          </p:spPr>
        </p:sp>
        <p:sp>
          <p:nvSpPr>
            <p:cNvPr id="23812" name="矩形 23811"/>
            <p:cNvSpPr/>
            <p:nvPr/>
          </p:nvSpPr>
          <p:spPr>
            <a:xfrm>
              <a:off x="5750" y="0"/>
              <a:ext cx="7" cy="10"/>
            </a:xfrm>
            <a:prstGeom prst="rect">
              <a:avLst/>
            </a:prstGeom>
            <a:solidFill>
              <a:srgbClr val="000000"/>
            </a:solidFill>
            <a:ln w="9525">
              <a:noFill/>
            </a:ln>
          </p:spPr>
          <p:txBody>
            <a:bodyPr/>
            <a:lstStyle/>
            <a:p>
              <a:endParaRPr lang="zh-CN" altLang="en-US"/>
            </a:p>
          </p:txBody>
        </p:sp>
        <p:sp>
          <p:nvSpPr>
            <p:cNvPr id="23813" name="直接连接符 23812"/>
            <p:cNvSpPr/>
            <p:nvPr/>
          </p:nvSpPr>
          <p:spPr>
            <a:xfrm>
              <a:off x="5750" y="0"/>
              <a:ext cx="1" cy="10"/>
            </a:xfrm>
            <a:prstGeom prst="line">
              <a:avLst/>
            </a:prstGeom>
            <a:ln w="0" cap="flat" cmpd="sng">
              <a:solidFill>
                <a:srgbClr val="000000"/>
              </a:solidFill>
              <a:prstDash val="solid"/>
              <a:headEnd type="none" w="med" len="med"/>
              <a:tailEnd type="none" w="med" len="med"/>
            </a:ln>
          </p:spPr>
        </p:sp>
        <p:sp>
          <p:nvSpPr>
            <p:cNvPr id="23814" name="矩形 23813"/>
            <p:cNvSpPr/>
            <p:nvPr/>
          </p:nvSpPr>
          <p:spPr>
            <a:xfrm>
              <a:off x="0" y="10"/>
              <a:ext cx="8" cy="681"/>
            </a:xfrm>
            <a:prstGeom prst="rect">
              <a:avLst/>
            </a:prstGeom>
            <a:solidFill>
              <a:srgbClr val="000000"/>
            </a:solidFill>
            <a:ln w="9525">
              <a:noFill/>
            </a:ln>
          </p:spPr>
          <p:txBody>
            <a:bodyPr/>
            <a:lstStyle/>
            <a:p>
              <a:endParaRPr lang="zh-CN" altLang="en-US"/>
            </a:p>
          </p:txBody>
        </p:sp>
        <p:sp>
          <p:nvSpPr>
            <p:cNvPr id="23815" name="直接连接符 23814"/>
            <p:cNvSpPr/>
            <p:nvPr/>
          </p:nvSpPr>
          <p:spPr>
            <a:xfrm>
              <a:off x="0" y="10"/>
              <a:ext cx="1" cy="681"/>
            </a:xfrm>
            <a:prstGeom prst="line">
              <a:avLst/>
            </a:prstGeom>
            <a:ln w="0" cap="flat" cmpd="sng">
              <a:solidFill>
                <a:srgbClr val="000000"/>
              </a:solidFill>
              <a:prstDash val="solid"/>
              <a:headEnd type="none" w="med" len="med"/>
              <a:tailEnd type="none" w="med" len="med"/>
            </a:ln>
          </p:spPr>
        </p:sp>
        <p:sp>
          <p:nvSpPr>
            <p:cNvPr id="23816" name="矩形 23815"/>
            <p:cNvSpPr/>
            <p:nvPr/>
          </p:nvSpPr>
          <p:spPr>
            <a:xfrm>
              <a:off x="720" y="10"/>
              <a:ext cx="8" cy="681"/>
            </a:xfrm>
            <a:prstGeom prst="rect">
              <a:avLst/>
            </a:prstGeom>
            <a:solidFill>
              <a:srgbClr val="000000"/>
            </a:solidFill>
            <a:ln w="9525">
              <a:noFill/>
            </a:ln>
          </p:spPr>
          <p:txBody>
            <a:bodyPr/>
            <a:lstStyle/>
            <a:p>
              <a:endParaRPr lang="zh-CN" altLang="en-US"/>
            </a:p>
          </p:txBody>
        </p:sp>
        <p:sp>
          <p:nvSpPr>
            <p:cNvPr id="23817" name="直接连接符 23816"/>
            <p:cNvSpPr/>
            <p:nvPr/>
          </p:nvSpPr>
          <p:spPr>
            <a:xfrm>
              <a:off x="720" y="10"/>
              <a:ext cx="1" cy="681"/>
            </a:xfrm>
            <a:prstGeom prst="line">
              <a:avLst/>
            </a:prstGeom>
            <a:ln w="0" cap="flat" cmpd="sng">
              <a:solidFill>
                <a:srgbClr val="000000"/>
              </a:solidFill>
              <a:prstDash val="solid"/>
              <a:headEnd type="none" w="med" len="med"/>
              <a:tailEnd type="none" w="med" len="med"/>
            </a:ln>
          </p:spPr>
        </p:sp>
        <p:sp>
          <p:nvSpPr>
            <p:cNvPr id="23818" name="矩形 23817"/>
            <p:cNvSpPr/>
            <p:nvPr/>
          </p:nvSpPr>
          <p:spPr>
            <a:xfrm>
              <a:off x="1437" y="10"/>
              <a:ext cx="8" cy="681"/>
            </a:xfrm>
            <a:prstGeom prst="rect">
              <a:avLst/>
            </a:prstGeom>
            <a:solidFill>
              <a:srgbClr val="000000"/>
            </a:solidFill>
            <a:ln w="9525">
              <a:noFill/>
            </a:ln>
          </p:spPr>
          <p:txBody>
            <a:bodyPr/>
            <a:lstStyle/>
            <a:p>
              <a:endParaRPr lang="zh-CN" altLang="en-US"/>
            </a:p>
          </p:txBody>
        </p:sp>
        <p:sp>
          <p:nvSpPr>
            <p:cNvPr id="23819" name="直接连接符 23818"/>
            <p:cNvSpPr/>
            <p:nvPr/>
          </p:nvSpPr>
          <p:spPr>
            <a:xfrm>
              <a:off x="1437" y="10"/>
              <a:ext cx="1" cy="681"/>
            </a:xfrm>
            <a:prstGeom prst="line">
              <a:avLst/>
            </a:prstGeom>
            <a:ln w="0" cap="flat" cmpd="sng">
              <a:solidFill>
                <a:srgbClr val="000000"/>
              </a:solidFill>
              <a:prstDash val="solid"/>
              <a:headEnd type="none" w="med" len="med"/>
              <a:tailEnd type="none" w="med" len="med"/>
            </a:ln>
          </p:spPr>
        </p:sp>
        <p:sp>
          <p:nvSpPr>
            <p:cNvPr id="23820" name="矩形 23819"/>
            <p:cNvSpPr/>
            <p:nvPr/>
          </p:nvSpPr>
          <p:spPr>
            <a:xfrm>
              <a:off x="2157" y="10"/>
              <a:ext cx="8" cy="681"/>
            </a:xfrm>
            <a:prstGeom prst="rect">
              <a:avLst/>
            </a:prstGeom>
            <a:solidFill>
              <a:srgbClr val="000000"/>
            </a:solidFill>
            <a:ln w="9525">
              <a:noFill/>
            </a:ln>
          </p:spPr>
          <p:txBody>
            <a:bodyPr/>
            <a:lstStyle/>
            <a:p>
              <a:endParaRPr lang="zh-CN" altLang="en-US"/>
            </a:p>
          </p:txBody>
        </p:sp>
        <p:sp>
          <p:nvSpPr>
            <p:cNvPr id="23821" name="直接连接符 23820"/>
            <p:cNvSpPr/>
            <p:nvPr/>
          </p:nvSpPr>
          <p:spPr>
            <a:xfrm>
              <a:off x="2157" y="10"/>
              <a:ext cx="1" cy="681"/>
            </a:xfrm>
            <a:prstGeom prst="line">
              <a:avLst/>
            </a:prstGeom>
            <a:ln w="0" cap="flat" cmpd="sng">
              <a:solidFill>
                <a:srgbClr val="000000"/>
              </a:solidFill>
              <a:prstDash val="solid"/>
              <a:headEnd type="none" w="med" len="med"/>
              <a:tailEnd type="none" w="med" len="med"/>
            </a:ln>
          </p:spPr>
        </p:sp>
        <p:sp>
          <p:nvSpPr>
            <p:cNvPr id="23822" name="矩形 23821"/>
            <p:cNvSpPr/>
            <p:nvPr/>
          </p:nvSpPr>
          <p:spPr>
            <a:xfrm>
              <a:off x="2875" y="10"/>
              <a:ext cx="8" cy="681"/>
            </a:xfrm>
            <a:prstGeom prst="rect">
              <a:avLst/>
            </a:prstGeom>
            <a:solidFill>
              <a:srgbClr val="000000"/>
            </a:solidFill>
            <a:ln w="9525">
              <a:noFill/>
            </a:ln>
          </p:spPr>
          <p:txBody>
            <a:bodyPr/>
            <a:lstStyle/>
            <a:p>
              <a:endParaRPr lang="zh-CN" altLang="en-US"/>
            </a:p>
          </p:txBody>
        </p:sp>
        <p:sp>
          <p:nvSpPr>
            <p:cNvPr id="23823" name="直接连接符 23822"/>
            <p:cNvSpPr/>
            <p:nvPr/>
          </p:nvSpPr>
          <p:spPr>
            <a:xfrm>
              <a:off x="2875" y="10"/>
              <a:ext cx="1" cy="681"/>
            </a:xfrm>
            <a:prstGeom prst="line">
              <a:avLst/>
            </a:prstGeom>
            <a:ln w="0" cap="flat" cmpd="sng">
              <a:solidFill>
                <a:srgbClr val="000000"/>
              </a:solidFill>
              <a:prstDash val="solid"/>
              <a:headEnd type="none" w="med" len="med"/>
              <a:tailEnd type="none" w="med" len="med"/>
            </a:ln>
          </p:spPr>
        </p:sp>
        <p:sp>
          <p:nvSpPr>
            <p:cNvPr id="23824" name="矩形 23823"/>
            <p:cNvSpPr/>
            <p:nvPr/>
          </p:nvSpPr>
          <p:spPr>
            <a:xfrm>
              <a:off x="3595" y="10"/>
              <a:ext cx="8" cy="681"/>
            </a:xfrm>
            <a:prstGeom prst="rect">
              <a:avLst/>
            </a:prstGeom>
            <a:solidFill>
              <a:srgbClr val="000000"/>
            </a:solidFill>
            <a:ln w="9525">
              <a:noFill/>
            </a:ln>
          </p:spPr>
          <p:txBody>
            <a:bodyPr/>
            <a:lstStyle/>
            <a:p>
              <a:endParaRPr lang="zh-CN" altLang="en-US"/>
            </a:p>
          </p:txBody>
        </p:sp>
        <p:sp>
          <p:nvSpPr>
            <p:cNvPr id="23825" name="直接连接符 23824"/>
            <p:cNvSpPr/>
            <p:nvPr/>
          </p:nvSpPr>
          <p:spPr>
            <a:xfrm>
              <a:off x="3595" y="10"/>
              <a:ext cx="1" cy="681"/>
            </a:xfrm>
            <a:prstGeom prst="line">
              <a:avLst/>
            </a:prstGeom>
            <a:ln w="0" cap="flat" cmpd="sng">
              <a:solidFill>
                <a:srgbClr val="000000"/>
              </a:solidFill>
              <a:prstDash val="solid"/>
              <a:headEnd type="none" w="med" len="med"/>
              <a:tailEnd type="none" w="med" len="med"/>
            </a:ln>
          </p:spPr>
        </p:sp>
        <p:sp>
          <p:nvSpPr>
            <p:cNvPr id="23826" name="矩形 23825"/>
            <p:cNvSpPr/>
            <p:nvPr/>
          </p:nvSpPr>
          <p:spPr>
            <a:xfrm>
              <a:off x="4312" y="10"/>
              <a:ext cx="8" cy="681"/>
            </a:xfrm>
            <a:prstGeom prst="rect">
              <a:avLst/>
            </a:prstGeom>
            <a:solidFill>
              <a:srgbClr val="000000"/>
            </a:solidFill>
            <a:ln w="9525">
              <a:noFill/>
            </a:ln>
          </p:spPr>
          <p:txBody>
            <a:bodyPr/>
            <a:lstStyle/>
            <a:p>
              <a:endParaRPr lang="zh-CN" altLang="en-US"/>
            </a:p>
          </p:txBody>
        </p:sp>
        <p:sp>
          <p:nvSpPr>
            <p:cNvPr id="23827" name="直接连接符 23826"/>
            <p:cNvSpPr/>
            <p:nvPr/>
          </p:nvSpPr>
          <p:spPr>
            <a:xfrm>
              <a:off x="4312" y="10"/>
              <a:ext cx="1" cy="681"/>
            </a:xfrm>
            <a:prstGeom prst="line">
              <a:avLst/>
            </a:prstGeom>
            <a:ln w="0" cap="flat" cmpd="sng">
              <a:solidFill>
                <a:srgbClr val="000000"/>
              </a:solidFill>
              <a:prstDash val="solid"/>
              <a:headEnd type="none" w="med" len="med"/>
              <a:tailEnd type="none" w="med" len="med"/>
            </a:ln>
          </p:spPr>
        </p:sp>
        <p:sp>
          <p:nvSpPr>
            <p:cNvPr id="23828" name="矩形 23827"/>
            <p:cNvSpPr/>
            <p:nvPr/>
          </p:nvSpPr>
          <p:spPr>
            <a:xfrm>
              <a:off x="5032" y="10"/>
              <a:ext cx="8" cy="681"/>
            </a:xfrm>
            <a:prstGeom prst="rect">
              <a:avLst/>
            </a:prstGeom>
            <a:solidFill>
              <a:srgbClr val="000000"/>
            </a:solidFill>
            <a:ln w="9525">
              <a:noFill/>
            </a:ln>
          </p:spPr>
          <p:txBody>
            <a:bodyPr/>
            <a:lstStyle/>
            <a:p>
              <a:endParaRPr lang="zh-CN" altLang="en-US"/>
            </a:p>
          </p:txBody>
        </p:sp>
        <p:sp>
          <p:nvSpPr>
            <p:cNvPr id="23829" name="直接连接符 23828"/>
            <p:cNvSpPr/>
            <p:nvPr/>
          </p:nvSpPr>
          <p:spPr>
            <a:xfrm>
              <a:off x="5032" y="10"/>
              <a:ext cx="1" cy="681"/>
            </a:xfrm>
            <a:prstGeom prst="line">
              <a:avLst/>
            </a:prstGeom>
            <a:ln w="0" cap="flat" cmpd="sng">
              <a:solidFill>
                <a:srgbClr val="000000"/>
              </a:solidFill>
              <a:prstDash val="solid"/>
              <a:headEnd type="none" w="med" len="med"/>
              <a:tailEnd type="none" w="med" len="med"/>
            </a:ln>
          </p:spPr>
        </p:sp>
        <p:sp>
          <p:nvSpPr>
            <p:cNvPr id="23830" name="矩形 23829"/>
            <p:cNvSpPr/>
            <p:nvPr/>
          </p:nvSpPr>
          <p:spPr>
            <a:xfrm>
              <a:off x="5750" y="10"/>
              <a:ext cx="7" cy="681"/>
            </a:xfrm>
            <a:prstGeom prst="rect">
              <a:avLst/>
            </a:prstGeom>
            <a:solidFill>
              <a:srgbClr val="000000"/>
            </a:solidFill>
            <a:ln w="9525">
              <a:noFill/>
            </a:ln>
          </p:spPr>
          <p:txBody>
            <a:bodyPr/>
            <a:lstStyle/>
            <a:p>
              <a:endParaRPr lang="zh-CN" altLang="en-US"/>
            </a:p>
          </p:txBody>
        </p:sp>
        <p:sp>
          <p:nvSpPr>
            <p:cNvPr id="23831" name="直接连接符 23830"/>
            <p:cNvSpPr/>
            <p:nvPr/>
          </p:nvSpPr>
          <p:spPr>
            <a:xfrm>
              <a:off x="5750" y="10"/>
              <a:ext cx="1" cy="681"/>
            </a:xfrm>
            <a:prstGeom prst="line">
              <a:avLst/>
            </a:prstGeom>
            <a:ln w="0" cap="flat" cmpd="sng">
              <a:solidFill>
                <a:srgbClr val="000000"/>
              </a:solidFill>
              <a:prstDash val="solid"/>
              <a:headEnd type="none" w="med" len="med"/>
              <a:tailEnd type="none" w="med" len="med"/>
            </a:ln>
          </p:spPr>
        </p:sp>
        <p:sp>
          <p:nvSpPr>
            <p:cNvPr id="23832" name="矩形 23831"/>
            <p:cNvSpPr/>
            <p:nvPr/>
          </p:nvSpPr>
          <p:spPr>
            <a:xfrm>
              <a:off x="74" y="729"/>
              <a:ext cx="48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第三代</a:t>
              </a:r>
              <a:endParaRPr lang="zh-CN" altLang="en-US" sz="2000">
                <a:latin typeface="Times New Roman" panose="02020603050405020304" pitchFamily="2" charset="0"/>
              </a:endParaRPr>
            </a:p>
          </p:txBody>
        </p:sp>
        <p:sp>
          <p:nvSpPr>
            <p:cNvPr id="23833" name="矩形 23832"/>
            <p:cNvSpPr/>
            <p:nvPr/>
          </p:nvSpPr>
          <p:spPr>
            <a:xfrm>
              <a:off x="484" y="729"/>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34" name="矩形 23833"/>
            <p:cNvSpPr/>
            <p:nvPr/>
          </p:nvSpPr>
          <p:spPr>
            <a:xfrm>
              <a:off x="794" y="729"/>
              <a:ext cx="32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1965</a:t>
              </a:r>
              <a:endParaRPr lang="en-US" altLang="zh-CN" sz="2000">
                <a:latin typeface="Times New Roman" panose="02020603050405020304" pitchFamily="2" charset="0"/>
              </a:endParaRPr>
            </a:p>
          </p:txBody>
        </p:sp>
        <p:sp>
          <p:nvSpPr>
            <p:cNvPr id="23835" name="矩形 23834"/>
            <p:cNvSpPr/>
            <p:nvPr/>
          </p:nvSpPr>
          <p:spPr>
            <a:xfrm>
              <a:off x="1067" y="724"/>
              <a:ext cx="53" cy="192"/>
            </a:xfrm>
            <a:prstGeom prst="rect">
              <a:avLst/>
            </a:prstGeom>
            <a:noFill/>
            <a:ln w="9525">
              <a:noFill/>
            </a:ln>
          </p:spPr>
          <p:txBody>
            <a:bodyPr wrap="none" lIns="0" tIns="0" rIns="0" bIns="0">
              <a:spAutoFit/>
            </a:bodyPr>
            <a:lstStyle/>
            <a:p>
              <a:r>
                <a:rPr lang="en-US" altLang="zh-CN" sz="2000">
                  <a:solidFill>
                    <a:srgbClr val="000000"/>
                  </a:solidFill>
                  <a:latin typeface="Times New Roman" panose="02020603050405020304" pitchFamily="2" charset="0"/>
                </a:rPr>
                <a:t>-</a:t>
              </a:r>
              <a:endParaRPr lang="en-US" altLang="zh-CN" sz="2000">
                <a:latin typeface="Times New Roman" panose="02020603050405020304" pitchFamily="2" charset="0"/>
              </a:endParaRPr>
            </a:p>
          </p:txBody>
        </p:sp>
        <p:sp>
          <p:nvSpPr>
            <p:cNvPr id="23836" name="矩形 23835"/>
            <p:cNvSpPr/>
            <p:nvPr/>
          </p:nvSpPr>
          <p:spPr>
            <a:xfrm>
              <a:off x="1202" y="729"/>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37" name="矩形 23836"/>
            <p:cNvSpPr/>
            <p:nvPr/>
          </p:nvSpPr>
          <p:spPr>
            <a:xfrm>
              <a:off x="794" y="915"/>
              <a:ext cx="40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1971 </a:t>
              </a:r>
              <a:endParaRPr lang="en-US" altLang="zh-CN" sz="2000">
                <a:latin typeface="Times New Roman" panose="02020603050405020304" pitchFamily="2" charset="0"/>
              </a:endParaRPr>
            </a:p>
          </p:txBody>
        </p:sp>
        <p:sp>
          <p:nvSpPr>
            <p:cNvPr id="23838" name="矩形 23837"/>
            <p:cNvSpPr/>
            <p:nvPr/>
          </p:nvSpPr>
          <p:spPr>
            <a:xfrm>
              <a:off x="1136"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39" name="矩形 23838"/>
            <p:cNvSpPr/>
            <p:nvPr/>
          </p:nvSpPr>
          <p:spPr>
            <a:xfrm>
              <a:off x="1511" y="729"/>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集成电路</a:t>
              </a:r>
              <a:endParaRPr lang="zh-CN" altLang="en-US" sz="2000">
                <a:latin typeface="Times New Roman" panose="02020603050405020304" pitchFamily="2" charset="0"/>
              </a:endParaRPr>
            </a:p>
          </p:txBody>
        </p:sp>
        <p:sp>
          <p:nvSpPr>
            <p:cNvPr id="23840" name="矩形 23839"/>
            <p:cNvSpPr/>
            <p:nvPr/>
          </p:nvSpPr>
          <p:spPr>
            <a:xfrm>
              <a:off x="1511" y="915"/>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和大规模</a:t>
              </a:r>
              <a:endParaRPr lang="zh-CN" altLang="en-US" sz="2000">
                <a:latin typeface="Times New Roman" panose="02020603050405020304" pitchFamily="2" charset="0"/>
              </a:endParaRPr>
            </a:p>
          </p:txBody>
        </p:sp>
        <p:sp>
          <p:nvSpPr>
            <p:cNvPr id="23841" name="矩形 23840"/>
            <p:cNvSpPr/>
            <p:nvPr/>
          </p:nvSpPr>
          <p:spPr>
            <a:xfrm>
              <a:off x="1511" y="1102"/>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集成电路</a:t>
              </a:r>
              <a:endParaRPr lang="zh-CN" altLang="en-US" sz="2000">
                <a:latin typeface="Times New Roman" panose="02020603050405020304" pitchFamily="2" charset="0"/>
              </a:endParaRPr>
            </a:p>
          </p:txBody>
        </p:sp>
        <p:sp>
          <p:nvSpPr>
            <p:cNvPr id="23842" name="矩形 23841"/>
            <p:cNvSpPr/>
            <p:nvPr/>
          </p:nvSpPr>
          <p:spPr>
            <a:xfrm>
              <a:off x="2059" y="110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43" name="矩形 23842"/>
            <p:cNvSpPr/>
            <p:nvPr/>
          </p:nvSpPr>
          <p:spPr>
            <a:xfrm>
              <a:off x="2231" y="729"/>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半导体存</a:t>
              </a:r>
              <a:endParaRPr lang="zh-CN" altLang="en-US" sz="2000">
                <a:latin typeface="Times New Roman" panose="02020603050405020304" pitchFamily="2" charset="0"/>
              </a:endParaRPr>
            </a:p>
          </p:txBody>
        </p:sp>
        <p:sp>
          <p:nvSpPr>
            <p:cNvPr id="23844" name="矩形 23843"/>
            <p:cNvSpPr/>
            <p:nvPr/>
          </p:nvSpPr>
          <p:spPr>
            <a:xfrm>
              <a:off x="2231" y="915"/>
              <a:ext cx="32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储器</a:t>
              </a:r>
              <a:endParaRPr lang="zh-CN" altLang="en-US" sz="2000">
                <a:latin typeface="Times New Roman" panose="02020603050405020304" pitchFamily="2" charset="0"/>
              </a:endParaRPr>
            </a:p>
          </p:txBody>
        </p:sp>
        <p:sp>
          <p:nvSpPr>
            <p:cNvPr id="23845" name="矩形 23844"/>
            <p:cNvSpPr/>
            <p:nvPr/>
          </p:nvSpPr>
          <p:spPr>
            <a:xfrm>
              <a:off x="2505"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46" name="矩形 23845"/>
            <p:cNvSpPr/>
            <p:nvPr/>
          </p:nvSpPr>
          <p:spPr>
            <a:xfrm>
              <a:off x="2948" y="729"/>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磁带、磁</a:t>
              </a:r>
              <a:endParaRPr lang="zh-CN" altLang="en-US" sz="2000">
                <a:latin typeface="Times New Roman" panose="02020603050405020304" pitchFamily="2" charset="0"/>
              </a:endParaRPr>
            </a:p>
          </p:txBody>
        </p:sp>
        <p:sp>
          <p:nvSpPr>
            <p:cNvPr id="23847" name="矩形 23846"/>
            <p:cNvSpPr/>
            <p:nvPr/>
          </p:nvSpPr>
          <p:spPr>
            <a:xfrm>
              <a:off x="2948" y="915"/>
              <a:ext cx="16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盘</a:t>
              </a:r>
              <a:endParaRPr lang="zh-CN" altLang="en-US" sz="2000">
                <a:latin typeface="Times New Roman" panose="02020603050405020304" pitchFamily="2" charset="0"/>
              </a:endParaRPr>
            </a:p>
          </p:txBody>
        </p:sp>
        <p:sp>
          <p:nvSpPr>
            <p:cNvPr id="23848" name="矩形 23847"/>
            <p:cNvSpPr/>
            <p:nvPr/>
          </p:nvSpPr>
          <p:spPr>
            <a:xfrm>
              <a:off x="3085"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49" name="矩形 23848"/>
            <p:cNvSpPr/>
            <p:nvPr/>
          </p:nvSpPr>
          <p:spPr>
            <a:xfrm>
              <a:off x="3668" y="729"/>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多道程序</a:t>
              </a:r>
              <a:endParaRPr lang="zh-CN" altLang="en-US" sz="2000">
                <a:latin typeface="Times New Roman" panose="02020603050405020304" pitchFamily="2" charset="0"/>
              </a:endParaRPr>
            </a:p>
          </p:txBody>
        </p:sp>
        <p:sp>
          <p:nvSpPr>
            <p:cNvPr id="23850" name="矩形 23849"/>
            <p:cNvSpPr/>
            <p:nvPr/>
          </p:nvSpPr>
          <p:spPr>
            <a:xfrm>
              <a:off x="3668" y="915"/>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实时处理</a:t>
              </a:r>
              <a:endParaRPr lang="zh-CN" altLang="en-US" sz="2000">
                <a:latin typeface="Times New Roman" panose="02020603050405020304" pitchFamily="2" charset="0"/>
              </a:endParaRPr>
            </a:p>
          </p:txBody>
        </p:sp>
        <p:sp>
          <p:nvSpPr>
            <p:cNvPr id="23851" name="矩形 23850"/>
            <p:cNvSpPr/>
            <p:nvPr/>
          </p:nvSpPr>
          <p:spPr>
            <a:xfrm>
              <a:off x="4216"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52" name="矩形 23851"/>
            <p:cNvSpPr/>
            <p:nvPr/>
          </p:nvSpPr>
          <p:spPr>
            <a:xfrm>
              <a:off x="4386" y="729"/>
              <a:ext cx="48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百万次</a:t>
              </a:r>
              <a:endParaRPr lang="zh-CN" altLang="en-US" sz="2000">
                <a:latin typeface="Times New Roman" panose="02020603050405020304" pitchFamily="2" charset="0"/>
              </a:endParaRPr>
            </a:p>
          </p:txBody>
        </p:sp>
        <p:sp>
          <p:nvSpPr>
            <p:cNvPr id="23853" name="矩形 23852"/>
            <p:cNvSpPr/>
            <p:nvPr/>
          </p:nvSpPr>
          <p:spPr>
            <a:xfrm>
              <a:off x="4797" y="724"/>
              <a:ext cx="0" cy="192"/>
            </a:xfrm>
            <a:prstGeom prst="rect">
              <a:avLst/>
            </a:prstGeom>
            <a:noFill/>
            <a:ln w="9525">
              <a:noFill/>
            </a:ln>
          </p:spPr>
          <p:txBody>
            <a:bodyPr wrap="none" lIns="0" tIns="0" rIns="0" bIns="0">
              <a:spAutoFit/>
            </a:bodyPr>
            <a:lstStyle/>
            <a:p>
              <a:endParaRPr sz="2000">
                <a:latin typeface="Times New Roman" panose="02020603050405020304" pitchFamily="2" charset="0"/>
              </a:endParaRPr>
            </a:p>
          </p:txBody>
        </p:sp>
        <p:sp>
          <p:nvSpPr>
            <p:cNvPr id="23854" name="矩形 23853"/>
            <p:cNvSpPr/>
            <p:nvPr/>
          </p:nvSpPr>
          <p:spPr>
            <a:xfrm>
              <a:off x="4386" y="915"/>
              <a:ext cx="48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千万次</a:t>
              </a:r>
              <a:endParaRPr lang="zh-CN" altLang="en-US" sz="2000">
                <a:latin typeface="Times New Roman" panose="02020603050405020304" pitchFamily="2" charset="0"/>
              </a:endParaRPr>
            </a:p>
          </p:txBody>
        </p:sp>
        <p:sp>
          <p:nvSpPr>
            <p:cNvPr id="23855" name="矩形 23854"/>
            <p:cNvSpPr/>
            <p:nvPr/>
          </p:nvSpPr>
          <p:spPr>
            <a:xfrm>
              <a:off x="4797"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56" name="矩形 23855"/>
            <p:cNvSpPr/>
            <p:nvPr/>
          </p:nvSpPr>
          <p:spPr>
            <a:xfrm>
              <a:off x="5106" y="729"/>
              <a:ext cx="4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IBM360</a:t>
              </a:r>
              <a:endParaRPr lang="en-US" altLang="zh-CN" sz="2000">
                <a:latin typeface="Times New Roman" panose="02020603050405020304" pitchFamily="2" charset="0"/>
              </a:endParaRPr>
            </a:p>
          </p:txBody>
        </p:sp>
        <p:sp>
          <p:nvSpPr>
            <p:cNvPr id="23857" name="矩形 23856"/>
            <p:cNvSpPr/>
            <p:nvPr/>
          </p:nvSpPr>
          <p:spPr>
            <a:xfrm>
              <a:off x="5517" y="729"/>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58" name="矩形 23857"/>
            <p:cNvSpPr/>
            <p:nvPr/>
          </p:nvSpPr>
          <p:spPr>
            <a:xfrm>
              <a:off x="5106"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D</a:t>
              </a:r>
              <a:endParaRPr lang="en-US" altLang="zh-CN" sz="2000">
                <a:latin typeface="Times New Roman" panose="02020603050405020304" pitchFamily="2" charset="0"/>
              </a:endParaRPr>
            </a:p>
          </p:txBody>
        </p:sp>
        <p:sp>
          <p:nvSpPr>
            <p:cNvPr id="23859" name="矩形 23858"/>
            <p:cNvSpPr/>
            <p:nvPr/>
          </p:nvSpPr>
          <p:spPr>
            <a:xfrm>
              <a:off x="5174" y="915"/>
              <a:ext cx="16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JS</a:t>
              </a:r>
              <a:endParaRPr lang="en-US" altLang="zh-CN" sz="2000">
                <a:latin typeface="Times New Roman" panose="02020603050405020304" pitchFamily="2" charset="0"/>
              </a:endParaRPr>
            </a:p>
          </p:txBody>
        </p:sp>
        <p:sp>
          <p:nvSpPr>
            <p:cNvPr id="23860" name="矩形 23859"/>
            <p:cNvSpPr/>
            <p:nvPr/>
          </p:nvSpPr>
          <p:spPr>
            <a:xfrm>
              <a:off x="5311"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861" name="矩形 23860"/>
            <p:cNvSpPr/>
            <p:nvPr/>
          </p:nvSpPr>
          <p:spPr>
            <a:xfrm>
              <a:off x="5380" y="915"/>
              <a:ext cx="24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100</a:t>
              </a:r>
              <a:endParaRPr lang="en-US" altLang="zh-CN" sz="2000">
                <a:latin typeface="Times New Roman" panose="02020603050405020304" pitchFamily="2" charset="0"/>
              </a:endParaRPr>
            </a:p>
          </p:txBody>
        </p:sp>
        <p:sp>
          <p:nvSpPr>
            <p:cNvPr id="23862" name="矩形 23861"/>
            <p:cNvSpPr/>
            <p:nvPr/>
          </p:nvSpPr>
          <p:spPr>
            <a:xfrm>
              <a:off x="5585" y="91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63" name="矩形 23862"/>
            <p:cNvSpPr/>
            <p:nvPr/>
          </p:nvSpPr>
          <p:spPr>
            <a:xfrm>
              <a:off x="5106" y="110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864" name="矩形 23863"/>
            <p:cNvSpPr/>
            <p:nvPr/>
          </p:nvSpPr>
          <p:spPr>
            <a:xfrm>
              <a:off x="0" y="691"/>
              <a:ext cx="8" cy="9"/>
            </a:xfrm>
            <a:prstGeom prst="rect">
              <a:avLst/>
            </a:prstGeom>
            <a:solidFill>
              <a:srgbClr val="000000"/>
            </a:solidFill>
            <a:ln w="9525">
              <a:noFill/>
            </a:ln>
          </p:spPr>
          <p:txBody>
            <a:bodyPr/>
            <a:lstStyle/>
            <a:p>
              <a:endParaRPr lang="zh-CN" altLang="en-US"/>
            </a:p>
          </p:txBody>
        </p:sp>
        <p:sp>
          <p:nvSpPr>
            <p:cNvPr id="23865" name="直接连接符 23864"/>
            <p:cNvSpPr/>
            <p:nvPr/>
          </p:nvSpPr>
          <p:spPr>
            <a:xfrm>
              <a:off x="0" y="691"/>
              <a:ext cx="1" cy="9"/>
            </a:xfrm>
            <a:prstGeom prst="line">
              <a:avLst/>
            </a:prstGeom>
            <a:ln w="0" cap="flat" cmpd="sng">
              <a:solidFill>
                <a:srgbClr val="000000"/>
              </a:solidFill>
              <a:prstDash val="solid"/>
              <a:headEnd type="none" w="med" len="med"/>
              <a:tailEnd type="none" w="med" len="med"/>
            </a:ln>
          </p:spPr>
        </p:sp>
        <p:sp>
          <p:nvSpPr>
            <p:cNvPr id="23866" name="矩形 23865"/>
            <p:cNvSpPr/>
            <p:nvPr/>
          </p:nvSpPr>
          <p:spPr>
            <a:xfrm>
              <a:off x="8" y="691"/>
              <a:ext cx="712" cy="7"/>
            </a:xfrm>
            <a:prstGeom prst="rect">
              <a:avLst/>
            </a:prstGeom>
            <a:solidFill>
              <a:srgbClr val="000000"/>
            </a:solidFill>
            <a:ln w="9525">
              <a:noFill/>
            </a:ln>
          </p:spPr>
          <p:txBody>
            <a:bodyPr/>
            <a:lstStyle/>
            <a:p>
              <a:endParaRPr lang="zh-CN" altLang="en-US"/>
            </a:p>
          </p:txBody>
        </p:sp>
        <p:sp>
          <p:nvSpPr>
            <p:cNvPr id="23867" name="直接连接符 23866"/>
            <p:cNvSpPr/>
            <p:nvPr/>
          </p:nvSpPr>
          <p:spPr>
            <a:xfrm>
              <a:off x="8" y="691"/>
              <a:ext cx="712" cy="1"/>
            </a:xfrm>
            <a:prstGeom prst="line">
              <a:avLst/>
            </a:prstGeom>
            <a:ln w="0" cap="flat" cmpd="sng">
              <a:solidFill>
                <a:srgbClr val="000000"/>
              </a:solidFill>
              <a:prstDash val="solid"/>
              <a:headEnd type="none" w="med" len="med"/>
              <a:tailEnd type="none" w="med" len="med"/>
            </a:ln>
          </p:spPr>
        </p:sp>
        <p:sp>
          <p:nvSpPr>
            <p:cNvPr id="23868" name="矩形 23867"/>
            <p:cNvSpPr/>
            <p:nvPr/>
          </p:nvSpPr>
          <p:spPr>
            <a:xfrm>
              <a:off x="720" y="691"/>
              <a:ext cx="8" cy="9"/>
            </a:xfrm>
            <a:prstGeom prst="rect">
              <a:avLst/>
            </a:prstGeom>
            <a:solidFill>
              <a:srgbClr val="000000"/>
            </a:solidFill>
            <a:ln w="9525">
              <a:noFill/>
            </a:ln>
          </p:spPr>
          <p:txBody>
            <a:bodyPr/>
            <a:lstStyle/>
            <a:p>
              <a:endParaRPr lang="zh-CN" altLang="en-US"/>
            </a:p>
          </p:txBody>
        </p:sp>
        <p:sp>
          <p:nvSpPr>
            <p:cNvPr id="23869" name="直接连接符 23868"/>
            <p:cNvSpPr/>
            <p:nvPr/>
          </p:nvSpPr>
          <p:spPr>
            <a:xfrm>
              <a:off x="720" y="691"/>
              <a:ext cx="1" cy="9"/>
            </a:xfrm>
            <a:prstGeom prst="line">
              <a:avLst/>
            </a:prstGeom>
            <a:ln w="0" cap="flat" cmpd="sng">
              <a:solidFill>
                <a:srgbClr val="000000"/>
              </a:solidFill>
              <a:prstDash val="solid"/>
              <a:headEnd type="none" w="med" len="med"/>
              <a:tailEnd type="none" w="med" len="med"/>
            </a:ln>
          </p:spPr>
        </p:sp>
        <p:sp>
          <p:nvSpPr>
            <p:cNvPr id="23870" name="矩形 23869"/>
            <p:cNvSpPr/>
            <p:nvPr/>
          </p:nvSpPr>
          <p:spPr>
            <a:xfrm>
              <a:off x="728" y="691"/>
              <a:ext cx="709" cy="7"/>
            </a:xfrm>
            <a:prstGeom prst="rect">
              <a:avLst/>
            </a:prstGeom>
            <a:solidFill>
              <a:srgbClr val="000000"/>
            </a:solidFill>
            <a:ln w="9525">
              <a:noFill/>
            </a:ln>
          </p:spPr>
          <p:txBody>
            <a:bodyPr/>
            <a:lstStyle/>
            <a:p>
              <a:endParaRPr lang="zh-CN" altLang="en-US"/>
            </a:p>
          </p:txBody>
        </p:sp>
        <p:sp>
          <p:nvSpPr>
            <p:cNvPr id="23871" name="直接连接符 23870"/>
            <p:cNvSpPr/>
            <p:nvPr/>
          </p:nvSpPr>
          <p:spPr>
            <a:xfrm>
              <a:off x="728" y="691"/>
              <a:ext cx="709" cy="1"/>
            </a:xfrm>
            <a:prstGeom prst="line">
              <a:avLst/>
            </a:prstGeom>
            <a:ln w="0" cap="flat" cmpd="sng">
              <a:solidFill>
                <a:srgbClr val="000000"/>
              </a:solidFill>
              <a:prstDash val="solid"/>
              <a:headEnd type="none" w="med" len="med"/>
              <a:tailEnd type="none" w="med" len="med"/>
            </a:ln>
          </p:spPr>
        </p:sp>
        <p:sp>
          <p:nvSpPr>
            <p:cNvPr id="23872" name="矩形 23871"/>
            <p:cNvSpPr/>
            <p:nvPr/>
          </p:nvSpPr>
          <p:spPr>
            <a:xfrm>
              <a:off x="1437" y="691"/>
              <a:ext cx="8" cy="9"/>
            </a:xfrm>
            <a:prstGeom prst="rect">
              <a:avLst/>
            </a:prstGeom>
            <a:solidFill>
              <a:srgbClr val="000000"/>
            </a:solidFill>
            <a:ln w="9525">
              <a:noFill/>
            </a:ln>
          </p:spPr>
          <p:txBody>
            <a:bodyPr/>
            <a:lstStyle/>
            <a:p>
              <a:endParaRPr lang="zh-CN" altLang="en-US"/>
            </a:p>
          </p:txBody>
        </p:sp>
        <p:sp>
          <p:nvSpPr>
            <p:cNvPr id="23873" name="直接连接符 23872"/>
            <p:cNvSpPr/>
            <p:nvPr/>
          </p:nvSpPr>
          <p:spPr>
            <a:xfrm>
              <a:off x="1437" y="691"/>
              <a:ext cx="1" cy="9"/>
            </a:xfrm>
            <a:prstGeom prst="line">
              <a:avLst/>
            </a:prstGeom>
            <a:ln w="0" cap="flat" cmpd="sng">
              <a:solidFill>
                <a:srgbClr val="000000"/>
              </a:solidFill>
              <a:prstDash val="solid"/>
              <a:headEnd type="none" w="med" len="med"/>
              <a:tailEnd type="none" w="med" len="med"/>
            </a:ln>
          </p:spPr>
        </p:sp>
        <p:sp>
          <p:nvSpPr>
            <p:cNvPr id="23874" name="矩形 23873"/>
            <p:cNvSpPr/>
            <p:nvPr/>
          </p:nvSpPr>
          <p:spPr>
            <a:xfrm>
              <a:off x="1445" y="691"/>
              <a:ext cx="712" cy="7"/>
            </a:xfrm>
            <a:prstGeom prst="rect">
              <a:avLst/>
            </a:prstGeom>
            <a:solidFill>
              <a:srgbClr val="000000"/>
            </a:solidFill>
            <a:ln w="9525">
              <a:noFill/>
            </a:ln>
          </p:spPr>
          <p:txBody>
            <a:bodyPr/>
            <a:lstStyle/>
            <a:p>
              <a:endParaRPr lang="zh-CN" altLang="en-US"/>
            </a:p>
          </p:txBody>
        </p:sp>
        <p:sp>
          <p:nvSpPr>
            <p:cNvPr id="23875" name="直接连接符 23874"/>
            <p:cNvSpPr/>
            <p:nvPr/>
          </p:nvSpPr>
          <p:spPr>
            <a:xfrm>
              <a:off x="1445" y="691"/>
              <a:ext cx="712" cy="1"/>
            </a:xfrm>
            <a:prstGeom prst="line">
              <a:avLst/>
            </a:prstGeom>
            <a:ln w="0" cap="flat" cmpd="sng">
              <a:solidFill>
                <a:srgbClr val="000000"/>
              </a:solidFill>
              <a:prstDash val="solid"/>
              <a:headEnd type="none" w="med" len="med"/>
              <a:tailEnd type="none" w="med" len="med"/>
            </a:ln>
          </p:spPr>
        </p:sp>
        <p:sp>
          <p:nvSpPr>
            <p:cNvPr id="23876" name="矩形 23875"/>
            <p:cNvSpPr/>
            <p:nvPr/>
          </p:nvSpPr>
          <p:spPr>
            <a:xfrm>
              <a:off x="2157" y="691"/>
              <a:ext cx="8" cy="9"/>
            </a:xfrm>
            <a:prstGeom prst="rect">
              <a:avLst/>
            </a:prstGeom>
            <a:solidFill>
              <a:srgbClr val="000000"/>
            </a:solidFill>
            <a:ln w="9525">
              <a:noFill/>
            </a:ln>
          </p:spPr>
          <p:txBody>
            <a:bodyPr/>
            <a:lstStyle/>
            <a:p>
              <a:endParaRPr lang="zh-CN" altLang="en-US"/>
            </a:p>
          </p:txBody>
        </p:sp>
        <p:sp>
          <p:nvSpPr>
            <p:cNvPr id="23877" name="直接连接符 23876"/>
            <p:cNvSpPr/>
            <p:nvPr/>
          </p:nvSpPr>
          <p:spPr>
            <a:xfrm>
              <a:off x="2157" y="691"/>
              <a:ext cx="1" cy="9"/>
            </a:xfrm>
            <a:prstGeom prst="line">
              <a:avLst/>
            </a:prstGeom>
            <a:ln w="0" cap="flat" cmpd="sng">
              <a:solidFill>
                <a:srgbClr val="000000"/>
              </a:solidFill>
              <a:prstDash val="solid"/>
              <a:headEnd type="none" w="med" len="med"/>
              <a:tailEnd type="none" w="med" len="med"/>
            </a:ln>
          </p:spPr>
        </p:sp>
        <p:sp>
          <p:nvSpPr>
            <p:cNvPr id="23878" name="矩形 23877"/>
            <p:cNvSpPr/>
            <p:nvPr/>
          </p:nvSpPr>
          <p:spPr>
            <a:xfrm>
              <a:off x="2165" y="691"/>
              <a:ext cx="710" cy="7"/>
            </a:xfrm>
            <a:prstGeom prst="rect">
              <a:avLst/>
            </a:prstGeom>
            <a:solidFill>
              <a:srgbClr val="000000"/>
            </a:solidFill>
            <a:ln w="9525">
              <a:noFill/>
            </a:ln>
          </p:spPr>
          <p:txBody>
            <a:bodyPr/>
            <a:lstStyle/>
            <a:p>
              <a:endParaRPr lang="zh-CN" altLang="en-US"/>
            </a:p>
          </p:txBody>
        </p:sp>
        <p:sp>
          <p:nvSpPr>
            <p:cNvPr id="23879" name="直接连接符 23878"/>
            <p:cNvSpPr/>
            <p:nvPr/>
          </p:nvSpPr>
          <p:spPr>
            <a:xfrm>
              <a:off x="2165" y="691"/>
              <a:ext cx="710" cy="1"/>
            </a:xfrm>
            <a:prstGeom prst="line">
              <a:avLst/>
            </a:prstGeom>
            <a:ln w="0" cap="flat" cmpd="sng">
              <a:solidFill>
                <a:srgbClr val="000000"/>
              </a:solidFill>
              <a:prstDash val="solid"/>
              <a:headEnd type="none" w="med" len="med"/>
              <a:tailEnd type="none" w="med" len="med"/>
            </a:ln>
          </p:spPr>
        </p:sp>
        <p:sp>
          <p:nvSpPr>
            <p:cNvPr id="23880" name="矩形 23879"/>
            <p:cNvSpPr/>
            <p:nvPr/>
          </p:nvSpPr>
          <p:spPr>
            <a:xfrm>
              <a:off x="2875" y="691"/>
              <a:ext cx="8" cy="9"/>
            </a:xfrm>
            <a:prstGeom prst="rect">
              <a:avLst/>
            </a:prstGeom>
            <a:solidFill>
              <a:srgbClr val="000000"/>
            </a:solidFill>
            <a:ln w="9525">
              <a:noFill/>
            </a:ln>
          </p:spPr>
          <p:txBody>
            <a:bodyPr/>
            <a:lstStyle/>
            <a:p>
              <a:endParaRPr lang="zh-CN" altLang="en-US"/>
            </a:p>
          </p:txBody>
        </p:sp>
        <p:sp>
          <p:nvSpPr>
            <p:cNvPr id="23881" name="直接连接符 23880"/>
            <p:cNvSpPr/>
            <p:nvPr/>
          </p:nvSpPr>
          <p:spPr>
            <a:xfrm>
              <a:off x="2875" y="691"/>
              <a:ext cx="1" cy="9"/>
            </a:xfrm>
            <a:prstGeom prst="line">
              <a:avLst/>
            </a:prstGeom>
            <a:ln w="0" cap="flat" cmpd="sng">
              <a:solidFill>
                <a:srgbClr val="000000"/>
              </a:solidFill>
              <a:prstDash val="solid"/>
              <a:headEnd type="none" w="med" len="med"/>
              <a:tailEnd type="none" w="med" len="med"/>
            </a:ln>
          </p:spPr>
        </p:sp>
        <p:sp>
          <p:nvSpPr>
            <p:cNvPr id="23882" name="矩形 23881"/>
            <p:cNvSpPr/>
            <p:nvPr/>
          </p:nvSpPr>
          <p:spPr>
            <a:xfrm>
              <a:off x="2883" y="691"/>
              <a:ext cx="712" cy="7"/>
            </a:xfrm>
            <a:prstGeom prst="rect">
              <a:avLst/>
            </a:prstGeom>
            <a:solidFill>
              <a:srgbClr val="000000"/>
            </a:solidFill>
            <a:ln w="9525">
              <a:noFill/>
            </a:ln>
          </p:spPr>
          <p:txBody>
            <a:bodyPr/>
            <a:lstStyle/>
            <a:p>
              <a:endParaRPr lang="zh-CN" altLang="en-US"/>
            </a:p>
          </p:txBody>
        </p:sp>
        <p:sp>
          <p:nvSpPr>
            <p:cNvPr id="23883" name="直接连接符 23882"/>
            <p:cNvSpPr/>
            <p:nvPr/>
          </p:nvSpPr>
          <p:spPr>
            <a:xfrm>
              <a:off x="2883" y="691"/>
              <a:ext cx="712" cy="1"/>
            </a:xfrm>
            <a:prstGeom prst="line">
              <a:avLst/>
            </a:prstGeom>
            <a:ln w="0" cap="flat" cmpd="sng">
              <a:solidFill>
                <a:srgbClr val="000000"/>
              </a:solidFill>
              <a:prstDash val="solid"/>
              <a:headEnd type="none" w="med" len="med"/>
              <a:tailEnd type="none" w="med" len="med"/>
            </a:ln>
          </p:spPr>
        </p:sp>
        <p:sp>
          <p:nvSpPr>
            <p:cNvPr id="23884" name="矩形 23883"/>
            <p:cNvSpPr/>
            <p:nvPr/>
          </p:nvSpPr>
          <p:spPr>
            <a:xfrm>
              <a:off x="3595" y="691"/>
              <a:ext cx="8" cy="9"/>
            </a:xfrm>
            <a:prstGeom prst="rect">
              <a:avLst/>
            </a:prstGeom>
            <a:solidFill>
              <a:srgbClr val="000000"/>
            </a:solidFill>
            <a:ln w="9525">
              <a:noFill/>
            </a:ln>
          </p:spPr>
          <p:txBody>
            <a:bodyPr/>
            <a:lstStyle/>
            <a:p>
              <a:endParaRPr lang="zh-CN" altLang="en-US"/>
            </a:p>
          </p:txBody>
        </p:sp>
        <p:sp>
          <p:nvSpPr>
            <p:cNvPr id="23885" name="直接连接符 23884"/>
            <p:cNvSpPr/>
            <p:nvPr/>
          </p:nvSpPr>
          <p:spPr>
            <a:xfrm>
              <a:off x="3595" y="691"/>
              <a:ext cx="1" cy="9"/>
            </a:xfrm>
            <a:prstGeom prst="line">
              <a:avLst/>
            </a:prstGeom>
            <a:ln w="0" cap="flat" cmpd="sng">
              <a:solidFill>
                <a:srgbClr val="000000"/>
              </a:solidFill>
              <a:prstDash val="solid"/>
              <a:headEnd type="none" w="med" len="med"/>
              <a:tailEnd type="none" w="med" len="med"/>
            </a:ln>
          </p:spPr>
        </p:sp>
        <p:sp>
          <p:nvSpPr>
            <p:cNvPr id="23886" name="矩形 23885"/>
            <p:cNvSpPr/>
            <p:nvPr/>
          </p:nvSpPr>
          <p:spPr>
            <a:xfrm>
              <a:off x="3603" y="691"/>
              <a:ext cx="709" cy="7"/>
            </a:xfrm>
            <a:prstGeom prst="rect">
              <a:avLst/>
            </a:prstGeom>
            <a:solidFill>
              <a:srgbClr val="000000"/>
            </a:solidFill>
            <a:ln w="9525">
              <a:noFill/>
            </a:ln>
          </p:spPr>
          <p:txBody>
            <a:bodyPr/>
            <a:lstStyle/>
            <a:p>
              <a:endParaRPr lang="zh-CN" altLang="en-US"/>
            </a:p>
          </p:txBody>
        </p:sp>
        <p:sp>
          <p:nvSpPr>
            <p:cNvPr id="23887" name="直接连接符 23886"/>
            <p:cNvSpPr/>
            <p:nvPr/>
          </p:nvSpPr>
          <p:spPr>
            <a:xfrm>
              <a:off x="3603" y="691"/>
              <a:ext cx="709" cy="1"/>
            </a:xfrm>
            <a:prstGeom prst="line">
              <a:avLst/>
            </a:prstGeom>
            <a:ln w="0" cap="flat" cmpd="sng">
              <a:solidFill>
                <a:srgbClr val="000000"/>
              </a:solidFill>
              <a:prstDash val="solid"/>
              <a:headEnd type="none" w="med" len="med"/>
              <a:tailEnd type="none" w="med" len="med"/>
            </a:ln>
          </p:spPr>
        </p:sp>
        <p:sp>
          <p:nvSpPr>
            <p:cNvPr id="23888" name="矩形 23887"/>
            <p:cNvSpPr/>
            <p:nvPr/>
          </p:nvSpPr>
          <p:spPr>
            <a:xfrm>
              <a:off x="4312" y="691"/>
              <a:ext cx="8" cy="9"/>
            </a:xfrm>
            <a:prstGeom prst="rect">
              <a:avLst/>
            </a:prstGeom>
            <a:solidFill>
              <a:srgbClr val="000000"/>
            </a:solidFill>
            <a:ln w="9525">
              <a:noFill/>
            </a:ln>
          </p:spPr>
          <p:txBody>
            <a:bodyPr/>
            <a:lstStyle/>
            <a:p>
              <a:endParaRPr lang="zh-CN" altLang="en-US"/>
            </a:p>
          </p:txBody>
        </p:sp>
        <p:sp>
          <p:nvSpPr>
            <p:cNvPr id="23889" name="直接连接符 23888"/>
            <p:cNvSpPr/>
            <p:nvPr/>
          </p:nvSpPr>
          <p:spPr>
            <a:xfrm>
              <a:off x="4312" y="691"/>
              <a:ext cx="1" cy="9"/>
            </a:xfrm>
            <a:prstGeom prst="line">
              <a:avLst/>
            </a:prstGeom>
            <a:ln w="0" cap="flat" cmpd="sng">
              <a:solidFill>
                <a:srgbClr val="000000"/>
              </a:solidFill>
              <a:prstDash val="solid"/>
              <a:headEnd type="none" w="med" len="med"/>
              <a:tailEnd type="none" w="med" len="med"/>
            </a:ln>
          </p:spPr>
        </p:sp>
        <p:sp>
          <p:nvSpPr>
            <p:cNvPr id="23890" name="矩形 23889"/>
            <p:cNvSpPr/>
            <p:nvPr/>
          </p:nvSpPr>
          <p:spPr>
            <a:xfrm>
              <a:off x="4320" y="691"/>
              <a:ext cx="712" cy="7"/>
            </a:xfrm>
            <a:prstGeom prst="rect">
              <a:avLst/>
            </a:prstGeom>
            <a:solidFill>
              <a:srgbClr val="000000"/>
            </a:solidFill>
            <a:ln w="9525">
              <a:noFill/>
            </a:ln>
          </p:spPr>
          <p:txBody>
            <a:bodyPr/>
            <a:lstStyle/>
            <a:p>
              <a:endParaRPr lang="zh-CN" altLang="en-US"/>
            </a:p>
          </p:txBody>
        </p:sp>
        <p:sp>
          <p:nvSpPr>
            <p:cNvPr id="23891" name="直接连接符 23890"/>
            <p:cNvSpPr/>
            <p:nvPr/>
          </p:nvSpPr>
          <p:spPr>
            <a:xfrm>
              <a:off x="4320" y="691"/>
              <a:ext cx="712" cy="1"/>
            </a:xfrm>
            <a:prstGeom prst="line">
              <a:avLst/>
            </a:prstGeom>
            <a:ln w="0" cap="flat" cmpd="sng">
              <a:solidFill>
                <a:srgbClr val="000000"/>
              </a:solidFill>
              <a:prstDash val="solid"/>
              <a:headEnd type="none" w="med" len="med"/>
              <a:tailEnd type="none" w="med" len="med"/>
            </a:ln>
          </p:spPr>
        </p:sp>
        <p:sp>
          <p:nvSpPr>
            <p:cNvPr id="23892" name="矩形 23891"/>
            <p:cNvSpPr/>
            <p:nvPr/>
          </p:nvSpPr>
          <p:spPr>
            <a:xfrm>
              <a:off x="5032" y="691"/>
              <a:ext cx="8" cy="9"/>
            </a:xfrm>
            <a:prstGeom prst="rect">
              <a:avLst/>
            </a:prstGeom>
            <a:solidFill>
              <a:srgbClr val="000000"/>
            </a:solidFill>
            <a:ln w="9525">
              <a:noFill/>
            </a:ln>
          </p:spPr>
          <p:txBody>
            <a:bodyPr/>
            <a:lstStyle/>
            <a:p>
              <a:endParaRPr lang="zh-CN" altLang="en-US"/>
            </a:p>
          </p:txBody>
        </p:sp>
        <p:sp>
          <p:nvSpPr>
            <p:cNvPr id="23893" name="直接连接符 23892"/>
            <p:cNvSpPr/>
            <p:nvPr/>
          </p:nvSpPr>
          <p:spPr>
            <a:xfrm>
              <a:off x="5032" y="691"/>
              <a:ext cx="1" cy="9"/>
            </a:xfrm>
            <a:prstGeom prst="line">
              <a:avLst/>
            </a:prstGeom>
            <a:ln w="0" cap="flat" cmpd="sng">
              <a:solidFill>
                <a:srgbClr val="000000"/>
              </a:solidFill>
              <a:prstDash val="solid"/>
              <a:headEnd type="none" w="med" len="med"/>
              <a:tailEnd type="none" w="med" len="med"/>
            </a:ln>
          </p:spPr>
        </p:sp>
        <p:sp>
          <p:nvSpPr>
            <p:cNvPr id="23894" name="矩形 23893"/>
            <p:cNvSpPr/>
            <p:nvPr/>
          </p:nvSpPr>
          <p:spPr>
            <a:xfrm>
              <a:off x="5040" y="691"/>
              <a:ext cx="710" cy="7"/>
            </a:xfrm>
            <a:prstGeom prst="rect">
              <a:avLst/>
            </a:prstGeom>
            <a:solidFill>
              <a:srgbClr val="000000"/>
            </a:solidFill>
            <a:ln w="9525">
              <a:noFill/>
            </a:ln>
          </p:spPr>
          <p:txBody>
            <a:bodyPr/>
            <a:lstStyle/>
            <a:p>
              <a:endParaRPr lang="zh-CN" altLang="en-US"/>
            </a:p>
          </p:txBody>
        </p:sp>
        <p:sp>
          <p:nvSpPr>
            <p:cNvPr id="23895" name="直接连接符 23894"/>
            <p:cNvSpPr/>
            <p:nvPr/>
          </p:nvSpPr>
          <p:spPr>
            <a:xfrm>
              <a:off x="5040" y="691"/>
              <a:ext cx="710" cy="1"/>
            </a:xfrm>
            <a:prstGeom prst="line">
              <a:avLst/>
            </a:prstGeom>
            <a:ln w="0" cap="flat" cmpd="sng">
              <a:solidFill>
                <a:srgbClr val="000000"/>
              </a:solidFill>
              <a:prstDash val="solid"/>
              <a:headEnd type="none" w="med" len="med"/>
              <a:tailEnd type="none" w="med" len="med"/>
            </a:ln>
          </p:spPr>
        </p:sp>
        <p:sp>
          <p:nvSpPr>
            <p:cNvPr id="23896" name="矩形 23895"/>
            <p:cNvSpPr/>
            <p:nvPr/>
          </p:nvSpPr>
          <p:spPr>
            <a:xfrm>
              <a:off x="5750" y="691"/>
              <a:ext cx="7" cy="9"/>
            </a:xfrm>
            <a:prstGeom prst="rect">
              <a:avLst/>
            </a:prstGeom>
            <a:solidFill>
              <a:srgbClr val="000000"/>
            </a:solidFill>
            <a:ln w="9525">
              <a:noFill/>
            </a:ln>
          </p:spPr>
          <p:txBody>
            <a:bodyPr/>
            <a:lstStyle/>
            <a:p>
              <a:endParaRPr lang="zh-CN" altLang="en-US"/>
            </a:p>
          </p:txBody>
        </p:sp>
        <p:sp>
          <p:nvSpPr>
            <p:cNvPr id="23897" name="直接连接符 23896"/>
            <p:cNvSpPr/>
            <p:nvPr/>
          </p:nvSpPr>
          <p:spPr>
            <a:xfrm>
              <a:off x="5750" y="691"/>
              <a:ext cx="1" cy="9"/>
            </a:xfrm>
            <a:prstGeom prst="line">
              <a:avLst/>
            </a:prstGeom>
            <a:ln w="0" cap="flat" cmpd="sng">
              <a:solidFill>
                <a:srgbClr val="000000"/>
              </a:solidFill>
              <a:prstDash val="solid"/>
              <a:headEnd type="none" w="med" len="med"/>
              <a:tailEnd type="none" w="med" len="med"/>
            </a:ln>
          </p:spPr>
        </p:sp>
        <p:sp>
          <p:nvSpPr>
            <p:cNvPr id="23898" name="矩形 23897"/>
            <p:cNvSpPr/>
            <p:nvPr/>
          </p:nvSpPr>
          <p:spPr>
            <a:xfrm>
              <a:off x="0" y="700"/>
              <a:ext cx="8" cy="674"/>
            </a:xfrm>
            <a:prstGeom prst="rect">
              <a:avLst/>
            </a:prstGeom>
            <a:solidFill>
              <a:srgbClr val="000000"/>
            </a:solidFill>
            <a:ln w="9525">
              <a:noFill/>
            </a:ln>
          </p:spPr>
          <p:txBody>
            <a:bodyPr/>
            <a:lstStyle/>
            <a:p>
              <a:endParaRPr lang="zh-CN" altLang="en-US"/>
            </a:p>
          </p:txBody>
        </p:sp>
        <p:sp>
          <p:nvSpPr>
            <p:cNvPr id="23899" name="直接连接符 23898"/>
            <p:cNvSpPr/>
            <p:nvPr/>
          </p:nvSpPr>
          <p:spPr>
            <a:xfrm>
              <a:off x="0" y="700"/>
              <a:ext cx="1" cy="674"/>
            </a:xfrm>
            <a:prstGeom prst="line">
              <a:avLst/>
            </a:prstGeom>
            <a:ln w="0" cap="flat" cmpd="sng">
              <a:solidFill>
                <a:srgbClr val="000000"/>
              </a:solidFill>
              <a:prstDash val="solid"/>
              <a:headEnd type="none" w="med" len="med"/>
              <a:tailEnd type="none" w="med" len="med"/>
            </a:ln>
          </p:spPr>
        </p:sp>
        <p:sp>
          <p:nvSpPr>
            <p:cNvPr id="23900" name="矩形 23899"/>
            <p:cNvSpPr/>
            <p:nvPr/>
          </p:nvSpPr>
          <p:spPr>
            <a:xfrm>
              <a:off x="720" y="700"/>
              <a:ext cx="8" cy="674"/>
            </a:xfrm>
            <a:prstGeom prst="rect">
              <a:avLst/>
            </a:prstGeom>
            <a:solidFill>
              <a:srgbClr val="000000"/>
            </a:solidFill>
            <a:ln w="9525">
              <a:noFill/>
            </a:ln>
          </p:spPr>
          <p:txBody>
            <a:bodyPr/>
            <a:lstStyle/>
            <a:p>
              <a:endParaRPr lang="zh-CN" altLang="en-US"/>
            </a:p>
          </p:txBody>
        </p:sp>
        <p:sp>
          <p:nvSpPr>
            <p:cNvPr id="23901" name="直接连接符 23900"/>
            <p:cNvSpPr/>
            <p:nvPr/>
          </p:nvSpPr>
          <p:spPr>
            <a:xfrm>
              <a:off x="720" y="700"/>
              <a:ext cx="1" cy="674"/>
            </a:xfrm>
            <a:prstGeom prst="line">
              <a:avLst/>
            </a:prstGeom>
            <a:ln w="0" cap="flat" cmpd="sng">
              <a:solidFill>
                <a:srgbClr val="000000"/>
              </a:solidFill>
              <a:prstDash val="solid"/>
              <a:headEnd type="none" w="med" len="med"/>
              <a:tailEnd type="none" w="med" len="med"/>
            </a:ln>
          </p:spPr>
        </p:sp>
        <p:sp>
          <p:nvSpPr>
            <p:cNvPr id="23902" name="矩形 23901"/>
            <p:cNvSpPr/>
            <p:nvPr/>
          </p:nvSpPr>
          <p:spPr>
            <a:xfrm>
              <a:off x="1437" y="700"/>
              <a:ext cx="8" cy="674"/>
            </a:xfrm>
            <a:prstGeom prst="rect">
              <a:avLst/>
            </a:prstGeom>
            <a:solidFill>
              <a:srgbClr val="000000"/>
            </a:solidFill>
            <a:ln w="9525">
              <a:noFill/>
            </a:ln>
          </p:spPr>
          <p:txBody>
            <a:bodyPr/>
            <a:lstStyle/>
            <a:p>
              <a:endParaRPr lang="zh-CN" altLang="en-US"/>
            </a:p>
          </p:txBody>
        </p:sp>
        <p:sp>
          <p:nvSpPr>
            <p:cNvPr id="23903" name="直接连接符 23902"/>
            <p:cNvSpPr/>
            <p:nvPr/>
          </p:nvSpPr>
          <p:spPr>
            <a:xfrm>
              <a:off x="1437" y="700"/>
              <a:ext cx="1" cy="674"/>
            </a:xfrm>
            <a:prstGeom prst="line">
              <a:avLst/>
            </a:prstGeom>
            <a:ln w="0" cap="flat" cmpd="sng">
              <a:solidFill>
                <a:srgbClr val="000000"/>
              </a:solidFill>
              <a:prstDash val="solid"/>
              <a:headEnd type="none" w="med" len="med"/>
              <a:tailEnd type="none" w="med" len="med"/>
            </a:ln>
          </p:spPr>
        </p:sp>
        <p:sp>
          <p:nvSpPr>
            <p:cNvPr id="23904" name="矩形 23903"/>
            <p:cNvSpPr/>
            <p:nvPr/>
          </p:nvSpPr>
          <p:spPr>
            <a:xfrm>
              <a:off x="2157" y="700"/>
              <a:ext cx="8" cy="674"/>
            </a:xfrm>
            <a:prstGeom prst="rect">
              <a:avLst/>
            </a:prstGeom>
            <a:solidFill>
              <a:srgbClr val="000000"/>
            </a:solidFill>
            <a:ln w="9525">
              <a:noFill/>
            </a:ln>
          </p:spPr>
          <p:txBody>
            <a:bodyPr/>
            <a:lstStyle/>
            <a:p>
              <a:endParaRPr lang="zh-CN" altLang="en-US"/>
            </a:p>
          </p:txBody>
        </p:sp>
        <p:sp>
          <p:nvSpPr>
            <p:cNvPr id="23905" name="直接连接符 23904"/>
            <p:cNvSpPr/>
            <p:nvPr/>
          </p:nvSpPr>
          <p:spPr>
            <a:xfrm>
              <a:off x="2157" y="700"/>
              <a:ext cx="1" cy="674"/>
            </a:xfrm>
            <a:prstGeom prst="line">
              <a:avLst/>
            </a:prstGeom>
            <a:ln w="0" cap="flat" cmpd="sng">
              <a:solidFill>
                <a:srgbClr val="000000"/>
              </a:solidFill>
              <a:prstDash val="solid"/>
              <a:headEnd type="none" w="med" len="med"/>
              <a:tailEnd type="none" w="med" len="med"/>
            </a:ln>
          </p:spPr>
        </p:sp>
        <p:sp>
          <p:nvSpPr>
            <p:cNvPr id="23906" name="矩形 23905"/>
            <p:cNvSpPr/>
            <p:nvPr/>
          </p:nvSpPr>
          <p:spPr>
            <a:xfrm>
              <a:off x="2875" y="700"/>
              <a:ext cx="8" cy="674"/>
            </a:xfrm>
            <a:prstGeom prst="rect">
              <a:avLst/>
            </a:prstGeom>
            <a:solidFill>
              <a:srgbClr val="000000"/>
            </a:solidFill>
            <a:ln w="9525">
              <a:noFill/>
            </a:ln>
          </p:spPr>
          <p:txBody>
            <a:bodyPr/>
            <a:lstStyle/>
            <a:p>
              <a:endParaRPr lang="zh-CN" altLang="en-US"/>
            </a:p>
          </p:txBody>
        </p:sp>
        <p:sp>
          <p:nvSpPr>
            <p:cNvPr id="23907" name="直接连接符 23906"/>
            <p:cNvSpPr/>
            <p:nvPr/>
          </p:nvSpPr>
          <p:spPr>
            <a:xfrm>
              <a:off x="2875" y="700"/>
              <a:ext cx="1" cy="674"/>
            </a:xfrm>
            <a:prstGeom prst="line">
              <a:avLst/>
            </a:prstGeom>
            <a:ln w="0" cap="flat" cmpd="sng">
              <a:solidFill>
                <a:srgbClr val="000000"/>
              </a:solidFill>
              <a:prstDash val="solid"/>
              <a:headEnd type="none" w="med" len="med"/>
              <a:tailEnd type="none" w="med" len="med"/>
            </a:ln>
          </p:spPr>
        </p:sp>
        <p:sp>
          <p:nvSpPr>
            <p:cNvPr id="23908" name="矩形 23907"/>
            <p:cNvSpPr/>
            <p:nvPr/>
          </p:nvSpPr>
          <p:spPr>
            <a:xfrm>
              <a:off x="3595" y="700"/>
              <a:ext cx="8" cy="674"/>
            </a:xfrm>
            <a:prstGeom prst="rect">
              <a:avLst/>
            </a:prstGeom>
            <a:solidFill>
              <a:srgbClr val="000000"/>
            </a:solidFill>
            <a:ln w="9525">
              <a:noFill/>
            </a:ln>
          </p:spPr>
          <p:txBody>
            <a:bodyPr/>
            <a:lstStyle/>
            <a:p>
              <a:endParaRPr lang="zh-CN" altLang="en-US"/>
            </a:p>
          </p:txBody>
        </p:sp>
        <p:sp>
          <p:nvSpPr>
            <p:cNvPr id="23909" name="直接连接符 23908"/>
            <p:cNvSpPr/>
            <p:nvPr/>
          </p:nvSpPr>
          <p:spPr>
            <a:xfrm>
              <a:off x="3595" y="700"/>
              <a:ext cx="1" cy="674"/>
            </a:xfrm>
            <a:prstGeom prst="line">
              <a:avLst/>
            </a:prstGeom>
            <a:ln w="0" cap="flat" cmpd="sng">
              <a:solidFill>
                <a:srgbClr val="000000"/>
              </a:solidFill>
              <a:prstDash val="solid"/>
              <a:headEnd type="none" w="med" len="med"/>
              <a:tailEnd type="none" w="med" len="med"/>
            </a:ln>
          </p:spPr>
        </p:sp>
        <p:sp>
          <p:nvSpPr>
            <p:cNvPr id="23910" name="矩形 23909"/>
            <p:cNvSpPr/>
            <p:nvPr/>
          </p:nvSpPr>
          <p:spPr>
            <a:xfrm>
              <a:off x="4312" y="700"/>
              <a:ext cx="8" cy="674"/>
            </a:xfrm>
            <a:prstGeom prst="rect">
              <a:avLst/>
            </a:prstGeom>
            <a:solidFill>
              <a:srgbClr val="000000"/>
            </a:solidFill>
            <a:ln w="9525">
              <a:noFill/>
            </a:ln>
          </p:spPr>
          <p:txBody>
            <a:bodyPr/>
            <a:lstStyle/>
            <a:p>
              <a:endParaRPr lang="zh-CN" altLang="en-US"/>
            </a:p>
          </p:txBody>
        </p:sp>
        <p:sp>
          <p:nvSpPr>
            <p:cNvPr id="23911" name="直接连接符 23910"/>
            <p:cNvSpPr/>
            <p:nvPr/>
          </p:nvSpPr>
          <p:spPr>
            <a:xfrm>
              <a:off x="4312" y="700"/>
              <a:ext cx="1" cy="674"/>
            </a:xfrm>
            <a:prstGeom prst="line">
              <a:avLst/>
            </a:prstGeom>
            <a:ln w="0" cap="flat" cmpd="sng">
              <a:solidFill>
                <a:srgbClr val="000000"/>
              </a:solidFill>
              <a:prstDash val="solid"/>
              <a:headEnd type="none" w="med" len="med"/>
              <a:tailEnd type="none" w="med" len="med"/>
            </a:ln>
          </p:spPr>
        </p:sp>
        <p:sp>
          <p:nvSpPr>
            <p:cNvPr id="23912" name="矩形 23911"/>
            <p:cNvSpPr/>
            <p:nvPr/>
          </p:nvSpPr>
          <p:spPr>
            <a:xfrm>
              <a:off x="5032" y="700"/>
              <a:ext cx="8" cy="674"/>
            </a:xfrm>
            <a:prstGeom prst="rect">
              <a:avLst/>
            </a:prstGeom>
            <a:solidFill>
              <a:srgbClr val="000000"/>
            </a:solidFill>
            <a:ln w="9525">
              <a:noFill/>
            </a:ln>
          </p:spPr>
          <p:txBody>
            <a:bodyPr/>
            <a:lstStyle/>
            <a:p>
              <a:endParaRPr lang="zh-CN" altLang="en-US"/>
            </a:p>
          </p:txBody>
        </p:sp>
        <p:sp>
          <p:nvSpPr>
            <p:cNvPr id="23913" name="直接连接符 23912"/>
            <p:cNvSpPr/>
            <p:nvPr/>
          </p:nvSpPr>
          <p:spPr>
            <a:xfrm>
              <a:off x="5032" y="700"/>
              <a:ext cx="1" cy="674"/>
            </a:xfrm>
            <a:prstGeom prst="line">
              <a:avLst/>
            </a:prstGeom>
            <a:ln w="0" cap="flat" cmpd="sng">
              <a:solidFill>
                <a:srgbClr val="000000"/>
              </a:solidFill>
              <a:prstDash val="solid"/>
              <a:headEnd type="none" w="med" len="med"/>
              <a:tailEnd type="none" w="med" len="med"/>
            </a:ln>
          </p:spPr>
        </p:sp>
        <p:sp>
          <p:nvSpPr>
            <p:cNvPr id="23914" name="矩形 23913"/>
            <p:cNvSpPr/>
            <p:nvPr/>
          </p:nvSpPr>
          <p:spPr>
            <a:xfrm>
              <a:off x="5750" y="700"/>
              <a:ext cx="7" cy="674"/>
            </a:xfrm>
            <a:prstGeom prst="rect">
              <a:avLst/>
            </a:prstGeom>
            <a:solidFill>
              <a:srgbClr val="000000"/>
            </a:solidFill>
            <a:ln w="9525">
              <a:noFill/>
            </a:ln>
          </p:spPr>
          <p:txBody>
            <a:bodyPr/>
            <a:lstStyle/>
            <a:p>
              <a:endParaRPr lang="zh-CN" altLang="en-US"/>
            </a:p>
          </p:txBody>
        </p:sp>
        <p:sp>
          <p:nvSpPr>
            <p:cNvPr id="23915" name="直接连接符 23914"/>
            <p:cNvSpPr/>
            <p:nvPr/>
          </p:nvSpPr>
          <p:spPr>
            <a:xfrm>
              <a:off x="5750" y="700"/>
              <a:ext cx="1" cy="674"/>
            </a:xfrm>
            <a:prstGeom prst="line">
              <a:avLst/>
            </a:prstGeom>
            <a:ln w="0" cap="flat" cmpd="sng">
              <a:solidFill>
                <a:srgbClr val="000000"/>
              </a:solidFill>
              <a:prstDash val="solid"/>
              <a:headEnd type="none" w="med" len="med"/>
              <a:tailEnd type="none" w="med" len="med"/>
            </a:ln>
          </p:spPr>
        </p:sp>
        <p:sp>
          <p:nvSpPr>
            <p:cNvPr id="23916" name="矩形 23915"/>
            <p:cNvSpPr/>
            <p:nvPr/>
          </p:nvSpPr>
          <p:spPr>
            <a:xfrm>
              <a:off x="74" y="1412"/>
              <a:ext cx="48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第四代</a:t>
              </a:r>
              <a:endParaRPr lang="zh-CN" altLang="en-US" sz="2000">
                <a:latin typeface="Times New Roman" panose="02020603050405020304" pitchFamily="2" charset="0"/>
              </a:endParaRPr>
            </a:p>
          </p:txBody>
        </p:sp>
        <p:sp>
          <p:nvSpPr>
            <p:cNvPr id="23917" name="矩形 23916"/>
            <p:cNvSpPr/>
            <p:nvPr/>
          </p:nvSpPr>
          <p:spPr>
            <a:xfrm>
              <a:off x="484" y="141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18" name="矩形 23917"/>
            <p:cNvSpPr/>
            <p:nvPr/>
          </p:nvSpPr>
          <p:spPr>
            <a:xfrm>
              <a:off x="794" y="1412"/>
              <a:ext cx="32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1972</a:t>
              </a:r>
              <a:endParaRPr lang="en-US" altLang="zh-CN" sz="2000">
                <a:latin typeface="Times New Roman" panose="02020603050405020304" pitchFamily="2" charset="0"/>
              </a:endParaRPr>
            </a:p>
          </p:txBody>
        </p:sp>
        <p:sp>
          <p:nvSpPr>
            <p:cNvPr id="23919" name="矩形 23918"/>
            <p:cNvSpPr/>
            <p:nvPr/>
          </p:nvSpPr>
          <p:spPr>
            <a:xfrm>
              <a:off x="1067" y="1412"/>
              <a:ext cx="16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920" name="矩形 23919"/>
            <p:cNvSpPr/>
            <p:nvPr/>
          </p:nvSpPr>
          <p:spPr>
            <a:xfrm>
              <a:off x="1204" y="141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21" name="矩形 23920"/>
            <p:cNvSpPr/>
            <p:nvPr/>
          </p:nvSpPr>
          <p:spPr>
            <a:xfrm>
              <a:off x="1511" y="1412"/>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超大规模</a:t>
              </a:r>
              <a:endParaRPr lang="zh-CN" altLang="en-US" sz="2000">
                <a:latin typeface="Times New Roman" panose="02020603050405020304" pitchFamily="2" charset="0"/>
              </a:endParaRPr>
            </a:p>
          </p:txBody>
        </p:sp>
        <p:sp>
          <p:nvSpPr>
            <p:cNvPr id="23922" name="矩形 23921"/>
            <p:cNvSpPr/>
            <p:nvPr/>
          </p:nvSpPr>
          <p:spPr>
            <a:xfrm>
              <a:off x="1511" y="1598"/>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集成电路</a:t>
              </a:r>
              <a:endParaRPr lang="zh-CN" altLang="en-US" sz="2000">
                <a:latin typeface="Times New Roman" panose="02020603050405020304" pitchFamily="2" charset="0"/>
              </a:endParaRPr>
            </a:p>
          </p:txBody>
        </p:sp>
        <p:sp>
          <p:nvSpPr>
            <p:cNvPr id="23923" name="矩形 23922"/>
            <p:cNvSpPr/>
            <p:nvPr/>
          </p:nvSpPr>
          <p:spPr>
            <a:xfrm>
              <a:off x="2059" y="1598"/>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24" name="矩形 23923"/>
            <p:cNvSpPr/>
            <p:nvPr/>
          </p:nvSpPr>
          <p:spPr>
            <a:xfrm>
              <a:off x="2231" y="1412"/>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半导体存</a:t>
              </a:r>
              <a:endParaRPr lang="zh-CN" altLang="en-US" sz="2000">
                <a:latin typeface="Times New Roman" panose="02020603050405020304" pitchFamily="2" charset="0"/>
              </a:endParaRPr>
            </a:p>
          </p:txBody>
        </p:sp>
        <p:sp>
          <p:nvSpPr>
            <p:cNvPr id="23925" name="矩形 23924"/>
            <p:cNvSpPr/>
            <p:nvPr/>
          </p:nvSpPr>
          <p:spPr>
            <a:xfrm>
              <a:off x="2231" y="1598"/>
              <a:ext cx="32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储器</a:t>
              </a:r>
              <a:endParaRPr lang="zh-CN" altLang="en-US" sz="2000">
                <a:latin typeface="Times New Roman" panose="02020603050405020304" pitchFamily="2" charset="0"/>
              </a:endParaRPr>
            </a:p>
          </p:txBody>
        </p:sp>
        <p:sp>
          <p:nvSpPr>
            <p:cNvPr id="23926" name="矩形 23925"/>
            <p:cNvSpPr/>
            <p:nvPr/>
          </p:nvSpPr>
          <p:spPr>
            <a:xfrm>
              <a:off x="2505" y="1598"/>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27" name="矩形 23926"/>
            <p:cNvSpPr/>
            <p:nvPr/>
          </p:nvSpPr>
          <p:spPr>
            <a:xfrm>
              <a:off x="2948" y="1412"/>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高速磁盘</a:t>
              </a:r>
              <a:endParaRPr lang="zh-CN" altLang="en-US" sz="2000">
                <a:latin typeface="Times New Roman" panose="02020603050405020304" pitchFamily="2" charset="0"/>
              </a:endParaRPr>
            </a:p>
          </p:txBody>
        </p:sp>
        <p:sp>
          <p:nvSpPr>
            <p:cNvPr id="23928" name="矩形 23927"/>
            <p:cNvSpPr/>
            <p:nvPr/>
          </p:nvSpPr>
          <p:spPr>
            <a:xfrm>
              <a:off x="3496" y="141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29" name="矩形 23928"/>
            <p:cNvSpPr/>
            <p:nvPr/>
          </p:nvSpPr>
          <p:spPr>
            <a:xfrm>
              <a:off x="3668" y="1412"/>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数据库系</a:t>
              </a:r>
              <a:endParaRPr lang="zh-CN" altLang="en-US" sz="2000">
                <a:latin typeface="Times New Roman" panose="02020603050405020304" pitchFamily="2" charset="0"/>
              </a:endParaRPr>
            </a:p>
          </p:txBody>
        </p:sp>
        <p:sp>
          <p:nvSpPr>
            <p:cNvPr id="23930" name="矩形 23929"/>
            <p:cNvSpPr/>
            <p:nvPr/>
          </p:nvSpPr>
          <p:spPr>
            <a:xfrm>
              <a:off x="3668" y="1598"/>
              <a:ext cx="16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统</a:t>
              </a:r>
              <a:endParaRPr lang="zh-CN" altLang="en-US" sz="2000">
                <a:latin typeface="Times New Roman" panose="02020603050405020304" pitchFamily="2" charset="0"/>
              </a:endParaRPr>
            </a:p>
          </p:txBody>
        </p:sp>
        <p:sp>
          <p:nvSpPr>
            <p:cNvPr id="23931" name="矩形 23930"/>
            <p:cNvSpPr/>
            <p:nvPr/>
          </p:nvSpPr>
          <p:spPr>
            <a:xfrm>
              <a:off x="3805" y="1598"/>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32" name="矩形 23931"/>
            <p:cNvSpPr/>
            <p:nvPr/>
          </p:nvSpPr>
          <p:spPr>
            <a:xfrm>
              <a:off x="3668" y="1785"/>
              <a:ext cx="64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网络结构</a:t>
              </a:r>
              <a:endParaRPr lang="zh-CN" altLang="en-US" sz="2000">
                <a:latin typeface="Times New Roman" panose="02020603050405020304" pitchFamily="2" charset="0"/>
              </a:endParaRPr>
            </a:p>
          </p:txBody>
        </p:sp>
        <p:sp>
          <p:nvSpPr>
            <p:cNvPr id="23933" name="矩形 23932"/>
            <p:cNvSpPr/>
            <p:nvPr/>
          </p:nvSpPr>
          <p:spPr>
            <a:xfrm>
              <a:off x="4216" y="178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34" name="矩形 23933"/>
            <p:cNvSpPr/>
            <p:nvPr/>
          </p:nvSpPr>
          <p:spPr>
            <a:xfrm>
              <a:off x="4386" y="1412"/>
              <a:ext cx="48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千万次</a:t>
              </a:r>
              <a:endParaRPr lang="zh-CN" altLang="en-US" sz="2000">
                <a:latin typeface="Times New Roman" panose="02020603050405020304" pitchFamily="2" charset="0"/>
              </a:endParaRPr>
            </a:p>
          </p:txBody>
        </p:sp>
        <p:sp>
          <p:nvSpPr>
            <p:cNvPr id="23935" name="矩形 23934"/>
            <p:cNvSpPr/>
            <p:nvPr/>
          </p:nvSpPr>
          <p:spPr>
            <a:xfrm>
              <a:off x="4797" y="1407"/>
              <a:ext cx="0" cy="192"/>
            </a:xfrm>
            <a:prstGeom prst="rect">
              <a:avLst/>
            </a:prstGeom>
            <a:noFill/>
            <a:ln w="9525">
              <a:noFill/>
            </a:ln>
          </p:spPr>
          <p:txBody>
            <a:bodyPr wrap="none" lIns="0" tIns="0" rIns="0" bIns="0">
              <a:spAutoFit/>
            </a:bodyPr>
            <a:lstStyle/>
            <a:p>
              <a:endParaRPr sz="2000">
                <a:latin typeface="Times New Roman" panose="02020603050405020304" pitchFamily="2" charset="0"/>
              </a:endParaRPr>
            </a:p>
          </p:txBody>
        </p:sp>
        <p:sp>
          <p:nvSpPr>
            <p:cNvPr id="23936" name="矩形 23935"/>
            <p:cNvSpPr/>
            <p:nvPr/>
          </p:nvSpPr>
          <p:spPr>
            <a:xfrm>
              <a:off x="4931" y="141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37" name="矩形 23936"/>
            <p:cNvSpPr/>
            <p:nvPr/>
          </p:nvSpPr>
          <p:spPr>
            <a:xfrm>
              <a:off x="4386" y="1598"/>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a:t>
              </a:r>
              <a:endParaRPr lang="en-US" altLang="zh-CN" sz="2000">
                <a:latin typeface="Times New Roman" panose="02020603050405020304" pitchFamily="2" charset="0"/>
              </a:endParaRPr>
            </a:p>
          </p:txBody>
        </p:sp>
        <p:sp>
          <p:nvSpPr>
            <p:cNvPr id="23938" name="矩形 23937"/>
            <p:cNvSpPr/>
            <p:nvPr/>
          </p:nvSpPr>
          <p:spPr>
            <a:xfrm>
              <a:off x="4487" y="1598"/>
              <a:ext cx="32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亿次</a:t>
              </a:r>
              <a:endParaRPr lang="zh-CN" altLang="en-US" sz="2000">
                <a:latin typeface="Times New Roman" panose="02020603050405020304" pitchFamily="2" charset="0"/>
              </a:endParaRPr>
            </a:p>
          </p:txBody>
        </p:sp>
        <p:sp>
          <p:nvSpPr>
            <p:cNvPr id="23939" name="矩形 23938"/>
            <p:cNvSpPr/>
            <p:nvPr/>
          </p:nvSpPr>
          <p:spPr>
            <a:xfrm>
              <a:off x="4761" y="1598"/>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940" name="矩形 23939"/>
            <p:cNvSpPr/>
            <p:nvPr/>
          </p:nvSpPr>
          <p:spPr>
            <a:xfrm>
              <a:off x="4830" y="1598"/>
              <a:ext cx="16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秒</a:t>
              </a:r>
              <a:endParaRPr lang="zh-CN" altLang="en-US" sz="2000">
                <a:latin typeface="Times New Roman" panose="02020603050405020304" pitchFamily="2" charset="0"/>
              </a:endParaRPr>
            </a:p>
          </p:txBody>
        </p:sp>
        <p:sp>
          <p:nvSpPr>
            <p:cNvPr id="23941" name="矩形 23940"/>
            <p:cNvSpPr/>
            <p:nvPr/>
          </p:nvSpPr>
          <p:spPr>
            <a:xfrm>
              <a:off x="4966" y="1598"/>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42" name="矩形 23941"/>
            <p:cNvSpPr/>
            <p:nvPr/>
          </p:nvSpPr>
          <p:spPr>
            <a:xfrm>
              <a:off x="5106" y="1412"/>
              <a:ext cx="24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VAX</a:t>
              </a:r>
              <a:endParaRPr lang="en-US" altLang="zh-CN" sz="2000">
                <a:latin typeface="Times New Roman" panose="02020603050405020304" pitchFamily="2" charset="0"/>
              </a:endParaRPr>
            </a:p>
          </p:txBody>
        </p:sp>
        <p:sp>
          <p:nvSpPr>
            <p:cNvPr id="23943" name="矩形 23942"/>
            <p:cNvSpPr/>
            <p:nvPr/>
          </p:nvSpPr>
          <p:spPr>
            <a:xfrm>
              <a:off x="5311" y="141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a:t>
              </a:r>
              <a:endParaRPr lang="en-US" altLang="zh-CN" sz="2000">
                <a:latin typeface="Times New Roman" panose="02020603050405020304" pitchFamily="2" charset="0"/>
              </a:endParaRPr>
            </a:p>
          </p:txBody>
        </p:sp>
        <p:sp>
          <p:nvSpPr>
            <p:cNvPr id="23944" name="矩形 23943"/>
            <p:cNvSpPr/>
            <p:nvPr/>
          </p:nvSpPr>
          <p:spPr>
            <a:xfrm>
              <a:off x="5380" y="1412"/>
              <a:ext cx="16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11</a:t>
              </a:r>
              <a:endParaRPr lang="en-US" altLang="zh-CN" sz="2000">
                <a:latin typeface="Times New Roman" panose="02020603050405020304" pitchFamily="2" charset="0"/>
              </a:endParaRPr>
            </a:p>
          </p:txBody>
        </p:sp>
        <p:sp>
          <p:nvSpPr>
            <p:cNvPr id="23945" name="矩形 23944"/>
            <p:cNvSpPr/>
            <p:nvPr/>
          </p:nvSpPr>
          <p:spPr>
            <a:xfrm>
              <a:off x="5517" y="1412"/>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46" name="矩形 23945"/>
            <p:cNvSpPr/>
            <p:nvPr/>
          </p:nvSpPr>
          <p:spPr>
            <a:xfrm>
              <a:off x="5106" y="1598"/>
              <a:ext cx="40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INTEL</a:t>
              </a:r>
              <a:endParaRPr lang="en-US" altLang="zh-CN" sz="2000">
                <a:latin typeface="Times New Roman" panose="02020603050405020304" pitchFamily="2" charset="0"/>
              </a:endParaRPr>
            </a:p>
          </p:txBody>
        </p:sp>
        <p:sp>
          <p:nvSpPr>
            <p:cNvPr id="23947" name="矩形 23946"/>
            <p:cNvSpPr/>
            <p:nvPr/>
          </p:nvSpPr>
          <p:spPr>
            <a:xfrm>
              <a:off x="5481" y="1598"/>
              <a:ext cx="16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系</a:t>
              </a:r>
              <a:endParaRPr lang="zh-CN" altLang="en-US" sz="2000">
                <a:latin typeface="Times New Roman" panose="02020603050405020304" pitchFamily="2" charset="0"/>
              </a:endParaRPr>
            </a:p>
          </p:txBody>
        </p:sp>
        <p:sp>
          <p:nvSpPr>
            <p:cNvPr id="23948" name="矩形 23947"/>
            <p:cNvSpPr/>
            <p:nvPr/>
          </p:nvSpPr>
          <p:spPr>
            <a:xfrm>
              <a:off x="5106" y="1785"/>
              <a:ext cx="160" cy="192"/>
            </a:xfrm>
            <a:prstGeom prst="rect">
              <a:avLst/>
            </a:prstGeom>
            <a:noFill/>
            <a:ln w="9525">
              <a:noFill/>
            </a:ln>
          </p:spPr>
          <p:txBody>
            <a:bodyPr wrap="none" lIns="0" tIns="0" rIns="0" bIns="0">
              <a:spAutoFit/>
            </a:bodyPr>
            <a:lstStyle/>
            <a:p>
              <a:r>
                <a:rPr lang="zh-CN" altLang="en-US" sz="2000">
                  <a:solidFill>
                    <a:srgbClr val="000000"/>
                  </a:solidFill>
                  <a:latin typeface="楷体_GB2312" pitchFamily="1" charset="-122"/>
                  <a:ea typeface="楷体_GB2312" pitchFamily="1" charset="-122"/>
                </a:rPr>
                <a:t>列</a:t>
              </a:r>
              <a:endParaRPr lang="zh-CN" altLang="en-US" sz="2000">
                <a:latin typeface="Times New Roman" panose="02020603050405020304" pitchFamily="2" charset="0"/>
              </a:endParaRPr>
            </a:p>
          </p:txBody>
        </p:sp>
        <p:sp>
          <p:nvSpPr>
            <p:cNvPr id="23949" name="矩形 23948"/>
            <p:cNvSpPr/>
            <p:nvPr/>
          </p:nvSpPr>
          <p:spPr>
            <a:xfrm>
              <a:off x="5243" y="1785"/>
              <a:ext cx="80" cy="192"/>
            </a:xfrm>
            <a:prstGeom prst="rect">
              <a:avLst/>
            </a:prstGeom>
            <a:noFill/>
            <a:ln w="9525">
              <a:noFill/>
            </a:ln>
          </p:spPr>
          <p:txBody>
            <a:bodyPr wrap="none" lIns="0" tIns="0" rIns="0" bIns="0">
              <a:spAutoFit/>
            </a:bodyPr>
            <a:lstStyle/>
            <a:p>
              <a:r>
                <a:rPr lang="en-US" altLang="zh-CN" sz="2000">
                  <a:solidFill>
                    <a:srgbClr val="000000"/>
                  </a:solidFill>
                  <a:latin typeface="楷体_GB2312" pitchFamily="1" charset="-122"/>
                  <a:ea typeface="楷体_GB2312" pitchFamily="1" charset="-122"/>
                </a:rPr>
                <a:t> </a:t>
              </a:r>
              <a:endParaRPr lang="en-US" altLang="zh-CN" sz="2000">
                <a:latin typeface="Times New Roman" panose="02020603050405020304" pitchFamily="2" charset="0"/>
              </a:endParaRPr>
            </a:p>
          </p:txBody>
        </p:sp>
        <p:sp>
          <p:nvSpPr>
            <p:cNvPr id="23950" name="矩形 23949"/>
            <p:cNvSpPr/>
            <p:nvPr/>
          </p:nvSpPr>
          <p:spPr>
            <a:xfrm>
              <a:off x="0" y="1374"/>
              <a:ext cx="8" cy="9"/>
            </a:xfrm>
            <a:prstGeom prst="rect">
              <a:avLst/>
            </a:prstGeom>
            <a:solidFill>
              <a:srgbClr val="000000"/>
            </a:solidFill>
            <a:ln w="9525">
              <a:noFill/>
            </a:ln>
          </p:spPr>
          <p:txBody>
            <a:bodyPr/>
            <a:lstStyle/>
            <a:p>
              <a:endParaRPr lang="zh-CN" altLang="en-US"/>
            </a:p>
          </p:txBody>
        </p:sp>
        <p:sp>
          <p:nvSpPr>
            <p:cNvPr id="23951" name="直接连接符 23950"/>
            <p:cNvSpPr/>
            <p:nvPr/>
          </p:nvSpPr>
          <p:spPr>
            <a:xfrm>
              <a:off x="0" y="1374"/>
              <a:ext cx="1" cy="9"/>
            </a:xfrm>
            <a:prstGeom prst="line">
              <a:avLst/>
            </a:prstGeom>
            <a:ln w="0" cap="flat" cmpd="sng">
              <a:solidFill>
                <a:srgbClr val="000000"/>
              </a:solidFill>
              <a:prstDash val="solid"/>
              <a:headEnd type="none" w="med" len="med"/>
              <a:tailEnd type="none" w="med" len="med"/>
            </a:ln>
          </p:spPr>
        </p:sp>
        <p:sp>
          <p:nvSpPr>
            <p:cNvPr id="23952" name="矩形 23951"/>
            <p:cNvSpPr/>
            <p:nvPr/>
          </p:nvSpPr>
          <p:spPr>
            <a:xfrm>
              <a:off x="8" y="1374"/>
              <a:ext cx="712" cy="7"/>
            </a:xfrm>
            <a:prstGeom prst="rect">
              <a:avLst/>
            </a:prstGeom>
            <a:solidFill>
              <a:srgbClr val="000000"/>
            </a:solidFill>
            <a:ln w="9525">
              <a:noFill/>
            </a:ln>
          </p:spPr>
          <p:txBody>
            <a:bodyPr/>
            <a:lstStyle/>
            <a:p>
              <a:endParaRPr lang="zh-CN" altLang="en-US"/>
            </a:p>
          </p:txBody>
        </p:sp>
        <p:sp>
          <p:nvSpPr>
            <p:cNvPr id="23953" name="直接连接符 23952"/>
            <p:cNvSpPr/>
            <p:nvPr/>
          </p:nvSpPr>
          <p:spPr>
            <a:xfrm>
              <a:off x="8" y="1374"/>
              <a:ext cx="712" cy="1"/>
            </a:xfrm>
            <a:prstGeom prst="line">
              <a:avLst/>
            </a:prstGeom>
            <a:ln w="0" cap="flat" cmpd="sng">
              <a:solidFill>
                <a:srgbClr val="000000"/>
              </a:solidFill>
              <a:prstDash val="solid"/>
              <a:headEnd type="none" w="med" len="med"/>
              <a:tailEnd type="none" w="med" len="med"/>
            </a:ln>
          </p:spPr>
        </p:sp>
        <p:sp>
          <p:nvSpPr>
            <p:cNvPr id="23954" name="矩形 23953"/>
            <p:cNvSpPr/>
            <p:nvPr/>
          </p:nvSpPr>
          <p:spPr>
            <a:xfrm>
              <a:off x="720" y="1374"/>
              <a:ext cx="8" cy="9"/>
            </a:xfrm>
            <a:prstGeom prst="rect">
              <a:avLst/>
            </a:prstGeom>
            <a:solidFill>
              <a:srgbClr val="000000"/>
            </a:solidFill>
            <a:ln w="9525">
              <a:noFill/>
            </a:ln>
          </p:spPr>
          <p:txBody>
            <a:bodyPr/>
            <a:lstStyle/>
            <a:p>
              <a:endParaRPr lang="zh-CN" altLang="en-US"/>
            </a:p>
          </p:txBody>
        </p:sp>
        <p:sp>
          <p:nvSpPr>
            <p:cNvPr id="23955" name="直接连接符 23954"/>
            <p:cNvSpPr/>
            <p:nvPr/>
          </p:nvSpPr>
          <p:spPr>
            <a:xfrm>
              <a:off x="720" y="1374"/>
              <a:ext cx="1" cy="9"/>
            </a:xfrm>
            <a:prstGeom prst="line">
              <a:avLst/>
            </a:prstGeom>
            <a:ln w="0" cap="flat" cmpd="sng">
              <a:solidFill>
                <a:srgbClr val="000000"/>
              </a:solidFill>
              <a:prstDash val="solid"/>
              <a:headEnd type="none" w="med" len="med"/>
              <a:tailEnd type="none" w="med" len="med"/>
            </a:ln>
          </p:spPr>
        </p:sp>
        <p:sp>
          <p:nvSpPr>
            <p:cNvPr id="23956" name="矩形 23955"/>
            <p:cNvSpPr/>
            <p:nvPr/>
          </p:nvSpPr>
          <p:spPr>
            <a:xfrm>
              <a:off x="728" y="1374"/>
              <a:ext cx="709" cy="7"/>
            </a:xfrm>
            <a:prstGeom prst="rect">
              <a:avLst/>
            </a:prstGeom>
            <a:solidFill>
              <a:srgbClr val="000000"/>
            </a:solidFill>
            <a:ln w="9525">
              <a:noFill/>
            </a:ln>
          </p:spPr>
          <p:txBody>
            <a:bodyPr/>
            <a:lstStyle/>
            <a:p>
              <a:endParaRPr lang="zh-CN" altLang="en-US"/>
            </a:p>
          </p:txBody>
        </p:sp>
      </p:grpSp>
      <p:sp>
        <p:nvSpPr>
          <p:cNvPr id="23957" name="直接连接符 23956"/>
          <p:cNvSpPr/>
          <p:nvPr/>
        </p:nvSpPr>
        <p:spPr>
          <a:xfrm>
            <a:off x="1155700" y="5264150"/>
            <a:ext cx="1125538" cy="1588"/>
          </a:xfrm>
          <a:prstGeom prst="line">
            <a:avLst/>
          </a:prstGeom>
          <a:ln w="0" cap="flat" cmpd="sng">
            <a:solidFill>
              <a:srgbClr val="000000"/>
            </a:solidFill>
            <a:prstDash val="solid"/>
            <a:headEnd type="none" w="med" len="med"/>
            <a:tailEnd type="none" w="med" len="med"/>
          </a:ln>
        </p:spPr>
      </p:sp>
      <p:sp>
        <p:nvSpPr>
          <p:cNvPr id="23958" name="矩形 23957"/>
          <p:cNvSpPr/>
          <p:nvPr/>
        </p:nvSpPr>
        <p:spPr>
          <a:xfrm>
            <a:off x="2281238" y="5264150"/>
            <a:ext cx="12700" cy="14288"/>
          </a:xfrm>
          <a:prstGeom prst="rect">
            <a:avLst/>
          </a:prstGeom>
          <a:solidFill>
            <a:srgbClr val="000000"/>
          </a:solidFill>
          <a:ln w="9525">
            <a:noFill/>
          </a:ln>
        </p:spPr>
        <p:txBody>
          <a:bodyPr/>
          <a:lstStyle/>
          <a:p>
            <a:endParaRPr lang="zh-CN" altLang="en-US"/>
          </a:p>
        </p:txBody>
      </p:sp>
      <p:sp>
        <p:nvSpPr>
          <p:cNvPr id="23959" name="直接连接符 23958"/>
          <p:cNvSpPr/>
          <p:nvPr/>
        </p:nvSpPr>
        <p:spPr>
          <a:xfrm>
            <a:off x="2281238" y="5264150"/>
            <a:ext cx="1587" cy="14288"/>
          </a:xfrm>
          <a:prstGeom prst="line">
            <a:avLst/>
          </a:prstGeom>
          <a:ln w="0" cap="flat" cmpd="sng">
            <a:solidFill>
              <a:srgbClr val="000000"/>
            </a:solidFill>
            <a:prstDash val="solid"/>
            <a:headEnd type="none" w="med" len="med"/>
            <a:tailEnd type="none" w="med" len="med"/>
          </a:ln>
        </p:spPr>
      </p:sp>
      <p:sp>
        <p:nvSpPr>
          <p:cNvPr id="23960" name="矩形 23959"/>
          <p:cNvSpPr/>
          <p:nvPr/>
        </p:nvSpPr>
        <p:spPr>
          <a:xfrm>
            <a:off x="2293938" y="5264150"/>
            <a:ext cx="1130300" cy="11113"/>
          </a:xfrm>
          <a:prstGeom prst="rect">
            <a:avLst/>
          </a:prstGeom>
          <a:solidFill>
            <a:srgbClr val="000000"/>
          </a:solidFill>
          <a:ln w="9525">
            <a:noFill/>
          </a:ln>
        </p:spPr>
        <p:txBody>
          <a:bodyPr/>
          <a:lstStyle/>
          <a:p>
            <a:endParaRPr lang="zh-CN" altLang="en-US"/>
          </a:p>
        </p:txBody>
      </p:sp>
      <p:sp>
        <p:nvSpPr>
          <p:cNvPr id="23961" name="直接连接符 23960"/>
          <p:cNvSpPr/>
          <p:nvPr/>
        </p:nvSpPr>
        <p:spPr>
          <a:xfrm>
            <a:off x="2293938" y="5264150"/>
            <a:ext cx="1130300" cy="1588"/>
          </a:xfrm>
          <a:prstGeom prst="line">
            <a:avLst/>
          </a:prstGeom>
          <a:ln w="0" cap="flat" cmpd="sng">
            <a:solidFill>
              <a:srgbClr val="000000"/>
            </a:solidFill>
            <a:prstDash val="solid"/>
            <a:headEnd type="none" w="med" len="med"/>
            <a:tailEnd type="none" w="med" len="med"/>
          </a:ln>
        </p:spPr>
      </p:sp>
      <p:sp>
        <p:nvSpPr>
          <p:cNvPr id="23962" name="矩形 23961"/>
          <p:cNvSpPr/>
          <p:nvPr/>
        </p:nvSpPr>
        <p:spPr>
          <a:xfrm>
            <a:off x="3424238" y="5264150"/>
            <a:ext cx="12700" cy="14288"/>
          </a:xfrm>
          <a:prstGeom prst="rect">
            <a:avLst/>
          </a:prstGeom>
          <a:solidFill>
            <a:srgbClr val="000000"/>
          </a:solidFill>
          <a:ln w="9525">
            <a:noFill/>
          </a:ln>
        </p:spPr>
        <p:txBody>
          <a:bodyPr/>
          <a:lstStyle/>
          <a:p>
            <a:endParaRPr lang="zh-CN" altLang="en-US"/>
          </a:p>
        </p:txBody>
      </p:sp>
      <p:sp>
        <p:nvSpPr>
          <p:cNvPr id="23963" name="直接连接符 23962"/>
          <p:cNvSpPr/>
          <p:nvPr/>
        </p:nvSpPr>
        <p:spPr>
          <a:xfrm>
            <a:off x="3424238" y="5264150"/>
            <a:ext cx="1587" cy="14288"/>
          </a:xfrm>
          <a:prstGeom prst="line">
            <a:avLst/>
          </a:prstGeom>
          <a:ln w="0" cap="flat" cmpd="sng">
            <a:solidFill>
              <a:srgbClr val="000000"/>
            </a:solidFill>
            <a:prstDash val="solid"/>
            <a:headEnd type="none" w="med" len="med"/>
            <a:tailEnd type="none" w="med" len="med"/>
          </a:ln>
        </p:spPr>
      </p:sp>
      <p:sp>
        <p:nvSpPr>
          <p:cNvPr id="23964" name="矩形 23963"/>
          <p:cNvSpPr/>
          <p:nvPr/>
        </p:nvSpPr>
        <p:spPr>
          <a:xfrm>
            <a:off x="3436938" y="5264150"/>
            <a:ext cx="1127125" cy="11113"/>
          </a:xfrm>
          <a:prstGeom prst="rect">
            <a:avLst/>
          </a:prstGeom>
          <a:solidFill>
            <a:srgbClr val="000000"/>
          </a:solidFill>
          <a:ln w="9525">
            <a:noFill/>
          </a:ln>
        </p:spPr>
        <p:txBody>
          <a:bodyPr/>
          <a:lstStyle/>
          <a:p>
            <a:endParaRPr lang="zh-CN" altLang="en-US"/>
          </a:p>
        </p:txBody>
      </p:sp>
      <p:sp>
        <p:nvSpPr>
          <p:cNvPr id="23965" name="直接连接符 23964"/>
          <p:cNvSpPr/>
          <p:nvPr/>
        </p:nvSpPr>
        <p:spPr>
          <a:xfrm>
            <a:off x="3436938" y="5264150"/>
            <a:ext cx="1127125" cy="1588"/>
          </a:xfrm>
          <a:prstGeom prst="line">
            <a:avLst/>
          </a:prstGeom>
          <a:ln w="0" cap="flat" cmpd="sng">
            <a:solidFill>
              <a:srgbClr val="000000"/>
            </a:solidFill>
            <a:prstDash val="solid"/>
            <a:headEnd type="none" w="med" len="med"/>
            <a:tailEnd type="none" w="med" len="med"/>
          </a:ln>
        </p:spPr>
      </p:sp>
      <p:sp>
        <p:nvSpPr>
          <p:cNvPr id="23966" name="矩形 23965"/>
          <p:cNvSpPr/>
          <p:nvPr/>
        </p:nvSpPr>
        <p:spPr>
          <a:xfrm>
            <a:off x="4564063" y="5264150"/>
            <a:ext cx="12700" cy="14288"/>
          </a:xfrm>
          <a:prstGeom prst="rect">
            <a:avLst/>
          </a:prstGeom>
          <a:solidFill>
            <a:srgbClr val="000000"/>
          </a:solidFill>
          <a:ln w="9525">
            <a:noFill/>
          </a:ln>
        </p:spPr>
        <p:txBody>
          <a:bodyPr/>
          <a:lstStyle/>
          <a:p>
            <a:endParaRPr lang="zh-CN" altLang="en-US"/>
          </a:p>
        </p:txBody>
      </p:sp>
      <p:sp>
        <p:nvSpPr>
          <p:cNvPr id="23967" name="直接连接符 23966"/>
          <p:cNvSpPr/>
          <p:nvPr/>
        </p:nvSpPr>
        <p:spPr>
          <a:xfrm>
            <a:off x="4564063" y="5264150"/>
            <a:ext cx="1587" cy="14288"/>
          </a:xfrm>
          <a:prstGeom prst="line">
            <a:avLst/>
          </a:prstGeom>
          <a:ln w="0" cap="flat" cmpd="sng">
            <a:solidFill>
              <a:srgbClr val="000000"/>
            </a:solidFill>
            <a:prstDash val="solid"/>
            <a:headEnd type="none" w="med" len="med"/>
            <a:tailEnd type="none" w="med" len="med"/>
          </a:ln>
        </p:spPr>
      </p:sp>
      <p:sp>
        <p:nvSpPr>
          <p:cNvPr id="23968" name="矩形 23967"/>
          <p:cNvSpPr/>
          <p:nvPr/>
        </p:nvSpPr>
        <p:spPr>
          <a:xfrm>
            <a:off x="4576763" y="5264150"/>
            <a:ext cx="1130300" cy="11113"/>
          </a:xfrm>
          <a:prstGeom prst="rect">
            <a:avLst/>
          </a:prstGeom>
          <a:solidFill>
            <a:srgbClr val="000000"/>
          </a:solidFill>
          <a:ln w="9525">
            <a:noFill/>
          </a:ln>
        </p:spPr>
        <p:txBody>
          <a:bodyPr/>
          <a:lstStyle/>
          <a:p>
            <a:endParaRPr lang="zh-CN" altLang="en-US"/>
          </a:p>
        </p:txBody>
      </p:sp>
      <p:sp>
        <p:nvSpPr>
          <p:cNvPr id="23969" name="直接连接符 23968"/>
          <p:cNvSpPr/>
          <p:nvPr/>
        </p:nvSpPr>
        <p:spPr>
          <a:xfrm>
            <a:off x="4576763" y="5264150"/>
            <a:ext cx="1130300" cy="1588"/>
          </a:xfrm>
          <a:prstGeom prst="line">
            <a:avLst/>
          </a:prstGeom>
          <a:ln w="0" cap="flat" cmpd="sng">
            <a:solidFill>
              <a:srgbClr val="000000"/>
            </a:solidFill>
            <a:prstDash val="solid"/>
            <a:headEnd type="none" w="med" len="med"/>
            <a:tailEnd type="none" w="med" len="med"/>
          </a:ln>
        </p:spPr>
      </p:sp>
      <p:sp>
        <p:nvSpPr>
          <p:cNvPr id="23970" name="矩形 23969"/>
          <p:cNvSpPr/>
          <p:nvPr/>
        </p:nvSpPr>
        <p:spPr>
          <a:xfrm>
            <a:off x="5707063" y="5264150"/>
            <a:ext cx="12700" cy="14288"/>
          </a:xfrm>
          <a:prstGeom prst="rect">
            <a:avLst/>
          </a:prstGeom>
          <a:solidFill>
            <a:srgbClr val="000000"/>
          </a:solidFill>
          <a:ln w="9525">
            <a:noFill/>
          </a:ln>
        </p:spPr>
        <p:txBody>
          <a:bodyPr/>
          <a:lstStyle/>
          <a:p>
            <a:endParaRPr lang="zh-CN" altLang="en-US"/>
          </a:p>
        </p:txBody>
      </p:sp>
      <p:sp>
        <p:nvSpPr>
          <p:cNvPr id="23971" name="直接连接符 23970"/>
          <p:cNvSpPr/>
          <p:nvPr/>
        </p:nvSpPr>
        <p:spPr>
          <a:xfrm>
            <a:off x="5707063" y="5264150"/>
            <a:ext cx="1587" cy="14288"/>
          </a:xfrm>
          <a:prstGeom prst="line">
            <a:avLst/>
          </a:prstGeom>
          <a:ln w="0" cap="flat" cmpd="sng">
            <a:solidFill>
              <a:srgbClr val="000000"/>
            </a:solidFill>
            <a:prstDash val="solid"/>
            <a:headEnd type="none" w="med" len="med"/>
            <a:tailEnd type="none" w="med" len="med"/>
          </a:ln>
        </p:spPr>
      </p:sp>
      <p:sp>
        <p:nvSpPr>
          <p:cNvPr id="23972" name="矩形 23971"/>
          <p:cNvSpPr/>
          <p:nvPr/>
        </p:nvSpPr>
        <p:spPr>
          <a:xfrm>
            <a:off x="5719763" y="5264150"/>
            <a:ext cx="1125537" cy="11113"/>
          </a:xfrm>
          <a:prstGeom prst="rect">
            <a:avLst/>
          </a:prstGeom>
          <a:solidFill>
            <a:srgbClr val="000000"/>
          </a:solidFill>
          <a:ln w="9525">
            <a:noFill/>
          </a:ln>
        </p:spPr>
        <p:txBody>
          <a:bodyPr/>
          <a:lstStyle/>
          <a:p>
            <a:endParaRPr lang="zh-CN" altLang="en-US"/>
          </a:p>
        </p:txBody>
      </p:sp>
      <p:sp>
        <p:nvSpPr>
          <p:cNvPr id="23973" name="直接连接符 23972"/>
          <p:cNvSpPr/>
          <p:nvPr/>
        </p:nvSpPr>
        <p:spPr>
          <a:xfrm>
            <a:off x="5719763" y="5264150"/>
            <a:ext cx="1125537" cy="1588"/>
          </a:xfrm>
          <a:prstGeom prst="line">
            <a:avLst/>
          </a:prstGeom>
          <a:ln w="0" cap="flat" cmpd="sng">
            <a:solidFill>
              <a:srgbClr val="000000"/>
            </a:solidFill>
            <a:prstDash val="solid"/>
            <a:headEnd type="none" w="med" len="med"/>
            <a:tailEnd type="none" w="med" len="med"/>
          </a:ln>
        </p:spPr>
      </p:sp>
      <p:sp>
        <p:nvSpPr>
          <p:cNvPr id="23974" name="矩形 23973"/>
          <p:cNvSpPr/>
          <p:nvPr/>
        </p:nvSpPr>
        <p:spPr>
          <a:xfrm>
            <a:off x="6845300" y="5264150"/>
            <a:ext cx="12700" cy="14288"/>
          </a:xfrm>
          <a:prstGeom prst="rect">
            <a:avLst/>
          </a:prstGeom>
          <a:solidFill>
            <a:srgbClr val="000000"/>
          </a:solidFill>
          <a:ln w="9525">
            <a:noFill/>
          </a:ln>
        </p:spPr>
        <p:txBody>
          <a:bodyPr/>
          <a:lstStyle/>
          <a:p>
            <a:endParaRPr lang="zh-CN" altLang="en-US"/>
          </a:p>
        </p:txBody>
      </p:sp>
      <p:sp>
        <p:nvSpPr>
          <p:cNvPr id="23975" name="直接连接符 23974"/>
          <p:cNvSpPr/>
          <p:nvPr/>
        </p:nvSpPr>
        <p:spPr>
          <a:xfrm>
            <a:off x="6845300" y="5264150"/>
            <a:ext cx="1588" cy="14288"/>
          </a:xfrm>
          <a:prstGeom prst="line">
            <a:avLst/>
          </a:prstGeom>
          <a:ln w="0" cap="flat" cmpd="sng">
            <a:solidFill>
              <a:srgbClr val="000000"/>
            </a:solidFill>
            <a:prstDash val="solid"/>
            <a:headEnd type="none" w="med" len="med"/>
            <a:tailEnd type="none" w="med" len="med"/>
          </a:ln>
        </p:spPr>
      </p:sp>
      <p:sp>
        <p:nvSpPr>
          <p:cNvPr id="23976" name="矩形 23975"/>
          <p:cNvSpPr/>
          <p:nvPr/>
        </p:nvSpPr>
        <p:spPr>
          <a:xfrm>
            <a:off x="6858000" y="5264150"/>
            <a:ext cx="1130300" cy="11113"/>
          </a:xfrm>
          <a:prstGeom prst="rect">
            <a:avLst/>
          </a:prstGeom>
          <a:solidFill>
            <a:srgbClr val="000000"/>
          </a:solidFill>
          <a:ln w="9525">
            <a:noFill/>
          </a:ln>
        </p:spPr>
        <p:txBody>
          <a:bodyPr/>
          <a:lstStyle/>
          <a:p>
            <a:endParaRPr lang="zh-CN" altLang="en-US"/>
          </a:p>
        </p:txBody>
      </p:sp>
      <p:sp>
        <p:nvSpPr>
          <p:cNvPr id="23977" name="直接连接符 23976"/>
          <p:cNvSpPr/>
          <p:nvPr/>
        </p:nvSpPr>
        <p:spPr>
          <a:xfrm>
            <a:off x="6858000" y="5264150"/>
            <a:ext cx="1130300" cy="1588"/>
          </a:xfrm>
          <a:prstGeom prst="line">
            <a:avLst/>
          </a:prstGeom>
          <a:ln w="0" cap="flat" cmpd="sng">
            <a:solidFill>
              <a:srgbClr val="000000"/>
            </a:solidFill>
            <a:prstDash val="solid"/>
            <a:headEnd type="none" w="med" len="med"/>
            <a:tailEnd type="none" w="med" len="med"/>
          </a:ln>
        </p:spPr>
      </p:sp>
      <p:sp>
        <p:nvSpPr>
          <p:cNvPr id="23978" name="矩形 23977"/>
          <p:cNvSpPr/>
          <p:nvPr/>
        </p:nvSpPr>
        <p:spPr>
          <a:xfrm>
            <a:off x="7988300" y="5264150"/>
            <a:ext cx="12700" cy="14288"/>
          </a:xfrm>
          <a:prstGeom prst="rect">
            <a:avLst/>
          </a:prstGeom>
          <a:solidFill>
            <a:srgbClr val="000000"/>
          </a:solidFill>
          <a:ln w="9525">
            <a:noFill/>
          </a:ln>
        </p:spPr>
        <p:txBody>
          <a:bodyPr/>
          <a:lstStyle/>
          <a:p>
            <a:endParaRPr lang="zh-CN" altLang="en-US"/>
          </a:p>
        </p:txBody>
      </p:sp>
      <p:sp>
        <p:nvSpPr>
          <p:cNvPr id="23979" name="直接连接符 23978"/>
          <p:cNvSpPr/>
          <p:nvPr/>
        </p:nvSpPr>
        <p:spPr>
          <a:xfrm>
            <a:off x="7988300" y="5264150"/>
            <a:ext cx="1588" cy="14288"/>
          </a:xfrm>
          <a:prstGeom prst="line">
            <a:avLst/>
          </a:prstGeom>
          <a:ln w="0" cap="flat" cmpd="sng">
            <a:solidFill>
              <a:srgbClr val="000000"/>
            </a:solidFill>
            <a:prstDash val="solid"/>
            <a:headEnd type="none" w="med" len="med"/>
            <a:tailEnd type="none" w="med" len="med"/>
          </a:ln>
        </p:spPr>
      </p:sp>
      <p:sp>
        <p:nvSpPr>
          <p:cNvPr id="23980" name="矩形 23979"/>
          <p:cNvSpPr/>
          <p:nvPr/>
        </p:nvSpPr>
        <p:spPr>
          <a:xfrm>
            <a:off x="8001000" y="5264150"/>
            <a:ext cx="1127125" cy="11113"/>
          </a:xfrm>
          <a:prstGeom prst="rect">
            <a:avLst/>
          </a:prstGeom>
          <a:solidFill>
            <a:srgbClr val="000000"/>
          </a:solidFill>
          <a:ln w="9525">
            <a:noFill/>
          </a:ln>
        </p:spPr>
        <p:txBody>
          <a:bodyPr/>
          <a:lstStyle/>
          <a:p>
            <a:endParaRPr lang="zh-CN" altLang="en-US"/>
          </a:p>
        </p:txBody>
      </p:sp>
      <p:sp>
        <p:nvSpPr>
          <p:cNvPr id="23981" name="直接连接符 23980"/>
          <p:cNvSpPr/>
          <p:nvPr/>
        </p:nvSpPr>
        <p:spPr>
          <a:xfrm>
            <a:off x="8001000" y="5264150"/>
            <a:ext cx="1127125" cy="1588"/>
          </a:xfrm>
          <a:prstGeom prst="line">
            <a:avLst/>
          </a:prstGeom>
          <a:ln w="0" cap="flat" cmpd="sng">
            <a:solidFill>
              <a:srgbClr val="000000"/>
            </a:solidFill>
            <a:prstDash val="solid"/>
            <a:headEnd type="none" w="med" len="med"/>
            <a:tailEnd type="none" w="med" len="med"/>
          </a:ln>
        </p:spPr>
      </p:sp>
      <p:sp>
        <p:nvSpPr>
          <p:cNvPr id="23982" name="矩形 23981"/>
          <p:cNvSpPr/>
          <p:nvPr/>
        </p:nvSpPr>
        <p:spPr>
          <a:xfrm>
            <a:off x="9128125" y="5264150"/>
            <a:ext cx="11113" cy="14288"/>
          </a:xfrm>
          <a:prstGeom prst="rect">
            <a:avLst/>
          </a:prstGeom>
          <a:solidFill>
            <a:srgbClr val="000000"/>
          </a:solidFill>
          <a:ln w="9525">
            <a:noFill/>
          </a:ln>
        </p:spPr>
        <p:txBody>
          <a:bodyPr/>
          <a:lstStyle/>
          <a:p>
            <a:endParaRPr lang="zh-CN" altLang="en-US"/>
          </a:p>
        </p:txBody>
      </p:sp>
      <p:sp>
        <p:nvSpPr>
          <p:cNvPr id="23983" name="直接连接符 23982"/>
          <p:cNvSpPr/>
          <p:nvPr/>
        </p:nvSpPr>
        <p:spPr>
          <a:xfrm>
            <a:off x="9128125" y="5264150"/>
            <a:ext cx="1588" cy="14288"/>
          </a:xfrm>
          <a:prstGeom prst="line">
            <a:avLst/>
          </a:prstGeom>
          <a:ln w="0" cap="flat" cmpd="sng">
            <a:solidFill>
              <a:srgbClr val="000000"/>
            </a:solidFill>
            <a:prstDash val="solid"/>
            <a:headEnd type="none" w="med" len="med"/>
            <a:tailEnd type="none" w="med" len="med"/>
          </a:ln>
        </p:spPr>
      </p:sp>
      <p:sp>
        <p:nvSpPr>
          <p:cNvPr id="23984" name="矩形 23983"/>
          <p:cNvSpPr/>
          <p:nvPr/>
        </p:nvSpPr>
        <p:spPr>
          <a:xfrm>
            <a:off x="0" y="5278438"/>
            <a:ext cx="12700" cy="1092200"/>
          </a:xfrm>
          <a:prstGeom prst="rect">
            <a:avLst/>
          </a:prstGeom>
          <a:solidFill>
            <a:srgbClr val="000000"/>
          </a:solidFill>
          <a:ln w="9525">
            <a:noFill/>
          </a:ln>
        </p:spPr>
        <p:txBody>
          <a:bodyPr/>
          <a:lstStyle/>
          <a:p>
            <a:endParaRPr lang="zh-CN" altLang="en-US"/>
          </a:p>
        </p:txBody>
      </p:sp>
      <p:sp>
        <p:nvSpPr>
          <p:cNvPr id="23985" name="直接连接符 23984"/>
          <p:cNvSpPr/>
          <p:nvPr/>
        </p:nvSpPr>
        <p:spPr>
          <a:xfrm>
            <a:off x="0" y="5278438"/>
            <a:ext cx="1588" cy="1092200"/>
          </a:xfrm>
          <a:prstGeom prst="line">
            <a:avLst/>
          </a:prstGeom>
          <a:ln w="0" cap="flat" cmpd="sng">
            <a:solidFill>
              <a:srgbClr val="000000"/>
            </a:solidFill>
            <a:prstDash val="solid"/>
            <a:headEnd type="none" w="med" len="med"/>
            <a:tailEnd type="none" w="med" len="med"/>
          </a:ln>
        </p:spPr>
      </p:sp>
      <p:sp>
        <p:nvSpPr>
          <p:cNvPr id="23986" name="矩形 23985"/>
          <p:cNvSpPr/>
          <p:nvPr/>
        </p:nvSpPr>
        <p:spPr>
          <a:xfrm>
            <a:off x="0" y="6370638"/>
            <a:ext cx="12700" cy="12700"/>
          </a:xfrm>
          <a:prstGeom prst="rect">
            <a:avLst/>
          </a:prstGeom>
          <a:solidFill>
            <a:srgbClr val="000000"/>
          </a:solidFill>
          <a:ln w="9525">
            <a:noFill/>
          </a:ln>
        </p:spPr>
        <p:txBody>
          <a:bodyPr/>
          <a:lstStyle/>
          <a:p>
            <a:endParaRPr lang="zh-CN" altLang="en-US"/>
          </a:p>
        </p:txBody>
      </p:sp>
      <p:sp>
        <p:nvSpPr>
          <p:cNvPr id="23987" name="直接连接符 23986"/>
          <p:cNvSpPr/>
          <p:nvPr/>
        </p:nvSpPr>
        <p:spPr>
          <a:xfrm>
            <a:off x="0" y="6370638"/>
            <a:ext cx="12700" cy="1587"/>
          </a:xfrm>
          <a:prstGeom prst="line">
            <a:avLst/>
          </a:prstGeom>
          <a:ln w="0" cap="flat" cmpd="sng">
            <a:solidFill>
              <a:srgbClr val="000000"/>
            </a:solidFill>
            <a:prstDash val="solid"/>
            <a:headEnd type="none" w="med" len="med"/>
            <a:tailEnd type="none" w="med" len="med"/>
          </a:ln>
        </p:spPr>
      </p:sp>
      <p:sp>
        <p:nvSpPr>
          <p:cNvPr id="23988" name="直接连接符 23987"/>
          <p:cNvSpPr/>
          <p:nvPr/>
        </p:nvSpPr>
        <p:spPr>
          <a:xfrm>
            <a:off x="0" y="6370638"/>
            <a:ext cx="1588" cy="12700"/>
          </a:xfrm>
          <a:prstGeom prst="line">
            <a:avLst/>
          </a:prstGeom>
          <a:ln w="0" cap="flat" cmpd="sng">
            <a:solidFill>
              <a:srgbClr val="000000"/>
            </a:solidFill>
            <a:prstDash val="solid"/>
            <a:headEnd type="none" w="med" len="med"/>
            <a:tailEnd type="none" w="med" len="med"/>
          </a:ln>
        </p:spPr>
      </p:sp>
      <p:sp>
        <p:nvSpPr>
          <p:cNvPr id="23989" name="矩形 23988"/>
          <p:cNvSpPr/>
          <p:nvPr/>
        </p:nvSpPr>
        <p:spPr>
          <a:xfrm>
            <a:off x="0" y="6370638"/>
            <a:ext cx="12700" cy="12700"/>
          </a:xfrm>
          <a:prstGeom prst="rect">
            <a:avLst/>
          </a:prstGeom>
          <a:solidFill>
            <a:srgbClr val="000000"/>
          </a:solidFill>
          <a:ln w="9525">
            <a:noFill/>
          </a:ln>
        </p:spPr>
        <p:txBody>
          <a:bodyPr/>
          <a:lstStyle/>
          <a:p>
            <a:endParaRPr lang="zh-CN" altLang="en-US"/>
          </a:p>
        </p:txBody>
      </p:sp>
      <p:sp>
        <p:nvSpPr>
          <p:cNvPr id="23990" name="直接连接符 23989"/>
          <p:cNvSpPr/>
          <p:nvPr/>
        </p:nvSpPr>
        <p:spPr>
          <a:xfrm>
            <a:off x="0" y="6370638"/>
            <a:ext cx="12700" cy="1587"/>
          </a:xfrm>
          <a:prstGeom prst="line">
            <a:avLst/>
          </a:prstGeom>
          <a:ln w="0" cap="flat" cmpd="sng">
            <a:solidFill>
              <a:srgbClr val="000000"/>
            </a:solidFill>
            <a:prstDash val="solid"/>
            <a:headEnd type="none" w="med" len="med"/>
            <a:tailEnd type="none" w="med" len="med"/>
          </a:ln>
        </p:spPr>
      </p:sp>
      <p:sp>
        <p:nvSpPr>
          <p:cNvPr id="23991" name="直接连接符 23990"/>
          <p:cNvSpPr/>
          <p:nvPr/>
        </p:nvSpPr>
        <p:spPr>
          <a:xfrm>
            <a:off x="0" y="6370638"/>
            <a:ext cx="1588" cy="12700"/>
          </a:xfrm>
          <a:prstGeom prst="line">
            <a:avLst/>
          </a:prstGeom>
          <a:ln w="0" cap="flat" cmpd="sng">
            <a:solidFill>
              <a:srgbClr val="000000"/>
            </a:solidFill>
            <a:prstDash val="solid"/>
            <a:headEnd type="none" w="med" len="med"/>
            <a:tailEnd type="none" w="med" len="med"/>
          </a:ln>
        </p:spPr>
      </p:sp>
      <p:sp>
        <p:nvSpPr>
          <p:cNvPr id="23992" name="矩形 23991"/>
          <p:cNvSpPr/>
          <p:nvPr/>
        </p:nvSpPr>
        <p:spPr>
          <a:xfrm>
            <a:off x="12700" y="6370638"/>
            <a:ext cx="1130300" cy="12700"/>
          </a:xfrm>
          <a:prstGeom prst="rect">
            <a:avLst/>
          </a:prstGeom>
          <a:solidFill>
            <a:srgbClr val="000000"/>
          </a:solidFill>
          <a:ln w="9525">
            <a:noFill/>
          </a:ln>
        </p:spPr>
        <p:txBody>
          <a:bodyPr/>
          <a:lstStyle/>
          <a:p>
            <a:endParaRPr lang="zh-CN" altLang="en-US"/>
          </a:p>
        </p:txBody>
      </p:sp>
      <p:sp>
        <p:nvSpPr>
          <p:cNvPr id="23993" name="直接连接符 23992"/>
          <p:cNvSpPr/>
          <p:nvPr/>
        </p:nvSpPr>
        <p:spPr>
          <a:xfrm>
            <a:off x="12700" y="6370638"/>
            <a:ext cx="1130300" cy="1587"/>
          </a:xfrm>
          <a:prstGeom prst="line">
            <a:avLst/>
          </a:prstGeom>
          <a:ln w="0" cap="flat" cmpd="sng">
            <a:solidFill>
              <a:srgbClr val="000000"/>
            </a:solidFill>
            <a:prstDash val="solid"/>
            <a:headEnd type="none" w="med" len="med"/>
            <a:tailEnd type="none" w="med" len="med"/>
          </a:ln>
        </p:spPr>
      </p:sp>
      <p:sp>
        <p:nvSpPr>
          <p:cNvPr id="23994" name="矩形 23993"/>
          <p:cNvSpPr/>
          <p:nvPr/>
        </p:nvSpPr>
        <p:spPr>
          <a:xfrm>
            <a:off x="1143000" y="5278438"/>
            <a:ext cx="12700" cy="1092200"/>
          </a:xfrm>
          <a:prstGeom prst="rect">
            <a:avLst/>
          </a:prstGeom>
          <a:solidFill>
            <a:srgbClr val="000000"/>
          </a:solidFill>
          <a:ln w="9525">
            <a:noFill/>
          </a:ln>
        </p:spPr>
        <p:txBody>
          <a:bodyPr/>
          <a:lstStyle/>
          <a:p>
            <a:endParaRPr lang="zh-CN" altLang="en-US"/>
          </a:p>
        </p:txBody>
      </p:sp>
      <p:sp>
        <p:nvSpPr>
          <p:cNvPr id="23995" name="直接连接符 23994"/>
          <p:cNvSpPr/>
          <p:nvPr/>
        </p:nvSpPr>
        <p:spPr>
          <a:xfrm>
            <a:off x="1143000" y="5278438"/>
            <a:ext cx="1588" cy="1092200"/>
          </a:xfrm>
          <a:prstGeom prst="line">
            <a:avLst/>
          </a:prstGeom>
          <a:ln w="0" cap="flat" cmpd="sng">
            <a:solidFill>
              <a:srgbClr val="000000"/>
            </a:solidFill>
            <a:prstDash val="solid"/>
            <a:headEnd type="none" w="med" len="med"/>
            <a:tailEnd type="none" w="med" len="med"/>
          </a:ln>
        </p:spPr>
      </p:sp>
      <p:sp>
        <p:nvSpPr>
          <p:cNvPr id="23996" name="矩形 23995"/>
          <p:cNvSpPr/>
          <p:nvPr/>
        </p:nvSpPr>
        <p:spPr>
          <a:xfrm>
            <a:off x="1143000" y="6370638"/>
            <a:ext cx="12700" cy="12700"/>
          </a:xfrm>
          <a:prstGeom prst="rect">
            <a:avLst/>
          </a:prstGeom>
          <a:solidFill>
            <a:srgbClr val="000000"/>
          </a:solidFill>
          <a:ln w="9525">
            <a:noFill/>
          </a:ln>
        </p:spPr>
        <p:txBody>
          <a:bodyPr/>
          <a:lstStyle/>
          <a:p>
            <a:endParaRPr lang="zh-CN" altLang="en-US"/>
          </a:p>
        </p:txBody>
      </p:sp>
      <p:sp>
        <p:nvSpPr>
          <p:cNvPr id="23997" name="直接连接符 23996"/>
          <p:cNvSpPr/>
          <p:nvPr/>
        </p:nvSpPr>
        <p:spPr>
          <a:xfrm>
            <a:off x="1143000" y="6370638"/>
            <a:ext cx="12700" cy="1587"/>
          </a:xfrm>
          <a:prstGeom prst="line">
            <a:avLst/>
          </a:prstGeom>
          <a:ln w="0" cap="flat" cmpd="sng">
            <a:solidFill>
              <a:srgbClr val="000000"/>
            </a:solidFill>
            <a:prstDash val="solid"/>
            <a:headEnd type="none" w="med" len="med"/>
            <a:tailEnd type="none" w="med" len="med"/>
          </a:ln>
        </p:spPr>
      </p:sp>
      <p:sp>
        <p:nvSpPr>
          <p:cNvPr id="23998" name="直接连接符 23997"/>
          <p:cNvSpPr/>
          <p:nvPr/>
        </p:nvSpPr>
        <p:spPr>
          <a:xfrm>
            <a:off x="1143000" y="6370638"/>
            <a:ext cx="1588" cy="12700"/>
          </a:xfrm>
          <a:prstGeom prst="line">
            <a:avLst/>
          </a:prstGeom>
          <a:ln w="0" cap="flat" cmpd="sng">
            <a:solidFill>
              <a:srgbClr val="000000"/>
            </a:solidFill>
            <a:prstDash val="solid"/>
            <a:headEnd type="none" w="med" len="med"/>
            <a:tailEnd type="none" w="med" len="med"/>
          </a:ln>
        </p:spPr>
      </p:sp>
      <p:sp>
        <p:nvSpPr>
          <p:cNvPr id="23999" name="矩形 23998"/>
          <p:cNvSpPr/>
          <p:nvPr/>
        </p:nvSpPr>
        <p:spPr>
          <a:xfrm>
            <a:off x="1155700" y="6370638"/>
            <a:ext cx="1125538" cy="12700"/>
          </a:xfrm>
          <a:prstGeom prst="rect">
            <a:avLst/>
          </a:prstGeom>
          <a:solidFill>
            <a:srgbClr val="000000"/>
          </a:solidFill>
          <a:ln w="9525">
            <a:noFill/>
          </a:ln>
        </p:spPr>
        <p:txBody>
          <a:bodyPr/>
          <a:lstStyle/>
          <a:p>
            <a:endParaRPr lang="zh-CN" altLang="en-US"/>
          </a:p>
        </p:txBody>
      </p:sp>
      <p:sp>
        <p:nvSpPr>
          <p:cNvPr id="24000" name="直接连接符 23999"/>
          <p:cNvSpPr/>
          <p:nvPr/>
        </p:nvSpPr>
        <p:spPr>
          <a:xfrm>
            <a:off x="1155700" y="6370638"/>
            <a:ext cx="1125538" cy="1587"/>
          </a:xfrm>
          <a:prstGeom prst="line">
            <a:avLst/>
          </a:prstGeom>
          <a:ln w="0" cap="flat" cmpd="sng">
            <a:solidFill>
              <a:srgbClr val="000000"/>
            </a:solidFill>
            <a:prstDash val="solid"/>
            <a:headEnd type="none" w="med" len="med"/>
            <a:tailEnd type="none" w="med" len="med"/>
          </a:ln>
        </p:spPr>
      </p:sp>
      <p:sp>
        <p:nvSpPr>
          <p:cNvPr id="24001" name="矩形 24000"/>
          <p:cNvSpPr/>
          <p:nvPr/>
        </p:nvSpPr>
        <p:spPr>
          <a:xfrm>
            <a:off x="2281238" y="5278438"/>
            <a:ext cx="12700" cy="1092200"/>
          </a:xfrm>
          <a:prstGeom prst="rect">
            <a:avLst/>
          </a:prstGeom>
          <a:solidFill>
            <a:srgbClr val="000000"/>
          </a:solidFill>
          <a:ln w="9525">
            <a:noFill/>
          </a:ln>
        </p:spPr>
        <p:txBody>
          <a:bodyPr/>
          <a:lstStyle/>
          <a:p>
            <a:endParaRPr lang="zh-CN" altLang="en-US"/>
          </a:p>
        </p:txBody>
      </p:sp>
      <p:sp>
        <p:nvSpPr>
          <p:cNvPr id="24002" name="直接连接符 24001"/>
          <p:cNvSpPr/>
          <p:nvPr/>
        </p:nvSpPr>
        <p:spPr>
          <a:xfrm>
            <a:off x="2281238" y="5278438"/>
            <a:ext cx="1587" cy="1092200"/>
          </a:xfrm>
          <a:prstGeom prst="line">
            <a:avLst/>
          </a:prstGeom>
          <a:ln w="0" cap="flat" cmpd="sng">
            <a:solidFill>
              <a:srgbClr val="000000"/>
            </a:solidFill>
            <a:prstDash val="solid"/>
            <a:headEnd type="none" w="med" len="med"/>
            <a:tailEnd type="none" w="med" len="med"/>
          </a:ln>
        </p:spPr>
      </p:sp>
      <p:sp>
        <p:nvSpPr>
          <p:cNvPr id="24003" name="矩形 24002"/>
          <p:cNvSpPr/>
          <p:nvPr/>
        </p:nvSpPr>
        <p:spPr>
          <a:xfrm>
            <a:off x="2281238" y="6370638"/>
            <a:ext cx="12700" cy="12700"/>
          </a:xfrm>
          <a:prstGeom prst="rect">
            <a:avLst/>
          </a:prstGeom>
          <a:solidFill>
            <a:srgbClr val="000000"/>
          </a:solidFill>
          <a:ln w="9525">
            <a:noFill/>
          </a:ln>
        </p:spPr>
        <p:txBody>
          <a:bodyPr/>
          <a:lstStyle/>
          <a:p>
            <a:endParaRPr lang="zh-CN" altLang="en-US"/>
          </a:p>
        </p:txBody>
      </p:sp>
      <p:sp>
        <p:nvSpPr>
          <p:cNvPr id="24004" name="直接连接符 24003"/>
          <p:cNvSpPr/>
          <p:nvPr/>
        </p:nvSpPr>
        <p:spPr>
          <a:xfrm>
            <a:off x="2281238" y="6370638"/>
            <a:ext cx="12700" cy="1587"/>
          </a:xfrm>
          <a:prstGeom prst="line">
            <a:avLst/>
          </a:prstGeom>
          <a:ln w="0" cap="flat" cmpd="sng">
            <a:solidFill>
              <a:srgbClr val="000000"/>
            </a:solidFill>
            <a:prstDash val="solid"/>
            <a:headEnd type="none" w="med" len="med"/>
            <a:tailEnd type="none" w="med" len="med"/>
          </a:ln>
        </p:spPr>
      </p:sp>
      <p:sp>
        <p:nvSpPr>
          <p:cNvPr id="24005" name="直接连接符 24004"/>
          <p:cNvSpPr/>
          <p:nvPr/>
        </p:nvSpPr>
        <p:spPr>
          <a:xfrm>
            <a:off x="2281238" y="6370638"/>
            <a:ext cx="1587" cy="12700"/>
          </a:xfrm>
          <a:prstGeom prst="line">
            <a:avLst/>
          </a:prstGeom>
          <a:ln w="0" cap="flat" cmpd="sng">
            <a:solidFill>
              <a:srgbClr val="000000"/>
            </a:solidFill>
            <a:prstDash val="solid"/>
            <a:headEnd type="none" w="med" len="med"/>
            <a:tailEnd type="none" w="med" len="med"/>
          </a:ln>
        </p:spPr>
      </p:sp>
      <p:sp>
        <p:nvSpPr>
          <p:cNvPr id="24006" name="矩形 24005"/>
          <p:cNvSpPr/>
          <p:nvPr/>
        </p:nvSpPr>
        <p:spPr>
          <a:xfrm>
            <a:off x="2293938" y="6370638"/>
            <a:ext cx="1130300" cy="12700"/>
          </a:xfrm>
          <a:prstGeom prst="rect">
            <a:avLst/>
          </a:prstGeom>
          <a:solidFill>
            <a:srgbClr val="000000"/>
          </a:solidFill>
          <a:ln w="9525">
            <a:noFill/>
          </a:ln>
        </p:spPr>
        <p:txBody>
          <a:bodyPr/>
          <a:lstStyle/>
          <a:p>
            <a:endParaRPr lang="zh-CN" altLang="en-US"/>
          </a:p>
        </p:txBody>
      </p:sp>
      <p:sp>
        <p:nvSpPr>
          <p:cNvPr id="24007" name="直接连接符 24006"/>
          <p:cNvSpPr/>
          <p:nvPr/>
        </p:nvSpPr>
        <p:spPr>
          <a:xfrm>
            <a:off x="2293938" y="6370638"/>
            <a:ext cx="1130300" cy="1587"/>
          </a:xfrm>
          <a:prstGeom prst="line">
            <a:avLst/>
          </a:prstGeom>
          <a:ln w="0" cap="flat" cmpd="sng">
            <a:solidFill>
              <a:srgbClr val="000000"/>
            </a:solidFill>
            <a:prstDash val="solid"/>
            <a:headEnd type="none" w="med" len="med"/>
            <a:tailEnd type="none" w="med" len="med"/>
          </a:ln>
        </p:spPr>
      </p:sp>
      <p:sp>
        <p:nvSpPr>
          <p:cNvPr id="24008" name="矩形 24007"/>
          <p:cNvSpPr/>
          <p:nvPr/>
        </p:nvSpPr>
        <p:spPr>
          <a:xfrm>
            <a:off x="3424238" y="5278438"/>
            <a:ext cx="12700" cy="1092200"/>
          </a:xfrm>
          <a:prstGeom prst="rect">
            <a:avLst/>
          </a:prstGeom>
          <a:solidFill>
            <a:srgbClr val="000000"/>
          </a:solidFill>
          <a:ln w="9525">
            <a:noFill/>
          </a:ln>
        </p:spPr>
        <p:txBody>
          <a:bodyPr/>
          <a:lstStyle/>
          <a:p>
            <a:endParaRPr lang="zh-CN" altLang="en-US"/>
          </a:p>
        </p:txBody>
      </p:sp>
      <p:sp>
        <p:nvSpPr>
          <p:cNvPr id="24009" name="直接连接符 24008"/>
          <p:cNvSpPr/>
          <p:nvPr/>
        </p:nvSpPr>
        <p:spPr>
          <a:xfrm>
            <a:off x="3424238" y="5278438"/>
            <a:ext cx="1587" cy="1092200"/>
          </a:xfrm>
          <a:prstGeom prst="line">
            <a:avLst/>
          </a:prstGeom>
          <a:ln w="0" cap="flat" cmpd="sng">
            <a:solidFill>
              <a:srgbClr val="000000"/>
            </a:solidFill>
            <a:prstDash val="solid"/>
            <a:headEnd type="none" w="med" len="med"/>
            <a:tailEnd type="none" w="med" len="med"/>
          </a:ln>
        </p:spPr>
      </p:sp>
      <p:sp>
        <p:nvSpPr>
          <p:cNvPr id="24010" name="矩形 24009"/>
          <p:cNvSpPr/>
          <p:nvPr/>
        </p:nvSpPr>
        <p:spPr>
          <a:xfrm>
            <a:off x="3424238" y="6370638"/>
            <a:ext cx="12700" cy="12700"/>
          </a:xfrm>
          <a:prstGeom prst="rect">
            <a:avLst/>
          </a:prstGeom>
          <a:solidFill>
            <a:srgbClr val="000000"/>
          </a:solidFill>
          <a:ln w="9525">
            <a:noFill/>
          </a:ln>
        </p:spPr>
        <p:txBody>
          <a:bodyPr/>
          <a:lstStyle/>
          <a:p>
            <a:endParaRPr lang="zh-CN" altLang="en-US"/>
          </a:p>
        </p:txBody>
      </p:sp>
      <p:sp>
        <p:nvSpPr>
          <p:cNvPr id="24011" name="直接连接符 24010"/>
          <p:cNvSpPr/>
          <p:nvPr/>
        </p:nvSpPr>
        <p:spPr>
          <a:xfrm>
            <a:off x="3424238" y="6370638"/>
            <a:ext cx="12700" cy="1587"/>
          </a:xfrm>
          <a:prstGeom prst="line">
            <a:avLst/>
          </a:prstGeom>
          <a:ln w="0" cap="flat" cmpd="sng">
            <a:solidFill>
              <a:srgbClr val="000000"/>
            </a:solidFill>
            <a:prstDash val="solid"/>
            <a:headEnd type="none" w="med" len="med"/>
            <a:tailEnd type="none" w="med" len="med"/>
          </a:ln>
        </p:spPr>
      </p:sp>
      <p:sp>
        <p:nvSpPr>
          <p:cNvPr id="24012" name="直接连接符 24011"/>
          <p:cNvSpPr/>
          <p:nvPr/>
        </p:nvSpPr>
        <p:spPr>
          <a:xfrm>
            <a:off x="3424238" y="6370638"/>
            <a:ext cx="1587" cy="12700"/>
          </a:xfrm>
          <a:prstGeom prst="line">
            <a:avLst/>
          </a:prstGeom>
          <a:ln w="0" cap="flat" cmpd="sng">
            <a:solidFill>
              <a:srgbClr val="000000"/>
            </a:solidFill>
            <a:prstDash val="solid"/>
            <a:headEnd type="none" w="med" len="med"/>
            <a:tailEnd type="none" w="med" len="med"/>
          </a:ln>
        </p:spPr>
      </p:sp>
      <p:sp>
        <p:nvSpPr>
          <p:cNvPr id="24013" name="矩形 24012"/>
          <p:cNvSpPr/>
          <p:nvPr/>
        </p:nvSpPr>
        <p:spPr>
          <a:xfrm>
            <a:off x="3436938" y="6370638"/>
            <a:ext cx="1127125" cy="12700"/>
          </a:xfrm>
          <a:prstGeom prst="rect">
            <a:avLst/>
          </a:prstGeom>
          <a:solidFill>
            <a:srgbClr val="000000"/>
          </a:solidFill>
          <a:ln w="9525">
            <a:noFill/>
          </a:ln>
        </p:spPr>
        <p:txBody>
          <a:bodyPr/>
          <a:lstStyle/>
          <a:p>
            <a:endParaRPr lang="zh-CN" altLang="en-US"/>
          </a:p>
        </p:txBody>
      </p:sp>
      <p:sp>
        <p:nvSpPr>
          <p:cNvPr id="24014" name="直接连接符 24013"/>
          <p:cNvSpPr/>
          <p:nvPr/>
        </p:nvSpPr>
        <p:spPr>
          <a:xfrm>
            <a:off x="3436938" y="6370638"/>
            <a:ext cx="1127125" cy="1587"/>
          </a:xfrm>
          <a:prstGeom prst="line">
            <a:avLst/>
          </a:prstGeom>
          <a:ln w="0" cap="flat" cmpd="sng">
            <a:solidFill>
              <a:srgbClr val="000000"/>
            </a:solidFill>
            <a:prstDash val="solid"/>
            <a:headEnd type="none" w="med" len="med"/>
            <a:tailEnd type="none" w="med" len="med"/>
          </a:ln>
        </p:spPr>
      </p:sp>
      <p:sp>
        <p:nvSpPr>
          <p:cNvPr id="24015" name="矩形 24014"/>
          <p:cNvSpPr/>
          <p:nvPr/>
        </p:nvSpPr>
        <p:spPr>
          <a:xfrm>
            <a:off x="4564063" y="5278438"/>
            <a:ext cx="12700" cy="1092200"/>
          </a:xfrm>
          <a:prstGeom prst="rect">
            <a:avLst/>
          </a:prstGeom>
          <a:solidFill>
            <a:srgbClr val="000000"/>
          </a:solidFill>
          <a:ln w="9525">
            <a:noFill/>
          </a:ln>
        </p:spPr>
        <p:txBody>
          <a:bodyPr/>
          <a:lstStyle/>
          <a:p>
            <a:endParaRPr lang="zh-CN" altLang="en-US"/>
          </a:p>
        </p:txBody>
      </p:sp>
      <p:sp>
        <p:nvSpPr>
          <p:cNvPr id="24016" name="直接连接符 24015"/>
          <p:cNvSpPr/>
          <p:nvPr/>
        </p:nvSpPr>
        <p:spPr>
          <a:xfrm>
            <a:off x="4564063" y="5278438"/>
            <a:ext cx="1587" cy="1092200"/>
          </a:xfrm>
          <a:prstGeom prst="line">
            <a:avLst/>
          </a:prstGeom>
          <a:ln w="0" cap="flat" cmpd="sng">
            <a:solidFill>
              <a:srgbClr val="000000"/>
            </a:solidFill>
            <a:prstDash val="solid"/>
            <a:headEnd type="none" w="med" len="med"/>
            <a:tailEnd type="none" w="med" len="med"/>
          </a:ln>
        </p:spPr>
      </p:sp>
      <p:sp>
        <p:nvSpPr>
          <p:cNvPr id="24017" name="矩形 24016"/>
          <p:cNvSpPr/>
          <p:nvPr/>
        </p:nvSpPr>
        <p:spPr>
          <a:xfrm>
            <a:off x="4564063" y="6370638"/>
            <a:ext cx="12700" cy="12700"/>
          </a:xfrm>
          <a:prstGeom prst="rect">
            <a:avLst/>
          </a:prstGeom>
          <a:solidFill>
            <a:srgbClr val="000000"/>
          </a:solidFill>
          <a:ln w="9525">
            <a:noFill/>
          </a:ln>
        </p:spPr>
        <p:txBody>
          <a:bodyPr/>
          <a:lstStyle/>
          <a:p>
            <a:endParaRPr lang="zh-CN" altLang="en-US"/>
          </a:p>
        </p:txBody>
      </p:sp>
      <p:sp>
        <p:nvSpPr>
          <p:cNvPr id="24018" name="直接连接符 24017"/>
          <p:cNvSpPr/>
          <p:nvPr/>
        </p:nvSpPr>
        <p:spPr>
          <a:xfrm>
            <a:off x="4564063" y="6370638"/>
            <a:ext cx="12700" cy="1587"/>
          </a:xfrm>
          <a:prstGeom prst="line">
            <a:avLst/>
          </a:prstGeom>
          <a:ln w="0" cap="flat" cmpd="sng">
            <a:solidFill>
              <a:srgbClr val="000000"/>
            </a:solidFill>
            <a:prstDash val="solid"/>
            <a:headEnd type="none" w="med" len="med"/>
            <a:tailEnd type="none" w="med" len="med"/>
          </a:ln>
        </p:spPr>
      </p:sp>
      <p:sp>
        <p:nvSpPr>
          <p:cNvPr id="24019" name="直接连接符 24018"/>
          <p:cNvSpPr/>
          <p:nvPr/>
        </p:nvSpPr>
        <p:spPr>
          <a:xfrm>
            <a:off x="4564063" y="6370638"/>
            <a:ext cx="1587" cy="12700"/>
          </a:xfrm>
          <a:prstGeom prst="line">
            <a:avLst/>
          </a:prstGeom>
          <a:ln w="0" cap="flat" cmpd="sng">
            <a:solidFill>
              <a:srgbClr val="000000"/>
            </a:solidFill>
            <a:prstDash val="solid"/>
            <a:headEnd type="none" w="med" len="med"/>
            <a:tailEnd type="none" w="med" len="med"/>
          </a:ln>
        </p:spPr>
      </p:sp>
      <p:sp>
        <p:nvSpPr>
          <p:cNvPr id="24020" name="矩形 24019"/>
          <p:cNvSpPr/>
          <p:nvPr/>
        </p:nvSpPr>
        <p:spPr>
          <a:xfrm>
            <a:off x="4576763" y="6370638"/>
            <a:ext cx="1130300" cy="12700"/>
          </a:xfrm>
          <a:prstGeom prst="rect">
            <a:avLst/>
          </a:prstGeom>
          <a:solidFill>
            <a:srgbClr val="000000"/>
          </a:solidFill>
          <a:ln w="9525">
            <a:noFill/>
          </a:ln>
        </p:spPr>
        <p:txBody>
          <a:bodyPr/>
          <a:lstStyle/>
          <a:p>
            <a:endParaRPr lang="zh-CN" altLang="en-US"/>
          </a:p>
        </p:txBody>
      </p:sp>
      <p:sp>
        <p:nvSpPr>
          <p:cNvPr id="24021" name="直接连接符 24020"/>
          <p:cNvSpPr/>
          <p:nvPr/>
        </p:nvSpPr>
        <p:spPr>
          <a:xfrm>
            <a:off x="4576763" y="6370638"/>
            <a:ext cx="1130300" cy="1587"/>
          </a:xfrm>
          <a:prstGeom prst="line">
            <a:avLst/>
          </a:prstGeom>
          <a:ln w="0" cap="flat" cmpd="sng">
            <a:solidFill>
              <a:srgbClr val="000000"/>
            </a:solidFill>
            <a:prstDash val="solid"/>
            <a:headEnd type="none" w="med" len="med"/>
            <a:tailEnd type="none" w="med" len="med"/>
          </a:ln>
        </p:spPr>
      </p:sp>
      <p:sp>
        <p:nvSpPr>
          <p:cNvPr id="24022" name="矩形 24021"/>
          <p:cNvSpPr/>
          <p:nvPr/>
        </p:nvSpPr>
        <p:spPr>
          <a:xfrm>
            <a:off x="5707063" y="5278438"/>
            <a:ext cx="12700" cy="1092200"/>
          </a:xfrm>
          <a:prstGeom prst="rect">
            <a:avLst/>
          </a:prstGeom>
          <a:solidFill>
            <a:srgbClr val="000000"/>
          </a:solidFill>
          <a:ln w="9525">
            <a:noFill/>
          </a:ln>
        </p:spPr>
        <p:txBody>
          <a:bodyPr/>
          <a:lstStyle/>
          <a:p>
            <a:endParaRPr lang="zh-CN" altLang="en-US"/>
          </a:p>
        </p:txBody>
      </p:sp>
      <p:sp>
        <p:nvSpPr>
          <p:cNvPr id="24023" name="直接连接符 24022"/>
          <p:cNvSpPr/>
          <p:nvPr/>
        </p:nvSpPr>
        <p:spPr>
          <a:xfrm>
            <a:off x="5707063" y="5278438"/>
            <a:ext cx="1587" cy="1092200"/>
          </a:xfrm>
          <a:prstGeom prst="line">
            <a:avLst/>
          </a:prstGeom>
          <a:ln w="0" cap="flat" cmpd="sng">
            <a:solidFill>
              <a:srgbClr val="000000"/>
            </a:solidFill>
            <a:prstDash val="solid"/>
            <a:headEnd type="none" w="med" len="med"/>
            <a:tailEnd type="none" w="med" len="med"/>
          </a:ln>
        </p:spPr>
      </p:sp>
      <p:sp>
        <p:nvSpPr>
          <p:cNvPr id="24024" name="矩形 24023"/>
          <p:cNvSpPr/>
          <p:nvPr/>
        </p:nvSpPr>
        <p:spPr>
          <a:xfrm>
            <a:off x="5707063" y="6370638"/>
            <a:ext cx="12700" cy="12700"/>
          </a:xfrm>
          <a:prstGeom prst="rect">
            <a:avLst/>
          </a:prstGeom>
          <a:solidFill>
            <a:srgbClr val="000000"/>
          </a:solidFill>
          <a:ln w="9525">
            <a:noFill/>
          </a:ln>
        </p:spPr>
        <p:txBody>
          <a:bodyPr/>
          <a:lstStyle/>
          <a:p>
            <a:endParaRPr lang="zh-CN" altLang="en-US"/>
          </a:p>
        </p:txBody>
      </p:sp>
      <p:sp>
        <p:nvSpPr>
          <p:cNvPr id="24025" name="直接连接符 24024"/>
          <p:cNvSpPr/>
          <p:nvPr/>
        </p:nvSpPr>
        <p:spPr>
          <a:xfrm>
            <a:off x="5707063" y="6370638"/>
            <a:ext cx="12700" cy="1587"/>
          </a:xfrm>
          <a:prstGeom prst="line">
            <a:avLst/>
          </a:prstGeom>
          <a:ln w="0" cap="flat" cmpd="sng">
            <a:solidFill>
              <a:srgbClr val="000000"/>
            </a:solidFill>
            <a:prstDash val="solid"/>
            <a:headEnd type="none" w="med" len="med"/>
            <a:tailEnd type="none" w="med" len="med"/>
          </a:ln>
        </p:spPr>
      </p:sp>
      <p:sp>
        <p:nvSpPr>
          <p:cNvPr id="24026" name="直接连接符 24025"/>
          <p:cNvSpPr/>
          <p:nvPr/>
        </p:nvSpPr>
        <p:spPr>
          <a:xfrm>
            <a:off x="5707063" y="6370638"/>
            <a:ext cx="1587" cy="12700"/>
          </a:xfrm>
          <a:prstGeom prst="line">
            <a:avLst/>
          </a:prstGeom>
          <a:ln w="0" cap="flat" cmpd="sng">
            <a:solidFill>
              <a:srgbClr val="000000"/>
            </a:solidFill>
            <a:prstDash val="solid"/>
            <a:headEnd type="none" w="med" len="med"/>
            <a:tailEnd type="none" w="med" len="med"/>
          </a:ln>
        </p:spPr>
      </p:sp>
      <p:sp>
        <p:nvSpPr>
          <p:cNvPr id="24027" name="矩形 24026"/>
          <p:cNvSpPr/>
          <p:nvPr/>
        </p:nvSpPr>
        <p:spPr>
          <a:xfrm>
            <a:off x="5719763" y="6370638"/>
            <a:ext cx="1125537" cy="12700"/>
          </a:xfrm>
          <a:prstGeom prst="rect">
            <a:avLst/>
          </a:prstGeom>
          <a:solidFill>
            <a:srgbClr val="000000"/>
          </a:solidFill>
          <a:ln w="9525">
            <a:noFill/>
          </a:ln>
        </p:spPr>
        <p:txBody>
          <a:bodyPr/>
          <a:lstStyle/>
          <a:p>
            <a:endParaRPr lang="zh-CN" altLang="en-US"/>
          </a:p>
        </p:txBody>
      </p:sp>
      <p:sp>
        <p:nvSpPr>
          <p:cNvPr id="24028" name="直接连接符 24027"/>
          <p:cNvSpPr/>
          <p:nvPr/>
        </p:nvSpPr>
        <p:spPr>
          <a:xfrm>
            <a:off x="5719763" y="6370638"/>
            <a:ext cx="1125537" cy="1587"/>
          </a:xfrm>
          <a:prstGeom prst="line">
            <a:avLst/>
          </a:prstGeom>
          <a:ln w="0" cap="flat" cmpd="sng">
            <a:solidFill>
              <a:srgbClr val="000000"/>
            </a:solidFill>
            <a:prstDash val="solid"/>
            <a:headEnd type="none" w="med" len="med"/>
            <a:tailEnd type="none" w="med" len="med"/>
          </a:ln>
        </p:spPr>
      </p:sp>
      <p:sp>
        <p:nvSpPr>
          <p:cNvPr id="24029" name="矩形 24028"/>
          <p:cNvSpPr/>
          <p:nvPr/>
        </p:nvSpPr>
        <p:spPr>
          <a:xfrm>
            <a:off x="6845300" y="5278438"/>
            <a:ext cx="12700" cy="1092200"/>
          </a:xfrm>
          <a:prstGeom prst="rect">
            <a:avLst/>
          </a:prstGeom>
          <a:solidFill>
            <a:srgbClr val="000000"/>
          </a:solidFill>
          <a:ln w="9525">
            <a:noFill/>
          </a:ln>
        </p:spPr>
        <p:txBody>
          <a:bodyPr/>
          <a:lstStyle/>
          <a:p>
            <a:endParaRPr lang="zh-CN" altLang="en-US"/>
          </a:p>
        </p:txBody>
      </p:sp>
      <p:sp>
        <p:nvSpPr>
          <p:cNvPr id="24030" name="直接连接符 24029"/>
          <p:cNvSpPr/>
          <p:nvPr/>
        </p:nvSpPr>
        <p:spPr>
          <a:xfrm>
            <a:off x="6845300" y="5278438"/>
            <a:ext cx="1588" cy="1092200"/>
          </a:xfrm>
          <a:prstGeom prst="line">
            <a:avLst/>
          </a:prstGeom>
          <a:ln w="0" cap="flat" cmpd="sng">
            <a:solidFill>
              <a:srgbClr val="000000"/>
            </a:solidFill>
            <a:prstDash val="solid"/>
            <a:headEnd type="none" w="med" len="med"/>
            <a:tailEnd type="none" w="med" len="med"/>
          </a:ln>
        </p:spPr>
      </p:sp>
      <p:sp>
        <p:nvSpPr>
          <p:cNvPr id="24031" name="矩形 24030"/>
          <p:cNvSpPr/>
          <p:nvPr/>
        </p:nvSpPr>
        <p:spPr>
          <a:xfrm>
            <a:off x="6845300" y="6370638"/>
            <a:ext cx="12700" cy="12700"/>
          </a:xfrm>
          <a:prstGeom prst="rect">
            <a:avLst/>
          </a:prstGeom>
          <a:solidFill>
            <a:srgbClr val="000000"/>
          </a:solidFill>
          <a:ln w="9525">
            <a:noFill/>
          </a:ln>
        </p:spPr>
        <p:txBody>
          <a:bodyPr/>
          <a:lstStyle/>
          <a:p>
            <a:endParaRPr lang="zh-CN" altLang="en-US"/>
          </a:p>
        </p:txBody>
      </p:sp>
      <p:sp>
        <p:nvSpPr>
          <p:cNvPr id="24032" name="直接连接符 24031"/>
          <p:cNvSpPr/>
          <p:nvPr/>
        </p:nvSpPr>
        <p:spPr>
          <a:xfrm>
            <a:off x="6845300" y="6370638"/>
            <a:ext cx="12700" cy="1587"/>
          </a:xfrm>
          <a:prstGeom prst="line">
            <a:avLst/>
          </a:prstGeom>
          <a:ln w="0" cap="flat" cmpd="sng">
            <a:solidFill>
              <a:srgbClr val="000000"/>
            </a:solidFill>
            <a:prstDash val="solid"/>
            <a:headEnd type="none" w="med" len="med"/>
            <a:tailEnd type="none" w="med" len="med"/>
          </a:ln>
        </p:spPr>
      </p:sp>
      <p:sp>
        <p:nvSpPr>
          <p:cNvPr id="24033" name="直接连接符 24032"/>
          <p:cNvSpPr/>
          <p:nvPr/>
        </p:nvSpPr>
        <p:spPr>
          <a:xfrm>
            <a:off x="6845300" y="6370638"/>
            <a:ext cx="1588" cy="12700"/>
          </a:xfrm>
          <a:prstGeom prst="line">
            <a:avLst/>
          </a:prstGeom>
          <a:ln w="0" cap="flat" cmpd="sng">
            <a:solidFill>
              <a:srgbClr val="000000"/>
            </a:solidFill>
            <a:prstDash val="solid"/>
            <a:headEnd type="none" w="med" len="med"/>
            <a:tailEnd type="none" w="med" len="med"/>
          </a:ln>
        </p:spPr>
      </p:sp>
      <p:sp>
        <p:nvSpPr>
          <p:cNvPr id="24034" name="矩形 24033"/>
          <p:cNvSpPr/>
          <p:nvPr/>
        </p:nvSpPr>
        <p:spPr>
          <a:xfrm>
            <a:off x="6858000" y="6370638"/>
            <a:ext cx="1130300" cy="12700"/>
          </a:xfrm>
          <a:prstGeom prst="rect">
            <a:avLst/>
          </a:prstGeom>
          <a:solidFill>
            <a:srgbClr val="000000"/>
          </a:solidFill>
          <a:ln w="9525">
            <a:noFill/>
          </a:ln>
        </p:spPr>
        <p:txBody>
          <a:bodyPr/>
          <a:lstStyle/>
          <a:p>
            <a:endParaRPr lang="zh-CN" altLang="en-US"/>
          </a:p>
        </p:txBody>
      </p:sp>
      <p:sp>
        <p:nvSpPr>
          <p:cNvPr id="24035" name="直接连接符 24034"/>
          <p:cNvSpPr/>
          <p:nvPr/>
        </p:nvSpPr>
        <p:spPr>
          <a:xfrm>
            <a:off x="6858000" y="6370638"/>
            <a:ext cx="1130300" cy="1587"/>
          </a:xfrm>
          <a:prstGeom prst="line">
            <a:avLst/>
          </a:prstGeom>
          <a:ln w="0" cap="flat" cmpd="sng">
            <a:solidFill>
              <a:srgbClr val="000000"/>
            </a:solidFill>
            <a:prstDash val="solid"/>
            <a:headEnd type="none" w="med" len="med"/>
            <a:tailEnd type="none" w="med" len="med"/>
          </a:ln>
        </p:spPr>
      </p:sp>
      <p:sp>
        <p:nvSpPr>
          <p:cNvPr id="24036" name="矩形 24035"/>
          <p:cNvSpPr/>
          <p:nvPr/>
        </p:nvSpPr>
        <p:spPr>
          <a:xfrm>
            <a:off x="7988300" y="5278438"/>
            <a:ext cx="12700" cy="1092200"/>
          </a:xfrm>
          <a:prstGeom prst="rect">
            <a:avLst/>
          </a:prstGeom>
          <a:solidFill>
            <a:srgbClr val="000000"/>
          </a:solidFill>
          <a:ln w="9525">
            <a:noFill/>
          </a:ln>
        </p:spPr>
        <p:txBody>
          <a:bodyPr/>
          <a:lstStyle/>
          <a:p>
            <a:endParaRPr lang="zh-CN" altLang="en-US"/>
          </a:p>
        </p:txBody>
      </p:sp>
      <p:sp>
        <p:nvSpPr>
          <p:cNvPr id="24037" name="直接连接符 24036"/>
          <p:cNvSpPr/>
          <p:nvPr/>
        </p:nvSpPr>
        <p:spPr>
          <a:xfrm>
            <a:off x="7988300" y="5278438"/>
            <a:ext cx="1588" cy="1092200"/>
          </a:xfrm>
          <a:prstGeom prst="line">
            <a:avLst/>
          </a:prstGeom>
          <a:ln w="0" cap="flat" cmpd="sng">
            <a:solidFill>
              <a:srgbClr val="000000"/>
            </a:solidFill>
            <a:prstDash val="solid"/>
            <a:headEnd type="none" w="med" len="med"/>
            <a:tailEnd type="none" w="med" len="med"/>
          </a:ln>
        </p:spPr>
      </p:sp>
      <p:sp>
        <p:nvSpPr>
          <p:cNvPr id="24038" name="矩形 24037"/>
          <p:cNvSpPr/>
          <p:nvPr/>
        </p:nvSpPr>
        <p:spPr>
          <a:xfrm>
            <a:off x="7988300" y="6370638"/>
            <a:ext cx="12700" cy="12700"/>
          </a:xfrm>
          <a:prstGeom prst="rect">
            <a:avLst/>
          </a:prstGeom>
          <a:solidFill>
            <a:srgbClr val="000000"/>
          </a:solidFill>
          <a:ln w="9525">
            <a:noFill/>
          </a:ln>
        </p:spPr>
        <p:txBody>
          <a:bodyPr/>
          <a:lstStyle/>
          <a:p>
            <a:endParaRPr lang="zh-CN" altLang="en-US"/>
          </a:p>
        </p:txBody>
      </p:sp>
      <p:sp>
        <p:nvSpPr>
          <p:cNvPr id="24039" name="直接连接符 24038"/>
          <p:cNvSpPr/>
          <p:nvPr/>
        </p:nvSpPr>
        <p:spPr>
          <a:xfrm>
            <a:off x="7988300" y="6370638"/>
            <a:ext cx="12700" cy="1587"/>
          </a:xfrm>
          <a:prstGeom prst="line">
            <a:avLst/>
          </a:prstGeom>
          <a:ln w="0" cap="flat" cmpd="sng">
            <a:solidFill>
              <a:srgbClr val="000000"/>
            </a:solidFill>
            <a:prstDash val="solid"/>
            <a:headEnd type="none" w="med" len="med"/>
            <a:tailEnd type="none" w="med" len="med"/>
          </a:ln>
        </p:spPr>
      </p:sp>
      <p:sp>
        <p:nvSpPr>
          <p:cNvPr id="24040" name="直接连接符 24039"/>
          <p:cNvSpPr/>
          <p:nvPr/>
        </p:nvSpPr>
        <p:spPr>
          <a:xfrm>
            <a:off x="7988300" y="6370638"/>
            <a:ext cx="1588" cy="12700"/>
          </a:xfrm>
          <a:prstGeom prst="line">
            <a:avLst/>
          </a:prstGeom>
          <a:ln w="0" cap="flat" cmpd="sng">
            <a:solidFill>
              <a:srgbClr val="000000"/>
            </a:solidFill>
            <a:prstDash val="solid"/>
            <a:headEnd type="none" w="med" len="med"/>
            <a:tailEnd type="none" w="med" len="med"/>
          </a:ln>
        </p:spPr>
      </p:sp>
      <p:sp>
        <p:nvSpPr>
          <p:cNvPr id="24041" name="矩形 24040"/>
          <p:cNvSpPr/>
          <p:nvPr/>
        </p:nvSpPr>
        <p:spPr>
          <a:xfrm>
            <a:off x="8001000" y="6370638"/>
            <a:ext cx="1127125" cy="12700"/>
          </a:xfrm>
          <a:prstGeom prst="rect">
            <a:avLst/>
          </a:prstGeom>
          <a:solidFill>
            <a:srgbClr val="000000"/>
          </a:solidFill>
          <a:ln w="9525">
            <a:noFill/>
          </a:ln>
        </p:spPr>
        <p:txBody>
          <a:bodyPr/>
          <a:lstStyle/>
          <a:p>
            <a:endParaRPr lang="zh-CN" altLang="en-US"/>
          </a:p>
        </p:txBody>
      </p:sp>
      <p:sp>
        <p:nvSpPr>
          <p:cNvPr id="24042" name="直接连接符 24041"/>
          <p:cNvSpPr/>
          <p:nvPr/>
        </p:nvSpPr>
        <p:spPr>
          <a:xfrm>
            <a:off x="8001000" y="6370638"/>
            <a:ext cx="1127125" cy="1587"/>
          </a:xfrm>
          <a:prstGeom prst="line">
            <a:avLst/>
          </a:prstGeom>
          <a:ln w="0" cap="flat" cmpd="sng">
            <a:solidFill>
              <a:srgbClr val="000000"/>
            </a:solidFill>
            <a:prstDash val="solid"/>
            <a:headEnd type="none" w="med" len="med"/>
            <a:tailEnd type="none" w="med" len="med"/>
          </a:ln>
        </p:spPr>
      </p:sp>
      <p:sp>
        <p:nvSpPr>
          <p:cNvPr id="24043" name="矩形 24042"/>
          <p:cNvSpPr/>
          <p:nvPr/>
        </p:nvSpPr>
        <p:spPr>
          <a:xfrm>
            <a:off x="9128125" y="5278438"/>
            <a:ext cx="11113" cy="1092200"/>
          </a:xfrm>
          <a:prstGeom prst="rect">
            <a:avLst/>
          </a:prstGeom>
          <a:solidFill>
            <a:srgbClr val="000000"/>
          </a:solidFill>
          <a:ln w="9525">
            <a:noFill/>
          </a:ln>
        </p:spPr>
        <p:txBody>
          <a:bodyPr/>
          <a:lstStyle/>
          <a:p>
            <a:endParaRPr lang="zh-CN" altLang="en-US"/>
          </a:p>
        </p:txBody>
      </p:sp>
      <p:sp>
        <p:nvSpPr>
          <p:cNvPr id="24044" name="直接连接符 24043"/>
          <p:cNvSpPr/>
          <p:nvPr/>
        </p:nvSpPr>
        <p:spPr>
          <a:xfrm>
            <a:off x="9128125" y="5278438"/>
            <a:ext cx="1588" cy="1092200"/>
          </a:xfrm>
          <a:prstGeom prst="line">
            <a:avLst/>
          </a:prstGeom>
          <a:ln w="0" cap="flat" cmpd="sng">
            <a:solidFill>
              <a:srgbClr val="000000"/>
            </a:solidFill>
            <a:prstDash val="solid"/>
            <a:headEnd type="none" w="med" len="med"/>
            <a:tailEnd type="none" w="med" len="med"/>
          </a:ln>
        </p:spPr>
      </p:sp>
      <p:sp>
        <p:nvSpPr>
          <p:cNvPr id="24045" name="矩形 24044"/>
          <p:cNvSpPr/>
          <p:nvPr/>
        </p:nvSpPr>
        <p:spPr>
          <a:xfrm>
            <a:off x="9128125" y="6370638"/>
            <a:ext cx="11113" cy="12700"/>
          </a:xfrm>
          <a:prstGeom prst="rect">
            <a:avLst/>
          </a:prstGeom>
          <a:solidFill>
            <a:srgbClr val="000000"/>
          </a:solidFill>
          <a:ln w="9525">
            <a:noFill/>
          </a:ln>
        </p:spPr>
        <p:txBody>
          <a:bodyPr/>
          <a:lstStyle/>
          <a:p>
            <a:endParaRPr lang="zh-CN" altLang="en-US"/>
          </a:p>
        </p:txBody>
      </p:sp>
      <p:sp>
        <p:nvSpPr>
          <p:cNvPr id="24046" name="直接连接符 24045"/>
          <p:cNvSpPr/>
          <p:nvPr/>
        </p:nvSpPr>
        <p:spPr>
          <a:xfrm>
            <a:off x="9128125" y="6370638"/>
            <a:ext cx="11113" cy="1587"/>
          </a:xfrm>
          <a:prstGeom prst="line">
            <a:avLst/>
          </a:prstGeom>
          <a:ln w="0" cap="flat" cmpd="sng">
            <a:solidFill>
              <a:srgbClr val="000000"/>
            </a:solidFill>
            <a:prstDash val="solid"/>
            <a:headEnd type="none" w="med" len="med"/>
            <a:tailEnd type="none" w="med" len="med"/>
          </a:ln>
        </p:spPr>
      </p:sp>
      <p:sp>
        <p:nvSpPr>
          <p:cNvPr id="24047" name="直接连接符 24046"/>
          <p:cNvSpPr/>
          <p:nvPr/>
        </p:nvSpPr>
        <p:spPr>
          <a:xfrm>
            <a:off x="9128125" y="6370638"/>
            <a:ext cx="1588" cy="12700"/>
          </a:xfrm>
          <a:prstGeom prst="line">
            <a:avLst/>
          </a:prstGeom>
          <a:ln w="0" cap="flat" cmpd="sng">
            <a:solidFill>
              <a:srgbClr val="000000"/>
            </a:solidFill>
            <a:prstDash val="solid"/>
            <a:headEnd type="none" w="med" len="med"/>
            <a:tailEnd type="none" w="med" len="med"/>
          </a:ln>
        </p:spPr>
      </p:sp>
      <p:sp>
        <p:nvSpPr>
          <p:cNvPr id="24048" name="矩形 24047"/>
          <p:cNvSpPr/>
          <p:nvPr/>
        </p:nvSpPr>
        <p:spPr>
          <a:xfrm>
            <a:off x="9128125" y="6370638"/>
            <a:ext cx="11113" cy="12700"/>
          </a:xfrm>
          <a:prstGeom prst="rect">
            <a:avLst/>
          </a:prstGeom>
          <a:solidFill>
            <a:srgbClr val="000000"/>
          </a:solidFill>
          <a:ln w="9525">
            <a:noFill/>
          </a:ln>
        </p:spPr>
        <p:txBody>
          <a:bodyPr/>
          <a:lstStyle/>
          <a:p>
            <a:endParaRPr lang="zh-CN" altLang="en-US"/>
          </a:p>
        </p:txBody>
      </p:sp>
      <p:sp>
        <p:nvSpPr>
          <p:cNvPr id="24049" name="直接连接符 24048"/>
          <p:cNvSpPr/>
          <p:nvPr/>
        </p:nvSpPr>
        <p:spPr>
          <a:xfrm>
            <a:off x="9128125" y="6370638"/>
            <a:ext cx="11113" cy="1587"/>
          </a:xfrm>
          <a:prstGeom prst="line">
            <a:avLst/>
          </a:prstGeom>
          <a:ln w="0" cap="flat" cmpd="sng">
            <a:solidFill>
              <a:srgbClr val="000000"/>
            </a:solidFill>
            <a:prstDash val="solid"/>
            <a:headEnd type="none" w="med" len="med"/>
            <a:tailEnd type="none" w="med" len="med"/>
          </a:ln>
        </p:spPr>
      </p:sp>
      <p:sp>
        <p:nvSpPr>
          <p:cNvPr id="24050" name="直接连接符 24049"/>
          <p:cNvSpPr/>
          <p:nvPr/>
        </p:nvSpPr>
        <p:spPr>
          <a:xfrm>
            <a:off x="9128125" y="6370638"/>
            <a:ext cx="1588" cy="12700"/>
          </a:xfrm>
          <a:prstGeom prst="line">
            <a:avLst/>
          </a:prstGeom>
          <a:ln w="0" cap="flat" cmpd="sng">
            <a:solidFill>
              <a:srgbClr val="000000"/>
            </a:solidFill>
            <a:prstDash val="solid"/>
            <a:headEnd type="none" w="med" len="med"/>
            <a:tailEnd type="none" w="med" len="med"/>
          </a:ln>
        </p:spPr>
      </p:sp>
      <p:sp>
        <p:nvSpPr>
          <p:cNvPr id="24051" name="矩形 24050"/>
          <p:cNvSpPr/>
          <p:nvPr/>
        </p:nvSpPr>
        <p:spPr>
          <a:xfrm>
            <a:off x="117475" y="6416675"/>
            <a:ext cx="63500" cy="304800"/>
          </a:xfrm>
          <a:prstGeom prst="rect">
            <a:avLst/>
          </a:prstGeom>
          <a:noFill/>
          <a:ln w="9525">
            <a:noFill/>
          </a:ln>
        </p:spPr>
        <p:txBody>
          <a:bodyPr wrap="none" lIns="0" tIns="0" rIns="0" bIns="0">
            <a:spAutoFit/>
          </a:bodyPr>
          <a:lstStyle/>
          <a:p>
            <a:r>
              <a:rPr lang="en-US" altLang="zh-CN" sz="2000">
                <a:solidFill>
                  <a:srgbClr val="000000"/>
                </a:solidFill>
                <a:latin typeface="Times New Roman" panose="02020603050405020304" pitchFamily="2" charset="0"/>
              </a:rPr>
              <a:t> </a:t>
            </a:r>
            <a:endParaRPr lang="en-US" altLang="zh-CN" sz="2000">
              <a:latin typeface="Times New Roman" panose="02020603050405020304" pitchFamily="2"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4577"/>
          <p:cNvSpPr>
            <a:spLocks noGrp="1"/>
          </p:cNvSpPr>
          <p:nvPr>
            <p:ph type="title"/>
          </p:nvPr>
        </p:nvSpPr>
        <p:spPr>
          <a:ln/>
        </p:spPr>
        <p:txBody>
          <a:bodyPr anchor="b" anchorCtr="0"/>
          <a:lstStyle/>
          <a:p>
            <a:r>
              <a:rPr lang="zh-CN" altLang="en-US" b="0">
                <a:ea typeface="华文彩云" panose="02010800040101010101" pitchFamily="2" charset="-122"/>
              </a:rPr>
              <a:t>微电子与计算机</a:t>
            </a:r>
          </a:p>
        </p:txBody>
      </p:sp>
      <p:graphicFrame>
        <p:nvGraphicFramePr>
          <p:cNvPr id="24579" name="表格 24578"/>
          <p:cNvGraphicFramePr/>
          <p:nvPr/>
        </p:nvGraphicFramePr>
        <p:xfrm>
          <a:off x="685800" y="1981200"/>
          <a:ext cx="7429500" cy="3874199"/>
        </p:xfrm>
        <a:graphic>
          <a:graphicData uri="http://schemas.openxmlformats.org/drawingml/2006/table">
            <a:tbl>
              <a:tblPr/>
              <a:tblGrid>
                <a:gridCol w="97155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381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657350">
                  <a:extLst>
                    <a:ext uri="{9D8B030D-6E8A-4147-A177-3AD203B41FA5}">
                      <a16:colId xmlns:a16="http://schemas.microsoft.com/office/drawing/2014/main" val="20005"/>
                    </a:ext>
                  </a:extLst>
                </a:gridCol>
                <a:gridCol w="971550">
                  <a:extLst>
                    <a:ext uri="{9D8B030D-6E8A-4147-A177-3AD203B41FA5}">
                      <a16:colId xmlns:a16="http://schemas.microsoft.com/office/drawing/2014/main" val="20006"/>
                    </a:ext>
                  </a:extLst>
                </a:gridCol>
              </a:tblGrid>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800">
                          <a:solidFill>
                            <a:srgbClr val="A50021"/>
                          </a:solidFill>
                        </a:rPr>
                        <a:t>年  份</a:t>
                      </a: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800">
                          <a:solidFill>
                            <a:schemeClr val="tx1"/>
                          </a:solidFill>
                        </a:rPr>
                        <a:t>型  号</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800">
                          <a:solidFill>
                            <a:schemeClr val="tx1"/>
                          </a:solidFill>
                        </a:rPr>
                        <a:t>管   数</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800">
                          <a:solidFill>
                            <a:srgbClr val="A50021"/>
                          </a:solidFill>
                        </a:rPr>
                        <a:t>年  份</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800">
                          <a:solidFill>
                            <a:schemeClr val="tx1"/>
                          </a:solidFill>
                        </a:rPr>
                        <a:t>型         号</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zh-CN" altLang="en-US" sz="1800">
                          <a:solidFill>
                            <a:schemeClr val="tx1"/>
                          </a:solidFill>
                        </a:rPr>
                        <a:t>管  数</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0"/>
                  </a:ext>
                </a:extLst>
              </a:tr>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1971</a:t>
                      </a:r>
                      <a:endParaRPr lang="zh-CN" altLang="en-US" sz="1800">
                        <a:solidFill>
                          <a:srgbClr val="A50021"/>
                        </a:solidFill>
                      </a:endParaRP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4004</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2300</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1993</a:t>
                      </a:r>
                      <a:endParaRPr lang="zh-CN" altLang="en-US" sz="1800">
                        <a:solidFill>
                          <a:srgbClr val="A5002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PENTIUM</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310</a:t>
                      </a:r>
                      <a:r>
                        <a:rPr lang="zh-CN" altLang="en-US" sz="1800">
                          <a:solidFill>
                            <a:schemeClr val="tx1"/>
                          </a:solidFill>
                        </a:rPr>
                        <a:t>万</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381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1"/>
                  </a:ext>
                </a:extLst>
              </a:tr>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1972</a:t>
                      </a:r>
                      <a:endParaRPr lang="zh-CN" altLang="en-US" sz="1800">
                        <a:solidFill>
                          <a:srgbClr val="A50021"/>
                        </a:solidFill>
                      </a:endParaRP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8008</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3500</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1995</a:t>
                      </a:r>
                      <a:endParaRPr lang="zh-CN" altLang="en-US" sz="1800">
                        <a:solidFill>
                          <a:srgbClr val="A5002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P--PRO</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550</a:t>
                      </a:r>
                      <a:r>
                        <a:rPr lang="zh-CN" altLang="en-US" sz="1800">
                          <a:solidFill>
                            <a:schemeClr val="tx1"/>
                          </a:solidFill>
                        </a:rPr>
                        <a:t>万</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2"/>
                  </a:ext>
                </a:extLst>
              </a:tr>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1974</a:t>
                      </a:r>
                      <a:endParaRPr lang="zh-CN" altLang="en-US" sz="1800">
                        <a:solidFill>
                          <a:srgbClr val="A50021"/>
                        </a:solidFill>
                      </a:endParaRP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8080</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6000</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1997</a:t>
                      </a:r>
                      <a:endParaRPr lang="zh-CN" altLang="en-US" sz="1800">
                        <a:solidFill>
                          <a:srgbClr val="A5002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P--MMX</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450</a:t>
                      </a:r>
                      <a:r>
                        <a:rPr lang="zh-CN" altLang="en-US" sz="1800">
                          <a:solidFill>
                            <a:schemeClr val="tx1"/>
                          </a:solidFill>
                        </a:rPr>
                        <a:t>万</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3"/>
                  </a:ext>
                </a:extLst>
              </a:tr>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1978</a:t>
                      </a:r>
                      <a:endParaRPr lang="zh-CN" altLang="en-US" sz="1800">
                        <a:solidFill>
                          <a:srgbClr val="A50021"/>
                        </a:solidFill>
                      </a:endParaRP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8086</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29000</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1997</a:t>
                      </a:r>
                      <a:endParaRPr lang="zh-CN" altLang="en-US" sz="1800">
                        <a:solidFill>
                          <a:srgbClr val="A5002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P--II</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750</a:t>
                      </a:r>
                      <a:r>
                        <a:rPr lang="zh-CN" altLang="en-US" sz="1800">
                          <a:solidFill>
                            <a:schemeClr val="tx1"/>
                          </a:solidFill>
                        </a:rPr>
                        <a:t>万</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4"/>
                  </a:ext>
                </a:extLst>
              </a:tr>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1982</a:t>
                      </a:r>
                      <a:endParaRPr lang="zh-CN" altLang="en-US" sz="1800">
                        <a:solidFill>
                          <a:srgbClr val="A50021"/>
                        </a:solidFill>
                      </a:endParaRP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80286</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13</a:t>
                      </a:r>
                      <a:r>
                        <a:rPr lang="zh-CN" altLang="en-US" sz="1800">
                          <a:solidFill>
                            <a:schemeClr val="tx1"/>
                          </a:solidFill>
                        </a:rPr>
                        <a:t>万</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1998  </a:t>
                      </a:r>
                      <a:endParaRPr lang="zh-CN" altLang="en-US" sz="1800">
                        <a:solidFill>
                          <a:srgbClr val="A5002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Celeron</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750</a:t>
                      </a:r>
                      <a:r>
                        <a:rPr lang="zh-CN" altLang="en-US" sz="1800">
                          <a:solidFill>
                            <a:schemeClr val="tx1"/>
                          </a:solidFill>
                        </a:rPr>
                        <a:t>万</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5"/>
                  </a:ext>
                </a:extLst>
              </a:tr>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1985</a:t>
                      </a:r>
                      <a:endParaRPr lang="zh-CN" altLang="en-US" sz="1800">
                        <a:solidFill>
                          <a:srgbClr val="A50021"/>
                        </a:solidFill>
                      </a:endParaRP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386DX</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27.5</a:t>
                      </a:r>
                      <a:r>
                        <a:rPr lang="zh-CN" altLang="en-US" sz="1800">
                          <a:solidFill>
                            <a:schemeClr val="tx1"/>
                          </a:solidFill>
                        </a:rPr>
                        <a:t>万</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1999</a:t>
                      </a:r>
                      <a:endParaRPr lang="zh-CN" altLang="en-US" sz="1800">
                        <a:solidFill>
                          <a:srgbClr val="A5002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P--III</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950</a:t>
                      </a:r>
                      <a:r>
                        <a:rPr lang="zh-CN" altLang="en-US" sz="1800">
                          <a:solidFill>
                            <a:schemeClr val="tx1"/>
                          </a:solidFill>
                        </a:rPr>
                        <a:t>万</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6"/>
                  </a:ext>
                </a:extLst>
              </a:tr>
              <a:tr h="457200">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1989</a:t>
                      </a:r>
                      <a:endParaRPr lang="zh-CN" altLang="en-US" sz="1800">
                        <a:solidFill>
                          <a:srgbClr val="A50021"/>
                        </a:solidFill>
                      </a:endParaRPr>
                    </a:p>
                  </a:txBody>
                  <a:tcPr>
                    <a:lnL w="381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486DX</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120</a:t>
                      </a:r>
                      <a:r>
                        <a:rPr lang="zh-CN" altLang="en-US" sz="1800">
                          <a:solidFill>
                            <a:schemeClr val="tx1"/>
                          </a:solidFill>
                        </a:rPr>
                        <a:t>万</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rgbClr val="A50021"/>
                          </a:solidFill>
                        </a:rPr>
                        <a:t>1999.10</a:t>
                      </a:r>
                      <a:endParaRPr lang="zh-CN" altLang="en-US" sz="1800">
                        <a:solidFill>
                          <a:srgbClr val="A5002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accent1">
                        <a:alpha val="100000"/>
                      </a:schemeClr>
                    </a:solid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P-III-COP</a:t>
                      </a:r>
                      <a:endParaRPr lang="zh-CN" altLang="en-US" sz="1800">
                        <a:solidFill>
                          <a:schemeClr val="tx1"/>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noFill/>
                  </a:tcPr>
                </a:tc>
                <a:tc>
                  <a:txBody>
                    <a:bodyPr/>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18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4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ClrTx/>
                        <a:buSzTx/>
                        <a:buFont typeface="Arial" panose="020B0604020202020204" pitchFamily="34" charset="0"/>
                        <a:buChar char="•"/>
                        <a:defRPr sz="1600" b="0" i="0" u="none" kern="1200" baseline="0">
                          <a:solidFill>
                            <a:schemeClr val="tx1"/>
                          </a:solidFill>
                          <a:latin typeface="Calibri" panose="020F0502020204030204" pitchFamily="2" charset="0"/>
                          <a:ea typeface="幼圆" panose="02010509060101010101" pitchFamily="1" charset="-122"/>
                        </a:defRPr>
                      </a:lvl5pPr>
                    </a:lstStyle>
                    <a:p>
                      <a:pPr marL="0" lvl="0" indent="0">
                        <a:buNone/>
                      </a:pPr>
                      <a:r>
                        <a:rPr lang="en-US" altLang="zh-CN" sz="1800">
                          <a:solidFill>
                            <a:schemeClr val="tx1"/>
                          </a:solidFill>
                        </a:rPr>
                        <a:t>2800</a:t>
                      </a:r>
                      <a:r>
                        <a:rPr lang="zh-CN" altLang="en-US" sz="1800">
                          <a:solidFill>
                            <a:schemeClr val="tx1"/>
                          </a:solidFill>
                        </a:rPr>
                        <a:t>万</a:t>
                      </a:r>
                    </a:p>
                  </a:txBody>
                  <a:tcPr>
                    <a:lnL w="12700" cap="flat" cmpd="sng">
                      <a:solidFill>
                        <a:schemeClr val="tx1"/>
                      </a:solidFill>
                      <a:prstDash val="solid"/>
                      <a:headEnd type="none" w="med" len="med"/>
                      <a:tailEnd type="none" w="med" len="med"/>
                    </a:lnL>
                    <a:lnR w="381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38100" cap="flat" cmpd="sng">
                      <a:solidFill>
                        <a:schemeClr val="tx1"/>
                      </a:solidFill>
                      <a:prstDash val="solid"/>
                      <a:headEnd type="none" w="med" len="med"/>
                      <a:tailEnd type="none" w="med" len="med"/>
                    </a:lnB>
                    <a:lnTlToBr>
                      <a:noFill/>
                    </a:lnTlToBr>
                    <a:lnBlToTr>
                      <a:noFill/>
                    </a:lnBlToTr>
                    <a:solidFill>
                      <a:schemeClr val="bg2">
                        <a:alpha val="100000"/>
                      </a:scheme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文本占位符 25601"/>
          <p:cNvSpPr>
            <a:spLocks noGrp="1"/>
          </p:cNvSpPr>
          <p:nvPr>
            <p:ph type="body" idx="1"/>
          </p:nvPr>
        </p:nvSpPr>
        <p:spPr>
          <a:xfrm>
            <a:off x="463550" y="906463"/>
            <a:ext cx="7061200" cy="5451475"/>
          </a:xfrm>
          <a:ln/>
        </p:spPr>
        <p:txBody>
          <a:bodyPr/>
          <a:lstStyle/>
          <a:p>
            <a:r>
              <a:rPr lang="zh-CN" altLang="en-US" sz="2400" b="1"/>
              <a:t>第五代计算机</a:t>
            </a:r>
          </a:p>
          <a:p>
            <a:r>
              <a:rPr lang="zh-CN" altLang="en-US" sz="2400" b="1"/>
              <a:t>通信、存储、信息处理和人工智能相结合的超巨能计算机。</a:t>
            </a:r>
          </a:p>
          <a:p>
            <a:r>
              <a:rPr lang="zh-CN" altLang="en-US" sz="2400" b="1"/>
              <a:t>第六代计算机</a:t>
            </a:r>
          </a:p>
          <a:p>
            <a:r>
              <a:rPr lang="zh-CN" altLang="en-US" sz="2400" b="1"/>
              <a:t>利用光电子元件、超导电子元件或生物电子元件作为计算机的核心元件。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p:cNvSpPr>
          <p:nvPr>
            <p:ph type="title"/>
          </p:nvPr>
        </p:nvSpPr>
        <p:spPr>
          <a:ln/>
        </p:spPr>
        <p:txBody>
          <a:bodyPr anchor="b" anchorCtr="0"/>
          <a:lstStyle/>
          <a:p>
            <a:r>
              <a:rPr lang="zh-CN" altLang="en-US" dirty="0"/>
              <a:t>计算机的应用类型：</a:t>
            </a:r>
          </a:p>
        </p:txBody>
      </p:sp>
      <p:sp>
        <p:nvSpPr>
          <p:cNvPr id="26627" name="文本占位符 26626"/>
          <p:cNvSpPr>
            <a:spLocks noGrp="1"/>
          </p:cNvSpPr>
          <p:nvPr>
            <p:ph type="body" idx="1"/>
          </p:nvPr>
        </p:nvSpPr>
        <p:spPr>
          <a:ln/>
        </p:spPr>
        <p:txBody>
          <a:bodyPr/>
          <a:lstStyle/>
          <a:p>
            <a:pPr>
              <a:lnSpc>
                <a:spcPct val="100000"/>
              </a:lnSpc>
            </a:pPr>
            <a:r>
              <a:rPr lang="zh-CN" altLang="en-US" sz="2400" b="1" dirty="0">
                <a:solidFill>
                  <a:srgbClr val="0000CC"/>
                </a:solidFill>
              </a:rPr>
              <a:t>科学计算</a:t>
            </a:r>
            <a:r>
              <a:rPr lang="zh-CN" altLang="en-US" sz="2400" b="1" dirty="0"/>
              <a:t>：利用计算机的高速计算、大存储容量和连续运算的能力，实现人工无法解决的各种科学计算问题。</a:t>
            </a:r>
          </a:p>
          <a:p>
            <a:pPr>
              <a:lnSpc>
                <a:spcPct val="100000"/>
              </a:lnSpc>
            </a:pPr>
            <a:r>
              <a:rPr lang="zh-CN" altLang="en-US" sz="2400" b="1" dirty="0">
                <a:solidFill>
                  <a:srgbClr val="0000CC"/>
                </a:solidFill>
                <a:sym typeface="Arial" panose="020B0604020202020204" pitchFamily="34" charset="0"/>
              </a:rPr>
              <a:t>数据处理</a:t>
            </a:r>
            <a:r>
              <a:rPr lang="zh-CN" altLang="en-US" sz="2400" b="1" dirty="0"/>
              <a:t>：对各种数据进行收集、存储、整理、分类、统计、加工、利用、传播等一系列活动的统称。（80%）</a:t>
            </a:r>
          </a:p>
          <a:p>
            <a:pPr>
              <a:lnSpc>
                <a:spcPct val="100000"/>
              </a:lnSpc>
            </a:pPr>
            <a:r>
              <a:rPr lang="zh-CN" altLang="en-US" sz="2400" b="1" dirty="0">
                <a:solidFill>
                  <a:srgbClr val="0000CC"/>
                </a:solidFill>
                <a:sym typeface="Arial" panose="020B0604020202020204" pitchFamily="34" charset="0"/>
              </a:rPr>
              <a:t>实时控制（过程控制）</a:t>
            </a:r>
            <a:r>
              <a:rPr lang="zh-CN" altLang="en-US" sz="2400" b="1" dirty="0"/>
              <a:t>：利用计算机及时采集检测数据，按最优值迅速地对控制对象进行自动调节或自动控制。</a:t>
            </a:r>
          </a:p>
          <a:p>
            <a:pPr>
              <a:lnSpc>
                <a:spcPct val="100000"/>
              </a:lnSpc>
            </a:pPr>
            <a:r>
              <a:rPr lang="zh-CN" altLang="en-US" sz="2400" b="1" dirty="0">
                <a:solidFill>
                  <a:srgbClr val="0000CC"/>
                </a:solidFill>
                <a:sym typeface="Arial" panose="020B0604020202020204" pitchFamily="34" charset="0"/>
              </a:rPr>
              <a:t>计算机辅助技术</a:t>
            </a:r>
            <a:r>
              <a:rPr lang="zh-CN" altLang="en-US" sz="2400" b="1" dirty="0"/>
              <a:t>（CAD、CAM、CAI、CAT）</a:t>
            </a:r>
          </a:p>
          <a:p>
            <a:pPr>
              <a:lnSpc>
                <a:spcPct val="100000"/>
              </a:lnSpc>
            </a:pPr>
            <a:r>
              <a:rPr lang="zh-CN" altLang="en-US" sz="2400" b="1" dirty="0">
                <a:solidFill>
                  <a:srgbClr val="0000CC"/>
                </a:solidFill>
                <a:sym typeface="Arial" panose="020B0604020202020204" pitchFamily="34" charset="0"/>
              </a:rPr>
              <a:t>人工智能</a:t>
            </a:r>
            <a:r>
              <a:rPr lang="zh-CN" altLang="en-US" sz="2400" b="1" dirty="0">
                <a:sym typeface="Arial" panose="020B0604020202020204" pitchFamily="34" charset="0"/>
              </a:rPr>
              <a:t>（AI）</a:t>
            </a:r>
          </a:p>
          <a:p>
            <a:pPr>
              <a:lnSpc>
                <a:spcPct val="100000"/>
              </a:lnSpc>
            </a:pPr>
            <a:r>
              <a:rPr lang="zh-CN" altLang="en-US" sz="2400" b="1" dirty="0">
                <a:solidFill>
                  <a:srgbClr val="0000CC"/>
                </a:solidFill>
                <a:sym typeface="Arial" panose="020B0604020202020204" pitchFamily="34" charset="0"/>
              </a:rPr>
              <a:t>多媒体技术</a:t>
            </a:r>
          </a:p>
          <a:p>
            <a:pPr>
              <a:lnSpc>
                <a:spcPct val="100000"/>
              </a:lnSpc>
            </a:pPr>
            <a:r>
              <a:rPr lang="zh-CN" altLang="en-US" sz="2400" b="1" dirty="0">
                <a:solidFill>
                  <a:srgbClr val="0000CC"/>
                </a:solidFill>
                <a:sym typeface="Arial" panose="020B0604020202020204" pitchFamily="34" charset="0"/>
              </a:rPr>
              <a:t>电子商务</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7649"/>
          <p:cNvSpPr>
            <a:spLocks noGrp="1"/>
          </p:cNvSpPr>
          <p:nvPr>
            <p:ph type="title"/>
          </p:nvPr>
        </p:nvSpPr>
        <p:spPr>
          <a:xfrm>
            <a:off x="107950" y="-26987"/>
            <a:ext cx="8439150" cy="660400"/>
          </a:xfrm>
          <a:ln/>
        </p:spPr>
        <p:txBody>
          <a:bodyPr anchor="t" anchorCtr="0"/>
          <a:lstStyle/>
          <a:p>
            <a:pPr>
              <a:lnSpc>
                <a:spcPct val="150000"/>
              </a:lnSpc>
              <a:spcBef>
                <a:spcPct val="50000"/>
              </a:spcBef>
            </a:pPr>
            <a:r>
              <a:rPr lang="zh-CN" altLang="en-US" dirty="0"/>
              <a:t>计算机的主要应用领域：</a:t>
            </a:r>
          </a:p>
        </p:txBody>
      </p:sp>
      <p:sp>
        <p:nvSpPr>
          <p:cNvPr id="27651" name="矩形 27650"/>
          <p:cNvSpPr/>
          <p:nvPr/>
        </p:nvSpPr>
        <p:spPr>
          <a:xfrm>
            <a:off x="539750" y="1052513"/>
            <a:ext cx="7273925" cy="5256212"/>
          </a:xfrm>
          <a:prstGeom prst="rect">
            <a:avLst/>
          </a:prstGeom>
          <a:noFill/>
          <a:ln w="9525">
            <a:noFill/>
          </a:ln>
        </p:spPr>
        <p:txBody>
          <a:bodyPr lIns="73021" tIns="36511" rIns="73021" bIns="36511"/>
          <a:lstStyle/>
          <a:p>
            <a:pPr marL="1905" indent="340995" defTabSz="713105" eaLnBrk="0" hangingPunct="0">
              <a:lnSpc>
                <a:spcPct val="150000"/>
              </a:lnSpc>
              <a:spcBef>
                <a:spcPct val="50000"/>
              </a:spcBef>
              <a:buSzPct val="100000"/>
              <a:buFont typeface="Arial" panose="020B0604020202020204" pitchFamily="34" charset="0"/>
              <a:buChar char="•"/>
            </a:pPr>
            <a:r>
              <a:rPr lang="zh-CN" altLang="en-US" sz="2400" dirty="0">
                <a:solidFill>
                  <a:schemeClr val="tx2"/>
                </a:solidFill>
                <a:latin typeface="楷体" panose="02010609060101010101" charset="-122"/>
                <a:ea typeface="楷体" panose="02010609060101010101" charset="-122"/>
              </a:rPr>
              <a:t>工商：CAD/CAM、电子商务</a:t>
            </a:r>
          </a:p>
          <a:p>
            <a:pPr marL="1905" indent="340995" defTabSz="713105" eaLnBrk="0" hangingPunct="0">
              <a:lnSpc>
                <a:spcPct val="150000"/>
              </a:lnSpc>
              <a:spcBef>
                <a:spcPct val="50000"/>
              </a:spcBef>
              <a:buSzPct val="100000"/>
              <a:buFont typeface="Arial" panose="020B0604020202020204" pitchFamily="34" charset="0"/>
              <a:buChar char="•"/>
            </a:pPr>
            <a:r>
              <a:rPr lang="zh-CN" altLang="en-US" sz="2400" dirty="0">
                <a:solidFill>
                  <a:schemeClr val="tx2"/>
                </a:solidFill>
                <a:latin typeface="楷体" panose="02010609060101010101" charset="-122"/>
                <a:ea typeface="楷体" panose="02010609060101010101" charset="-122"/>
              </a:rPr>
              <a:t>教育：多媒体教育、远程教育</a:t>
            </a:r>
          </a:p>
          <a:p>
            <a:pPr marL="1905" indent="340995" defTabSz="713105" eaLnBrk="0" hangingPunct="0">
              <a:lnSpc>
                <a:spcPct val="150000"/>
              </a:lnSpc>
              <a:spcBef>
                <a:spcPct val="50000"/>
              </a:spcBef>
              <a:buSzPct val="100000"/>
              <a:buFont typeface="Arial" panose="020B0604020202020204" pitchFamily="34" charset="0"/>
              <a:buChar char="•"/>
            </a:pPr>
            <a:r>
              <a:rPr lang="zh-CN" altLang="en-US" sz="2400" dirty="0">
                <a:solidFill>
                  <a:schemeClr val="tx2"/>
                </a:solidFill>
                <a:latin typeface="楷体" panose="02010609060101010101" charset="-122"/>
                <a:ea typeface="楷体" panose="02010609060101010101" charset="-122"/>
              </a:rPr>
              <a:t>医药：CAT、MRI（核磁共振）、远程医疗</a:t>
            </a:r>
          </a:p>
          <a:p>
            <a:pPr marL="1905" indent="340995" defTabSz="713105" eaLnBrk="0" hangingPunct="0">
              <a:lnSpc>
                <a:spcPct val="150000"/>
              </a:lnSpc>
              <a:spcBef>
                <a:spcPct val="50000"/>
              </a:spcBef>
              <a:buSzPct val="100000"/>
              <a:buFont typeface="Arial" panose="020B0604020202020204" pitchFamily="34" charset="0"/>
              <a:buChar char="•"/>
            </a:pPr>
            <a:r>
              <a:rPr lang="zh-CN" altLang="en-US" sz="2400" dirty="0">
                <a:solidFill>
                  <a:schemeClr val="tx2"/>
                </a:solidFill>
                <a:latin typeface="楷体" panose="02010609060101010101" charset="-122"/>
                <a:ea typeface="楷体" panose="02010609060101010101" charset="-122"/>
              </a:rPr>
              <a:t>政府：电子政务</a:t>
            </a:r>
          </a:p>
          <a:p>
            <a:pPr marL="1905" indent="340995" defTabSz="713105" eaLnBrk="0" hangingPunct="0">
              <a:lnSpc>
                <a:spcPct val="150000"/>
              </a:lnSpc>
              <a:spcBef>
                <a:spcPct val="50000"/>
              </a:spcBef>
              <a:buSzPct val="100000"/>
              <a:buFont typeface="Arial" panose="020B0604020202020204" pitchFamily="34" charset="0"/>
              <a:buChar char="•"/>
            </a:pPr>
            <a:r>
              <a:rPr lang="zh-CN" altLang="en-US" sz="2400" dirty="0">
                <a:solidFill>
                  <a:schemeClr val="tx2"/>
                </a:solidFill>
                <a:latin typeface="楷体" panose="02010609060101010101" charset="-122"/>
                <a:ea typeface="楷体" panose="02010609060101010101" charset="-122"/>
              </a:rPr>
              <a:t>娱乐：电影特技、游戏、</a:t>
            </a:r>
            <a:r>
              <a:rPr lang="zh-CN" altLang="en-US" sz="2400" dirty="0">
                <a:solidFill>
                  <a:schemeClr val="tx2"/>
                </a:solidFill>
                <a:latin typeface="Times New Roman" panose="02020603050405020304" pitchFamily="2" charset="0"/>
                <a:ea typeface="楷体" panose="02010609060101010101" charset="-122"/>
              </a:rPr>
              <a:t>电子商务</a:t>
            </a:r>
          </a:p>
          <a:p>
            <a:pPr marL="1905" indent="340995" defTabSz="713105" eaLnBrk="0" hangingPunct="0">
              <a:lnSpc>
                <a:spcPct val="150000"/>
              </a:lnSpc>
              <a:spcBef>
                <a:spcPct val="50000"/>
              </a:spcBef>
              <a:buSzPct val="100000"/>
              <a:buFont typeface="Arial" panose="020B0604020202020204" pitchFamily="34" charset="0"/>
              <a:buChar char="•"/>
            </a:pPr>
            <a:r>
              <a:rPr lang="zh-CN" altLang="en-US" sz="2400" dirty="0">
                <a:solidFill>
                  <a:schemeClr val="tx2"/>
                </a:solidFill>
                <a:latin typeface="楷体" panose="02010609060101010101" charset="-122"/>
                <a:ea typeface="楷体" panose="02010609060101010101" charset="-122"/>
              </a:rPr>
              <a:t>科研：数据采集、计算分析</a:t>
            </a:r>
          </a:p>
          <a:p>
            <a:pPr marL="1905" indent="340995" defTabSz="713105" eaLnBrk="0" hangingPunct="0">
              <a:lnSpc>
                <a:spcPct val="150000"/>
              </a:lnSpc>
              <a:spcBef>
                <a:spcPct val="50000"/>
              </a:spcBef>
              <a:buSzPct val="100000"/>
              <a:buFont typeface="Arial" panose="020B0604020202020204" pitchFamily="34" charset="0"/>
              <a:buChar char="•"/>
            </a:pPr>
            <a:r>
              <a:rPr lang="zh-CN" altLang="en-US" sz="2400" dirty="0">
                <a:solidFill>
                  <a:schemeClr val="tx2"/>
                </a:solidFill>
                <a:latin typeface="楷体" panose="02010609060101010101" charset="-122"/>
                <a:ea typeface="楷体" panose="02010609060101010101" charset="-122"/>
              </a:rPr>
              <a:t>家庭：家庭信息化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8673"/>
          <p:cNvSpPr>
            <a:spLocks noGrp="1"/>
          </p:cNvSpPr>
          <p:nvPr>
            <p:ph type="title"/>
          </p:nvPr>
        </p:nvSpPr>
        <p:spPr>
          <a:ln/>
        </p:spPr>
        <p:txBody>
          <a:bodyPr anchor="b" anchorCtr="0"/>
          <a:lstStyle/>
          <a:p>
            <a:r>
              <a:rPr lang="zh-CN" altLang="en-US" dirty="0"/>
              <a:t>计算机的发展方向：</a:t>
            </a:r>
          </a:p>
        </p:txBody>
      </p:sp>
      <p:sp>
        <p:nvSpPr>
          <p:cNvPr id="28675" name="文本占位符 28674"/>
          <p:cNvSpPr>
            <a:spLocks noGrp="1"/>
          </p:cNvSpPr>
          <p:nvPr>
            <p:ph type="body" idx="1"/>
          </p:nvPr>
        </p:nvSpPr>
        <p:spPr>
          <a:ln/>
        </p:spPr>
        <p:txBody>
          <a:bodyPr/>
          <a:lstStyle/>
          <a:p>
            <a:r>
              <a:rPr lang="zh-CN" altLang="en-US" sz="2800" b="1" dirty="0"/>
              <a:t>巨型化</a:t>
            </a:r>
          </a:p>
          <a:p>
            <a:r>
              <a:rPr lang="zh-CN" altLang="en-US" sz="2800" b="1" dirty="0"/>
              <a:t>微型化</a:t>
            </a:r>
          </a:p>
          <a:p>
            <a:r>
              <a:rPr lang="zh-CN" altLang="en-US" sz="2800" b="1" dirty="0"/>
              <a:t>网络化</a:t>
            </a:r>
          </a:p>
          <a:p>
            <a:r>
              <a:rPr lang="zh-CN" altLang="en-US" sz="2800" b="1" dirty="0"/>
              <a:t>智能化</a:t>
            </a:r>
          </a:p>
          <a:p>
            <a:r>
              <a:rPr lang="zh-CN" altLang="en-US" sz="2800" b="1" dirty="0"/>
              <a:t>多媒体化</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9697"/>
          <p:cNvSpPr>
            <a:spLocks noGrp="1"/>
          </p:cNvSpPr>
          <p:nvPr>
            <p:ph type="title"/>
          </p:nvPr>
        </p:nvSpPr>
        <p:spPr>
          <a:ln/>
        </p:spPr>
        <p:txBody>
          <a:bodyPr anchor="b" anchorCtr="0"/>
          <a:lstStyle/>
          <a:p>
            <a:r>
              <a:rPr lang="zh-CN" altLang="en-US"/>
              <a:t>计算机体系结构和组织</a:t>
            </a:r>
          </a:p>
        </p:txBody>
      </p:sp>
      <p:sp>
        <p:nvSpPr>
          <p:cNvPr id="29699" name="文本框 29698"/>
          <p:cNvSpPr txBox="1"/>
          <p:nvPr/>
        </p:nvSpPr>
        <p:spPr>
          <a:xfrm>
            <a:off x="304800" y="4648200"/>
            <a:ext cx="8458200" cy="1639888"/>
          </a:xfrm>
          <a:prstGeom prst="rect">
            <a:avLst/>
          </a:prstGeom>
          <a:noFill/>
          <a:ln w="9525">
            <a:noFill/>
          </a:ln>
        </p:spPr>
        <p:txBody>
          <a:bodyPr>
            <a:spAutoFit/>
          </a:bodyPr>
          <a:lstStyle/>
          <a:p>
            <a:pPr>
              <a:lnSpc>
                <a:spcPct val="130000"/>
              </a:lnSpc>
              <a:spcBef>
                <a:spcPct val="50000"/>
              </a:spcBef>
            </a:pPr>
            <a:r>
              <a:rPr lang="en-US" altLang="zh-CN" sz="2600">
                <a:solidFill>
                  <a:srgbClr val="000066"/>
                </a:solidFill>
                <a:latin typeface="Times New Roman" panose="02020603050405020304" pitchFamily="2" charset="0"/>
                <a:ea typeface="文鼎CS大宋" pitchFamily="1" charset="-122"/>
              </a:rPr>
              <a:t>        </a:t>
            </a:r>
            <a:r>
              <a:rPr lang="zh-CN" altLang="en-US" sz="2600">
                <a:solidFill>
                  <a:srgbClr val="000066"/>
                </a:solidFill>
                <a:latin typeface="Times New Roman" panose="02020603050405020304" pitchFamily="2" charset="0"/>
                <a:ea typeface="华文新魏" panose="02010800040101010101" pitchFamily="2" charset="-122"/>
              </a:rPr>
              <a:t>计算机体系结构概念的实质是计算机系统中</a:t>
            </a:r>
            <a:r>
              <a:rPr lang="zh-CN" altLang="en-US" sz="2600">
                <a:solidFill>
                  <a:srgbClr val="FF0000"/>
                </a:solidFill>
                <a:latin typeface="Times New Roman" panose="02020603050405020304" pitchFamily="2" charset="0"/>
                <a:ea typeface="华文新魏" panose="02010800040101010101" pitchFamily="2" charset="-122"/>
              </a:rPr>
              <a:t>软硬件界面</a:t>
            </a:r>
            <a:r>
              <a:rPr lang="zh-CN" altLang="en-US" sz="2600">
                <a:solidFill>
                  <a:srgbClr val="000066"/>
                </a:solidFill>
                <a:latin typeface="Times New Roman" panose="02020603050405020304" pitchFamily="2" charset="0"/>
                <a:ea typeface="华文新魏" panose="02010800040101010101" pitchFamily="2" charset="-122"/>
              </a:rPr>
              <a:t>的确定，其界面之上的是软件的功能，界面之下的是硬件和固件的功能。</a:t>
            </a:r>
          </a:p>
        </p:txBody>
      </p:sp>
      <p:sp>
        <p:nvSpPr>
          <p:cNvPr id="29700" name="矩形 29699" descr="绿色大理石"/>
          <p:cNvSpPr/>
          <p:nvPr/>
        </p:nvSpPr>
        <p:spPr>
          <a:xfrm>
            <a:off x="1116013" y="2781300"/>
            <a:ext cx="6692900" cy="444500"/>
          </a:xfrm>
          <a:prstGeom prst="rect">
            <a:avLst/>
          </a:prstGeom>
          <a:blipFill rotWithShape="0">
            <a:blip r:embed="rId2"/>
          </a:blipFill>
          <a:ln w="12700" cap="flat" cmpd="sng">
            <a:solidFill>
              <a:schemeClr val="bg1"/>
            </a:solidFill>
            <a:prstDash val="solid"/>
            <a:miter/>
            <a:headEnd type="none" w="med" len="med"/>
            <a:tailEnd type="none" w="med" len="med"/>
          </a:ln>
        </p:spPr>
        <p:txBody>
          <a:bodyPr/>
          <a:lstStyle/>
          <a:p>
            <a:endParaRPr lang="zh-CN" altLang="en-US"/>
          </a:p>
        </p:txBody>
      </p:sp>
      <p:sp>
        <p:nvSpPr>
          <p:cNvPr id="29701" name="直接连接符 29700"/>
          <p:cNvSpPr/>
          <p:nvPr/>
        </p:nvSpPr>
        <p:spPr>
          <a:xfrm>
            <a:off x="5260975" y="2971800"/>
            <a:ext cx="139700" cy="292100"/>
          </a:xfrm>
          <a:prstGeom prst="line">
            <a:avLst/>
          </a:prstGeom>
          <a:ln w="12700" cap="flat" cmpd="sng">
            <a:solidFill>
              <a:schemeClr val="bg1"/>
            </a:solidFill>
            <a:prstDash val="solid"/>
            <a:headEnd type="none" w="med" len="med"/>
            <a:tailEnd type="none" w="med" len="med"/>
          </a:ln>
        </p:spPr>
      </p:sp>
      <p:grpSp>
        <p:nvGrpSpPr>
          <p:cNvPr id="29702" name="组合 29701"/>
          <p:cNvGrpSpPr/>
          <p:nvPr/>
        </p:nvGrpSpPr>
        <p:grpSpPr>
          <a:xfrm>
            <a:off x="2987675" y="981075"/>
            <a:ext cx="2514600" cy="1130300"/>
            <a:chOff x="0" y="0"/>
            <a:chExt cx="1584" cy="904"/>
          </a:xfrm>
        </p:grpSpPr>
        <p:sp>
          <p:nvSpPr>
            <p:cNvPr id="29703" name="椭圆 29702"/>
            <p:cNvSpPr/>
            <p:nvPr/>
          </p:nvSpPr>
          <p:spPr>
            <a:xfrm>
              <a:off x="152" y="0"/>
              <a:ext cx="232" cy="184"/>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path path="rect">
                <a:fillToRect t="100000" r="100000"/>
              </a:path>
              <a:tileRect/>
            </a:gradFill>
            <a:ln w="25400" cap="flat" cmpd="sng">
              <a:solidFill>
                <a:srgbClr val="0000CC"/>
              </a:solidFill>
              <a:prstDash val="solid"/>
              <a:headEnd type="none" w="med" len="med"/>
              <a:tailEnd type="none" w="med" len="med"/>
            </a:ln>
          </p:spPr>
          <p:txBody>
            <a:bodyPr/>
            <a:lstStyle/>
            <a:p>
              <a:endParaRPr lang="zh-CN" altLang="en-US"/>
            </a:p>
          </p:txBody>
        </p:sp>
        <p:sp>
          <p:nvSpPr>
            <p:cNvPr id="29704" name="直接连接符 29703"/>
            <p:cNvSpPr/>
            <p:nvPr/>
          </p:nvSpPr>
          <p:spPr>
            <a:xfrm flipH="1">
              <a:off x="240" y="192"/>
              <a:ext cx="56" cy="376"/>
            </a:xfrm>
            <a:prstGeom prst="line">
              <a:avLst/>
            </a:prstGeom>
            <a:ln w="25400" cap="flat" cmpd="sng">
              <a:solidFill>
                <a:srgbClr val="0000CC"/>
              </a:solidFill>
              <a:prstDash val="solid"/>
              <a:headEnd type="none" w="med" len="med"/>
              <a:tailEnd type="none" w="med" len="med"/>
            </a:ln>
          </p:spPr>
        </p:sp>
        <p:sp>
          <p:nvSpPr>
            <p:cNvPr id="29705" name="直接连接符 29704"/>
            <p:cNvSpPr/>
            <p:nvPr/>
          </p:nvSpPr>
          <p:spPr>
            <a:xfrm>
              <a:off x="248" y="572"/>
              <a:ext cx="136" cy="0"/>
            </a:xfrm>
            <a:prstGeom prst="line">
              <a:avLst/>
            </a:prstGeom>
            <a:ln w="25400" cap="flat" cmpd="sng">
              <a:solidFill>
                <a:srgbClr val="0000CC"/>
              </a:solidFill>
              <a:prstDash val="solid"/>
              <a:headEnd type="none" w="med" len="med"/>
              <a:tailEnd type="none" w="med" len="med"/>
            </a:ln>
          </p:spPr>
        </p:sp>
        <p:sp>
          <p:nvSpPr>
            <p:cNvPr id="29706" name="直接连接符 29705"/>
            <p:cNvSpPr/>
            <p:nvPr/>
          </p:nvSpPr>
          <p:spPr>
            <a:xfrm>
              <a:off x="388" y="576"/>
              <a:ext cx="0" cy="184"/>
            </a:xfrm>
            <a:prstGeom prst="line">
              <a:avLst/>
            </a:prstGeom>
            <a:ln w="25400" cap="flat" cmpd="sng">
              <a:solidFill>
                <a:srgbClr val="0000CC"/>
              </a:solidFill>
              <a:prstDash val="solid"/>
              <a:headEnd type="none" w="med" len="med"/>
              <a:tailEnd type="none" w="med" len="med"/>
            </a:ln>
          </p:spPr>
        </p:sp>
        <p:sp>
          <p:nvSpPr>
            <p:cNvPr id="29707" name="直接连接符 29706"/>
            <p:cNvSpPr/>
            <p:nvPr/>
          </p:nvSpPr>
          <p:spPr>
            <a:xfrm>
              <a:off x="392" y="764"/>
              <a:ext cx="40" cy="0"/>
            </a:xfrm>
            <a:prstGeom prst="line">
              <a:avLst/>
            </a:prstGeom>
            <a:ln w="25400" cap="flat" cmpd="sng">
              <a:solidFill>
                <a:srgbClr val="0000CC"/>
              </a:solidFill>
              <a:prstDash val="solid"/>
              <a:headEnd type="none" w="med" len="med"/>
              <a:tailEnd type="none" w="med" len="med"/>
            </a:ln>
          </p:spPr>
        </p:sp>
        <p:sp>
          <p:nvSpPr>
            <p:cNvPr id="29708" name="直接连接符 29707"/>
            <p:cNvSpPr/>
            <p:nvPr/>
          </p:nvSpPr>
          <p:spPr>
            <a:xfrm flipH="1">
              <a:off x="144" y="576"/>
              <a:ext cx="104" cy="232"/>
            </a:xfrm>
            <a:prstGeom prst="line">
              <a:avLst/>
            </a:prstGeom>
            <a:ln w="25400" cap="flat" cmpd="sng">
              <a:solidFill>
                <a:srgbClr val="0000CC"/>
              </a:solidFill>
              <a:prstDash val="solid"/>
              <a:headEnd type="none" w="med" len="med"/>
              <a:tailEnd type="none" w="med" len="med"/>
            </a:ln>
          </p:spPr>
        </p:sp>
        <p:sp>
          <p:nvSpPr>
            <p:cNvPr id="29709" name="直接连接符 29708"/>
            <p:cNvSpPr/>
            <p:nvPr/>
          </p:nvSpPr>
          <p:spPr>
            <a:xfrm flipH="1">
              <a:off x="0" y="816"/>
              <a:ext cx="152" cy="88"/>
            </a:xfrm>
            <a:prstGeom prst="line">
              <a:avLst/>
            </a:prstGeom>
            <a:ln w="25400" cap="flat" cmpd="sng">
              <a:solidFill>
                <a:srgbClr val="0000CC"/>
              </a:solidFill>
              <a:prstDash val="solid"/>
              <a:headEnd type="none" w="med" len="med"/>
              <a:tailEnd type="none" w="med" len="med"/>
            </a:ln>
          </p:spPr>
        </p:sp>
        <p:sp>
          <p:nvSpPr>
            <p:cNvPr id="29710" name="直接连接符 29709"/>
            <p:cNvSpPr/>
            <p:nvPr/>
          </p:nvSpPr>
          <p:spPr>
            <a:xfrm>
              <a:off x="296" y="336"/>
              <a:ext cx="136" cy="88"/>
            </a:xfrm>
            <a:prstGeom prst="line">
              <a:avLst/>
            </a:prstGeom>
            <a:ln w="25400" cap="flat" cmpd="sng">
              <a:solidFill>
                <a:srgbClr val="0000CC"/>
              </a:solidFill>
              <a:prstDash val="solid"/>
              <a:headEnd type="none" w="med" len="med"/>
              <a:tailEnd type="none" w="med" len="med"/>
            </a:ln>
          </p:spPr>
        </p:sp>
        <p:sp>
          <p:nvSpPr>
            <p:cNvPr id="29711" name="直接连接符 29710"/>
            <p:cNvSpPr/>
            <p:nvPr/>
          </p:nvSpPr>
          <p:spPr>
            <a:xfrm flipV="1">
              <a:off x="440" y="328"/>
              <a:ext cx="88" cy="104"/>
            </a:xfrm>
            <a:prstGeom prst="line">
              <a:avLst/>
            </a:prstGeom>
            <a:ln w="25400" cap="flat" cmpd="sng">
              <a:solidFill>
                <a:srgbClr val="0000CC"/>
              </a:solidFill>
              <a:prstDash val="solid"/>
              <a:headEnd type="none" w="med" len="med"/>
              <a:tailEnd type="none" w="med" len="med"/>
            </a:ln>
          </p:spPr>
        </p:sp>
        <p:sp>
          <p:nvSpPr>
            <p:cNvPr id="29712" name="直接连接符 29711"/>
            <p:cNvSpPr/>
            <p:nvPr/>
          </p:nvSpPr>
          <p:spPr>
            <a:xfrm>
              <a:off x="248" y="284"/>
              <a:ext cx="136" cy="0"/>
            </a:xfrm>
            <a:prstGeom prst="line">
              <a:avLst/>
            </a:prstGeom>
            <a:ln w="25400" cap="flat" cmpd="sng">
              <a:solidFill>
                <a:srgbClr val="0000CC"/>
              </a:solidFill>
              <a:prstDash val="solid"/>
              <a:headEnd type="none" w="med" len="med"/>
              <a:tailEnd type="none" w="med" len="med"/>
            </a:ln>
          </p:spPr>
        </p:sp>
        <p:sp>
          <p:nvSpPr>
            <p:cNvPr id="29713" name="直接连接符 29712"/>
            <p:cNvSpPr/>
            <p:nvPr/>
          </p:nvSpPr>
          <p:spPr>
            <a:xfrm flipV="1">
              <a:off x="392" y="184"/>
              <a:ext cx="88" cy="104"/>
            </a:xfrm>
            <a:prstGeom prst="line">
              <a:avLst/>
            </a:prstGeom>
            <a:ln w="25400" cap="flat" cmpd="sng">
              <a:solidFill>
                <a:srgbClr val="0000CC"/>
              </a:solidFill>
              <a:prstDash val="solid"/>
              <a:headEnd type="none" w="med" len="med"/>
              <a:tailEnd type="none" w="med" len="med"/>
            </a:ln>
          </p:spPr>
        </p:sp>
        <p:sp>
          <p:nvSpPr>
            <p:cNvPr id="29714" name="椭圆 29713"/>
            <p:cNvSpPr/>
            <p:nvPr/>
          </p:nvSpPr>
          <p:spPr>
            <a:xfrm>
              <a:off x="1016" y="48"/>
              <a:ext cx="232" cy="184"/>
            </a:xfrm>
            <a:prstGeom prst="ellipse">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path path="rect">
                <a:fillToRect t="100000" r="100000"/>
              </a:path>
              <a:tileRect/>
            </a:gradFill>
            <a:ln w="25400" cap="flat" cmpd="sng">
              <a:solidFill>
                <a:srgbClr val="0000CC"/>
              </a:solidFill>
              <a:prstDash val="solid"/>
              <a:headEnd type="none" w="med" len="med"/>
              <a:tailEnd type="none" w="med" len="med"/>
            </a:ln>
          </p:spPr>
          <p:txBody>
            <a:bodyPr/>
            <a:lstStyle/>
            <a:p>
              <a:endParaRPr lang="zh-CN" altLang="en-US"/>
            </a:p>
          </p:txBody>
        </p:sp>
        <p:sp>
          <p:nvSpPr>
            <p:cNvPr id="29715" name="直接连接符 29714"/>
            <p:cNvSpPr/>
            <p:nvPr/>
          </p:nvSpPr>
          <p:spPr>
            <a:xfrm>
              <a:off x="1160" y="240"/>
              <a:ext cx="52" cy="373"/>
            </a:xfrm>
            <a:prstGeom prst="line">
              <a:avLst/>
            </a:prstGeom>
            <a:ln w="25400" cap="flat" cmpd="sng">
              <a:solidFill>
                <a:srgbClr val="0000CC"/>
              </a:solidFill>
              <a:prstDash val="solid"/>
              <a:headEnd type="none" w="med" len="med"/>
              <a:tailEnd type="none" w="med" len="med"/>
            </a:ln>
          </p:spPr>
        </p:sp>
        <p:sp>
          <p:nvSpPr>
            <p:cNvPr id="29716" name="直接连接符 29715"/>
            <p:cNvSpPr/>
            <p:nvPr/>
          </p:nvSpPr>
          <p:spPr>
            <a:xfrm flipH="1">
              <a:off x="1008" y="624"/>
              <a:ext cx="200" cy="136"/>
            </a:xfrm>
            <a:prstGeom prst="line">
              <a:avLst/>
            </a:prstGeom>
            <a:ln w="25400" cap="flat" cmpd="sng">
              <a:solidFill>
                <a:srgbClr val="0000CC"/>
              </a:solidFill>
              <a:prstDash val="solid"/>
              <a:headEnd type="none" w="med" len="med"/>
              <a:tailEnd type="none" w="med" len="med"/>
            </a:ln>
          </p:spPr>
        </p:sp>
        <p:sp>
          <p:nvSpPr>
            <p:cNvPr id="29717" name="直接连接符 29716"/>
            <p:cNvSpPr/>
            <p:nvPr/>
          </p:nvSpPr>
          <p:spPr>
            <a:xfrm>
              <a:off x="1208" y="624"/>
              <a:ext cx="184" cy="136"/>
            </a:xfrm>
            <a:prstGeom prst="line">
              <a:avLst/>
            </a:prstGeom>
            <a:ln w="25400" cap="flat" cmpd="sng">
              <a:solidFill>
                <a:srgbClr val="0000CC"/>
              </a:solidFill>
              <a:prstDash val="solid"/>
              <a:headEnd type="none" w="med" len="med"/>
              <a:tailEnd type="none" w="med" len="med"/>
            </a:ln>
          </p:spPr>
        </p:sp>
        <p:sp>
          <p:nvSpPr>
            <p:cNvPr id="29718" name="直接连接符 29717"/>
            <p:cNvSpPr/>
            <p:nvPr/>
          </p:nvSpPr>
          <p:spPr>
            <a:xfrm flipV="1">
              <a:off x="1400" y="664"/>
              <a:ext cx="136" cy="104"/>
            </a:xfrm>
            <a:prstGeom prst="line">
              <a:avLst/>
            </a:prstGeom>
            <a:ln w="25400" cap="flat" cmpd="sng">
              <a:solidFill>
                <a:srgbClr val="0000CC"/>
              </a:solidFill>
              <a:prstDash val="solid"/>
              <a:headEnd type="none" w="med" len="med"/>
              <a:tailEnd type="none" w="med" len="med"/>
            </a:ln>
          </p:spPr>
        </p:sp>
        <p:sp>
          <p:nvSpPr>
            <p:cNvPr id="29719" name="直接连接符 29718"/>
            <p:cNvSpPr/>
            <p:nvPr/>
          </p:nvSpPr>
          <p:spPr>
            <a:xfrm>
              <a:off x="1544" y="672"/>
              <a:ext cx="40" cy="40"/>
            </a:xfrm>
            <a:prstGeom prst="line">
              <a:avLst/>
            </a:prstGeom>
            <a:ln w="25400" cap="flat" cmpd="sng">
              <a:solidFill>
                <a:srgbClr val="0000CC"/>
              </a:solidFill>
              <a:prstDash val="solid"/>
              <a:headEnd type="none" w="med" len="med"/>
              <a:tailEnd type="none" w="med" len="med"/>
            </a:ln>
          </p:spPr>
        </p:sp>
        <p:sp>
          <p:nvSpPr>
            <p:cNvPr id="29720" name="直接连接符 29719"/>
            <p:cNvSpPr/>
            <p:nvPr/>
          </p:nvSpPr>
          <p:spPr>
            <a:xfrm flipH="1">
              <a:off x="1056" y="384"/>
              <a:ext cx="104" cy="136"/>
            </a:xfrm>
            <a:prstGeom prst="line">
              <a:avLst/>
            </a:prstGeom>
            <a:ln w="25400" cap="flat" cmpd="sng">
              <a:solidFill>
                <a:srgbClr val="0000CC"/>
              </a:solidFill>
              <a:prstDash val="solid"/>
              <a:headEnd type="none" w="med" len="med"/>
              <a:tailEnd type="none" w="med" len="med"/>
            </a:ln>
          </p:spPr>
        </p:sp>
        <p:sp>
          <p:nvSpPr>
            <p:cNvPr id="29721" name="直接连接符 29720"/>
            <p:cNvSpPr/>
            <p:nvPr/>
          </p:nvSpPr>
          <p:spPr>
            <a:xfrm flipH="1" flipV="1">
              <a:off x="912" y="472"/>
              <a:ext cx="152" cy="56"/>
            </a:xfrm>
            <a:prstGeom prst="line">
              <a:avLst/>
            </a:prstGeom>
            <a:ln w="25400" cap="flat" cmpd="sng">
              <a:solidFill>
                <a:srgbClr val="0000CC"/>
              </a:solidFill>
              <a:prstDash val="solid"/>
              <a:headEnd type="none" w="med" len="med"/>
              <a:tailEnd type="none" w="med" len="med"/>
            </a:ln>
          </p:spPr>
        </p:sp>
        <p:sp>
          <p:nvSpPr>
            <p:cNvPr id="29722" name="直接连接符 29721"/>
            <p:cNvSpPr/>
            <p:nvPr/>
          </p:nvSpPr>
          <p:spPr>
            <a:xfrm flipH="1">
              <a:off x="960" y="332"/>
              <a:ext cx="200" cy="0"/>
            </a:xfrm>
            <a:prstGeom prst="line">
              <a:avLst/>
            </a:prstGeom>
            <a:ln w="25400" cap="flat" cmpd="sng">
              <a:solidFill>
                <a:srgbClr val="0000CC"/>
              </a:solidFill>
              <a:prstDash val="solid"/>
              <a:headEnd type="none" w="med" len="med"/>
              <a:tailEnd type="none" w="med" len="med"/>
            </a:ln>
          </p:spPr>
        </p:sp>
        <p:sp>
          <p:nvSpPr>
            <p:cNvPr id="29723" name="直接连接符 29722"/>
            <p:cNvSpPr/>
            <p:nvPr/>
          </p:nvSpPr>
          <p:spPr>
            <a:xfrm flipH="1" flipV="1">
              <a:off x="816" y="232"/>
              <a:ext cx="152" cy="104"/>
            </a:xfrm>
            <a:prstGeom prst="line">
              <a:avLst/>
            </a:prstGeom>
            <a:ln w="25400" cap="flat" cmpd="sng">
              <a:solidFill>
                <a:srgbClr val="0000CC"/>
              </a:solidFill>
              <a:prstDash val="solid"/>
              <a:headEnd type="none" w="med" len="med"/>
              <a:tailEnd type="none" w="med" len="med"/>
            </a:ln>
          </p:spPr>
        </p:sp>
        <p:sp>
          <p:nvSpPr>
            <p:cNvPr id="29724" name="直接连接符 29723"/>
            <p:cNvSpPr/>
            <p:nvPr/>
          </p:nvSpPr>
          <p:spPr>
            <a:xfrm flipV="1">
              <a:off x="1064" y="136"/>
              <a:ext cx="40" cy="56"/>
            </a:xfrm>
            <a:prstGeom prst="line">
              <a:avLst/>
            </a:prstGeom>
            <a:ln w="25400" cap="flat" cmpd="sng">
              <a:solidFill>
                <a:srgbClr val="0000CC"/>
              </a:solidFill>
              <a:prstDash val="solid"/>
              <a:headEnd type="none" w="med" len="med"/>
              <a:tailEnd type="none" w="med" len="med"/>
            </a:ln>
          </p:spPr>
        </p:sp>
        <p:sp>
          <p:nvSpPr>
            <p:cNvPr id="29725" name="直接连接符 29724"/>
            <p:cNvSpPr/>
            <p:nvPr/>
          </p:nvSpPr>
          <p:spPr>
            <a:xfrm flipH="1" flipV="1">
              <a:off x="240" y="88"/>
              <a:ext cx="104" cy="104"/>
            </a:xfrm>
            <a:prstGeom prst="line">
              <a:avLst/>
            </a:prstGeom>
            <a:ln w="25400" cap="flat" cmpd="sng">
              <a:solidFill>
                <a:srgbClr val="0000CC"/>
              </a:solidFill>
              <a:prstDash val="solid"/>
              <a:headEnd type="none" w="med" len="med"/>
              <a:tailEnd type="none" w="med" len="med"/>
            </a:ln>
          </p:spPr>
        </p:sp>
      </p:grpSp>
      <p:sp>
        <p:nvSpPr>
          <p:cNvPr id="29726" name="矩形 29725"/>
          <p:cNvSpPr/>
          <p:nvPr/>
        </p:nvSpPr>
        <p:spPr>
          <a:xfrm>
            <a:off x="2844800" y="2781300"/>
            <a:ext cx="3367088" cy="387350"/>
          </a:xfrm>
          <a:prstGeom prst="rect">
            <a:avLst/>
          </a:prstGeom>
          <a:noFill/>
          <a:ln w="9525">
            <a:noFill/>
          </a:ln>
        </p:spPr>
        <p:txBody>
          <a:bodyPr wrap="none" lIns="63500" tIns="25400" rIns="63500" bIns="25400">
            <a:spAutoFit/>
          </a:bodyPr>
          <a:lstStyle/>
          <a:p>
            <a:pPr eaLnBrk="0" hangingPunct="0">
              <a:lnSpc>
                <a:spcPct val="92000"/>
              </a:lnSpc>
            </a:pPr>
            <a:r>
              <a:rPr lang="zh-CN" altLang="en-US" sz="2400">
                <a:solidFill>
                  <a:srgbClr val="FFCC00"/>
                </a:solidFill>
                <a:latin typeface="Times New Roman" panose="02020603050405020304" pitchFamily="2" charset="0"/>
                <a:ea typeface="文鼎CS大宋" pitchFamily="1" charset="-122"/>
              </a:rPr>
              <a:t>指令集（</a:t>
            </a:r>
            <a:r>
              <a:rPr lang="en-US" altLang="zh-CN" sz="2400">
                <a:solidFill>
                  <a:srgbClr val="FFCC00"/>
                </a:solidFill>
                <a:latin typeface="Times New Roman" panose="02020603050405020304" pitchFamily="2" charset="0"/>
                <a:ea typeface="文鼎CS大宋" pitchFamily="1" charset="-122"/>
              </a:rPr>
              <a:t>instruction set</a:t>
            </a:r>
            <a:r>
              <a:rPr lang="zh-CN" altLang="en-US" sz="2400">
                <a:solidFill>
                  <a:srgbClr val="FFCC00"/>
                </a:solidFill>
                <a:latin typeface="Times New Roman" panose="02020603050405020304" pitchFamily="2" charset="0"/>
                <a:ea typeface="文鼎CS大宋" pitchFamily="1" charset="-122"/>
              </a:rPr>
              <a:t>）</a:t>
            </a:r>
          </a:p>
        </p:txBody>
      </p:sp>
      <p:sp>
        <p:nvSpPr>
          <p:cNvPr id="29727" name="矩形 29726"/>
          <p:cNvSpPr/>
          <p:nvPr/>
        </p:nvSpPr>
        <p:spPr>
          <a:xfrm>
            <a:off x="971550" y="1341438"/>
            <a:ext cx="736600" cy="361950"/>
          </a:xfrm>
          <a:prstGeom prst="rect">
            <a:avLst/>
          </a:prstGeom>
          <a:noFill/>
          <a:ln w="9525">
            <a:noFill/>
          </a:ln>
        </p:spPr>
        <p:txBody>
          <a:bodyPr wrap="none" lIns="63500" tIns="25400" rIns="63500" bIns="25400">
            <a:spAutoFit/>
          </a:bodyPr>
          <a:lstStyle/>
          <a:p>
            <a:pPr eaLnBrk="0" hangingPunct="0">
              <a:lnSpc>
                <a:spcPct val="85000"/>
              </a:lnSpc>
            </a:pPr>
            <a:r>
              <a:rPr lang="zh-CN" altLang="en-US" sz="2400">
                <a:solidFill>
                  <a:srgbClr val="0000CC"/>
                </a:solidFill>
                <a:latin typeface="Times New Roman" panose="02020603050405020304" pitchFamily="2" charset="0"/>
                <a:ea typeface="华文中宋" panose="02010600040101010101" pitchFamily="2" charset="-122"/>
              </a:rPr>
              <a:t>软件</a:t>
            </a:r>
          </a:p>
        </p:txBody>
      </p:sp>
      <p:sp>
        <p:nvSpPr>
          <p:cNvPr id="29728" name="矩形 29727"/>
          <p:cNvSpPr/>
          <p:nvPr/>
        </p:nvSpPr>
        <p:spPr>
          <a:xfrm>
            <a:off x="1044575" y="3789363"/>
            <a:ext cx="736600" cy="361950"/>
          </a:xfrm>
          <a:prstGeom prst="rect">
            <a:avLst/>
          </a:prstGeom>
          <a:noFill/>
          <a:ln w="9525">
            <a:noFill/>
          </a:ln>
        </p:spPr>
        <p:txBody>
          <a:bodyPr wrap="none" lIns="63500" tIns="25400" rIns="63500" bIns="25400">
            <a:spAutoFit/>
          </a:bodyPr>
          <a:lstStyle/>
          <a:p>
            <a:pPr eaLnBrk="0" hangingPunct="0">
              <a:lnSpc>
                <a:spcPct val="85000"/>
              </a:lnSpc>
            </a:pPr>
            <a:r>
              <a:rPr lang="zh-CN" altLang="en-US" sz="2400">
                <a:solidFill>
                  <a:srgbClr val="0000CC"/>
                </a:solidFill>
                <a:latin typeface="Arial" panose="020B0604020202020204" pitchFamily="34" charset="0"/>
                <a:ea typeface="华文中宋" panose="02010600040101010101" pitchFamily="2" charset="-122"/>
              </a:rPr>
              <a:t>硬件</a:t>
            </a:r>
          </a:p>
        </p:txBody>
      </p:sp>
      <p:graphicFrame>
        <p:nvGraphicFramePr>
          <p:cNvPr id="29729" name="对象 29728"/>
          <p:cNvGraphicFramePr>
            <a:graphicFrameLocks noChangeAspect="1"/>
          </p:cNvGraphicFramePr>
          <p:nvPr/>
        </p:nvGraphicFramePr>
        <p:xfrm>
          <a:off x="3708400" y="2133600"/>
          <a:ext cx="762000" cy="533400"/>
        </p:xfrm>
        <a:graphic>
          <a:graphicData uri="http://schemas.openxmlformats.org/presentationml/2006/ole">
            <mc:AlternateContent xmlns:mc="http://schemas.openxmlformats.org/markup-compatibility/2006">
              <mc:Choice xmlns:v="urn:schemas-microsoft-com:vml" Requires="v">
                <p:oleObj r:id="rId3" imgW="1362075" imgH="1371600" progId="PBrush">
                  <p:embed/>
                </p:oleObj>
              </mc:Choice>
              <mc:Fallback>
                <p:oleObj r:id="rId3" imgW="1362075" imgH="1371600" progId="PBrush">
                  <p:embed/>
                  <p:pic>
                    <p:nvPicPr>
                      <p:cNvPr id="0" name="图片 3083"/>
                      <p:cNvPicPr/>
                      <p:nvPr/>
                    </p:nvPicPr>
                    <p:blipFill>
                      <a:blip r:embed="rId4"/>
                      <a:stretch>
                        <a:fillRect/>
                      </a:stretch>
                    </p:blipFill>
                    <p:spPr>
                      <a:xfrm>
                        <a:off x="3708400" y="2133600"/>
                        <a:ext cx="762000" cy="533400"/>
                      </a:xfrm>
                      <a:prstGeom prst="rect">
                        <a:avLst/>
                      </a:prstGeom>
                      <a:noFill/>
                      <a:ln w="38100">
                        <a:noFill/>
                        <a:miter/>
                      </a:ln>
                    </p:spPr>
                  </p:pic>
                </p:oleObj>
              </mc:Fallback>
            </mc:AlternateContent>
          </a:graphicData>
        </a:graphic>
      </p:graphicFrame>
      <p:pic>
        <p:nvPicPr>
          <p:cNvPr id="29730" name="图片 29729" descr="cpu03"/>
          <p:cNvPicPr>
            <a:picLocks noChangeAspect="1"/>
          </p:cNvPicPr>
          <p:nvPr/>
        </p:nvPicPr>
        <p:blipFill>
          <a:blip r:embed="rId5"/>
          <a:stretch>
            <a:fillRect/>
          </a:stretch>
        </p:blipFill>
        <p:spPr>
          <a:xfrm>
            <a:off x="3419475" y="3286125"/>
            <a:ext cx="1828800" cy="130492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30721"/>
          <p:cNvSpPr>
            <a:spLocks noGrp="1"/>
          </p:cNvSpPr>
          <p:nvPr>
            <p:ph type="title"/>
          </p:nvPr>
        </p:nvSpPr>
        <p:spPr>
          <a:ln/>
        </p:spPr>
        <p:txBody>
          <a:bodyPr anchor="b" anchorCtr="0"/>
          <a:lstStyle/>
          <a:p>
            <a:r>
              <a:rPr lang="zh-CN" altLang="en-US" dirty="0"/>
              <a:t>计算机系统结构：</a:t>
            </a:r>
          </a:p>
        </p:txBody>
      </p:sp>
      <p:sp>
        <p:nvSpPr>
          <p:cNvPr id="30723" name="文本占位符 30722"/>
          <p:cNvSpPr>
            <a:spLocks noGrp="1"/>
          </p:cNvSpPr>
          <p:nvPr>
            <p:ph type="body" idx="1"/>
          </p:nvPr>
        </p:nvSpPr>
        <p:spPr>
          <a:ln/>
        </p:spPr>
        <p:txBody>
          <a:bodyPr/>
          <a:lstStyle/>
          <a:p>
            <a:r>
              <a:rPr lang="zh-CN" altLang="en-US" dirty="0"/>
              <a:t>冯</a:t>
            </a:r>
            <a:r>
              <a:rPr lang="zh-CN" altLang="en-US" dirty="0">
                <a:ea typeface="宋体" panose="02010600030101010101" pitchFamily="2" charset="-122"/>
              </a:rPr>
              <a:t>・</a:t>
            </a:r>
            <a:r>
              <a:rPr lang="zh-CN" altLang="en-US" dirty="0"/>
              <a:t>诺依曼结构</a:t>
            </a:r>
          </a:p>
          <a:p>
            <a:r>
              <a:rPr lang="zh-CN" altLang="en-US" dirty="0"/>
              <a:t>哈佛结构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31745"/>
          <p:cNvSpPr>
            <a:spLocks noGrp="1"/>
          </p:cNvSpPr>
          <p:nvPr>
            <p:ph type="title"/>
          </p:nvPr>
        </p:nvSpPr>
        <p:spPr>
          <a:xfrm>
            <a:off x="107950" y="117475"/>
            <a:ext cx="6629400" cy="574675"/>
          </a:xfrm>
          <a:ln/>
        </p:spPr>
        <p:txBody>
          <a:bodyPr anchor="b" anchorCtr="0"/>
          <a:lstStyle/>
          <a:p>
            <a:r>
              <a:rPr lang="zh-CN" altLang="en-US"/>
              <a:t>电子计算机的设计思想</a:t>
            </a:r>
          </a:p>
        </p:txBody>
      </p:sp>
      <p:sp>
        <p:nvSpPr>
          <p:cNvPr id="31747" name="文本占位符 31746"/>
          <p:cNvSpPr>
            <a:spLocks noGrp="1"/>
          </p:cNvSpPr>
          <p:nvPr>
            <p:ph type="body" idx="1"/>
          </p:nvPr>
        </p:nvSpPr>
        <p:spPr>
          <a:xfrm>
            <a:off x="396875" y="981075"/>
            <a:ext cx="8135938" cy="5256213"/>
          </a:xfrm>
          <a:ln/>
        </p:spPr>
        <p:txBody>
          <a:bodyPr/>
          <a:lstStyle/>
          <a:p>
            <a:pPr>
              <a:lnSpc>
                <a:spcPct val="100000"/>
              </a:lnSpc>
            </a:pPr>
            <a:r>
              <a:rPr lang="zh-CN" altLang="en-US" sz="2800" b="1" dirty="0">
                <a:solidFill>
                  <a:srgbClr val="A50021"/>
                </a:solidFill>
                <a:ea typeface="楷体_GB2312" pitchFamily="1" charset="-122"/>
              </a:rPr>
              <a:t>存储程序控制</a:t>
            </a:r>
          </a:p>
          <a:p>
            <a:pPr>
              <a:lnSpc>
                <a:spcPct val="100000"/>
              </a:lnSpc>
            </a:pPr>
            <a:r>
              <a:rPr lang="zh-CN" altLang="en-US" sz="2800" b="1" dirty="0"/>
              <a:t>“存储程序”是把指令以代码的形式事先输入到计算机的主存储器中，即用记忆数据的同 一装置存储执行运算的命令，这些指令按一定的规则组成程序；</a:t>
            </a:r>
          </a:p>
          <a:p>
            <a:pPr>
              <a:lnSpc>
                <a:spcPct val="100000"/>
              </a:lnSpc>
            </a:pPr>
            <a:r>
              <a:rPr lang="zh-CN" altLang="en-US" sz="2800" b="1" dirty="0"/>
              <a:t>“程序控制”是当计算机启动后，程序就会控制计算机按规定的顺序逐条执行指令，自动完成预定的信息处理任务。</a:t>
            </a:r>
          </a:p>
          <a:p>
            <a:pPr>
              <a:lnSpc>
                <a:spcPct val="100000"/>
              </a:lnSpc>
            </a:pPr>
            <a:r>
              <a:rPr lang="zh-CN" altLang="en-US" sz="2800" b="1" dirty="0"/>
              <a:t>冯</a:t>
            </a:r>
            <a:r>
              <a:rPr lang="zh-CN" altLang="en-US" sz="2800" b="1" dirty="0">
                <a:ea typeface="宋体" panose="02010600030101010101" pitchFamily="2" charset="-122"/>
              </a:rPr>
              <a:t>・</a:t>
            </a:r>
            <a:r>
              <a:rPr lang="zh-CN" altLang="en-US" sz="2800" b="1" dirty="0"/>
              <a:t>诺依曼型计算机的设计思想：</a:t>
            </a:r>
            <a:r>
              <a:rPr lang="zh-CN" altLang="en-US" sz="2800" b="1" dirty="0">
                <a:solidFill>
                  <a:srgbClr val="A50021"/>
                </a:solidFill>
                <a:ea typeface="华文新魏" panose="02010800040101010101" pitchFamily="2" charset="-122"/>
              </a:rPr>
              <a:t>存储程序并按地址顺序执行。</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占位符 32769"/>
          <p:cNvSpPr>
            <a:spLocks noGrp="1"/>
          </p:cNvSpPr>
          <p:nvPr>
            <p:ph type="body" idx="1"/>
          </p:nvPr>
        </p:nvSpPr>
        <p:spPr>
          <a:xfrm>
            <a:off x="304800" y="1066800"/>
            <a:ext cx="8153400" cy="5410200"/>
          </a:xfrm>
          <a:ln/>
        </p:spPr>
        <p:txBody>
          <a:bodyPr/>
          <a:lstStyle/>
          <a:p>
            <a:pPr marL="1905" indent="-1905">
              <a:lnSpc>
                <a:spcPct val="100000"/>
              </a:lnSpc>
              <a:buNone/>
            </a:pPr>
            <a:r>
              <a:rPr lang="zh-CN" altLang="en-US" b="1" dirty="0"/>
              <a:t>一.硬件系统</a:t>
            </a:r>
          </a:p>
          <a:p>
            <a:pPr marL="1905" indent="-1905">
              <a:lnSpc>
                <a:spcPct val="100000"/>
              </a:lnSpc>
              <a:buNone/>
            </a:pPr>
            <a:r>
              <a:rPr lang="zh-CN" altLang="en-US" b="1" dirty="0"/>
              <a:t>   运算器、 控制器、 存储器、 输入设备、输出设备</a:t>
            </a:r>
          </a:p>
          <a:p>
            <a:pPr marL="1905" indent="-1905">
              <a:lnSpc>
                <a:spcPct val="100000"/>
              </a:lnSpc>
              <a:buNone/>
            </a:pPr>
            <a:r>
              <a:rPr lang="zh-CN" altLang="en-US" sz="1600" b="1" dirty="0">
                <a:solidFill>
                  <a:schemeClr val="folHlink"/>
                </a:solidFill>
              </a:rPr>
              <a:t>                                                </a:t>
            </a:r>
            <a:endParaRPr lang="zh-CN" altLang="en-US" sz="1200" b="1" dirty="0"/>
          </a:p>
          <a:p>
            <a:pPr marL="1905" indent="-1905">
              <a:lnSpc>
                <a:spcPct val="100000"/>
              </a:lnSpc>
            </a:pPr>
            <a:endParaRPr lang="zh-CN" altLang="en-US" sz="1200" b="1" dirty="0"/>
          </a:p>
          <a:p>
            <a:pPr marL="1905" indent="-1905">
              <a:lnSpc>
                <a:spcPct val="100000"/>
              </a:lnSpc>
            </a:pPr>
            <a:endParaRPr lang="zh-CN" altLang="en-US" sz="1200" b="1" dirty="0"/>
          </a:p>
          <a:p>
            <a:pPr marL="1905" indent="-1905">
              <a:lnSpc>
                <a:spcPct val="100000"/>
              </a:lnSpc>
            </a:pPr>
            <a:endParaRPr lang="zh-CN" altLang="en-US" sz="1200" b="1" dirty="0"/>
          </a:p>
          <a:p>
            <a:pPr marL="1905" indent="-359410">
              <a:lnSpc>
                <a:spcPct val="100000"/>
              </a:lnSpc>
              <a:buNone/>
            </a:pPr>
            <a:r>
              <a:rPr lang="zh-CN" altLang="en-US" b="1" dirty="0"/>
              <a:t>二.软件系统</a:t>
            </a:r>
          </a:p>
          <a:p>
            <a:pPr marL="1905" indent="-1905">
              <a:lnSpc>
                <a:spcPct val="100000"/>
              </a:lnSpc>
              <a:buNone/>
            </a:pPr>
            <a:r>
              <a:rPr lang="zh-CN" altLang="en-US" b="1" dirty="0"/>
              <a:t>系统软件：OS，语言处理，服务程序，数据库管理系统</a:t>
            </a:r>
          </a:p>
          <a:p>
            <a:pPr marL="1905" indent="-1905">
              <a:lnSpc>
                <a:spcPct val="100000"/>
              </a:lnSpc>
              <a:buNone/>
            </a:pPr>
            <a:r>
              <a:rPr lang="zh-CN" altLang="en-US" b="1" dirty="0">
                <a:solidFill>
                  <a:srgbClr val="A50021"/>
                </a:solidFill>
              </a:rPr>
              <a:t>用来提高使用效率，发挥和扩大计算机功能和用途的程序</a:t>
            </a:r>
            <a:r>
              <a:rPr lang="zh-CN" altLang="en-US" b="1" dirty="0">
                <a:solidFill>
                  <a:schemeClr val="folHlink"/>
                </a:solidFill>
              </a:rPr>
              <a:t>。</a:t>
            </a:r>
          </a:p>
          <a:p>
            <a:pPr marL="1905" indent="-1905">
              <a:lnSpc>
                <a:spcPct val="100000"/>
              </a:lnSpc>
              <a:buNone/>
            </a:pPr>
            <a:r>
              <a:rPr lang="zh-CN" altLang="en-US" b="1" dirty="0"/>
              <a:t>应用软件：工程设计，数据处理，自动控制，企业管理</a:t>
            </a:r>
          </a:p>
          <a:p>
            <a:pPr marL="1905" indent="-1905">
              <a:lnSpc>
                <a:spcPct val="100000"/>
              </a:lnSpc>
              <a:buNone/>
            </a:pPr>
            <a:r>
              <a:rPr lang="zh-CN" altLang="en-US" b="1" dirty="0"/>
              <a:t>             </a:t>
            </a:r>
            <a:r>
              <a:rPr lang="zh-CN" altLang="en-US" b="1" dirty="0">
                <a:solidFill>
                  <a:srgbClr val="A50021"/>
                </a:solidFill>
              </a:rPr>
              <a:t>用户用来解决某些问题而编制的程序。</a:t>
            </a:r>
            <a:endParaRPr lang="zh-CN" altLang="en-US" sz="1400" b="1" dirty="0">
              <a:solidFill>
                <a:schemeClr val="folHlink"/>
              </a:solidFill>
            </a:endParaRPr>
          </a:p>
        </p:txBody>
      </p:sp>
      <p:grpSp>
        <p:nvGrpSpPr>
          <p:cNvPr id="32771" name="组合 32770"/>
          <p:cNvGrpSpPr/>
          <p:nvPr/>
        </p:nvGrpSpPr>
        <p:grpSpPr>
          <a:xfrm>
            <a:off x="468313" y="1989138"/>
            <a:ext cx="6705600" cy="1831975"/>
            <a:chOff x="0" y="0"/>
            <a:chExt cx="4224" cy="1154"/>
          </a:xfrm>
        </p:grpSpPr>
        <p:sp>
          <p:nvSpPr>
            <p:cNvPr id="32772" name="直接连接符 32771"/>
            <p:cNvSpPr/>
            <p:nvPr/>
          </p:nvSpPr>
          <p:spPr>
            <a:xfrm>
              <a:off x="96" y="242"/>
              <a:ext cx="4032" cy="0"/>
            </a:xfrm>
            <a:prstGeom prst="line">
              <a:avLst/>
            </a:prstGeom>
            <a:ln w="57150" cap="flat" cmpd="sng">
              <a:solidFill>
                <a:schemeClr val="tx1"/>
              </a:solidFill>
              <a:prstDash val="solid"/>
              <a:headEnd type="none" w="med" len="med"/>
              <a:tailEnd type="none" w="med" len="med"/>
            </a:ln>
          </p:spPr>
        </p:sp>
        <p:sp>
          <p:nvSpPr>
            <p:cNvPr id="32773" name="矩形 32772"/>
            <p:cNvSpPr/>
            <p:nvPr/>
          </p:nvSpPr>
          <p:spPr>
            <a:xfrm>
              <a:off x="288" y="434"/>
              <a:ext cx="384" cy="624"/>
            </a:xfrm>
            <a:prstGeom prst="rect">
              <a:avLst/>
            </a:prstGeom>
            <a:solidFill>
              <a:srgbClr val="FF99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9966"/>
              </a:extrusionClr>
            </a:sp3d>
          </p:spPr>
          <p:txBody>
            <a:bodyPr wrap="none" anchor="ctr" anchorCtr="0">
              <a:flatTx/>
            </a:bodyPr>
            <a:lstStyle/>
            <a:p>
              <a:pPr algn="ctr"/>
              <a:endParaRPr sz="2400">
                <a:latin typeface="Times New Roman" panose="02020603050405020304" pitchFamily="2" charset="0"/>
              </a:endParaRPr>
            </a:p>
          </p:txBody>
        </p:sp>
        <p:sp>
          <p:nvSpPr>
            <p:cNvPr id="32774" name="矩形 32773"/>
            <p:cNvSpPr/>
            <p:nvPr/>
          </p:nvSpPr>
          <p:spPr>
            <a:xfrm>
              <a:off x="912" y="434"/>
              <a:ext cx="384" cy="624"/>
            </a:xfrm>
            <a:prstGeom prst="rect">
              <a:avLst/>
            </a:prstGeom>
            <a:solidFill>
              <a:srgbClr val="FF99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9966"/>
              </a:extrusionClr>
            </a:sp3d>
          </p:spPr>
          <p:txBody>
            <a:bodyPr wrap="none" anchor="ctr" anchorCtr="0">
              <a:flatTx/>
            </a:bodyPr>
            <a:lstStyle/>
            <a:p>
              <a:pPr algn="ctr"/>
              <a:endParaRPr sz="800">
                <a:latin typeface="Times New Roman" panose="02020603050405020304" pitchFamily="2" charset="0"/>
              </a:endParaRPr>
            </a:p>
          </p:txBody>
        </p:sp>
        <p:sp>
          <p:nvSpPr>
            <p:cNvPr id="32775" name="矩形 32774"/>
            <p:cNvSpPr/>
            <p:nvPr/>
          </p:nvSpPr>
          <p:spPr>
            <a:xfrm>
              <a:off x="1536" y="434"/>
              <a:ext cx="384" cy="624"/>
            </a:xfrm>
            <a:prstGeom prst="rect">
              <a:avLst/>
            </a:prstGeom>
            <a:solidFill>
              <a:srgbClr val="FF99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9966"/>
              </a:extrusionClr>
            </a:sp3d>
          </p:spPr>
          <p:txBody>
            <a:bodyPr wrap="none" anchor="ctr" anchorCtr="0">
              <a:flatTx/>
            </a:bodyPr>
            <a:lstStyle/>
            <a:p>
              <a:pPr algn="ctr"/>
              <a:endParaRPr sz="2400">
                <a:latin typeface="Times New Roman" panose="02020603050405020304" pitchFamily="2" charset="0"/>
              </a:endParaRPr>
            </a:p>
          </p:txBody>
        </p:sp>
        <p:sp>
          <p:nvSpPr>
            <p:cNvPr id="32776" name="矩形 32775"/>
            <p:cNvSpPr/>
            <p:nvPr/>
          </p:nvSpPr>
          <p:spPr>
            <a:xfrm>
              <a:off x="2208" y="434"/>
              <a:ext cx="528" cy="192"/>
            </a:xfrm>
            <a:prstGeom prst="rect">
              <a:avLst/>
            </a:prstGeom>
            <a:solidFill>
              <a:schemeClr val="accent1"/>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lstStyle/>
            <a:p>
              <a:pPr algn="ctr"/>
              <a:r>
                <a:rPr lang="zh-CN" altLang="en-US" sz="1600">
                  <a:latin typeface="Times New Roman" panose="02020603050405020304" pitchFamily="2" charset="0"/>
                </a:rPr>
                <a:t>接口</a:t>
              </a:r>
            </a:p>
          </p:txBody>
        </p:sp>
        <p:sp>
          <p:nvSpPr>
            <p:cNvPr id="32777" name="矩形 32776"/>
            <p:cNvSpPr/>
            <p:nvPr/>
          </p:nvSpPr>
          <p:spPr>
            <a:xfrm>
              <a:off x="3408" y="434"/>
              <a:ext cx="528" cy="192"/>
            </a:xfrm>
            <a:prstGeom prst="rect">
              <a:avLst/>
            </a:prstGeom>
            <a:solidFill>
              <a:schemeClr val="accent1"/>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chemeClr val="accent1"/>
              </a:extrusionClr>
            </a:sp3d>
          </p:spPr>
          <p:txBody>
            <a:bodyPr wrap="none" anchor="ctr" anchorCtr="0">
              <a:flatTx/>
            </a:bodyPr>
            <a:lstStyle/>
            <a:p>
              <a:pPr algn="ctr"/>
              <a:r>
                <a:rPr lang="zh-CN" altLang="en-US" sz="1600">
                  <a:latin typeface="Times New Roman" panose="02020603050405020304" pitchFamily="2" charset="0"/>
                </a:rPr>
                <a:t>接口</a:t>
              </a:r>
            </a:p>
          </p:txBody>
        </p:sp>
        <p:sp>
          <p:nvSpPr>
            <p:cNvPr id="32778" name="矩形 32777"/>
            <p:cNvSpPr/>
            <p:nvPr/>
          </p:nvSpPr>
          <p:spPr>
            <a:xfrm>
              <a:off x="2112" y="818"/>
              <a:ext cx="528" cy="336"/>
            </a:xfrm>
            <a:prstGeom prst="rect">
              <a:avLst/>
            </a:prstGeom>
            <a:solidFill>
              <a:srgbClr val="FF99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9966"/>
              </a:extrusionClr>
            </a:sp3d>
          </p:spPr>
          <p:txBody>
            <a:bodyPr wrap="none" anchor="ctr" anchorCtr="0">
              <a:flatTx/>
            </a:bodyPr>
            <a:lstStyle/>
            <a:p>
              <a:pPr algn="ctr"/>
              <a:r>
                <a:rPr lang="zh-CN" altLang="en-US" sz="1600">
                  <a:latin typeface="Times New Roman" panose="02020603050405020304" pitchFamily="2" charset="0"/>
                </a:rPr>
                <a:t>设备</a:t>
              </a:r>
            </a:p>
          </p:txBody>
        </p:sp>
        <p:sp>
          <p:nvSpPr>
            <p:cNvPr id="32779" name="矩形 32778"/>
            <p:cNvSpPr/>
            <p:nvPr/>
          </p:nvSpPr>
          <p:spPr>
            <a:xfrm>
              <a:off x="3360" y="818"/>
              <a:ext cx="528" cy="336"/>
            </a:xfrm>
            <a:prstGeom prst="rect">
              <a:avLst/>
            </a:prstGeom>
            <a:solidFill>
              <a:srgbClr val="FF9966"/>
            </a:solidFill>
            <a:ln w="9525" cap="flat" cmpd="sng">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FF9966"/>
              </a:extrusionClr>
            </a:sp3d>
          </p:spPr>
          <p:txBody>
            <a:bodyPr wrap="none" anchor="ctr" anchorCtr="0">
              <a:flatTx/>
            </a:bodyPr>
            <a:lstStyle/>
            <a:p>
              <a:pPr algn="ctr"/>
              <a:r>
                <a:rPr lang="zh-CN" altLang="en-US" sz="1600">
                  <a:latin typeface="Times New Roman" panose="02020603050405020304" pitchFamily="2" charset="0"/>
                </a:rPr>
                <a:t>设备</a:t>
              </a:r>
            </a:p>
          </p:txBody>
        </p:sp>
        <p:sp>
          <p:nvSpPr>
            <p:cNvPr id="32780" name="直接连接符 32779"/>
            <p:cNvSpPr/>
            <p:nvPr/>
          </p:nvSpPr>
          <p:spPr>
            <a:xfrm>
              <a:off x="480" y="242"/>
              <a:ext cx="0" cy="192"/>
            </a:xfrm>
            <a:prstGeom prst="line">
              <a:avLst/>
            </a:prstGeom>
            <a:ln w="9525" cap="flat" cmpd="sng">
              <a:solidFill>
                <a:schemeClr val="tx1"/>
              </a:solidFill>
              <a:prstDash val="solid"/>
              <a:headEnd type="none" w="med" len="med"/>
              <a:tailEnd type="none" w="med" len="med"/>
            </a:ln>
          </p:spPr>
        </p:sp>
        <p:sp>
          <p:nvSpPr>
            <p:cNvPr id="32781" name="直接连接符 32780"/>
            <p:cNvSpPr/>
            <p:nvPr/>
          </p:nvSpPr>
          <p:spPr>
            <a:xfrm>
              <a:off x="1104" y="242"/>
              <a:ext cx="0" cy="192"/>
            </a:xfrm>
            <a:prstGeom prst="line">
              <a:avLst/>
            </a:prstGeom>
            <a:ln w="9525" cap="flat" cmpd="sng">
              <a:solidFill>
                <a:schemeClr val="tx1"/>
              </a:solidFill>
              <a:prstDash val="solid"/>
              <a:headEnd type="none" w="med" len="med"/>
              <a:tailEnd type="none" w="med" len="med"/>
            </a:ln>
          </p:spPr>
        </p:sp>
        <p:sp>
          <p:nvSpPr>
            <p:cNvPr id="32782" name="直接连接符 32781"/>
            <p:cNvSpPr/>
            <p:nvPr/>
          </p:nvSpPr>
          <p:spPr>
            <a:xfrm>
              <a:off x="1776" y="242"/>
              <a:ext cx="0" cy="192"/>
            </a:xfrm>
            <a:prstGeom prst="line">
              <a:avLst/>
            </a:prstGeom>
            <a:ln w="9525" cap="flat" cmpd="sng">
              <a:solidFill>
                <a:schemeClr val="tx1"/>
              </a:solidFill>
              <a:prstDash val="solid"/>
              <a:headEnd type="none" w="med" len="med"/>
              <a:tailEnd type="none" w="med" len="med"/>
            </a:ln>
          </p:spPr>
        </p:sp>
        <p:sp>
          <p:nvSpPr>
            <p:cNvPr id="32783" name="直接连接符 32782"/>
            <p:cNvSpPr/>
            <p:nvPr/>
          </p:nvSpPr>
          <p:spPr>
            <a:xfrm>
              <a:off x="2448" y="242"/>
              <a:ext cx="0" cy="144"/>
            </a:xfrm>
            <a:prstGeom prst="line">
              <a:avLst/>
            </a:prstGeom>
            <a:ln w="9525" cap="flat" cmpd="sng">
              <a:solidFill>
                <a:schemeClr val="tx1"/>
              </a:solidFill>
              <a:prstDash val="solid"/>
              <a:headEnd type="none" w="med" len="med"/>
              <a:tailEnd type="none" w="med" len="med"/>
            </a:ln>
          </p:spPr>
        </p:sp>
        <p:sp>
          <p:nvSpPr>
            <p:cNvPr id="32784" name="直接连接符 32783"/>
            <p:cNvSpPr/>
            <p:nvPr/>
          </p:nvSpPr>
          <p:spPr>
            <a:xfrm>
              <a:off x="3648" y="242"/>
              <a:ext cx="0" cy="144"/>
            </a:xfrm>
            <a:prstGeom prst="line">
              <a:avLst/>
            </a:prstGeom>
            <a:ln w="9525" cap="flat" cmpd="sng">
              <a:solidFill>
                <a:schemeClr val="tx1"/>
              </a:solidFill>
              <a:prstDash val="solid"/>
              <a:headEnd type="none" w="med" len="med"/>
              <a:tailEnd type="none" w="med" len="med"/>
            </a:ln>
          </p:spPr>
        </p:sp>
        <p:sp>
          <p:nvSpPr>
            <p:cNvPr id="32785" name="直接连接符 32784"/>
            <p:cNvSpPr/>
            <p:nvPr/>
          </p:nvSpPr>
          <p:spPr>
            <a:xfrm>
              <a:off x="2448" y="626"/>
              <a:ext cx="0" cy="144"/>
            </a:xfrm>
            <a:prstGeom prst="line">
              <a:avLst/>
            </a:prstGeom>
            <a:ln w="9525" cap="flat" cmpd="sng">
              <a:solidFill>
                <a:schemeClr val="tx1"/>
              </a:solidFill>
              <a:prstDash val="solid"/>
              <a:headEnd type="none" w="med" len="med"/>
              <a:tailEnd type="none" w="med" len="med"/>
            </a:ln>
          </p:spPr>
        </p:sp>
        <p:sp>
          <p:nvSpPr>
            <p:cNvPr id="32786" name="直接连接符 32785"/>
            <p:cNvSpPr/>
            <p:nvPr/>
          </p:nvSpPr>
          <p:spPr>
            <a:xfrm>
              <a:off x="3648" y="626"/>
              <a:ext cx="0" cy="144"/>
            </a:xfrm>
            <a:prstGeom prst="line">
              <a:avLst/>
            </a:prstGeom>
            <a:ln w="9525" cap="flat" cmpd="sng">
              <a:solidFill>
                <a:schemeClr val="tx1"/>
              </a:solidFill>
              <a:prstDash val="solid"/>
              <a:headEnd type="none" w="med" len="med"/>
              <a:tailEnd type="none" w="med" len="med"/>
            </a:ln>
          </p:spPr>
        </p:sp>
        <p:sp>
          <p:nvSpPr>
            <p:cNvPr id="32787" name="文本框 32786"/>
            <p:cNvSpPr txBox="1"/>
            <p:nvPr/>
          </p:nvSpPr>
          <p:spPr>
            <a:xfrm>
              <a:off x="288" y="512"/>
              <a:ext cx="244" cy="520"/>
            </a:xfrm>
            <a:prstGeom prst="rect">
              <a:avLst/>
            </a:prstGeom>
            <a:noFill/>
            <a:ln w="9525">
              <a:noFill/>
            </a:ln>
          </p:spPr>
          <p:txBody>
            <a:bodyPr wrap="none" anchor="t" anchorCtr="0">
              <a:spAutoFit/>
            </a:bodyPr>
            <a:lstStyle/>
            <a:p>
              <a:r>
                <a:rPr lang="zh-CN" altLang="en-US" sz="1600">
                  <a:latin typeface="Times New Roman" panose="02020603050405020304" pitchFamily="2" charset="0"/>
                </a:rPr>
                <a:t>运</a:t>
              </a:r>
            </a:p>
            <a:p>
              <a:r>
                <a:rPr lang="zh-CN" altLang="en-US" sz="1600">
                  <a:latin typeface="Times New Roman" panose="02020603050405020304" pitchFamily="2" charset="0"/>
                </a:rPr>
                <a:t>算</a:t>
              </a:r>
            </a:p>
            <a:p>
              <a:r>
                <a:rPr lang="zh-CN" altLang="en-US" sz="1600">
                  <a:latin typeface="Times New Roman" panose="02020603050405020304" pitchFamily="2" charset="0"/>
                </a:rPr>
                <a:t>器</a:t>
              </a:r>
            </a:p>
          </p:txBody>
        </p:sp>
        <p:sp>
          <p:nvSpPr>
            <p:cNvPr id="32788" name="文本框 32787"/>
            <p:cNvSpPr txBox="1"/>
            <p:nvPr/>
          </p:nvSpPr>
          <p:spPr>
            <a:xfrm>
              <a:off x="912" y="338"/>
              <a:ext cx="244" cy="674"/>
            </a:xfrm>
            <a:prstGeom prst="rect">
              <a:avLst/>
            </a:prstGeom>
            <a:noFill/>
            <a:ln w="9525">
              <a:noFill/>
            </a:ln>
          </p:spPr>
          <p:txBody>
            <a:bodyPr wrap="none" anchor="t" anchorCtr="0">
              <a:spAutoFit/>
            </a:bodyPr>
            <a:lstStyle/>
            <a:p>
              <a:endParaRPr lang="en-US" altLang="zh-CN" sz="1600">
                <a:latin typeface="Times New Roman" panose="02020603050405020304" pitchFamily="2" charset="0"/>
              </a:endParaRPr>
            </a:p>
            <a:p>
              <a:r>
                <a:rPr lang="zh-CN" altLang="en-US" sz="1600">
                  <a:latin typeface="Times New Roman" panose="02020603050405020304" pitchFamily="2" charset="0"/>
                </a:rPr>
                <a:t>控</a:t>
              </a:r>
            </a:p>
            <a:p>
              <a:r>
                <a:rPr lang="zh-CN" altLang="en-US" sz="1600">
                  <a:latin typeface="Times New Roman" panose="02020603050405020304" pitchFamily="2" charset="0"/>
                </a:rPr>
                <a:t>制</a:t>
              </a:r>
            </a:p>
            <a:p>
              <a:r>
                <a:rPr lang="zh-CN" altLang="en-US" sz="1600">
                  <a:latin typeface="Times New Roman" panose="02020603050405020304" pitchFamily="2" charset="0"/>
                </a:rPr>
                <a:t>器</a:t>
              </a:r>
            </a:p>
          </p:txBody>
        </p:sp>
        <p:sp>
          <p:nvSpPr>
            <p:cNvPr id="32789" name="文本框 32788"/>
            <p:cNvSpPr txBox="1"/>
            <p:nvPr/>
          </p:nvSpPr>
          <p:spPr>
            <a:xfrm>
              <a:off x="1622" y="448"/>
              <a:ext cx="260" cy="577"/>
            </a:xfrm>
            <a:prstGeom prst="rect">
              <a:avLst/>
            </a:prstGeom>
            <a:noFill/>
            <a:ln w="9525">
              <a:noFill/>
            </a:ln>
          </p:spPr>
          <p:txBody>
            <a:bodyPr wrap="none" anchor="t" anchorCtr="0">
              <a:spAutoFit/>
            </a:bodyPr>
            <a:lstStyle/>
            <a:p>
              <a:r>
                <a:rPr lang="zh-CN" altLang="en-US">
                  <a:latin typeface="Times New Roman" panose="02020603050405020304" pitchFamily="2" charset="0"/>
                </a:rPr>
                <a:t>内</a:t>
              </a:r>
            </a:p>
            <a:p>
              <a:endParaRPr lang="zh-CN" altLang="en-US">
                <a:latin typeface="Times New Roman" panose="02020603050405020304" pitchFamily="2" charset="0"/>
              </a:endParaRPr>
            </a:p>
            <a:p>
              <a:r>
                <a:rPr lang="zh-CN" altLang="en-US">
                  <a:latin typeface="Times New Roman" panose="02020603050405020304" pitchFamily="2" charset="0"/>
                </a:rPr>
                <a:t>存</a:t>
              </a:r>
            </a:p>
          </p:txBody>
        </p:sp>
        <p:sp>
          <p:nvSpPr>
            <p:cNvPr id="32790" name="直接连接符 32789"/>
            <p:cNvSpPr/>
            <p:nvPr/>
          </p:nvSpPr>
          <p:spPr>
            <a:xfrm>
              <a:off x="4080" y="242"/>
              <a:ext cx="144" cy="0"/>
            </a:xfrm>
            <a:prstGeom prst="line">
              <a:avLst/>
            </a:prstGeom>
            <a:ln w="28575" cap="flat" cmpd="sng">
              <a:solidFill>
                <a:schemeClr val="tx1"/>
              </a:solidFill>
              <a:prstDash val="solid"/>
              <a:headEnd type="none" w="med" len="med"/>
              <a:tailEnd type="triangle" w="med" len="med"/>
            </a:ln>
          </p:spPr>
        </p:sp>
        <p:sp>
          <p:nvSpPr>
            <p:cNvPr id="32791" name="直接连接符 32790"/>
            <p:cNvSpPr/>
            <p:nvPr/>
          </p:nvSpPr>
          <p:spPr>
            <a:xfrm flipH="1">
              <a:off x="0" y="242"/>
              <a:ext cx="144" cy="0"/>
            </a:xfrm>
            <a:prstGeom prst="line">
              <a:avLst/>
            </a:prstGeom>
            <a:ln w="28575" cap="flat" cmpd="sng">
              <a:solidFill>
                <a:schemeClr val="tx1"/>
              </a:solidFill>
              <a:prstDash val="solid"/>
              <a:headEnd type="none" w="med" len="med"/>
              <a:tailEnd type="triangle" w="med" len="med"/>
            </a:ln>
          </p:spPr>
        </p:sp>
        <p:sp>
          <p:nvSpPr>
            <p:cNvPr id="32792" name="文本框 32791"/>
            <p:cNvSpPr txBox="1"/>
            <p:nvPr/>
          </p:nvSpPr>
          <p:spPr>
            <a:xfrm>
              <a:off x="1478" y="0"/>
              <a:ext cx="756" cy="250"/>
            </a:xfrm>
            <a:prstGeom prst="rect">
              <a:avLst/>
            </a:prstGeom>
            <a:noFill/>
            <a:ln w="9525">
              <a:noFill/>
            </a:ln>
          </p:spPr>
          <p:txBody>
            <a:bodyPr wrap="none" anchor="t" anchorCtr="0">
              <a:spAutoFit/>
            </a:bodyPr>
            <a:lstStyle/>
            <a:p>
              <a:r>
                <a:rPr lang="zh-CN" altLang="en-US" sz="2000">
                  <a:latin typeface="Times New Roman" panose="02020603050405020304" pitchFamily="2" charset="0"/>
                </a:rPr>
                <a:t>系统总线</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33793"/>
          <p:cNvSpPr>
            <a:spLocks noGrp="1"/>
          </p:cNvSpPr>
          <p:nvPr>
            <p:ph type="body" idx="1"/>
          </p:nvPr>
        </p:nvSpPr>
        <p:spPr>
          <a:xfrm>
            <a:off x="735013" y="873125"/>
            <a:ext cx="7583487" cy="5260975"/>
          </a:xfrm>
          <a:ln/>
        </p:spPr>
        <p:txBody>
          <a:bodyPr/>
          <a:lstStyle/>
          <a:p>
            <a:r>
              <a:rPr lang="zh-CN" altLang="en-US" sz="2400" b="1" u="sng">
                <a:ea typeface="楷体_GB2312" pitchFamily="1" charset="-122"/>
              </a:rPr>
              <a:t>运算器：</a:t>
            </a:r>
            <a:r>
              <a:rPr lang="zh-CN" altLang="en-US" sz="2400" b="1"/>
              <a:t>计算机中进行算术运算和逻辑运算的部件。</a:t>
            </a:r>
          </a:p>
          <a:p>
            <a:r>
              <a:rPr lang="zh-CN" altLang="en-US" sz="2400" b="1" u="sng">
                <a:ea typeface="楷体_GB2312" pitchFamily="1" charset="-122"/>
              </a:rPr>
              <a:t>存储器：</a:t>
            </a:r>
            <a:r>
              <a:rPr lang="zh-CN" altLang="en-US" sz="2400" b="1"/>
              <a:t>存放程序和数据的部件。</a:t>
            </a:r>
          </a:p>
          <a:p>
            <a:r>
              <a:rPr lang="zh-CN" altLang="en-US" sz="2400" b="1" u="sng">
                <a:ea typeface="楷体_GB2312" pitchFamily="1" charset="-122"/>
              </a:rPr>
              <a:t>控制器：</a:t>
            </a:r>
            <a:r>
              <a:rPr lang="zh-CN" altLang="en-US" sz="2400" b="1"/>
              <a:t>控制计算机有条不紊地执行程序的部件。</a:t>
            </a:r>
          </a:p>
          <a:p>
            <a:r>
              <a:rPr lang="zh-CN" altLang="en-US" sz="2400" b="1" u="sng">
                <a:ea typeface="楷体_GB2312" pitchFamily="1" charset="-122"/>
              </a:rPr>
              <a:t>输入设备：</a:t>
            </a:r>
            <a:r>
              <a:rPr lang="zh-CN" altLang="en-US" sz="2400" b="1"/>
              <a:t>能将人们所熟悉的信息形式变换为计算机内部能接收和识别的二进制信息的设备。</a:t>
            </a:r>
          </a:p>
          <a:p>
            <a:r>
              <a:rPr lang="zh-CN" altLang="en-US" sz="2400" b="1" u="sng">
                <a:ea typeface="楷体_GB2312" pitchFamily="1" charset="-122"/>
              </a:rPr>
              <a:t>输出设备：</a:t>
            </a:r>
            <a:r>
              <a:rPr lang="zh-CN" altLang="en-US" sz="2400" b="1"/>
              <a:t>把计算机处理的结果变换为人或其它设备所能接收和识别的信息形式的设备。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iterate type="wd">
                                    <p:tmPct val="100000"/>
                                  </p:iterate>
                                  <p:childTnLst>
                                    <p:set>
                                      <p:cBhvr>
                                        <p:cTn id="6" dur="1" fill="hold">
                                          <p:stCondLst>
                                            <p:cond delay="0"/>
                                          </p:stCondLst>
                                        </p:cTn>
                                        <p:tgtEl>
                                          <p:spTgt spid="33794">
                                            <p:txEl>
                                              <p:pRg st="0" end="0"/>
                                            </p:txEl>
                                          </p:spTgt>
                                        </p:tgtEl>
                                        <p:attrNameLst>
                                          <p:attrName>style.visibility</p:attrName>
                                        </p:attrNameLst>
                                      </p:cBhvr>
                                      <p:to>
                                        <p:strVal val="visible"/>
                                      </p:to>
                                    </p:set>
                                    <p:anim calcmode="lin" valueType="num">
                                      <p:cBhvr additive="base">
                                        <p:cTn id="7" dur="300" fill="hold"/>
                                        <p:tgtEl>
                                          <p:spTgt spid="33794">
                                            <p:txEl>
                                              <p:pRg st="0" end="0"/>
                                            </p:txEl>
                                          </p:spTgt>
                                        </p:tgtEl>
                                        <p:attrNameLst>
                                          <p:attrName>ppt_x</p:attrName>
                                        </p:attrNameLst>
                                      </p:cBhvr>
                                      <p:tavLst>
                                        <p:tav tm="0">
                                          <p:val>
                                            <p:strVal val="#ppt_x"/>
                                          </p:val>
                                        </p:tav>
                                        <p:tav tm="100000">
                                          <p:val>
                                            <p:strVal val="#ppt_x"/>
                                          </p:val>
                                        </p:tav>
                                      </p:tavLst>
                                    </p:anim>
                                    <p:anim calcmode="lin" valueType="num">
                                      <p:cBhvr additive="base">
                                        <p:cTn id="8" dur="300" fill="hold"/>
                                        <p:tgtEl>
                                          <p:spTgt spid="3379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iterate type="wd">
                                    <p:tmPct val="100000"/>
                                  </p:iterate>
                                  <p:childTnLst>
                                    <p:set>
                                      <p:cBhvr>
                                        <p:cTn id="12" dur="1" fill="hold">
                                          <p:stCondLst>
                                            <p:cond delay="0"/>
                                          </p:stCondLst>
                                        </p:cTn>
                                        <p:tgtEl>
                                          <p:spTgt spid="33794">
                                            <p:txEl>
                                              <p:pRg st="1" end="1"/>
                                            </p:txEl>
                                          </p:spTgt>
                                        </p:tgtEl>
                                        <p:attrNameLst>
                                          <p:attrName>style.visibility</p:attrName>
                                        </p:attrNameLst>
                                      </p:cBhvr>
                                      <p:to>
                                        <p:strVal val="visible"/>
                                      </p:to>
                                    </p:set>
                                    <p:anim calcmode="lin" valueType="num">
                                      <p:cBhvr additive="base">
                                        <p:cTn id="13" dur="300" fill="hold"/>
                                        <p:tgtEl>
                                          <p:spTgt spid="33794">
                                            <p:txEl>
                                              <p:pRg st="1" end="1"/>
                                            </p:txEl>
                                          </p:spTgt>
                                        </p:tgtEl>
                                        <p:attrNameLst>
                                          <p:attrName>ppt_x</p:attrName>
                                        </p:attrNameLst>
                                      </p:cBhvr>
                                      <p:tavLst>
                                        <p:tav tm="0">
                                          <p:val>
                                            <p:strVal val="#ppt_x"/>
                                          </p:val>
                                        </p:tav>
                                        <p:tav tm="100000">
                                          <p:val>
                                            <p:strVal val="#ppt_x"/>
                                          </p:val>
                                        </p:tav>
                                      </p:tavLst>
                                    </p:anim>
                                    <p:anim calcmode="lin" valueType="num">
                                      <p:cBhvr additive="base">
                                        <p:cTn id="14" dur="300" fill="hold"/>
                                        <p:tgtEl>
                                          <p:spTgt spid="33794">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iterate type="wd">
                                    <p:tmPct val="100000"/>
                                  </p:iterate>
                                  <p:childTnLst>
                                    <p:set>
                                      <p:cBhvr>
                                        <p:cTn id="18" dur="1" fill="hold">
                                          <p:stCondLst>
                                            <p:cond delay="0"/>
                                          </p:stCondLst>
                                        </p:cTn>
                                        <p:tgtEl>
                                          <p:spTgt spid="33794">
                                            <p:txEl>
                                              <p:pRg st="2" end="2"/>
                                            </p:txEl>
                                          </p:spTgt>
                                        </p:tgtEl>
                                        <p:attrNameLst>
                                          <p:attrName>style.visibility</p:attrName>
                                        </p:attrNameLst>
                                      </p:cBhvr>
                                      <p:to>
                                        <p:strVal val="visible"/>
                                      </p:to>
                                    </p:set>
                                    <p:anim calcmode="lin" valueType="num">
                                      <p:cBhvr additive="base">
                                        <p:cTn id="19" dur="300" fill="hold"/>
                                        <p:tgtEl>
                                          <p:spTgt spid="33794">
                                            <p:txEl>
                                              <p:pRg st="2" end="2"/>
                                            </p:txEl>
                                          </p:spTgt>
                                        </p:tgtEl>
                                        <p:attrNameLst>
                                          <p:attrName>ppt_x</p:attrName>
                                        </p:attrNameLst>
                                      </p:cBhvr>
                                      <p:tavLst>
                                        <p:tav tm="0">
                                          <p:val>
                                            <p:strVal val="#ppt_x"/>
                                          </p:val>
                                        </p:tav>
                                        <p:tav tm="100000">
                                          <p:val>
                                            <p:strVal val="#ppt_x"/>
                                          </p:val>
                                        </p:tav>
                                      </p:tavLst>
                                    </p:anim>
                                    <p:anim calcmode="lin" valueType="num">
                                      <p:cBhvr additive="base">
                                        <p:cTn id="20" dur="300" fill="hold"/>
                                        <p:tgtEl>
                                          <p:spTgt spid="33794">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iterate type="wd">
                                    <p:tmPct val="100000"/>
                                  </p:iterate>
                                  <p:childTnLst>
                                    <p:set>
                                      <p:cBhvr>
                                        <p:cTn id="24" dur="1" fill="hold">
                                          <p:stCondLst>
                                            <p:cond delay="0"/>
                                          </p:stCondLst>
                                        </p:cTn>
                                        <p:tgtEl>
                                          <p:spTgt spid="33794">
                                            <p:txEl>
                                              <p:pRg st="3" end="3"/>
                                            </p:txEl>
                                          </p:spTgt>
                                        </p:tgtEl>
                                        <p:attrNameLst>
                                          <p:attrName>style.visibility</p:attrName>
                                        </p:attrNameLst>
                                      </p:cBhvr>
                                      <p:to>
                                        <p:strVal val="visible"/>
                                      </p:to>
                                    </p:set>
                                    <p:anim calcmode="lin" valueType="num">
                                      <p:cBhvr additive="base">
                                        <p:cTn id="25" dur="300" fill="hold"/>
                                        <p:tgtEl>
                                          <p:spTgt spid="33794">
                                            <p:txEl>
                                              <p:pRg st="3" end="3"/>
                                            </p:txEl>
                                          </p:spTgt>
                                        </p:tgtEl>
                                        <p:attrNameLst>
                                          <p:attrName>ppt_x</p:attrName>
                                        </p:attrNameLst>
                                      </p:cBhvr>
                                      <p:tavLst>
                                        <p:tav tm="0">
                                          <p:val>
                                            <p:strVal val="#ppt_x"/>
                                          </p:val>
                                        </p:tav>
                                        <p:tav tm="100000">
                                          <p:val>
                                            <p:strVal val="#ppt_x"/>
                                          </p:val>
                                        </p:tav>
                                      </p:tavLst>
                                    </p:anim>
                                    <p:anim calcmode="lin" valueType="num">
                                      <p:cBhvr additive="base">
                                        <p:cTn id="26" dur="300" fill="hold"/>
                                        <p:tgtEl>
                                          <p:spTgt spid="33794">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iterate type="wd">
                                    <p:tmPct val="100000"/>
                                  </p:iterate>
                                  <p:childTnLst>
                                    <p:set>
                                      <p:cBhvr>
                                        <p:cTn id="30" dur="1" fill="hold">
                                          <p:stCondLst>
                                            <p:cond delay="0"/>
                                          </p:stCondLst>
                                        </p:cTn>
                                        <p:tgtEl>
                                          <p:spTgt spid="33794">
                                            <p:txEl>
                                              <p:pRg st="4" end="4"/>
                                            </p:txEl>
                                          </p:spTgt>
                                        </p:tgtEl>
                                        <p:attrNameLst>
                                          <p:attrName>style.visibility</p:attrName>
                                        </p:attrNameLst>
                                      </p:cBhvr>
                                      <p:to>
                                        <p:strVal val="visible"/>
                                      </p:to>
                                    </p:set>
                                    <p:anim calcmode="lin" valueType="num">
                                      <p:cBhvr additive="base">
                                        <p:cTn id="31" dur="300" fill="hold"/>
                                        <p:tgtEl>
                                          <p:spTgt spid="33794">
                                            <p:txEl>
                                              <p:pRg st="4" end="4"/>
                                            </p:txEl>
                                          </p:spTgt>
                                        </p:tgtEl>
                                        <p:attrNameLst>
                                          <p:attrName>ppt_x</p:attrName>
                                        </p:attrNameLst>
                                      </p:cBhvr>
                                      <p:tavLst>
                                        <p:tav tm="0">
                                          <p:val>
                                            <p:strVal val="#ppt_x"/>
                                          </p:val>
                                        </p:tav>
                                        <p:tav tm="100000">
                                          <p:val>
                                            <p:strVal val="#ppt_x"/>
                                          </p:val>
                                        </p:tav>
                                      </p:tavLst>
                                    </p:anim>
                                    <p:anim calcmode="lin" valueType="num">
                                      <p:cBhvr additive="base">
                                        <p:cTn id="32" dur="300" fill="hold"/>
                                        <p:tgtEl>
                                          <p:spTgt spid="33794">
                                            <p:txEl>
                                              <p:pRg st="4" end="4"/>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框 34817"/>
          <p:cNvSpPr txBox="1"/>
          <p:nvPr/>
        </p:nvSpPr>
        <p:spPr>
          <a:xfrm>
            <a:off x="5943600" y="3657600"/>
            <a:ext cx="20828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输入设备</a:t>
            </a:r>
            <a:endParaRPr lang="zh-CN" altLang="en-US" sz="3200" b="1">
              <a:latin typeface="Times New Roman" panose="02020603050405020304" pitchFamily="2" charset="0"/>
              <a:ea typeface="楷体_GB2312" pitchFamily="1" charset="-122"/>
            </a:endParaRPr>
          </a:p>
        </p:txBody>
      </p:sp>
      <p:sp>
        <p:nvSpPr>
          <p:cNvPr id="34819" name="文本框 34818"/>
          <p:cNvSpPr txBox="1"/>
          <p:nvPr/>
        </p:nvSpPr>
        <p:spPr>
          <a:xfrm>
            <a:off x="5943600" y="4724400"/>
            <a:ext cx="21336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输出设备</a:t>
            </a:r>
            <a:endParaRPr lang="zh-CN" altLang="en-US" sz="3200" b="1">
              <a:latin typeface="Times New Roman" panose="02020603050405020304" pitchFamily="2" charset="0"/>
              <a:ea typeface="楷体_GB2312" pitchFamily="1" charset="-122"/>
            </a:endParaRPr>
          </a:p>
        </p:txBody>
      </p:sp>
      <p:sp>
        <p:nvSpPr>
          <p:cNvPr id="34820" name="文本框 34819"/>
          <p:cNvSpPr txBox="1"/>
          <p:nvPr/>
        </p:nvSpPr>
        <p:spPr>
          <a:xfrm>
            <a:off x="4313238" y="2819400"/>
            <a:ext cx="668337" cy="3429000"/>
          </a:xfrm>
          <a:prstGeom prst="rect">
            <a:avLst/>
          </a:prstGeom>
          <a:solidFill>
            <a:srgbClr val="FFFF00"/>
          </a:solidFill>
          <a:ln w="57150" cap="flat" cmpd="sng">
            <a:solidFill>
              <a:schemeClr val="tx1"/>
            </a:solidFill>
            <a:prstDash val="solid"/>
            <a:miter/>
            <a:headEnd type="none" w="med" len="med"/>
            <a:tailEnd type="none" w="med" len="med"/>
          </a:ln>
        </p:spPr>
        <p:txBody>
          <a:bodyPr vert="eaVert">
            <a:spAutoFit/>
          </a:bodyPr>
          <a:lstStyle/>
          <a:p>
            <a:r>
              <a:rPr lang="zh-CN" altLang="en-US" sz="2800" b="1">
                <a:latin typeface="Times New Roman" panose="02020603050405020304" pitchFamily="2" charset="0"/>
                <a:ea typeface="楷体_GB2312" pitchFamily="1" charset="-122"/>
              </a:rPr>
              <a:t>输入输出接口和总线</a:t>
            </a:r>
          </a:p>
        </p:txBody>
      </p:sp>
      <p:sp>
        <p:nvSpPr>
          <p:cNvPr id="34821" name="文本框 34820"/>
          <p:cNvSpPr txBox="1"/>
          <p:nvPr/>
        </p:nvSpPr>
        <p:spPr>
          <a:xfrm>
            <a:off x="990600" y="48768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外存设备</a:t>
            </a:r>
            <a:endParaRPr lang="zh-CN" altLang="en-US" b="1">
              <a:latin typeface="Times New Roman" panose="02020603050405020304" pitchFamily="2" charset="0"/>
            </a:endParaRPr>
          </a:p>
        </p:txBody>
      </p:sp>
      <p:sp>
        <p:nvSpPr>
          <p:cNvPr id="34822" name="文本框 34821"/>
          <p:cNvSpPr txBox="1"/>
          <p:nvPr/>
        </p:nvSpPr>
        <p:spPr>
          <a:xfrm>
            <a:off x="990600" y="39624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主存储器</a:t>
            </a:r>
            <a:endParaRPr lang="zh-CN" altLang="en-US" sz="2400" b="1">
              <a:latin typeface="Times New Roman" panose="02020603050405020304" pitchFamily="2" charset="0"/>
              <a:ea typeface="楷体_GB2312" pitchFamily="1" charset="-122"/>
            </a:endParaRPr>
          </a:p>
        </p:txBody>
      </p:sp>
      <p:sp>
        <p:nvSpPr>
          <p:cNvPr id="34823" name="文本框 34822"/>
          <p:cNvSpPr txBox="1"/>
          <p:nvPr/>
        </p:nvSpPr>
        <p:spPr>
          <a:xfrm>
            <a:off x="990600" y="30480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高速缓存</a:t>
            </a:r>
            <a:endParaRPr lang="zh-CN" altLang="en-US" b="1">
              <a:latin typeface="Times New Roman" panose="02020603050405020304" pitchFamily="2" charset="0"/>
            </a:endParaRPr>
          </a:p>
        </p:txBody>
      </p:sp>
      <p:sp>
        <p:nvSpPr>
          <p:cNvPr id="34824" name="文本框 34823"/>
          <p:cNvSpPr txBox="1"/>
          <p:nvPr/>
        </p:nvSpPr>
        <p:spPr>
          <a:xfrm>
            <a:off x="1524000" y="1905000"/>
            <a:ext cx="2079625" cy="698500"/>
          </a:xfrm>
          <a:prstGeom prst="rect">
            <a:avLst/>
          </a:prstGeom>
          <a:solidFill>
            <a:srgbClr val="FF6600"/>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控  制  器</a:t>
            </a:r>
            <a:endParaRPr lang="zh-CN" altLang="en-US" sz="2400" b="1">
              <a:latin typeface="Times New Roman" panose="02020603050405020304" pitchFamily="2" charset="0"/>
              <a:ea typeface="楷体_GB2312" pitchFamily="1" charset="-122"/>
            </a:endParaRPr>
          </a:p>
        </p:txBody>
      </p:sp>
      <p:sp>
        <p:nvSpPr>
          <p:cNvPr id="34825" name="文本框 34824"/>
          <p:cNvSpPr txBox="1"/>
          <p:nvPr/>
        </p:nvSpPr>
        <p:spPr>
          <a:xfrm>
            <a:off x="5562600" y="18288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34826" name="文本框 34825"/>
          <p:cNvSpPr txBox="1"/>
          <p:nvPr/>
        </p:nvSpPr>
        <p:spPr>
          <a:xfrm>
            <a:off x="1828800" y="5562600"/>
            <a:ext cx="1771650" cy="519113"/>
          </a:xfrm>
          <a:prstGeom prst="rect">
            <a:avLst/>
          </a:prstGeom>
          <a:noFill/>
          <a:ln w="9525">
            <a:noFill/>
          </a:ln>
        </p:spPr>
        <p:txBody>
          <a:bodyPr>
            <a:spAutoFit/>
          </a:bodyPr>
          <a:lstStyle/>
          <a:p>
            <a:r>
              <a:rPr lang="zh-CN" altLang="en-US" sz="2800" b="1">
                <a:latin typeface="Times New Roman" panose="02020603050405020304" pitchFamily="2" charset="0"/>
                <a:ea typeface="楷体_GB2312" pitchFamily="1" charset="-122"/>
              </a:rPr>
              <a:t>第三单元</a:t>
            </a:r>
            <a:endParaRPr lang="zh-CN" altLang="en-US" sz="2800" b="1">
              <a:solidFill>
                <a:srgbClr val="A50021"/>
              </a:solidFill>
              <a:latin typeface="Times New Roman" panose="02020603050405020304" pitchFamily="2" charset="0"/>
              <a:ea typeface="楷体_GB2312" pitchFamily="1" charset="-122"/>
            </a:endParaRPr>
          </a:p>
        </p:txBody>
      </p:sp>
      <p:sp>
        <p:nvSpPr>
          <p:cNvPr id="34827" name="文本框 34826"/>
          <p:cNvSpPr txBox="1"/>
          <p:nvPr/>
        </p:nvSpPr>
        <p:spPr>
          <a:xfrm>
            <a:off x="5638800" y="5486400"/>
            <a:ext cx="1619250"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楷体_GB2312" pitchFamily="1" charset="-122"/>
              </a:rPr>
              <a:t>第四单元</a:t>
            </a:r>
          </a:p>
        </p:txBody>
      </p:sp>
      <p:sp>
        <p:nvSpPr>
          <p:cNvPr id="34828" name="文本框 34827"/>
          <p:cNvSpPr txBox="1"/>
          <p:nvPr/>
        </p:nvSpPr>
        <p:spPr>
          <a:xfrm>
            <a:off x="1295400" y="2514600"/>
            <a:ext cx="1619250" cy="519113"/>
          </a:xfrm>
          <a:prstGeom prst="rect">
            <a:avLst/>
          </a:prstGeom>
          <a:noFill/>
          <a:ln w="9525">
            <a:noFill/>
          </a:ln>
        </p:spPr>
        <p:txBody>
          <a:bodyPr>
            <a:spAutoFit/>
          </a:bodyPr>
          <a:lstStyle/>
          <a:p>
            <a:r>
              <a:rPr lang="zh-CN" altLang="en-US" sz="2800" b="1">
                <a:latin typeface="Times New Roman" panose="02020603050405020304" pitchFamily="2" charset="0"/>
                <a:ea typeface="楷体_GB2312" pitchFamily="1" charset="-122"/>
              </a:rPr>
              <a:t>第二单元</a:t>
            </a:r>
            <a:endParaRPr lang="zh-CN" altLang="en-US" sz="2400" b="1">
              <a:solidFill>
                <a:srgbClr val="A50021"/>
              </a:solidFill>
              <a:latin typeface="Times New Roman" panose="02020603050405020304" pitchFamily="2" charset="0"/>
              <a:ea typeface="楷体_GB2312" pitchFamily="1" charset="-122"/>
            </a:endParaRPr>
          </a:p>
        </p:txBody>
      </p:sp>
      <p:sp>
        <p:nvSpPr>
          <p:cNvPr id="34829" name="文本框 34828"/>
          <p:cNvSpPr txBox="1"/>
          <p:nvPr/>
        </p:nvSpPr>
        <p:spPr>
          <a:xfrm>
            <a:off x="5772150" y="2514600"/>
            <a:ext cx="1619250"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楷体_GB2312" pitchFamily="1" charset="-122"/>
              </a:rPr>
              <a:t>第一单元</a:t>
            </a:r>
            <a:endParaRPr lang="zh-CN" altLang="en-US" sz="2800" b="1">
              <a:solidFill>
                <a:srgbClr val="A50021"/>
              </a:solidFill>
              <a:latin typeface="Times New Roman" panose="02020603050405020304" pitchFamily="2" charset="0"/>
              <a:ea typeface="楷体_GB2312" pitchFamily="1" charset="-122"/>
            </a:endParaRPr>
          </a:p>
        </p:txBody>
      </p:sp>
      <p:sp>
        <p:nvSpPr>
          <p:cNvPr id="34830" name="右箭头 34829"/>
          <p:cNvSpPr/>
          <p:nvPr/>
        </p:nvSpPr>
        <p:spPr>
          <a:xfrm>
            <a:off x="4953000" y="4876800"/>
            <a:ext cx="990600" cy="228600"/>
          </a:xfrm>
          <a:prstGeom prst="rightArrow">
            <a:avLst>
              <a:gd name="adj1" fmla="val 50000"/>
              <a:gd name="adj2" fmla="val 108333"/>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34831" name="左箭头 34830"/>
          <p:cNvSpPr/>
          <p:nvPr/>
        </p:nvSpPr>
        <p:spPr>
          <a:xfrm>
            <a:off x="4953000" y="3886200"/>
            <a:ext cx="990600" cy="228600"/>
          </a:xfrm>
          <a:prstGeom prst="leftArrow">
            <a:avLst>
              <a:gd name="adj1" fmla="val 50000"/>
              <a:gd name="adj2" fmla="val 108333"/>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34832" name="左右箭头 34831"/>
          <p:cNvSpPr/>
          <p:nvPr/>
        </p:nvSpPr>
        <p:spPr>
          <a:xfrm>
            <a:off x="3124200" y="3352800"/>
            <a:ext cx="990600" cy="228600"/>
          </a:xfrm>
          <a:prstGeom prst="leftRightArrow">
            <a:avLst>
              <a:gd name="adj1" fmla="val 50000"/>
              <a:gd name="adj2" fmla="val 86666"/>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34833" name="左右箭头 34832"/>
          <p:cNvSpPr/>
          <p:nvPr/>
        </p:nvSpPr>
        <p:spPr>
          <a:xfrm>
            <a:off x="3048000" y="4191000"/>
            <a:ext cx="1066800" cy="228600"/>
          </a:xfrm>
          <a:prstGeom prst="leftRightArrow">
            <a:avLst>
              <a:gd name="adj1" fmla="val 50000"/>
              <a:gd name="adj2" fmla="val 93333"/>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34834" name="左右箭头 34833"/>
          <p:cNvSpPr/>
          <p:nvPr/>
        </p:nvSpPr>
        <p:spPr>
          <a:xfrm>
            <a:off x="3048000" y="5105400"/>
            <a:ext cx="1066800" cy="228600"/>
          </a:xfrm>
          <a:prstGeom prst="leftRightArrow">
            <a:avLst>
              <a:gd name="adj1" fmla="val 50000"/>
              <a:gd name="adj2" fmla="val 93333"/>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34835" name="文本框 34834"/>
          <p:cNvSpPr txBox="1"/>
          <p:nvPr/>
        </p:nvSpPr>
        <p:spPr>
          <a:xfrm>
            <a:off x="990600" y="990600"/>
            <a:ext cx="8153400" cy="762000"/>
          </a:xfrm>
          <a:prstGeom prst="rect">
            <a:avLst/>
          </a:prstGeom>
          <a:noFill/>
          <a:ln w="9525">
            <a:noFill/>
          </a:ln>
        </p:spPr>
        <p:txBody>
          <a:bodyPr anchor="ctr" anchorCtr="0">
            <a:spAutoFit/>
          </a:bodyPr>
          <a:lstStyle/>
          <a:p>
            <a:pPr algn="ctr">
              <a:spcBef>
                <a:spcPct val="50000"/>
              </a:spcBef>
            </a:pPr>
            <a:r>
              <a:rPr lang="zh-CN" altLang="en-US" sz="4400" b="1">
                <a:solidFill>
                  <a:schemeClr val="tx2"/>
                </a:solidFill>
                <a:latin typeface="Tahoma" panose="020B0604030504040204" pitchFamily="2" charset="0"/>
                <a:ea typeface="隶书" panose="02010509060101010101" pitchFamily="1" charset="-122"/>
              </a:rPr>
              <a:t>计算机系统结构</a:t>
            </a:r>
            <a:r>
              <a:rPr lang="en-US" altLang="zh-CN" sz="4400" b="1">
                <a:solidFill>
                  <a:schemeClr val="tx2"/>
                </a:solidFill>
                <a:latin typeface="Times New Roman" panose="02020603050405020304" pitchFamily="2" charset="0"/>
                <a:ea typeface="隶书" panose="02010509060101010101" pitchFamily="1" charset="-122"/>
              </a:rPr>
              <a:t>—</a:t>
            </a:r>
            <a:r>
              <a:rPr lang="zh-CN" altLang="en-US" sz="2800" b="1">
                <a:solidFill>
                  <a:schemeClr val="tx2"/>
                </a:solidFill>
                <a:latin typeface="Tahoma" panose="020B0604030504040204" pitchFamily="2" charset="0"/>
                <a:ea typeface="隶书" panose="02010509060101010101" pitchFamily="1" charset="-122"/>
              </a:rPr>
              <a:t>计算机的硬件结构</a:t>
            </a:r>
            <a:endParaRPr lang="zh-CN" altLang="en-US" sz="4400" b="1">
              <a:solidFill>
                <a:schemeClr val="accent2"/>
              </a:solidFill>
              <a:latin typeface="Times New Roman" panose="02020603050405020304" pitchFamily="2" charset="0"/>
            </a:endParaRPr>
          </a:p>
        </p:txBody>
      </p:sp>
      <p:sp>
        <p:nvSpPr>
          <p:cNvPr id="34836" name="左右箭头 34835"/>
          <p:cNvSpPr/>
          <p:nvPr/>
        </p:nvSpPr>
        <p:spPr>
          <a:xfrm>
            <a:off x="3581400" y="2133600"/>
            <a:ext cx="1981200" cy="152400"/>
          </a:xfrm>
          <a:prstGeom prst="leftRightArrow">
            <a:avLst>
              <a:gd name="adj1" fmla="val 50000"/>
              <a:gd name="adj2" fmla="val 260000"/>
            </a:avLst>
          </a:prstGeom>
          <a:solidFill>
            <a:schemeClr val="accent1"/>
          </a:solidFill>
          <a:ln w="19050" cap="flat" cmpd="sng">
            <a:solidFill>
              <a:schemeClr val="tx1"/>
            </a:solidFill>
            <a:prstDash val="solid"/>
            <a:miter/>
            <a:headEnd type="none" w="med" len="med"/>
            <a:tailEnd type="none" w="med" len="med"/>
          </a:ln>
        </p:spPr>
        <p:txBody>
          <a:bodyPr/>
          <a:lstStyle/>
          <a:p>
            <a:endParaRPr lang="zh-CN" altLang="en-US"/>
          </a:p>
        </p:txBody>
      </p:sp>
      <p:sp>
        <p:nvSpPr>
          <p:cNvPr id="34837" name="上下箭头 34836"/>
          <p:cNvSpPr/>
          <p:nvPr/>
        </p:nvSpPr>
        <p:spPr>
          <a:xfrm>
            <a:off x="4419600" y="2286000"/>
            <a:ext cx="304800" cy="533400"/>
          </a:xfrm>
          <a:prstGeom prst="upDownArrow">
            <a:avLst>
              <a:gd name="adj1" fmla="val 50000"/>
              <a:gd name="adj2" fmla="val 35000"/>
            </a:avLst>
          </a:prstGeom>
          <a:solidFill>
            <a:srgbClr val="FFCC66"/>
          </a:solidFill>
          <a:ln w="19050" cap="flat" cmpd="sng">
            <a:solidFill>
              <a:schemeClr val="tx1"/>
            </a:solidFill>
            <a:prstDash val="solid"/>
            <a:miter/>
            <a:headEnd type="none" w="med" len="med"/>
            <a:tailEnd type="none" w="med" len="med"/>
          </a:ln>
        </p:spPr>
        <p:txBody>
          <a:bodyPr/>
          <a:lstStyle/>
          <a:p>
            <a:endParaRPr lang="zh-CN"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35841"/>
          <p:cNvSpPr/>
          <p:nvPr/>
        </p:nvSpPr>
        <p:spPr>
          <a:xfrm>
            <a:off x="685800" y="2590800"/>
            <a:ext cx="7696200" cy="4038600"/>
          </a:xfrm>
          <a:prstGeom prst="rect">
            <a:avLst/>
          </a:prstGeom>
          <a:solidFill>
            <a:srgbClr val="FFFFFF"/>
          </a:solidFill>
          <a:ln w="19050" cap="flat" cmpd="sng">
            <a:solidFill>
              <a:srgbClr val="FF0000"/>
            </a:solidFill>
            <a:prstDash val="solid"/>
            <a:miter/>
            <a:headEnd type="none" w="med" len="med"/>
            <a:tailEnd type="none" w="med" len="med"/>
          </a:ln>
        </p:spPr>
        <p:txBody>
          <a:bodyPr/>
          <a:lstStyle/>
          <a:p>
            <a:endParaRPr lang="zh-CN" altLang="en-US"/>
          </a:p>
        </p:txBody>
      </p:sp>
      <p:sp>
        <p:nvSpPr>
          <p:cNvPr id="35843" name="文本框 35842"/>
          <p:cNvSpPr txBox="1"/>
          <p:nvPr/>
        </p:nvSpPr>
        <p:spPr>
          <a:xfrm>
            <a:off x="5562600" y="19050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35844" name="文本框 35843"/>
          <p:cNvSpPr txBox="1"/>
          <p:nvPr/>
        </p:nvSpPr>
        <p:spPr>
          <a:xfrm>
            <a:off x="1066800" y="1066800"/>
            <a:ext cx="7696200" cy="762000"/>
          </a:xfrm>
          <a:prstGeom prst="rect">
            <a:avLst/>
          </a:prstGeom>
          <a:noFill/>
          <a:ln w="9525">
            <a:noFill/>
          </a:ln>
        </p:spPr>
        <p:txBody>
          <a:bodyPr anchor="ctr" anchorCtr="0">
            <a:spAutoFit/>
          </a:bodyPr>
          <a:lstStyle/>
          <a:p>
            <a:pPr algn="ctr">
              <a:spcBef>
                <a:spcPct val="50000"/>
              </a:spcBef>
            </a:pPr>
            <a:r>
              <a:rPr lang="zh-CN" altLang="en-US" sz="4400" b="1">
                <a:solidFill>
                  <a:schemeClr val="tx2"/>
                </a:solidFill>
                <a:latin typeface="Tahoma" panose="020B0604030504040204" pitchFamily="2" charset="0"/>
                <a:ea typeface="隶书" panose="02010509060101010101" pitchFamily="1" charset="-122"/>
              </a:rPr>
              <a:t>计算机系统结构</a:t>
            </a:r>
            <a:r>
              <a:rPr lang="en-US" altLang="zh-CN" sz="4400" b="1">
                <a:solidFill>
                  <a:schemeClr val="tx2"/>
                </a:solidFill>
                <a:latin typeface="Times New Roman" panose="02020603050405020304" pitchFamily="2" charset="0"/>
                <a:ea typeface="隶书" panose="02010509060101010101" pitchFamily="1" charset="-122"/>
              </a:rPr>
              <a:t>—</a:t>
            </a:r>
            <a:r>
              <a:rPr lang="zh-CN" altLang="en-US" sz="2800" b="1">
                <a:solidFill>
                  <a:schemeClr val="tx2"/>
                </a:solidFill>
                <a:latin typeface="Tahoma" panose="020B0604030504040204" pitchFamily="2" charset="0"/>
                <a:ea typeface="隶书" panose="02010509060101010101" pitchFamily="1" charset="-122"/>
              </a:rPr>
              <a:t>计算机的硬件结构</a:t>
            </a:r>
            <a:endParaRPr lang="zh-CN" altLang="en-US" sz="4400" b="1">
              <a:solidFill>
                <a:srgbClr val="003399"/>
              </a:solidFill>
              <a:latin typeface="Times New Roman" panose="02020603050405020304" pitchFamily="2" charset="0"/>
            </a:endParaRPr>
          </a:p>
        </p:txBody>
      </p:sp>
      <p:sp>
        <p:nvSpPr>
          <p:cNvPr id="35845" name="文本框 35844"/>
          <p:cNvSpPr txBox="1"/>
          <p:nvPr/>
        </p:nvSpPr>
        <p:spPr>
          <a:xfrm>
            <a:off x="2865438" y="1485900"/>
            <a:ext cx="184150" cy="931863"/>
          </a:xfrm>
          <a:prstGeom prst="rect">
            <a:avLst/>
          </a:prstGeom>
          <a:noFill/>
          <a:ln w="9525">
            <a:noFill/>
          </a:ln>
        </p:spPr>
        <p:txBody>
          <a:bodyPr wrap="none" anchor="ctr" anchorCtr="0">
            <a:spAutoFit/>
          </a:bodyPr>
          <a:lstStyle/>
          <a:p>
            <a:pPr algn="ctr">
              <a:spcBef>
                <a:spcPct val="50000"/>
              </a:spcBef>
            </a:pPr>
            <a:endParaRPr lang="en-US" altLang="zh-CN" sz="2800" b="1">
              <a:solidFill>
                <a:srgbClr val="FF0000"/>
              </a:solidFill>
              <a:latin typeface="Times New Roman" panose="02020603050405020304" pitchFamily="2" charset="0"/>
            </a:endParaRPr>
          </a:p>
          <a:p>
            <a:pPr algn="ctr">
              <a:spcBef>
                <a:spcPct val="50000"/>
              </a:spcBef>
            </a:pPr>
            <a:endParaRPr lang="en-US" altLang="zh-CN" b="1">
              <a:latin typeface="Times New Roman" panose="02020603050405020304" pitchFamily="2" charset="0"/>
            </a:endParaRPr>
          </a:p>
        </p:txBody>
      </p:sp>
      <p:sp>
        <p:nvSpPr>
          <p:cNvPr id="35846" name="文本框 35845"/>
          <p:cNvSpPr txBox="1"/>
          <p:nvPr/>
        </p:nvSpPr>
        <p:spPr>
          <a:xfrm>
            <a:off x="762000" y="2625725"/>
            <a:ext cx="7543800" cy="3984625"/>
          </a:xfrm>
          <a:prstGeom prst="rect">
            <a:avLst/>
          </a:prstGeom>
          <a:noFill/>
          <a:ln w="9525">
            <a:noFill/>
          </a:ln>
        </p:spPr>
        <p:txBody>
          <a:bodyPr anchor="ctr" anchorCtr="0">
            <a:spAutoFit/>
          </a:bodyPr>
          <a:lstStyle/>
          <a:p>
            <a:pPr>
              <a:lnSpc>
                <a:spcPct val="80000"/>
              </a:lnSpc>
              <a:spcBef>
                <a:spcPct val="50000"/>
              </a:spcBef>
            </a:pPr>
            <a:r>
              <a:rPr lang="en-US" altLang="zh-CN" sz="2800" b="1">
                <a:solidFill>
                  <a:srgbClr val="FF0000"/>
                </a:solidFill>
                <a:latin typeface="Times New Roman" panose="02020603050405020304" pitchFamily="2" charset="0"/>
              </a:rPr>
              <a:t>      </a:t>
            </a:r>
            <a:r>
              <a:rPr lang="zh-CN" altLang="en-US" sz="2800" b="1">
                <a:solidFill>
                  <a:srgbClr val="FF0000"/>
                </a:solidFill>
                <a:latin typeface="Times New Roman" panose="02020603050405020304" pitchFamily="2" charset="0"/>
              </a:rPr>
              <a:t>运算器部件是计算机中进行数据加工的部件，其主要功能包括：</a:t>
            </a:r>
          </a:p>
          <a:p>
            <a:pPr>
              <a:lnSpc>
                <a:spcPct val="75000"/>
              </a:lnSpc>
              <a:spcBef>
                <a:spcPct val="50000"/>
              </a:spcBef>
            </a:pPr>
            <a:r>
              <a:rPr lang="en-US" altLang="zh-CN" sz="2800" b="1">
                <a:solidFill>
                  <a:srgbClr val="FF0000"/>
                </a:solidFill>
                <a:latin typeface="Times New Roman" panose="02020603050405020304" pitchFamily="2" charset="0"/>
              </a:rPr>
              <a:t>1.   </a:t>
            </a:r>
            <a:r>
              <a:rPr lang="zh-CN" altLang="en-US" sz="2800" b="1">
                <a:solidFill>
                  <a:srgbClr val="FF0000"/>
                </a:solidFill>
                <a:latin typeface="Times New Roman" panose="02020603050405020304" pitchFamily="2" charset="0"/>
              </a:rPr>
              <a:t>执行数值数据的算术加减乘除等运算，</a:t>
            </a:r>
          </a:p>
          <a:p>
            <a:pPr>
              <a:lnSpc>
                <a:spcPct val="75000"/>
              </a:lnSpc>
              <a:spcBef>
                <a:spcPct val="50000"/>
              </a:spcBef>
            </a:pPr>
            <a:r>
              <a:rPr lang="zh-CN" altLang="en-US" sz="2800" b="1">
                <a:solidFill>
                  <a:srgbClr val="FF0000"/>
                </a:solidFill>
                <a:latin typeface="Times New Roman" panose="02020603050405020304" pitchFamily="2" charset="0"/>
              </a:rPr>
              <a:t>      执行逻辑数据的与或非等逻辑运算，</a:t>
            </a:r>
          </a:p>
          <a:p>
            <a:pPr>
              <a:lnSpc>
                <a:spcPct val="75000"/>
              </a:lnSpc>
              <a:spcBef>
                <a:spcPct val="50000"/>
              </a:spcBef>
            </a:pPr>
            <a:r>
              <a:rPr lang="zh-CN" altLang="en-US" sz="2800" b="1">
                <a:solidFill>
                  <a:srgbClr val="FF0000"/>
                </a:solidFill>
                <a:latin typeface="Times New Roman" panose="02020603050405020304" pitchFamily="2" charset="0"/>
              </a:rPr>
              <a:t>      由一个被称为 </a:t>
            </a:r>
            <a:r>
              <a:rPr lang="en-US" altLang="zh-CN" sz="2800" b="1">
                <a:solidFill>
                  <a:srgbClr val="FF0000"/>
                </a:solidFill>
                <a:latin typeface="Times New Roman" panose="02020603050405020304" pitchFamily="2" charset="0"/>
              </a:rPr>
              <a:t>ALU </a:t>
            </a:r>
            <a:r>
              <a:rPr lang="zh-CN" altLang="en-US" sz="2800" b="1">
                <a:solidFill>
                  <a:srgbClr val="FF0000"/>
                </a:solidFill>
                <a:latin typeface="Times New Roman" panose="02020603050405020304" pitchFamily="2" charset="0"/>
              </a:rPr>
              <a:t>的线路完成。    </a:t>
            </a:r>
          </a:p>
          <a:p>
            <a:pPr>
              <a:lnSpc>
                <a:spcPct val="75000"/>
              </a:lnSpc>
              <a:spcBef>
                <a:spcPct val="50000"/>
              </a:spcBef>
            </a:pPr>
            <a:r>
              <a:rPr lang="en-US" altLang="zh-CN" sz="2800" b="1">
                <a:solidFill>
                  <a:srgbClr val="FF0000"/>
                </a:solidFill>
                <a:latin typeface="Times New Roman" panose="02020603050405020304" pitchFamily="2" charset="0"/>
              </a:rPr>
              <a:t>2.  </a:t>
            </a:r>
            <a:r>
              <a:rPr lang="zh-CN" altLang="en-US" sz="2800" b="1">
                <a:solidFill>
                  <a:srgbClr val="FF0000"/>
                </a:solidFill>
                <a:latin typeface="Times New Roman" panose="02020603050405020304" pitchFamily="2" charset="0"/>
              </a:rPr>
              <a:t>暂时存放参加运算的数据和中间结果，</a:t>
            </a:r>
          </a:p>
          <a:p>
            <a:pPr>
              <a:lnSpc>
                <a:spcPct val="75000"/>
              </a:lnSpc>
              <a:spcBef>
                <a:spcPct val="50000"/>
              </a:spcBef>
            </a:pPr>
            <a:r>
              <a:rPr lang="zh-CN" altLang="en-US" sz="2800" b="1">
                <a:solidFill>
                  <a:srgbClr val="FF0000"/>
                </a:solidFill>
                <a:latin typeface="Times New Roman" panose="02020603050405020304" pitchFamily="2" charset="0"/>
              </a:rPr>
              <a:t>     由多个通用寄存器来承担。               </a:t>
            </a:r>
          </a:p>
          <a:p>
            <a:pPr>
              <a:lnSpc>
                <a:spcPct val="75000"/>
              </a:lnSpc>
              <a:spcBef>
                <a:spcPct val="50000"/>
              </a:spcBef>
            </a:pPr>
            <a:r>
              <a:rPr lang="en-US" altLang="zh-CN" sz="2800" b="1">
                <a:solidFill>
                  <a:srgbClr val="FF0000"/>
                </a:solidFill>
                <a:latin typeface="Times New Roman" panose="02020603050405020304" pitchFamily="2" charset="0"/>
              </a:rPr>
              <a:t>3.  </a:t>
            </a:r>
            <a:r>
              <a:rPr lang="zh-CN" altLang="en-US" sz="2800" b="1">
                <a:solidFill>
                  <a:srgbClr val="FF0000"/>
                </a:solidFill>
                <a:latin typeface="Times New Roman" panose="02020603050405020304" pitchFamily="2" charset="0"/>
              </a:rPr>
              <a:t>运算器通常也是数据传输的通路 。</a:t>
            </a:r>
            <a:r>
              <a:rPr lang="zh-CN" altLang="en-US" sz="2800" b="1">
                <a:solidFill>
                  <a:srgbClr val="3333FF"/>
                </a:solidFill>
                <a:latin typeface="Times New Roman" panose="02020603050405020304" pitchFamily="2" charset="0"/>
              </a:rPr>
              <a:t>                 </a:t>
            </a:r>
          </a:p>
        </p:txBody>
      </p:sp>
      <p:sp>
        <p:nvSpPr>
          <p:cNvPr id="35847" name="任意多边形 35846"/>
          <p:cNvSpPr/>
          <p:nvPr/>
        </p:nvSpPr>
        <p:spPr>
          <a:xfrm>
            <a:off x="3962400" y="2133600"/>
            <a:ext cx="1066800" cy="457200"/>
          </a:xfrm>
          <a:custGeom>
            <a:avLst/>
            <a:gdLst>
              <a:gd name="txL" fmla="*/ 12427 w 21600"/>
              <a:gd name="txT" fmla="*/ 2912 h 21600"/>
              <a:gd name="txR" fmla="*/ 18227 w 21600"/>
              <a:gd name="txB" fmla="*/ 9246 h 21600"/>
            </a:gdLst>
            <a:ahLst/>
            <a:cxnLst>
              <a:cxn ang="270">
                <a:pos x="15126" y="0"/>
              </a:cxn>
              <a:cxn ang="90">
                <a:pos x="15126" y="12158"/>
              </a:cxn>
              <a:cxn ang="90">
                <a:pos x="3237" y="21600"/>
              </a:cxn>
              <a:cxn ang="0">
                <a:pos x="21600" y="6079"/>
              </a:cxn>
            </a:cxnLst>
            <a:rect l="txL" t="txT" r="txR" b="txB"/>
            <a:pathLst>
              <a:path w="21600" h="21600">
                <a:moveTo>
                  <a:pt x="21600" y="6079"/>
                </a:moveTo>
                <a:lnTo>
                  <a:pt x="15126" y="0"/>
                </a:lnTo>
                <a:lnTo>
                  <a:pt x="15126" y="2912"/>
                </a:lnTo>
                <a:lnTo>
                  <a:pt x="12427" y="2912"/>
                </a:lnTo>
                <a:arcTo wR="12427" hR="9246" stAng="-5400000" swAng="-5400000"/>
                <a:lnTo>
                  <a:pt x="0" y="21600"/>
                </a:lnTo>
                <a:lnTo>
                  <a:pt x="6474" y="21600"/>
                </a:lnTo>
                <a:lnTo>
                  <a:pt x="6474" y="12158"/>
                </a:lnTo>
                <a:arcTo wR="5953" hR="2912" stAng="10800000" swAng="5400000"/>
                <a:lnTo>
                  <a:pt x="15126" y="9246"/>
                </a:lnTo>
                <a:lnTo>
                  <a:pt x="15126" y="12158"/>
                </a:lnTo>
                <a:close/>
              </a:path>
            </a:pathLst>
          </a:custGeom>
          <a:solidFill>
            <a:srgbClr val="FF0000"/>
          </a:solidFill>
          <a:ln w="19050" cap="flat" cmpd="sng">
            <a:solidFill>
              <a:srgbClr val="FF0000"/>
            </a:solidFill>
            <a:prstDash val="solid"/>
            <a:miter/>
            <a:headEnd type="none" w="med" len="med"/>
            <a:tailEnd type="none" w="med" len="med"/>
          </a:ln>
        </p:spPr>
        <p:txBody>
          <a:bodyPr/>
          <a:lstStyle/>
          <a:p>
            <a:endParaRPr lang="zh-CN"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36865"/>
          <p:cNvSpPr/>
          <p:nvPr/>
        </p:nvSpPr>
        <p:spPr>
          <a:xfrm>
            <a:off x="900113" y="2636838"/>
            <a:ext cx="7543800" cy="4038600"/>
          </a:xfrm>
          <a:prstGeom prst="rect">
            <a:avLst/>
          </a:prstGeom>
          <a:solidFill>
            <a:srgbClr val="FFFFFF"/>
          </a:solidFill>
          <a:ln w="19050" cap="flat" cmpd="sng">
            <a:solidFill>
              <a:srgbClr val="FF0000"/>
            </a:solidFill>
            <a:prstDash val="solid"/>
            <a:miter/>
            <a:headEnd type="none" w="med" len="med"/>
            <a:tailEnd type="none" w="med" len="med"/>
          </a:ln>
        </p:spPr>
        <p:txBody>
          <a:bodyPr/>
          <a:lstStyle/>
          <a:p>
            <a:endParaRPr lang="zh-CN" altLang="en-US"/>
          </a:p>
        </p:txBody>
      </p:sp>
      <p:sp>
        <p:nvSpPr>
          <p:cNvPr id="36867" name="文本框 36866"/>
          <p:cNvSpPr txBox="1"/>
          <p:nvPr/>
        </p:nvSpPr>
        <p:spPr>
          <a:xfrm>
            <a:off x="1447800" y="1905000"/>
            <a:ext cx="2079625" cy="698500"/>
          </a:xfrm>
          <a:prstGeom prst="rect">
            <a:avLst/>
          </a:prstGeom>
          <a:solidFill>
            <a:srgbClr val="FF6600"/>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控  制  器</a:t>
            </a:r>
            <a:endParaRPr lang="zh-CN" altLang="en-US" sz="2400" b="1">
              <a:latin typeface="Times New Roman" panose="02020603050405020304" pitchFamily="2" charset="0"/>
              <a:ea typeface="楷体_GB2312" pitchFamily="1" charset="-122"/>
            </a:endParaRPr>
          </a:p>
        </p:txBody>
      </p:sp>
      <p:sp>
        <p:nvSpPr>
          <p:cNvPr id="36868" name="文本框 36867"/>
          <p:cNvSpPr txBox="1"/>
          <p:nvPr/>
        </p:nvSpPr>
        <p:spPr>
          <a:xfrm>
            <a:off x="5562600" y="19050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36869" name="文本框 36868"/>
          <p:cNvSpPr txBox="1"/>
          <p:nvPr/>
        </p:nvSpPr>
        <p:spPr>
          <a:xfrm>
            <a:off x="1066800" y="914400"/>
            <a:ext cx="7620000" cy="762000"/>
          </a:xfrm>
          <a:prstGeom prst="rect">
            <a:avLst/>
          </a:prstGeom>
          <a:noFill/>
          <a:ln w="9525">
            <a:noFill/>
          </a:ln>
        </p:spPr>
        <p:txBody>
          <a:bodyPr anchor="ctr" anchorCtr="0">
            <a:spAutoFit/>
          </a:bodyPr>
          <a:lstStyle/>
          <a:p>
            <a:pPr algn="ctr">
              <a:spcBef>
                <a:spcPct val="50000"/>
              </a:spcBef>
            </a:pPr>
            <a:r>
              <a:rPr lang="zh-CN" altLang="en-US" sz="4400" b="1">
                <a:solidFill>
                  <a:schemeClr val="tx2"/>
                </a:solidFill>
                <a:latin typeface="Tahoma" panose="020B0604030504040204" pitchFamily="2" charset="0"/>
                <a:ea typeface="隶书" panose="02010509060101010101" pitchFamily="1" charset="-122"/>
              </a:rPr>
              <a:t>计算机系统结构</a:t>
            </a:r>
            <a:r>
              <a:rPr lang="en-US" altLang="zh-CN" sz="4400" b="1">
                <a:solidFill>
                  <a:schemeClr val="tx2"/>
                </a:solidFill>
                <a:latin typeface="Times New Roman" panose="02020603050405020304" pitchFamily="2" charset="0"/>
                <a:ea typeface="隶书" panose="02010509060101010101" pitchFamily="1" charset="-122"/>
              </a:rPr>
              <a:t>—</a:t>
            </a:r>
            <a:r>
              <a:rPr lang="zh-CN" altLang="en-US" sz="2800" b="1">
                <a:solidFill>
                  <a:schemeClr val="tx2"/>
                </a:solidFill>
                <a:latin typeface="Tahoma" panose="020B0604030504040204" pitchFamily="2" charset="0"/>
                <a:ea typeface="隶书" panose="02010509060101010101" pitchFamily="1" charset="-122"/>
              </a:rPr>
              <a:t>计算机的硬件结构</a:t>
            </a:r>
            <a:endParaRPr lang="zh-CN" altLang="en-US" sz="5400" b="1">
              <a:solidFill>
                <a:srgbClr val="003399"/>
              </a:solidFill>
              <a:latin typeface="Times New Roman" panose="02020603050405020304" pitchFamily="2" charset="0"/>
              <a:ea typeface="黑体" panose="02010609060101010101" pitchFamily="2" charset="-122"/>
            </a:endParaRPr>
          </a:p>
        </p:txBody>
      </p:sp>
      <p:sp>
        <p:nvSpPr>
          <p:cNvPr id="36870" name="文本框 36869"/>
          <p:cNvSpPr txBox="1"/>
          <p:nvPr/>
        </p:nvSpPr>
        <p:spPr>
          <a:xfrm>
            <a:off x="1066800" y="2862263"/>
            <a:ext cx="7391400" cy="3625850"/>
          </a:xfrm>
          <a:prstGeom prst="rect">
            <a:avLst/>
          </a:prstGeom>
          <a:noFill/>
          <a:ln w="9525">
            <a:noFill/>
          </a:ln>
        </p:spPr>
        <p:txBody>
          <a:bodyPr anchor="ctr" anchorCtr="0">
            <a:spAutoFit/>
          </a:bodyPr>
          <a:lstStyle/>
          <a:p>
            <a:r>
              <a:rPr lang="en-US" altLang="zh-CN" sz="2800" b="1">
                <a:solidFill>
                  <a:srgbClr val="FF0000"/>
                </a:solidFill>
                <a:latin typeface="Times New Roman" panose="02020603050405020304" pitchFamily="2" charset="0"/>
              </a:rPr>
              <a:t>     </a:t>
            </a:r>
            <a:r>
              <a:rPr lang="zh-CN" altLang="en-US" sz="2800" b="1">
                <a:solidFill>
                  <a:srgbClr val="FF0000"/>
                </a:solidFill>
                <a:latin typeface="Times New Roman" panose="02020603050405020304" pitchFamily="2" charset="0"/>
              </a:rPr>
              <a:t>控制器是计算机中控制执行指令的部件：</a:t>
            </a:r>
          </a:p>
          <a:p>
            <a:r>
              <a:rPr lang="zh-CN" altLang="en-US" sz="2800" b="1">
                <a:solidFill>
                  <a:srgbClr val="FF0000"/>
                </a:solidFill>
                <a:latin typeface="Times New Roman" panose="02020603050405020304" pitchFamily="2" charset="0"/>
              </a:rPr>
              <a:t>一</a:t>
            </a:r>
            <a:r>
              <a:rPr lang="en-US" altLang="zh-CN" sz="2800" b="1">
                <a:solidFill>
                  <a:srgbClr val="FF0000"/>
                </a:solidFill>
                <a:latin typeface="Times New Roman" panose="02020603050405020304" pitchFamily="2" charset="0"/>
              </a:rPr>
              <a:t>.  </a:t>
            </a:r>
            <a:r>
              <a:rPr lang="zh-CN" altLang="en-US" sz="2400" b="1">
                <a:solidFill>
                  <a:srgbClr val="FF0000"/>
                </a:solidFill>
                <a:latin typeface="Times New Roman" panose="02020603050405020304" pitchFamily="2" charset="0"/>
                <a:ea typeface="宋体" panose="02010600030101010101" pitchFamily="2" charset="-122"/>
              </a:rPr>
              <a:t>正确执行每条指令</a:t>
            </a:r>
          </a:p>
          <a:p>
            <a:r>
              <a:rPr lang="zh-CN" altLang="en-US" sz="2400" b="1">
                <a:solidFill>
                  <a:srgbClr val="FF0000"/>
                </a:solidFill>
                <a:latin typeface="Times New Roman" panose="02020603050405020304" pitchFamily="2" charset="0"/>
                <a:ea typeface="宋体" panose="02010600030101010101" pitchFamily="2" charset="-122"/>
              </a:rPr>
              <a:t>            </a:t>
            </a:r>
            <a:r>
              <a:rPr lang="en-US" altLang="zh-CN" sz="2400" b="1">
                <a:solidFill>
                  <a:srgbClr val="FF0000"/>
                </a:solidFill>
                <a:latin typeface="Times New Roman" panose="02020603050405020304" pitchFamily="2" charset="0"/>
                <a:ea typeface="宋体" panose="02010600030101010101" pitchFamily="2" charset="-122"/>
              </a:rPr>
              <a:t>1.  </a:t>
            </a:r>
            <a:r>
              <a:rPr lang="zh-CN" altLang="en-US" sz="2400" b="1">
                <a:solidFill>
                  <a:srgbClr val="FF0000"/>
                </a:solidFill>
                <a:latin typeface="Times New Roman" panose="02020603050405020304" pitchFamily="2" charset="0"/>
                <a:ea typeface="宋体" panose="02010600030101010101" pitchFamily="2" charset="-122"/>
              </a:rPr>
              <a:t>首先是取来一条指令，</a:t>
            </a:r>
          </a:p>
          <a:p>
            <a:r>
              <a:rPr lang="zh-CN" altLang="en-US" sz="2400" b="1">
                <a:solidFill>
                  <a:srgbClr val="FF0000"/>
                </a:solidFill>
                <a:latin typeface="Times New Roman" panose="02020603050405020304" pitchFamily="2" charset="0"/>
                <a:ea typeface="宋体" panose="02010600030101010101" pitchFamily="2" charset="-122"/>
              </a:rPr>
              <a:t>            </a:t>
            </a:r>
            <a:r>
              <a:rPr lang="en-US" altLang="zh-CN" sz="2400" b="1">
                <a:solidFill>
                  <a:srgbClr val="FF0000"/>
                </a:solidFill>
                <a:latin typeface="Times New Roman" panose="02020603050405020304" pitchFamily="2" charset="0"/>
                <a:ea typeface="宋体" panose="02010600030101010101" pitchFamily="2" charset="-122"/>
              </a:rPr>
              <a:t>2.  </a:t>
            </a:r>
            <a:r>
              <a:rPr lang="zh-CN" altLang="en-US" sz="2400" b="1">
                <a:solidFill>
                  <a:srgbClr val="FF0000"/>
                </a:solidFill>
                <a:latin typeface="Times New Roman" panose="02020603050405020304" pitchFamily="2" charset="0"/>
                <a:ea typeface="宋体" panose="02010600030101010101" pitchFamily="2" charset="-122"/>
              </a:rPr>
              <a:t>接着分析这条指令，  </a:t>
            </a:r>
          </a:p>
          <a:p>
            <a:r>
              <a:rPr lang="zh-CN" altLang="en-US" sz="2400" b="1">
                <a:solidFill>
                  <a:srgbClr val="FF0000"/>
                </a:solidFill>
                <a:latin typeface="Times New Roman" panose="02020603050405020304" pitchFamily="2" charset="0"/>
                <a:ea typeface="宋体" panose="02010600030101010101" pitchFamily="2" charset="-122"/>
              </a:rPr>
              <a:t>            </a:t>
            </a:r>
            <a:r>
              <a:rPr lang="en-US" altLang="zh-CN" sz="2400" b="1">
                <a:solidFill>
                  <a:srgbClr val="FF0000"/>
                </a:solidFill>
                <a:latin typeface="Times New Roman" panose="02020603050405020304" pitchFamily="2" charset="0"/>
                <a:ea typeface="宋体" panose="02010600030101010101" pitchFamily="2" charset="-122"/>
              </a:rPr>
              <a:t>3.  </a:t>
            </a:r>
            <a:r>
              <a:rPr lang="zh-CN" altLang="en-US" sz="2400" b="1">
                <a:solidFill>
                  <a:srgbClr val="FF0000"/>
                </a:solidFill>
                <a:latin typeface="Times New Roman" panose="02020603050405020304" pitchFamily="2" charset="0"/>
                <a:ea typeface="宋体" panose="02010600030101010101" pitchFamily="2" charset="-122"/>
              </a:rPr>
              <a:t>再按指令格式和功能执行这条指令</a:t>
            </a:r>
          </a:p>
          <a:p>
            <a:r>
              <a:rPr lang="zh-CN" altLang="en-US" sz="2400" b="1">
                <a:solidFill>
                  <a:srgbClr val="FF0000"/>
                </a:solidFill>
                <a:latin typeface="Times New Roman" panose="02020603050405020304" pitchFamily="2" charset="0"/>
                <a:ea typeface="宋体" panose="02010600030101010101" pitchFamily="2" charset="-122"/>
              </a:rPr>
              <a:t>二</a:t>
            </a:r>
            <a:r>
              <a:rPr lang="en-US" altLang="zh-CN" sz="2400" b="1">
                <a:solidFill>
                  <a:srgbClr val="FF0000"/>
                </a:solidFill>
                <a:latin typeface="Times New Roman" panose="02020603050405020304" pitchFamily="2" charset="0"/>
                <a:ea typeface="宋体" panose="02010600030101010101" pitchFamily="2" charset="-122"/>
              </a:rPr>
              <a:t>.   </a:t>
            </a:r>
            <a:r>
              <a:rPr lang="zh-CN" altLang="en-US" sz="2400" b="1">
                <a:solidFill>
                  <a:srgbClr val="FF0000"/>
                </a:solidFill>
                <a:latin typeface="Times New Roman" panose="02020603050405020304" pitchFamily="2" charset="0"/>
                <a:ea typeface="宋体" panose="02010600030101010101" pitchFamily="2" charset="-122"/>
              </a:rPr>
              <a:t>保证指令按规定序列自动连续地执行。</a:t>
            </a:r>
          </a:p>
          <a:p>
            <a:r>
              <a:rPr lang="zh-CN" altLang="en-US" sz="2400" b="1">
                <a:solidFill>
                  <a:srgbClr val="FF0000"/>
                </a:solidFill>
                <a:latin typeface="Times New Roman" panose="02020603050405020304" pitchFamily="2" charset="0"/>
                <a:ea typeface="宋体" panose="02010600030101010101" pitchFamily="2" charset="-122"/>
              </a:rPr>
              <a:t>三</a:t>
            </a:r>
            <a:r>
              <a:rPr lang="en-US" altLang="zh-CN" sz="2400" b="1">
                <a:solidFill>
                  <a:srgbClr val="FF0000"/>
                </a:solidFill>
                <a:latin typeface="Times New Roman" panose="02020603050405020304" pitchFamily="2" charset="0"/>
                <a:ea typeface="宋体" panose="02010600030101010101" pitchFamily="2" charset="-122"/>
              </a:rPr>
              <a:t>.   </a:t>
            </a:r>
            <a:r>
              <a:rPr lang="zh-CN" altLang="en-US" sz="2400" b="1">
                <a:solidFill>
                  <a:srgbClr val="FF0000"/>
                </a:solidFill>
                <a:latin typeface="Times New Roman" panose="02020603050405020304" pitchFamily="2" charset="0"/>
                <a:ea typeface="宋体" panose="02010600030101010101" pitchFamily="2" charset="-122"/>
              </a:rPr>
              <a:t>对各种异常情况和请求及时响应和处理。</a:t>
            </a:r>
            <a:endParaRPr lang="zh-CN" altLang="en-US" sz="2800" b="1">
              <a:solidFill>
                <a:srgbClr val="FF0000"/>
              </a:solidFill>
              <a:latin typeface="Times New Roman" panose="02020603050405020304" pitchFamily="2" charset="0"/>
            </a:endParaRPr>
          </a:p>
          <a:p>
            <a:r>
              <a:rPr lang="zh-CN" altLang="en-US" sz="2800" b="1">
                <a:solidFill>
                  <a:srgbClr val="3333FF"/>
                </a:solidFill>
                <a:latin typeface="Times New Roman" panose="02020603050405020304" pitchFamily="2" charset="0"/>
              </a:rPr>
              <a:t>说到底，</a:t>
            </a:r>
            <a:r>
              <a:rPr lang="zh-CN" altLang="en-US" sz="2800" b="1">
                <a:latin typeface="Times New Roman" panose="02020603050405020304" pitchFamily="2" charset="0"/>
              </a:rPr>
              <a:t>控制器要向计算机各功能部件提供</a:t>
            </a:r>
          </a:p>
          <a:p>
            <a:r>
              <a:rPr lang="zh-CN" altLang="en-US" sz="2800" b="1">
                <a:latin typeface="Times New Roman" panose="02020603050405020304" pitchFamily="2" charset="0"/>
              </a:rPr>
              <a:t>              每一时刻协同运行所需要的控制信号</a:t>
            </a:r>
          </a:p>
        </p:txBody>
      </p:sp>
      <p:sp>
        <p:nvSpPr>
          <p:cNvPr id="36871" name="任意多边形 36870"/>
          <p:cNvSpPr/>
          <p:nvPr/>
        </p:nvSpPr>
        <p:spPr>
          <a:xfrm flipH="1">
            <a:off x="3733800" y="1828800"/>
            <a:ext cx="838200" cy="838200"/>
          </a:xfrm>
          <a:custGeom>
            <a:avLst/>
            <a:gdLst>
              <a:gd name="txL" fmla="*/ 12427 w 21600"/>
              <a:gd name="txT" fmla="*/ 2912 h 21600"/>
              <a:gd name="txR" fmla="*/ 18227 w 21600"/>
              <a:gd name="txB" fmla="*/ 9246 h 21600"/>
            </a:gdLst>
            <a:ahLst/>
            <a:cxnLst>
              <a:cxn ang="270">
                <a:pos x="15126" y="0"/>
              </a:cxn>
              <a:cxn ang="90">
                <a:pos x="15126" y="12158"/>
              </a:cxn>
              <a:cxn ang="90">
                <a:pos x="3237" y="21600"/>
              </a:cxn>
              <a:cxn ang="0">
                <a:pos x="21600" y="6079"/>
              </a:cxn>
            </a:cxnLst>
            <a:rect l="txL" t="txT" r="txR" b="txB"/>
            <a:pathLst>
              <a:path w="21600" h="21600">
                <a:moveTo>
                  <a:pt x="21600" y="6079"/>
                </a:moveTo>
                <a:lnTo>
                  <a:pt x="15126" y="0"/>
                </a:lnTo>
                <a:lnTo>
                  <a:pt x="15126" y="2912"/>
                </a:lnTo>
                <a:lnTo>
                  <a:pt x="12427" y="2912"/>
                </a:lnTo>
                <a:arcTo wR="12427" hR="9246" stAng="-5400000" swAng="-5400000"/>
                <a:lnTo>
                  <a:pt x="0" y="21600"/>
                </a:lnTo>
                <a:lnTo>
                  <a:pt x="6474" y="21600"/>
                </a:lnTo>
                <a:lnTo>
                  <a:pt x="6474" y="12158"/>
                </a:lnTo>
                <a:arcTo wR="5953" hR="2912" stAng="10800000" swAng="5400000"/>
                <a:lnTo>
                  <a:pt x="15126" y="9246"/>
                </a:lnTo>
                <a:lnTo>
                  <a:pt x="15126" y="12158"/>
                </a:lnTo>
                <a:close/>
              </a:path>
            </a:pathLst>
          </a:custGeom>
          <a:solidFill>
            <a:srgbClr val="FF0000"/>
          </a:solidFill>
          <a:ln w="19050" cap="flat" cmpd="sng">
            <a:solidFill>
              <a:srgbClr val="FF0000"/>
            </a:solidFill>
            <a:prstDash val="solid"/>
            <a:miter/>
            <a:headEnd type="none" w="med" len="med"/>
            <a:tailEnd type="none" w="med" len="med"/>
          </a:ln>
        </p:spPr>
        <p:txBody>
          <a:bodyPr/>
          <a:lstStyle/>
          <a:p>
            <a:endParaRPr lang="zh-CN"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37889"/>
          <p:cNvSpPr/>
          <p:nvPr/>
        </p:nvSpPr>
        <p:spPr>
          <a:xfrm>
            <a:off x="3203575" y="2852738"/>
            <a:ext cx="5410200" cy="3429000"/>
          </a:xfrm>
          <a:prstGeom prst="rect">
            <a:avLst/>
          </a:prstGeom>
          <a:solidFill>
            <a:srgbClr val="FFFFFF"/>
          </a:solidFill>
          <a:ln w="19050" cap="flat" cmpd="sng">
            <a:solidFill>
              <a:srgbClr val="FF0000"/>
            </a:solidFill>
            <a:prstDash val="solid"/>
            <a:miter/>
            <a:headEnd type="none" w="med" len="med"/>
            <a:tailEnd type="none" w="med" len="med"/>
          </a:ln>
        </p:spPr>
        <p:txBody>
          <a:bodyPr/>
          <a:lstStyle/>
          <a:p>
            <a:endParaRPr lang="zh-CN" altLang="en-US"/>
          </a:p>
        </p:txBody>
      </p:sp>
      <p:sp>
        <p:nvSpPr>
          <p:cNvPr id="37891" name="文本框 37890"/>
          <p:cNvSpPr txBox="1"/>
          <p:nvPr/>
        </p:nvSpPr>
        <p:spPr>
          <a:xfrm>
            <a:off x="612775" y="4868863"/>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外存设备</a:t>
            </a:r>
            <a:endParaRPr lang="zh-CN" altLang="en-US" b="1">
              <a:latin typeface="Times New Roman" panose="02020603050405020304" pitchFamily="2" charset="0"/>
            </a:endParaRPr>
          </a:p>
        </p:txBody>
      </p:sp>
      <p:sp>
        <p:nvSpPr>
          <p:cNvPr id="37892" name="文本框 37891"/>
          <p:cNvSpPr txBox="1"/>
          <p:nvPr/>
        </p:nvSpPr>
        <p:spPr>
          <a:xfrm>
            <a:off x="612775" y="3933825"/>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主存储器</a:t>
            </a:r>
            <a:endParaRPr lang="zh-CN" altLang="en-US" sz="2400" b="1">
              <a:latin typeface="Times New Roman" panose="02020603050405020304" pitchFamily="2" charset="0"/>
              <a:ea typeface="楷体_GB2312" pitchFamily="1" charset="-122"/>
            </a:endParaRPr>
          </a:p>
        </p:txBody>
      </p:sp>
      <p:sp>
        <p:nvSpPr>
          <p:cNvPr id="37893" name="文本框 37892"/>
          <p:cNvSpPr txBox="1"/>
          <p:nvPr/>
        </p:nvSpPr>
        <p:spPr>
          <a:xfrm>
            <a:off x="612775" y="3070225"/>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高速缓存</a:t>
            </a:r>
            <a:endParaRPr lang="zh-CN" altLang="en-US" b="1">
              <a:latin typeface="Times New Roman" panose="02020603050405020304" pitchFamily="2" charset="0"/>
            </a:endParaRPr>
          </a:p>
        </p:txBody>
      </p:sp>
      <p:sp>
        <p:nvSpPr>
          <p:cNvPr id="37894" name="文本框 37893"/>
          <p:cNvSpPr txBox="1"/>
          <p:nvPr/>
        </p:nvSpPr>
        <p:spPr>
          <a:xfrm>
            <a:off x="1295400" y="1905000"/>
            <a:ext cx="2079625" cy="698500"/>
          </a:xfrm>
          <a:prstGeom prst="rect">
            <a:avLst/>
          </a:prstGeom>
          <a:solidFill>
            <a:srgbClr val="FF6600"/>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控  制  器</a:t>
            </a:r>
            <a:endParaRPr lang="zh-CN" altLang="en-US" sz="2400" b="1">
              <a:latin typeface="Times New Roman" panose="02020603050405020304" pitchFamily="2" charset="0"/>
              <a:ea typeface="楷体_GB2312" pitchFamily="1" charset="-122"/>
            </a:endParaRPr>
          </a:p>
        </p:txBody>
      </p:sp>
      <p:sp>
        <p:nvSpPr>
          <p:cNvPr id="37895" name="文本框 37894"/>
          <p:cNvSpPr txBox="1"/>
          <p:nvPr/>
        </p:nvSpPr>
        <p:spPr>
          <a:xfrm>
            <a:off x="5715000" y="19050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37896" name="文本框 37895"/>
          <p:cNvSpPr txBox="1"/>
          <p:nvPr/>
        </p:nvSpPr>
        <p:spPr>
          <a:xfrm>
            <a:off x="1066800" y="990600"/>
            <a:ext cx="7848600" cy="762000"/>
          </a:xfrm>
          <a:prstGeom prst="rect">
            <a:avLst/>
          </a:prstGeom>
          <a:noFill/>
          <a:ln w="9525">
            <a:noFill/>
          </a:ln>
        </p:spPr>
        <p:txBody>
          <a:bodyPr anchor="ctr" anchorCtr="0">
            <a:spAutoFit/>
          </a:bodyPr>
          <a:lstStyle/>
          <a:p>
            <a:pPr algn="ctr">
              <a:spcBef>
                <a:spcPct val="50000"/>
              </a:spcBef>
            </a:pPr>
            <a:r>
              <a:rPr lang="zh-CN" altLang="en-US" sz="4400" b="1">
                <a:solidFill>
                  <a:schemeClr val="tx2"/>
                </a:solidFill>
                <a:latin typeface="Tahoma" panose="020B0604030504040204" pitchFamily="2" charset="0"/>
                <a:ea typeface="隶书" panose="02010509060101010101" pitchFamily="1" charset="-122"/>
              </a:rPr>
              <a:t>计算机系统结构</a:t>
            </a:r>
            <a:r>
              <a:rPr lang="en-US" altLang="zh-CN" sz="4400" b="1">
                <a:solidFill>
                  <a:schemeClr val="tx2"/>
                </a:solidFill>
                <a:latin typeface="Times New Roman" panose="02020603050405020304" pitchFamily="2" charset="0"/>
                <a:ea typeface="隶书" panose="02010509060101010101" pitchFamily="1" charset="-122"/>
              </a:rPr>
              <a:t>—</a:t>
            </a:r>
            <a:r>
              <a:rPr lang="zh-CN" altLang="en-US" sz="2800" b="1">
                <a:solidFill>
                  <a:schemeClr val="tx2"/>
                </a:solidFill>
                <a:latin typeface="Tahoma" panose="020B0604030504040204" pitchFamily="2" charset="0"/>
                <a:ea typeface="隶书" panose="02010509060101010101" pitchFamily="1" charset="-122"/>
              </a:rPr>
              <a:t>计算机的硬件结构</a:t>
            </a:r>
            <a:endParaRPr lang="zh-CN" altLang="en-US" sz="5400" b="1">
              <a:solidFill>
                <a:srgbClr val="003399"/>
              </a:solidFill>
              <a:latin typeface="Times New Roman" panose="02020603050405020304" pitchFamily="2" charset="0"/>
              <a:ea typeface="黑体" panose="02010609060101010101" pitchFamily="2" charset="-122"/>
            </a:endParaRPr>
          </a:p>
        </p:txBody>
      </p:sp>
      <p:sp>
        <p:nvSpPr>
          <p:cNvPr id="37897" name="文本框 37896"/>
          <p:cNvSpPr txBox="1"/>
          <p:nvPr/>
        </p:nvSpPr>
        <p:spPr>
          <a:xfrm>
            <a:off x="3348038" y="2925763"/>
            <a:ext cx="5392737" cy="3195637"/>
          </a:xfrm>
          <a:prstGeom prst="rect">
            <a:avLst/>
          </a:prstGeom>
          <a:noFill/>
          <a:ln w="9525">
            <a:noFill/>
          </a:ln>
        </p:spPr>
        <p:txBody>
          <a:bodyPr wrap="none" anchor="ctr" anchorCtr="0">
            <a:spAutoFit/>
          </a:bodyPr>
          <a:lstStyle/>
          <a:p>
            <a:pPr>
              <a:spcBef>
                <a:spcPct val="50000"/>
              </a:spcBef>
            </a:pPr>
            <a:r>
              <a:rPr lang="en-US" altLang="zh-CN" sz="2400" b="1">
                <a:solidFill>
                  <a:schemeClr val="accent1"/>
                </a:solidFill>
                <a:latin typeface="Times New Roman" panose="02020603050405020304" pitchFamily="2" charset="0"/>
              </a:rPr>
              <a:t>        </a:t>
            </a:r>
            <a:r>
              <a:rPr lang="zh-CN" altLang="en-US" sz="2400" b="1">
                <a:solidFill>
                  <a:srgbClr val="FF0000"/>
                </a:solidFill>
                <a:latin typeface="Times New Roman" panose="02020603050405020304" pitchFamily="2" charset="0"/>
              </a:rPr>
              <a:t>由高速缓冲存储器，主存储器，</a:t>
            </a:r>
          </a:p>
          <a:p>
            <a:pPr>
              <a:spcBef>
                <a:spcPct val="50000"/>
              </a:spcBef>
            </a:pPr>
            <a:r>
              <a:rPr lang="zh-CN" altLang="en-US" sz="2400" b="1">
                <a:solidFill>
                  <a:srgbClr val="FF0000"/>
                </a:solidFill>
                <a:latin typeface="Times New Roman" panose="02020603050405020304" pitchFamily="2" charset="0"/>
              </a:rPr>
              <a:t>外存储器所组成的多级（层）存储器</a:t>
            </a:r>
          </a:p>
          <a:p>
            <a:pPr>
              <a:spcBef>
                <a:spcPct val="50000"/>
              </a:spcBef>
            </a:pPr>
            <a:r>
              <a:rPr lang="zh-CN" altLang="en-US" sz="2400" b="1">
                <a:solidFill>
                  <a:srgbClr val="FF0000"/>
                </a:solidFill>
                <a:latin typeface="Times New Roman" panose="02020603050405020304" pitchFamily="2" charset="0"/>
              </a:rPr>
              <a:t>系统，是计算机中用于存储程序和数</a:t>
            </a:r>
          </a:p>
          <a:p>
            <a:pPr>
              <a:spcBef>
                <a:spcPct val="50000"/>
              </a:spcBef>
            </a:pPr>
            <a:r>
              <a:rPr lang="zh-CN" altLang="en-US" sz="2400" b="1">
                <a:solidFill>
                  <a:srgbClr val="FF0000"/>
                </a:solidFill>
                <a:latin typeface="Times New Roman" panose="02020603050405020304" pitchFamily="2" charset="0"/>
              </a:rPr>
              <a:t>据的子系统。 这三级存储器所用的</a:t>
            </a:r>
          </a:p>
          <a:p>
            <a:pPr>
              <a:spcBef>
                <a:spcPct val="50000"/>
              </a:spcBef>
            </a:pPr>
            <a:r>
              <a:rPr lang="zh-CN" altLang="en-US" sz="2400" b="1">
                <a:solidFill>
                  <a:srgbClr val="FF0000"/>
                </a:solidFill>
                <a:latin typeface="Times New Roman" panose="02020603050405020304" pitchFamily="2" charset="0"/>
              </a:rPr>
              <a:t>存储介质的工作原理和特性各不相同。</a:t>
            </a:r>
          </a:p>
          <a:p>
            <a:pPr>
              <a:spcBef>
                <a:spcPct val="50000"/>
              </a:spcBef>
            </a:pPr>
            <a:r>
              <a:rPr lang="zh-CN" altLang="en-US" sz="2400" b="1">
                <a:solidFill>
                  <a:srgbClr val="FF0000"/>
                </a:solidFill>
                <a:latin typeface="Times New Roman" panose="02020603050405020304" pitchFamily="2" charset="0"/>
              </a:rPr>
              <a:t>将作为三个部分分别讲解</a:t>
            </a:r>
            <a:r>
              <a:rPr lang="zh-CN" altLang="en-US" sz="2400" b="1">
                <a:solidFill>
                  <a:schemeClr val="accent1"/>
                </a:solidFill>
                <a:latin typeface="Times New Roman" panose="02020603050405020304" pitchFamily="2" charset="0"/>
              </a:rPr>
              <a:t>。</a:t>
            </a:r>
            <a:endParaRPr lang="zh-CN" altLang="en-US" sz="2800" b="1">
              <a:solidFill>
                <a:schemeClr val="accent1"/>
              </a:solidFill>
              <a:latin typeface="Times New Roman" panose="02020603050405020304" pitchFamily="2" charset="0"/>
            </a:endParaRPr>
          </a:p>
        </p:txBody>
      </p:sp>
      <p:sp>
        <p:nvSpPr>
          <p:cNvPr id="37898" name="右大括号 37897"/>
          <p:cNvSpPr/>
          <p:nvPr/>
        </p:nvSpPr>
        <p:spPr>
          <a:xfrm>
            <a:off x="2700338" y="3213100"/>
            <a:ext cx="381000" cy="2286000"/>
          </a:xfrm>
          <a:prstGeom prst="rightBrace">
            <a:avLst>
              <a:gd name="adj1" fmla="val 50000"/>
              <a:gd name="adj2" fmla="val 50000"/>
            </a:avLst>
          </a:prstGeom>
          <a:noFill/>
          <a:ln w="76200" cap="flat" cmpd="sng">
            <a:solidFill>
              <a:srgbClr val="FF0000"/>
            </a:solidFill>
            <a:prstDash val="solid"/>
            <a:headEnd type="none" w="med" len="med"/>
            <a:tailEnd type="none" w="med" len="med"/>
          </a:ln>
        </p:spPr>
        <p:txBody>
          <a:bodyPr/>
          <a:lstStyle/>
          <a:p>
            <a:endParaRPr lang="zh-CN"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38913"/>
          <p:cNvSpPr/>
          <p:nvPr/>
        </p:nvSpPr>
        <p:spPr>
          <a:xfrm flipV="1">
            <a:off x="3563938" y="4073525"/>
            <a:ext cx="5257800" cy="2295525"/>
          </a:xfrm>
          <a:prstGeom prst="rect">
            <a:avLst/>
          </a:prstGeom>
          <a:solidFill>
            <a:srgbClr val="FFFFFF"/>
          </a:solidFill>
          <a:ln w="19050" cap="flat" cmpd="sng">
            <a:solidFill>
              <a:srgbClr val="FF0000"/>
            </a:solidFill>
            <a:prstDash val="solid"/>
            <a:miter/>
            <a:headEnd type="none" w="med" len="med"/>
            <a:tailEnd type="none" w="med" len="med"/>
          </a:ln>
        </p:spPr>
        <p:txBody>
          <a:bodyPr rot="10800000" wrap="square" anchor="ctr" anchorCtr="0">
            <a:spAutoFit/>
          </a:bodyPr>
          <a:lstStyle/>
          <a:p>
            <a:pPr>
              <a:spcAft>
                <a:spcPct val="5000"/>
              </a:spcAft>
            </a:pPr>
            <a:r>
              <a:rPr lang="zh-CN" altLang="en-US" sz="2400" b="1">
                <a:solidFill>
                  <a:srgbClr val="FF0000"/>
                </a:solidFill>
                <a:latin typeface="Times New Roman" panose="02020603050405020304" pitchFamily="2" charset="0"/>
              </a:rPr>
              <a:t>输入设备是向计算机中送入程序和数据的有一定独立功能的设备，通过 接口 和 总线与计算机主机连通，用于人</a:t>
            </a:r>
            <a:r>
              <a:rPr lang="en-US" altLang="zh-CN" sz="2400" b="1">
                <a:solidFill>
                  <a:srgbClr val="FF0000"/>
                </a:solidFill>
                <a:latin typeface="Times New Roman" panose="02020603050405020304" pitchFamily="2" charset="0"/>
              </a:rPr>
              <a:t>—</a:t>
            </a:r>
            <a:r>
              <a:rPr lang="zh-CN" altLang="en-US" sz="2400" b="1">
                <a:solidFill>
                  <a:srgbClr val="FF0000"/>
                </a:solidFill>
                <a:latin typeface="Times New Roman" panose="02020603050405020304" pitchFamily="2" charset="0"/>
              </a:rPr>
              <a:t>机交互联系</a:t>
            </a:r>
            <a:r>
              <a:rPr lang="en-US" altLang="zh-CN" sz="2400" b="1">
                <a:solidFill>
                  <a:srgbClr val="FF0000"/>
                </a:solidFill>
                <a:latin typeface="Times New Roman" panose="02020603050405020304" pitchFamily="2" charset="0"/>
              </a:rPr>
              <a:t>,</a:t>
            </a:r>
            <a:r>
              <a:rPr lang="zh-CN" altLang="en-US" sz="2400" b="1">
                <a:solidFill>
                  <a:srgbClr val="FF0000"/>
                </a:solidFill>
                <a:latin typeface="Times New Roman" panose="02020603050405020304" pitchFamily="2" charset="0"/>
              </a:rPr>
              <a:t>如计算机键盘和鼠标等</a:t>
            </a:r>
            <a:r>
              <a:rPr lang="zh-CN" altLang="en-US" sz="2800" b="1">
                <a:solidFill>
                  <a:srgbClr val="FFCC66"/>
                </a:solidFill>
                <a:latin typeface="Times New Roman" panose="02020603050405020304" pitchFamily="2" charset="0"/>
              </a:rPr>
              <a:t>。</a:t>
            </a:r>
            <a:endParaRPr lang="zh-CN" altLang="en-US" sz="2000" b="1">
              <a:latin typeface="Times New Roman" panose="02020603050405020304" pitchFamily="2" charset="0"/>
            </a:endParaRPr>
          </a:p>
          <a:p>
            <a:pPr algn="ctr"/>
            <a:endParaRPr lang="zh-CN" altLang="en-US" b="1">
              <a:latin typeface="Times New Roman" panose="02020603050405020304" pitchFamily="2" charset="0"/>
            </a:endParaRPr>
          </a:p>
        </p:txBody>
      </p:sp>
      <p:sp>
        <p:nvSpPr>
          <p:cNvPr id="38915" name="文本框 38914"/>
          <p:cNvSpPr txBox="1"/>
          <p:nvPr/>
        </p:nvSpPr>
        <p:spPr>
          <a:xfrm>
            <a:off x="5653088" y="3213100"/>
            <a:ext cx="20828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输入设备</a:t>
            </a:r>
            <a:endParaRPr lang="zh-CN" altLang="en-US" sz="3200" b="1">
              <a:latin typeface="Times New Roman" panose="02020603050405020304" pitchFamily="2" charset="0"/>
              <a:ea typeface="楷体_GB2312" pitchFamily="1" charset="-122"/>
            </a:endParaRPr>
          </a:p>
        </p:txBody>
      </p:sp>
      <p:sp>
        <p:nvSpPr>
          <p:cNvPr id="38916" name="文本框 38915"/>
          <p:cNvSpPr txBox="1"/>
          <p:nvPr/>
        </p:nvSpPr>
        <p:spPr>
          <a:xfrm>
            <a:off x="990600" y="48768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外存设备</a:t>
            </a:r>
            <a:endParaRPr lang="zh-CN" altLang="en-US" b="1">
              <a:latin typeface="Times New Roman" panose="02020603050405020304" pitchFamily="2" charset="0"/>
            </a:endParaRPr>
          </a:p>
        </p:txBody>
      </p:sp>
      <p:sp>
        <p:nvSpPr>
          <p:cNvPr id="38917" name="文本框 38916"/>
          <p:cNvSpPr txBox="1"/>
          <p:nvPr/>
        </p:nvSpPr>
        <p:spPr>
          <a:xfrm>
            <a:off x="990600" y="39624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主存储器</a:t>
            </a:r>
            <a:endParaRPr lang="zh-CN" altLang="en-US" sz="2400" b="1">
              <a:latin typeface="Times New Roman" panose="02020603050405020304" pitchFamily="2" charset="0"/>
              <a:ea typeface="楷体_GB2312" pitchFamily="1" charset="-122"/>
            </a:endParaRPr>
          </a:p>
        </p:txBody>
      </p:sp>
      <p:sp>
        <p:nvSpPr>
          <p:cNvPr id="38918" name="文本框 38917"/>
          <p:cNvSpPr txBox="1"/>
          <p:nvPr/>
        </p:nvSpPr>
        <p:spPr>
          <a:xfrm>
            <a:off x="990600" y="30480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高速缓存</a:t>
            </a:r>
            <a:endParaRPr lang="zh-CN" altLang="en-US" b="1">
              <a:latin typeface="Times New Roman" panose="02020603050405020304" pitchFamily="2" charset="0"/>
            </a:endParaRPr>
          </a:p>
        </p:txBody>
      </p:sp>
      <p:sp>
        <p:nvSpPr>
          <p:cNvPr id="38919" name="文本框 38918"/>
          <p:cNvSpPr txBox="1"/>
          <p:nvPr/>
        </p:nvSpPr>
        <p:spPr>
          <a:xfrm>
            <a:off x="1371600" y="1905000"/>
            <a:ext cx="2079625" cy="698500"/>
          </a:xfrm>
          <a:prstGeom prst="rect">
            <a:avLst/>
          </a:prstGeom>
          <a:solidFill>
            <a:srgbClr val="FF6600"/>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控  制  器</a:t>
            </a:r>
            <a:endParaRPr lang="zh-CN" altLang="en-US" sz="2400" b="1">
              <a:latin typeface="Times New Roman" panose="02020603050405020304" pitchFamily="2" charset="0"/>
              <a:ea typeface="楷体_GB2312" pitchFamily="1" charset="-122"/>
            </a:endParaRPr>
          </a:p>
        </p:txBody>
      </p:sp>
      <p:sp>
        <p:nvSpPr>
          <p:cNvPr id="38920" name="文本框 38919"/>
          <p:cNvSpPr txBox="1"/>
          <p:nvPr/>
        </p:nvSpPr>
        <p:spPr>
          <a:xfrm>
            <a:off x="5562600" y="19050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38921" name="文本框 38920"/>
          <p:cNvSpPr txBox="1"/>
          <p:nvPr/>
        </p:nvSpPr>
        <p:spPr>
          <a:xfrm>
            <a:off x="838200" y="1066800"/>
            <a:ext cx="7848600" cy="762000"/>
          </a:xfrm>
          <a:prstGeom prst="rect">
            <a:avLst/>
          </a:prstGeom>
          <a:noFill/>
          <a:ln w="9525">
            <a:noFill/>
          </a:ln>
        </p:spPr>
        <p:txBody>
          <a:bodyPr anchor="ctr" anchorCtr="0">
            <a:spAutoFit/>
          </a:bodyPr>
          <a:lstStyle/>
          <a:p>
            <a:pPr algn="ctr">
              <a:spcBef>
                <a:spcPct val="50000"/>
              </a:spcBef>
            </a:pPr>
            <a:r>
              <a:rPr lang="zh-CN" altLang="en-US" sz="4400" b="1">
                <a:solidFill>
                  <a:schemeClr val="tx2"/>
                </a:solidFill>
                <a:latin typeface="Tahoma" panose="020B0604030504040204" pitchFamily="2" charset="0"/>
                <a:ea typeface="隶书" panose="02010509060101010101" pitchFamily="1" charset="-122"/>
              </a:rPr>
              <a:t>计算机系统结构</a:t>
            </a:r>
            <a:r>
              <a:rPr lang="en-US" altLang="zh-CN" sz="4400" b="1">
                <a:solidFill>
                  <a:schemeClr val="tx2"/>
                </a:solidFill>
                <a:latin typeface="Times New Roman" panose="02020603050405020304" pitchFamily="2" charset="0"/>
                <a:ea typeface="隶书" panose="02010509060101010101" pitchFamily="1" charset="-122"/>
              </a:rPr>
              <a:t>—</a:t>
            </a:r>
            <a:r>
              <a:rPr lang="zh-CN" altLang="en-US" sz="2800" b="1">
                <a:solidFill>
                  <a:schemeClr val="tx2"/>
                </a:solidFill>
                <a:latin typeface="Tahoma" panose="020B0604030504040204" pitchFamily="2" charset="0"/>
                <a:ea typeface="隶书" panose="02010509060101010101" pitchFamily="1" charset="-122"/>
              </a:rPr>
              <a:t>计算机的硬件结构</a:t>
            </a:r>
            <a:endParaRPr lang="zh-CN" altLang="en-US" sz="5400" b="1">
              <a:solidFill>
                <a:srgbClr val="003399"/>
              </a:solidFill>
              <a:latin typeface="Times New Roman" panose="02020603050405020304" pitchFamily="2" charset="0"/>
              <a:ea typeface="黑体" panose="02010609060101010101" pitchFamily="2" charset="-122"/>
            </a:endParaRPr>
          </a:p>
        </p:txBody>
      </p:sp>
      <p:sp>
        <p:nvSpPr>
          <p:cNvPr id="38922" name="任意多边形 38921"/>
          <p:cNvSpPr/>
          <p:nvPr/>
        </p:nvSpPr>
        <p:spPr>
          <a:xfrm>
            <a:off x="4645025" y="3573463"/>
            <a:ext cx="990600" cy="457200"/>
          </a:xfrm>
          <a:custGeom>
            <a:avLst/>
            <a:gdLst>
              <a:gd name="txL" fmla="*/ 12427 w 21600"/>
              <a:gd name="txT" fmla="*/ 2912 h 21600"/>
              <a:gd name="txR" fmla="*/ 18227 w 21600"/>
              <a:gd name="txB" fmla="*/ 9246 h 21600"/>
            </a:gdLst>
            <a:ahLst/>
            <a:cxnLst>
              <a:cxn ang="270">
                <a:pos x="15126" y="0"/>
              </a:cxn>
              <a:cxn ang="90">
                <a:pos x="15126" y="12158"/>
              </a:cxn>
              <a:cxn ang="90">
                <a:pos x="3237" y="21600"/>
              </a:cxn>
              <a:cxn ang="0">
                <a:pos x="21600" y="6079"/>
              </a:cxn>
            </a:cxnLst>
            <a:rect l="txL" t="txT" r="txR" b="txB"/>
            <a:pathLst>
              <a:path w="21600" h="21600">
                <a:moveTo>
                  <a:pt x="21600" y="6079"/>
                </a:moveTo>
                <a:lnTo>
                  <a:pt x="15126" y="0"/>
                </a:lnTo>
                <a:lnTo>
                  <a:pt x="15126" y="2912"/>
                </a:lnTo>
                <a:lnTo>
                  <a:pt x="12427" y="2912"/>
                </a:lnTo>
                <a:arcTo wR="12427" hR="9246" stAng="-5400000" swAng="-5400000"/>
                <a:lnTo>
                  <a:pt x="0" y="21600"/>
                </a:lnTo>
                <a:lnTo>
                  <a:pt x="6474" y="21600"/>
                </a:lnTo>
                <a:lnTo>
                  <a:pt x="6474" y="12158"/>
                </a:lnTo>
                <a:arcTo wR="5953" hR="2912" stAng="10800000" swAng="5400000"/>
                <a:lnTo>
                  <a:pt x="15126" y="9246"/>
                </a:lnTo>
                <a:lnTo>
                  <a:pt x="15126" y="12158"/>
                </a:lnTo>
                <a:close/>
              </a:path>
            </a:pathLst>
          </a:custGeom>
          <a:solidFill>
            <a:srgbClr val="FF0000"/>
          </a:solidFill>
          <a:ln w="19050" cap="flat" cmpd="sng">
            <a:solidFill>
              <a:srgbClr val="FF0000"/>
            </a:solidFill>
            <a:prstDash val="solid"/>
            <a:miter/>
            <a:headEnd type="none" w="med" len="med"/>
            <a:tailEnd type="none" w="med" len="med"/>
          </a:ln>
        </p:spPr>
        <p:txBody>
          <a:bodyPr/>
          <a:lstStyle/>
          <a:p>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39937"/>
          <p:cNvSpPr/>
          <p:nvPr/>
        </p:nvSpPr>
        <p:spPr>
          <a:xfrm>
            <a:off x="2743200" y="5516563"/>
            <a:ext cx="5716588" cy="1112837"/>
          </a:xfrm>
          <a:prstGeom prst="rect">
            <a:avLst/>
          </a:prstGeom>
          <a:solidFill>
            <a:srgbClr val="FFFFFF"/>
          </a:solidFill>
          <a:ln w="19050" cap="flat" cmpd="sng">
            <a:solidFill>
              <a:srgbClr val="FF0000"/>
            </a:solidFill>
            <a:prstDash val="solid"/>
            <a:miter/>
            <a:headEnd type="none" w="med" len="med"/>
            <a:tailEnd type="none" w="med" len="med"/>
          </a:ln>
        </p:spPr>
        <p:txBody>
          <a:bodyPr/>
          <a:lstStyle/>
          <a:p>
            <a:endParaRPr lang="zh-CN" altLang="en-US"/>
          </a:p>
        </p:txBody>
      </p:sp>
      <p:sp>
        <p:nvSpPr>
          <p:cNvPr id="39939" name="文本框 39938"/>
          <p:cNvSpPr txBox="1"/>
          <p:nvPr/>
        </p:nvSpPr>
        <p:spPr>
          <a:xfrm>
            <a:off x="5943600" y="3657600"/>
            <a:ext cx="20828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输入设备</a:t>
            </a:r>
            <a:endParaRPr lang="zh-CN" altLang="en-US" sz="3200" b="1">
              <a:latin typeface="Times New Roman" panose="02020603050405020304" pitchFamily="2" charset="0"/>
              <a:ea typeface="楷体_GB2312" pitchFamily="1" charset="-122"/>
            </a:endParaRPr>
          </a:p>
        </p:txBody>
      </p:sp>
      <p:sp>
        <p:nvSpPr>
          <p:cNvPr id="39940" name="文本框 39939"/>
          <p:cNvSpPr txBox="1"/>
          <p:nvPr/>
        </p:nvSpPr>
        <p:spPr>
          <a:xfrm>
            <a:off x="5943600" y="4724400"/>
            <a:ext cx="21336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输出设备</a:t>
            </a:r>
            <a:endParaRPr lang="zh-CN" altLang="en-US" sz="3200" b="1">
              <a:latin typeface="Times New Roman" panose="02020603050405020304" pitchFamily="2" charset="0"/>
              <a:ea typeface="楷体_GB2312" pitchFamily="1" charset="-122"/>
            </a:endParaRPr>
          </a:p>
        </p:txBody>
      </p:sp>
      <p:sp>
        <p:nvSpPr>
          <p:cNvPr id="39941" name="文本框 39940"/>
          <p:cNvSpPr txBox="1"/>
          <p:nvPr/>
        </p:nvSpPr>
        <p:spPr>
          <a:xfrm>
            <a:off x="990600" y="48768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外存设备</a:t>
            </a:r>
            <a:endParaRPr lang="zh-CN" altLang="en-US" b="1">
              <a:latin typeface="Times New Roman" panose="02020603050405020304" pitchFamily="2" charset="0"/>
            </a:endParaRPr>
          </a:p>
        </p:txBody>
      </p:sp>
      <p:sp>
        <p:nvSpPr>
          <p:cNvPr id="39942" name="文本框 39941"/>
          <p:cNvSpPr txBox="1"/>
          <p:nvPr/>
        </p:nvSpPr>
        <p:spPr>
          <a:xfrm>
            <a:off x="990600" y="39624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主存储器</a:t>
            </a:r>
            <a:endParaRPr lang="zh-CN" altLang="en-US" sz="2400" b="1">
              <a:latin typeface="Times New Roman" panose="02020603050405020304" pitchFamily="2" charset="0"/>
              <a:ea typeface="楷体_GB2312" pitchFamily="1" charset="-122"/>
            </a:endParaRPr>
          </a:p>
        </p:txBody>
      </p:sp>
      <p:sp>
        <p:nvSpPr>
          <p:cNvPr id="39943" name="文本框 39942"/>
          <p:cNvSpPr txBox="1"/>
          <p:nvPr/>
        </p:nvSpPr>
        <p:spPr>
          <a:xfrm>
            <a:off x="990600" y="30480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高速缓存</a:t>
            </a:r>
            <a:endParaRPr lang="zh-CN" altLang="en-US" b="1">
              <a:latin typeface="Times New Roman" panose="02020603050405020304" pitchFamily="2" charset="0"/>
            </a:endParaRPr>
          </a:p>
        </p:txBody>
      </p:sp>
      <p:sp>
        <p:nvSpPr>
          <p:cNvPr id="39944" name="文本框 39943"/>
          <p:cNvSpPr txBox="1"/>
          <p:nvPr/>
        </p:nvSpPr>
        <p:spPr>
          <a:xfrm>
            <a:off x="1371600" y="1905000"/>
            <a:ext cx="2079625" cy="698500"/>
          </a:xfrm>
          <a:prstGeom prst="rect">
            <a:avLst/>
          </a:prstGeom>
          <a:solidFill>
            <a:srgbClr val="FF6600"/>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控  制  器</a:t>
            </a:r>
            <a:endParaRPr lang="zh-CN" altLang="en-US" sz="2400" b="1">
              <a:latin typeface="Times New Roman" panose="02020603050405020304" pitchFamily="2" charset="0"/>
              <a:ea typeface="楷体_GB2312" pitchFamily="1" charset="-122"/>
            </a:endParaRPr>
          </a:p>
        </p:txBody>
      </p:sp>
      <p:sp>
        <p:nvSpPr>
          <p:cNvPr id="39945" name="文本框 39944"/>
          <p:cNvSpPr txBox="1"/>
          <p:nvPr/>
        </p:nvSpPr>
        <p:spPr>
          <a:xfrm>
            <a:off x="5562600" y="19050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39946" name="文本框 39945"/>
          <p:cNvSpPr txBox="1"/>
          <p:nvPr/>
        </p:nvSpPr>
        <p:spPr>
          <a:xfrm>
            <a:off x="685800" y="1066800"/>
            <a:ext cx="8229600" cy="762000"/>
          </a:xfrm>
          <a:prstGeom prst="rect">
            <a:avLst/>
          </a:prstGeom>
          <a:noFill/>
          <a:ln w="9525">
            <a:noFill/>
          </a:ln>
        </p:spPr>
        <p:txBody>
          <a:bodyPr anchor="ctr" anchorCtr="0">
            <a:spAutoFit/>
          </a:bodyPr>
          <a:lstStyle/>
          <a:p>
            <a:pPr algn="ctr">
              <a:spcBef>
                <a:spcPct val="50000"/>
              </a:spcBef>
            </a:pPr>
            <a:r>
              <a:rPr lang="zh-CN" altLang="en-US" sz="4400" b="1">
                <a:solidFill>
                  <a:schemeClr val="tx2"/>
                </a:solidFill>
                <a:latin typeface="Tahoma" panose="020B0604030504040204" pitchFamily="2" charset="0"/>
                <a:ea typeface="隶书" panose="02010509060101010101" pitchFamily="1" charset="-122"/>
              </a:rPr>
              <a:t>计算机系统结构</a:t>
            </a:r>
            <a:r>
              <a:rPr lang="en-US" altLang="zh-CN" sz="4400" b="1">
                <a:solidFill>
                  <a:schemeClr val="tx2"/>
                </a:solidFill>
                <a:latin typeface="Times New Roman" panose="02020603050405020304" pitchFamily="2" charset="0"/>
                <a:ea typeface="隶书" panose="02010509060101010101" pitchFamily="1" charset="-122"/>
              </a:rPr>
              <a:t>—</a:t>
            </a:r>
            <a:r>
              <a:rPr lang="zh-CN" altLang="en-US" sz="2800" b="1">
                <a:solidFill>
                  <a:schemeClr val="tx2"/>
                </a:solidFill>
                <a:latin typeface="Tahoma" panose="020B0604030504040204" pitchFamily="2" charset="0"/>
                <a:ea typeface="隶书" panose="02010509060101010101" pitchFamily="1" charset="-122"/>
              </a:rPr>
              <a:t>计算机的硬件结构</a:t>
            </a:r>
            <a:endParaRPr lang="zh-CN" altLang="en-US" sz="5400" b="1">
              <a:solidFill>
                <a:srgbClr val="003399"/>
              </a:solidFill>
              <a:latin typeface="Times New Roman" panose="02020603050405020304" pitchFamily="2" charset="0"/>
              <a:ea typeface="黑体" panose="02010609060101010101" pitchFamily="2" charset="-122"/>
            </a:endParaRPr>
          </a:p>
        </p:txBody>
      </p:sp>
      <p:sp>
        <p:nvSpPr>
          <p:cNvPr id="39947" name="文本框 39946"/>
          <p:cNvSpPr txBox="1"/>
          <p:nvPr/>
        </p:nvSpPr>
        <p:spPr>
          <a:xfrm>
            <a:off x="2895600" y="5715000"/>
            <a:ext cx="5562600" cy="822325"/>
          </a:xfrm>
          <a:prstGeom prst="rect">
            <a:avLst/>
          </a:prstGeom>
          <a:solidFill>
            <a:srgbClr val="FFFFFF"/>
          </a:solidFill>
          <a:ln w="9525">
            <a:noFill/>
          </a:ln>
        </p:spPr>
        <p:txBody>
          <a:bodyPr anchor="ctr" anchorCtr="0">
            <a:spAutoFit/>
          </a:bodyPr>
          <a:lstStyle/>
          <a:p>
            <a:pPr>
              <a:spcBef>
                <a:spcPct val="50000"/>
              </a:spcBef>
            </a:pPr>
            <a:r>
              <a:rPr lang="en-US" altLang="zh-CN" sz="2400" b="1">
                <a:solidFill>
                  <a:srgbClr val="FFCC66"/>
                </a:solidFill>
                <a:latin typeface="Times New Roman" panose="02020603050405020304" pitchFamily="2" charset="0"/>
              </a:rPr>
              <a:t>    </a:t>
            </a:r>
            <a:r>
              <a:rPr lang="zh-CN" altLang="en-US" sz="2400" b="1">
                <a:solidFill>
                  <a:srgbClr val="FF0000"/>
                </a:solidFill>
                <a:latin typeface="Times New Roman" panose="02020603050405020304" pitchFamily="2" charset="0"/>
              </a:rPr>
              <a:t>输出设备是计算机中用于送出计算机内部信息的设备</a:t>
            </a:r>
            <a:r>
              <a:rPr lang="en-US" altLang="zh-CN" sz="2400" b="1">
                <a:solidFill>
                  <a:srgbClr val="FF0000"/>
                </a:solidFill>
                <a:latin typeface="Times New Roman" panose="02020603050405020304" pitchFamily="2" charset="0"/>
              </a:rPr>
              <a:t>,</a:t>
            </a:r>
            <a:r>
              <a:rPr lang="zh-CN" altLang="en-US" sz="2400" b="1">
                <a:solidFill>
                  <a:srgbClr val="FF0000"/>
                </a:solidFill>
                <a:latin typeface="Times New Roman" panose="02020603050405020304" pitchFamily="2" charset="0"/>
              </a:rPr>
              <a:t>例如打印机</a:t>
            </a:r>
            <a:r>
              <a:rPr lang="en-US" altLang="zh-CN" sz="2400" b="1">
                <a:solidFill>
                  <a:srgbClr val="FF0000"/>
                </a:solidFill>
                <a:latin typeface="Times New Roman" panose="02020603050405020304" pitchFamily="2" charset="0"/>
              </a:rPr>
              <a:t>, </a:t>
            </a:r>
            <a:r>
              <a:rPr lang="zh-CN" altLang="en-US" sz="2400" b="1">
                <a:solidFill>
                  <a:srgbClr val="FF0000"/>
                </a:solidFill>
                <a:latin typeface="Times New Roman" panose="02020603050405020304" pitchFamily="2" charset="0"/>
              </a:rPr>
              <a:t>显示器等。</a:t>
            </a:r>
            <a:endParaRPr lang="zh-CN" altLang="en-US" b="1">
              <a:latin typeface="Times New Roman" panose="02020603050405020304" pitchFamily="2" charset="0"/>
            </a:endParaRPr>
          </a:p>
        </p:txBody>
      </p:sp>
      <p:sp>
        <p:nvSpPr>
          <p:cNvPr id="39948" name="任意多边形 39947"/>
          <p:cNvSpPr/>
          <p:nvPr/>
        </p:nvSpPr>
        <p:spPr>
          <a:xfrm>
            <a:off x="4508500" y="4983163"/>
            <a:ext cx="1143000" cy="533400"/>
          </a:xfrm>
          <a:custGeom>
            <a:avLst/>
            <a:gdLst>
              <a:gd name="txL" fmla="*/ 12427 w 21600"/>
              <a:gd name="txT" fmla="*/ 2912 h 21600"/>
              <a:gd name="txR" fmla="*/ 18227 w 21600"/>
              <a:gd name="txB" fmla="*/ 9246 h 21600"/>
            </a:gdLst>
            <a:ahLst/>
            <a:cxnLst>
              <a:cxn ang="270">
                <a:pos x="15126" y="0"/>
              </a:cxn>
              <a:cxn ang="90">
                <a:pos x="15126" y="12158"/>
              </a:cxn>
              <a:cxn ang="90">
                <a:pos x="3237" y="21600"/>
              </a:cxn>
              <a:cxn ang="0">
                <a:pos x="21600" y="6079"/>
              </a:cxn>
            </a:cxnLst>
            <a:rect l="txL" t="txT" r="txR" b="txB"/>
            <a:pathLst>
              <a:path w="21600" h="21600">
                <a:moveTo>
                  <a:pt x="21600" y="6079"/>
                </a:moveTo>
                <a:lnTo>
                  <a:pt x="15126" y="0"/>
                </a:lnTo>
                <a:lnTo>
                  <a:pt x="15126" y="2912"/>
                </a:lnTo>
                <a:lnTo>
                  <a:pt x="12427" y="2912"/>
                </a:lnTo>
                <a:arcTo wR="12427" hR="9246" stAng="-5400000" swAng="-5400000"/>
                <a:lnTo>
                  <a:pt x="0" y="21600"/>
                </a:lnTo>
                <a:lnTo>
                  <a:pt x="6474" y="21600"/>
                </a:lnTo>
                <a:lnTo>
                  <a:pt x="6474" y="12158"/>
                </a:lnTo>
                <a:arcTo wR="5953" hR="2912" stAng="10800000" swAng="5400000"/>
                <a:lnTo>
                  <a:pt x="15126" y="9246"/>
                </a:lnTo>
                <a:lnTo>
                  <a:pt x="15126" y="12158"/>
                </a:lnTo>
                <a:close/>
              </a:path>
            </a:pathLst>
          </a:custGeom>
          <a:solidFill>
            <a:srgbClr val="FF0000"/>
          </a:solidFill>
          <a:ln w="19050" cap="flat" cmpd="sng">
            <a:solidFill>
              <a:srgbClr val="FF0000"/>
            </a:solidFill>
            <a:prstDash val="solid"/>
            <a:miter/>
            <a:headEnd type="none" w="med" len="med"/>
            <a:tailEnd type="none" w="med" len="med"/>
          </a:ln>
        </p:spPr>
        <p:txBody>
          <a:bodyPr/>
          <a:lstStyle/>
          <a:p>
            <a:endParaRPr lang="zh-CN"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40961"/>
          <p:cNvSpPr/>
          <p:nvPr/>
        </p:nvSpPr>
        <p:spPr>
          <a:xfrm>
            <a:off x="1295400" y="5562600"/>
            <a:ext cx="6477000" cy="1143000"/>
          </a:xfrm>
          <a:prstGeom prst="rect">
            <a:avLst/>
          </a:prstGeom>
          <a:solidFill>
            <a:srgbClr val="FFFFFF"/>
          </a:solidFill>
          <a:ln w="19050" cap="flat" cmpd="sng">
            <a:solidFill>
              <a:srgbClr val="FF0000"/>
            </a:solidFill>
            <a:prstDash val="solid"/>
            <a:miter/>
            <a:headEnd type="none" w="med" len="med"/>
            <a:tailEnd type="none" w="med" len="med"/>
          </a:ln>
        </p:spPr>
        <p:txBody>
          <a:bodyPr/>
          <a:lstStyle/>
          <a:p>
            <a:endParaRPr lang="zh-CN" altLang="en-US"/>
          </a:p>
        </p:txBody>
      </p:sp>
      <p:sp>
        <p:nvSpPr>
          <p:cNvPr id="40963" name="文本框 40962"/>
          <p:cNvSpPr txBox="1"/>
          <p:nvPr/>
        </p:nvSpPr>
        <p:spPr>
          <a:xfrm>
            <a:off x="5943600" y="3657600"/>
            <a:ext cx="20828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输入设备</a:t>
            </a:r>
            <a:endParaRPr lang="zh-CN" altLang="en-US" sz="3200" b="1">
              <a:latin typeface="Times New Roman" panose="02020603050405020304" pitchFamily="2" charset="0"/>
              <a:ea typeface="楷体_GB2312" pitchFamily="1" charset="-122"/>
            </a:endParaRPr>
          </a:p>
        </p:txBody>
      </p:sp>
      <p:sp>
        <p:nvSpPr>
          <p:cNvPr id="40964" name="文本框 40963"/>
          <p:cNvSpPr txBox="1"/>
          <p:nvPr/>
        </p:nvSpPr>
        <p:spPr>
          <a:xfrm>
            <a:off x="5943600" y="4724400"/>
            <a:ext cx="21336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输出设备</a:t>
            </a:r>
            <a:endParaRPr lang="zh-CN" altLang="en-US" sz="3200" b="1">
              <a:latin typeface="Times New Roman" panose="02020603050405020304" pitchFamily="2" charset="0"/>
              <a:ea typeface="楷体_GB2312" pitchFamily="1" charset="-122"/>
            </a:endParaRPr>
          </a:p>
        </p:txBody>
      </p:sp>
      <p:sp>
        <p:nvSpPr>
          <p:cNvPr id="40965" name="文本框 40964"/>
          <p:cNvSpPr txBox="1"/>
          <p:nvPr/>
        </p:nvSpPr>
        <p:spPr>
          <a:xfrm>
            <a:off x="990600" y="48768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外存设备</a:t>
            </a:r>
            <a:endParaRPr lang="zh-CN" altLang="en-US" b="1">
              <a:latin typeface="Times New Roman" panose="02020603050405020304" pitchFamily="2" charset="0"/>
            </a:endParaRPr>
          </a:p>
        </p:txBody>
      </p:sp>
      <p:sp>
        <p:nvSpPr>
          <p:cNvPr id="40966" name="文本框 40965"/>
          <p:cNvSpPr txBox="1"/>
          <p:nvPr/>
        </p:nvSpPr>
        <p:spPr>
          <a:xfrm>
            <a:off x="990600" y="39624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主存储器</a:t>
            </a:r>
            <a:endParaRPr lang="zh-CN" altLang="en-US" sz="2400" b="1">
              <a:latin typeface="Times New Roman" panose="02020603050405020304" pitchFamily="2" charset="0"/>
              <a:ea typeface="楷体_GB2312" pitchFamily="1" charset="-122"/>
            </a:endParaRPr>
          </a:p>
        </p:txBody>
      </p:sp>
      <p:sp>
        <p:nvSpPr>
          <p:cNvPr id="40967" name="文本框 40966"/>
          <p:cNvSpPr txBox="1"/>
          <p:nvPr/>
        </p:nvSpPr>
        <p:spPr>
          <a:xfrm>
            <a:off x="990600" y="30480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高速缓存</a:t>
            </a:r>
            <a:endParaRPr lang="zh-CN" altLang="en-US" b="1">
              <a:latin typeface="Times New Roman" panose="02020603050405020304" pitchFamily="2" charset="0"/>
            </a:endParaRPr>
          </a:p>
        </p:txBody>
      </p:sp>
      <p:sp>
        <p:nvSpPr>
          <p:cNvPr id="40968" name="文本框 40967"/>
          <p:cNvSpPr txBox="1"/>
          <p:nvPr/>
        </p:nvSpPr>
        <p:spPr>
          <a:xfrm>
            <a:off x="1371600" y="1905000"/>
            <a:ext cx="2079625" cy="698500"/>
          </a:xfrm>
          <a:prstGeom prst="rect">
            <a:avLst/>
          </a:prstGeom>
          <a:solidFill>
            <a:srgbClr val="FF6600"/>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控  制  器</a:t>
            </a:r>
            <a:endParaRPr lang="zh-CN" altLang="en-US" sz="2400" b="1">
              <a:latin typeface="Times New Roman" panose="02020603050405020304" pitchFamily="2" charset="0"/>
              <a:ea typeface="楷体_GB2312" pitchFamily="1" charset="-122"/>
            </a:endParaRPr>
          </a:p>
        </p:txBody>
      </p:sp>
      <p:sp>
        <p:nvSpPr>
          <p:cNvPr id="40969" name="文本框 40968"/>
          <p:cNvSpPr txBox="1"/>
          <p:nvPr/>
        </p:nvSpPr>
        <p:spPr>
          <a:xfrm>
            <a:off x="5638800" y="19050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40970" name="文本框 40969"/>
          <p:cNvSpPr txBox="1"/>
          <p:nvPr/>
        </p:nvSpPr>
        <p:spPr>
          <a:xfrm>
            <a:off x="914400" y="1143000"/>
            <a:ext cx="7924800" cy="762000"/>
          </a:xfrm>
          <a:prstGeom prst="rect">
            <a:avLst/>
          </a:prstGeom>
          <a:noFill/>
          <a:ln w="9525">
            <a:noFill/>
          </a:ln>
        </p:spPr>
        <p:txBody>
          <a:bodyPr anchor="ctr" anchorCtr="0">
            <a:spAutoFit/>
          </a:bodyPr>
          <a:lstStyle/>
          <a:p>
            <a:pPr algn="ctr">
              <a:spcBef>
                <a:spcPct val="50000"/>
              </a:spcBef>
            </a:pPr>
            <a:r>
              <a:rPr lang="zh-CN" altLang="en-US" sz="4400" b="1">
                <a:solidFill>
                  <a:schemeClr val="tx2"/>
                </a:solidFill>
                <a:latin typeface="Tahoma" panose="020B0604030504040204" pitchFamily="2" charset="0"/>
                <a:ea typeface="隶书" panose="02010509060101010101" pitchFamily="1" charset="-122"/>
              </a:rPr>
              <a:t>计算机系统结构</a:t>
            </a:r>
            <a:r>
              <a:rPr lang="en-US" altLang="zh-CN" sz="4400" b="1">
                <a:solidFill>
                  <a:schemeClr val="tx2"/>
                </a:solidFill>
                <a:latin typeface="Times New Roman" panose="02020603050405020304" pitchFamily="2" charset="0"/>
                <a:ea typeface="隶书" panose="02010509060101010101" pitchFamily="1" charset="-122"/>
              </a:rPr>
              <a:t>—</a:t>
            </a:r>
            <a:r>
              <a:rPr lang="zh-CN" altLang="en-US" sz="2800" b="1">
                <a:solidFill>
                  <a:schemeClr val="tx2"/>
                </a:solidFill>
                <a:latin typeface="Tahoma" panose="020B0604030504040204" pitchFamily="2" charset="0"/>
                <a:ea typeface="隶书" panose="02010509060101010101" pitchFamily="1" charset="-122"/>
              </a:rPr>
              <a:t>计算机的硬件结构</a:t>
            </a:r>
            <a:endParaRPr lang="zh-CN" altLang="en-US" sz="5400" b="1">
              <a:solidFill>
                <a:srgbClr val="003399"/>
              </a:solidFill>
              <a:latin typeface="Times New Roman" panose="02020603050405020304" pitchFamily="2" charset="0"/>
              <a:ea typeface="黑体" panose="02010609060101010101" pitchFamily="2" charset="-122"/>
            </a:endParaRPr>
          </a:p>
        </p:txBody>
      </p:sp>
      <p:sp>
        <p:nvSpPr>
          <p:cNvPr id="40971" name="文本框 40970"/>
          <p:cNvSpPr txBox="1"/>
          <p:nvPr/>
        </p:nvSpPr>
        <p:spPr>
          <a:xfrm>
            <a:off x="1371600" y="5703888"/>
            <a:ext cx="6477000" cy="903287"/>
          </a:xfrm>
          <a:prstGeom prst="rect">
            <a:avLst/>
          </a:prstGeom>
          <a:noFill/>
          <a:ln w="9525">
            <a:noFill/>
          </a:ln>
        </p:spPr>
        <p:txBody>
          <a:bodyPr anchor="ctr" anchorCtr="0">
            <a:spAutoFit/>
          </a:bodyPr>
          <a:lstStyle/>
          <a:p>
            <a:pPr>
              <a:lnSpc>
                <a:spcPct val="70000"/>
              </a:lnSpc>
              <a:spcBef>
                <a:spcPct val="50000"/>
              </a:spcBef>
            </a:pPr>
            <a:r>
              <a:rPr lang="zh-CN" altLang="en-US" sz="2800" b="1">
                <a:solidFill>
                  <a:srgbClr val="FF0000"/>
                </a:solidFill>
                <a:latin typeface="Times New Roman" panose="02020603050405020304" pitchFamily="2" charset="0"/>
              </a:rPr>
              <a:t>这些部件和设备通过总线和接口连接在</a:t>
            </a:r>
          </a:p>
          <a:p>
            <a:pPr>
              <a:lnSpc>
                <a:spcPct val="70000"/>
              </a:lnSpc>
              <a:spcBef>
                <a:spcPct val="50000"/>
              </a:spcBef>
            </a:pPr>
            <a:r>
              <a:rPr lang="zh-CN" altLang="en-US" sz="2800" b="1">
                <a:solidFill>
                  <a:srgbClr val="FF0000"/>
                </a:solidFill>
                <a:latin typeface="Times New Roman" panose="02020603050405020304" pitchFamily="2" charset="0"/>
              </a:rPr>
              <a:t>一起</a:t>
            </a:r>
            <a:r>
              <a:rPr lang="en-US" altLang="zh-CN" sz="2800" b="1">
                <a:solidFill>
                  <a:srgbClr val="FF0000"/>
                </a:solidFill>
                <a:latin typeface="Times New Roman" panose="02020603050405020304" pitchFamily="2" charset="0"/>
              </a:rPr>
              <a:t>,  </a:t>
            </a:r>
            <a:r>
              <a:rPr lang="zh-CN" altLang="en-US" sz="2800" b="1">
                <a:solidFill>
                  <a:srgbClr val="FF0000"/>
                </a:solidFill>
                <a:latin typeface="Times New Roman" panose="02020603050405020304" pitchFamily="2" charset="0"/>
              </a:rPr>
              <a:t>构成计算机整机系统 </a:t>
            </a:r>
            <a:r>
              <a:rPr lang="en-US" altLang="zh-CN" sz="2800" b="1">
                <a:solidFill>
                  <a:srgbClr val="FF0000"/>
                </a:solidFill>
                <a:latin typeface="Times New Roman" panose="02020603050405020304" pitchFamily="2" charset="0"/>
              </a:rPr>
              <a:t>,</a:t>
            </a:r>
            <a:r>
              <a:rPr lang="zh-CN" altLang="en-US" sz="2800" b="1">
                <a:solidFill>
                  <a:srgbClr val="FF0000"/>
                </a:solidFill>
                <a:latin typeface="Times New Roman" panose="02020603050405020304" pitchFamily="2" charset="0"/>
              </a:rPr>
              <a:t>协同运行</a:t>
            </a:r>
            <a:r>
              <a:rPr lang="en-US" altLang="zh-CN" sz="2800" b="1">
                <a:solidFill>
                  <a:srgbClr val="FF0000"/>
                </a:solidFill>
                <a:latin typeface="Times New Roman" panose="02020603050405020304" pitchFamily="2" charset="0"/>
              </a:rPr>
              <a:t>.</a:t>
            </a:r>
            <a:endParaRPr lang="en-US" altLang="zh-CN" b="1">
              <a:solidFill>
                <a:srgbClr val="FF0000"/>
              </a:solidFill>
              <a:latin typeface="Times New Roman" panose="02020603050405020304" pitchFamily="2" charset="0"/>
            </a:endParaRPr>
          </a:p>
        </p:txBody>
      </p:sp>
      <p:sp>
        <p:nvSpPr>
          <p:cNvPr id="40972" name="任意多边形 40971"/>
          <p:cNvSpPr/>
          <p:nvPr/>
        </p:nvSpPr>
        <p:spPr>
          <a:xfrm>
            <a:off x="3349625" y="2278063"/>
            <a:ext cx="2087563" cy="2736850"/>
          </a:xfrm>
          <a:custGeom>
            <a:avLst/>
            <a:gdLst>
              <a:gd name="txL" fmla="*/ 2159 w 21600"/>
              <a:gd name="txT" fmla="*/ 12342 h 21600"/>
              <a:gd name="txR" fmla="*/ 19440 w 21600"/>
              <a:gd name="txB" fmla="*/ 18514 h 21600"/>
            </a:gdLst>
            <a:ahLst/>
            <a:cxnLst>
              <a:cxn ang="270">
                <a:pos x="10800" y="0"/>
              </a:cxn>
              <a:cxn ang="180">
                <a:pos x="0" y="15428"/>
              </a:cxn>
              <a:cxn ang="90">
                <a:pos x="10800" y="18514"/>
              </a:cxn>
              <a:cxn ang="0">
                <a:pos x="21600" y="15428"/>
              </a:cxn>
            </a:cxnLst>
            <a:rect l="txL" t="txT" r="txR" b="txB"/>
            <a:pathLst>
              <a:path w="21600" h="21600">
                <a:moveTo>
                  <a:pt x="10800" y="0"/>
                </a:moveTo>
                <a:lnTo>
                  <a:pt x="6480" y="6171"/>
                </a:lnTo>
                <a:lnTo>
                  <a:pt x="8640" y="6171"/>
                </a:lnTo>
                <a:lnTo>
                  <a:pt x="8640" y="12342"/>
                </a:lnTo>
                <a:lnTo>
                  <a:pt x="4319" y="12342"/>
                </a:lnTo>
                <a:lnTo>
                  <a:pt x="4319" y="9257"/>
                </a:lnTo>
                <a:lnTo>
                  <a:pt x="0" y="15428"/>
                </a:lnTo>
                <a:lnTo>
                  <a:pt x="4319" y="21600"/>
                </a:lnTo>
                <a:lnTo>
                  <a:pt x="4319" y="18514"/>
                </a:lnTo>
                <a:lnTo>
                  <a:pt x="17280" y="18514"/>
                </a:lnTo>
                <a:lnTo>
                  <a:pt x="17280" y="21600"/>
                </a:lnTo>
                <a:lnTo>
                  <a:pt x="21600" y="15428"/>
                </a:lnTo>
                <a:lnTo>
                  <a:pt x="17280" y="9257"/>
                </a:lnTo>
                <a:lnTo>
                  <a:pt x="17280" y="12342"/>
                </a:lnTo>
                <a:lnTo>
                  <a:pt x="12960" y="12342"/>
                </a:lnTo>
                <a:lnTo>
                  <a:pt x="12960" y="6171"/>
                </a:lnTo>
                <a:lnTo>
                  <a:pt x="15120" y="6171"/>
                </a:lnTo>
                <a:close/>
              </a:path>
            </a:pathLst>
          </a:custGeom>
          <a:solidFill>
            <a:srgbClr val="FFCC66"/>
          </a:solidFill>
          <a:ln w="19050" cap="flat" cmpd="sng">
            <a:solidFill>
              <a:srgbClr val="FFCC66"/>
            </a:solidFill>
            <a:prstDash val="solid"/>
            <a:miter/>
            <a:headEnd type="none" w="med" len="med"/>
            <a:tailEnd type="none" w="med" len="med"/>
          </a:ln>
        </p:spPr>
        <p:txBody>
          <a:bodyPr/>
          <a:lstStyle/>
          <a:p>
            <a:endParaRPr lang="zh-CN"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框 41985"/>
          <p:cNvSpPr txBox="1"/>
          <p:nvPr/>
        </p:nvSpPr>
        <p:spPr>
          <a:xfrm>
            <a:off x="5791200" y="3352800"/>
            <a:ext cx="20828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输入设备</a:t>
            </a:r>
            <a:endParaRPr lang="zh-CN" altLang="en-US" sz="3200" b="1">
              <a:latin typeface="Times New Roman" panose="02020603050405020304" pitchFamily="2" charset="0"/>
              <a:ea typeface="楷体_GB2312" pitchFamily="1" charset="-122"/>
            </a:endParaRPr>
          </a:p>
        </p:txBody>
      </p:sp>
      <p:sp>
        <p:nvSpPr>
          <p:cNvPr id="41987" name="文本框 41986"/>
          <p:cNvSpPr txBox="1"/>
          <p:nvPr/>
        </p:nvSpPr>
        <p:spPr>
          <a:xfrm>
            <a:off x="5791200" y="4724400"/>
            <a:ext cx="2133600" cy="698500"/>
          </a:xfrm>
          <a:prstGeom prst="rect">
            <a:avLst/>
          </a:prstGeom>
          <a:solidFill>
            <a:srgbClr val="FFFF00"/>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输出设备</a:t>
            </a:r>
            <a:endParaRPr lang="zh-CN" altLang="en-US" sz="3200" b="1">
              <a:latin typeface="Times New Roman" panose="02020603050405020304" pitchFamily="2" charset="0"/>
              <a:ea typeface="楷体_GB2312" pitchFamily="1" charset="-122"/>
            </a:endParaRPr>
          </a:p>
        </p:txBody>
      </p:sp>
      <p:sp>
        <p:nvSpPr>
          <p:cNvPr id="41988" name="文本框 41987"/>
          <p:cNvSpPr txBox="1"/>
          <p:nvPr/>
        </p:nvSpPr>
        <p:spPr>
          <a:xfrm>
            <a:off x="4176713" y="2819400"/>
            <a:ext cx="728662" cy="3429000"/>
          </a:xfrm>
          <a:prstGeom prst="rect">
            <a:avLst/>
          </a:prstGeom>
          <a:solidFill>
            <a:srgbClr val="FFFF00"/>
          </a:solidFill>
          <a:ln w="57150" cap="flat" cmpd="sng">
            <a:solidFill>
              <a:schemeClr val="tx1"/>
            </a:solidFill>
            <a:prstDash val="solid"/>
            <a:miter/>
            <a:headEnd type="none" w="med" len="med"/>
            <a:tailEnd type="none" w="med" len="med"/>
          </a:ln>
        </p:spPr>
        <p:txBody>
          <a:bodyPr vert="eaVert">
            <a:spAutoFit/>
          </a:bodyPr>
          <a:lstStyle/>
          <a:p>
            <a:r>
              <a:rPr lang="zh-CN" altLang="en-US" sz="3200" b="1">
                <a:latin typeface="Times New Roman" panose="02020603050405020304" pitchFamily="2" charset="0"/>
                <a:ea typeface="楷体_GB2312" pitchFamily="1" charset="-122"/>
              </a:rPr>
              <a:t>输入出接口和总线</a:t>
            </a:r>
          </a:p>
        </p:txBody>
      </p:sp>
      <p:sp>
        <p:nvSpPr>
          <p:cNvPr id="41989" name="文本框 41988"/>
          <p:cNvSpPr txBox="1"/>
          <p:nvPr/>
        </p:nvSpPr>
        <p:spPr>
          <a:xfrm>
            <a:off x="990600" y="48768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外存设备</a:t>
            </a:r>
            <a:endParaRPr lang="zh-CN" altLang="en-US" b="1">
              <a:latin typeface="Times New Roman" panose="02020603050405020304" pitchFamily="2" charset="0"/>
            </a:endParaRPr>
          </a:p>
        </p:txBody>
      </p:sp>
      <p:sp>
        <p:nvSpPr>
          <p:cNvPr id="41990" name="文本框 41989"/>
          <p:cNvSpPr txBox="1"/>
          <p:nvPr/>
        </p:nvSpPr>
        <p:spPr>
          <a:xfrm>
            <a:off x="990600" y="39624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主存储器</a:t>
            </a:r>
            <a:endParaRPr lang="zh-CN" altLang="en-US" sz="2400" b="1">
              <a:latin typeface="Times New Roman" panose="02020603050405020304" pitchFamily="2" charset="0"/>
              <a:ea typeface="楷体_GB2312" pitchFamily="1" charset="-122"/>
            </a:endParaRPr>
          </a:p>
        </p:txBody>
      </p:sp>
      <p:sp>
        <p:nvSpPr>
          <p:cNvPr id="41991" name="文本框 41990"/>
          <p:cNvSpPr txBox="1"/>
          <p:nvPr/>
        </p:nvSpPr>
        <p:spPr>
          <a:xfrm>
            <a:off x="990600" y="3048000"/>
            <a:ext cx="2082800" cy="698500"/>
          </a:xfrm>
          <a:prstGeom prst="rect">
            <a:avLst/>
          </a:prstGeom>
          <a:solidFill>
            <a:srgbClr val="66FF33"/>
          </a:solidFill>
          <a:ln w="57150" cap="flat" cmpd="sng">
            <a:solidFill>
              <a:schemeClr val="tx1"/>
            </a:solidFill>
            <a:prstDash val="solid"/>
            <a:miter/>
            <a:headEnd type="none" w="med" len="med"/>
            <a:tailEnd type="none" w="med" len="med"/>
          </a:ln>
        </p:spPr>
        <p:txBody>
          <a:bodyPr>
            <a:spAutoFit/>
          </a:bodyPr>
          <a:lstStyle/>
          <a:p>
            <a:r>
              <a:rPr lang="zh-CN" altLang="en-US" sz="3600" b="1">
                <a:latin typeface="Times New Roman" panose="02020603050405020304" pitchFamily="2" charset="0"/>
                <a:ea typeface="楷体_GB2312" pitchFamily="1" charset="-122"/>
              </a:rPr>
              <a:t>高速缓存</a:t>
            </a:r>
            <a:endParaRPr lang="zh-CN" altLang="en-US" b="1">
              <a:latin typeface="Times New Roman" panose="02020603050405020304" pitchFamily="2" charset="0"/>
            </a:endParaRPr>
          </a:p>
        </p:txBody>
      </p:sp>
      <p:sp>
        <p:nvSpPr>
          <p:cNvPr id="41992" name="文本框 41991"/>
          <p:cNvSpPr txBox="1"/>
          <p:nvPr/>
        </p:nvSpPr>
        <p:spPr>
          <a:xfrm>
            <a:off x="1219200" y="1905000"/>
            <a:ext cx="2079625" cy="698500"/>
          </a:xfrm>
          <a:prstGeom prst="rect">
            <a:avLst/>
          </a:prstGeom>
          <a:solidFill>
            <a:srgbClr val="FF6600"/>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控  制  器</a:t>
            </a:r>
            <a:endParaRPr lang="zh-CN" altLang="en-US" sz="2400" b="1">
              <a:latin typeface="Times New Roman" panose="02020603050405020304" pitchFamily="2" charset="0"/>
              <a:ea typeface="楷体_GB2312" pitchFamily="1" charset="-122"/>
            </a:endParaRPr>
          </a:p>
        </p:txBody>
      </p:sp>
      <p:sp>
        <p:nvSpPr>
          <p:cNvPr id="41993" name="文本框 41992"/>
          <p:cNvSpPr txBox="1"/>
          <p:nvPr/>
        </p:nvSpPr>
        <p:spPr>
          <a:xfrm>
            <a:off x="5638800" y="1905000"/>
            <a:ext cx="2079625" cy="698500"/>
          </a:xfrm>
          <a:prstGeom prst="rect">
            <a:avLst/>
          </a:prstGeom>
          <a:solidFill>
            <a:srgbClr val="66CCFF"/>
          </a:solidFill>
          <a:ln w="57150" cap="flat" cmpd="sng">
            <a:solidFill>
              <a:schemeClr val="tx1"/>
            </a:solidFill>
            <a:prstDash val="solid"/>
            <a:miter/>
            <a:headEnd type="none" w="med" len="med"/>
            <a:tailEnd type="none" w="med" len="med"/>
          </a:ln>
        </p:spPr>
        <p:txBody>
          <a:bodyPr wrap="none" anchor="t" anchorCtr="0">
            <a:spAutoFit/>
          </a:bodyPr>
          <a:lstStyle/>
          <a:p>
            <a:r>
              <a:rPr lang="zh-CN" altLang="en-US" sz="3600" b="1">
                <a:latin typeface="Times New Roman" panose="02020603050405020304" pitchFamily="2" charset="0"/>
                <a:ea typeface="楷体_GB2312" pitchFamily="1" charset="-122"/>
              </a:rPr>
              <a:t>运  算  器</a:t>
            </a:r>
          </a:p>
        </p:txBody>
      </p:sp>
      <p:sp>
        <p:nvSpPr>
          <p:cNvPr id="41994" name="文本框 41993"/>
          <p:cNvSpPr txBox="1"/>
          <p:nvPr/>
        </p:nvSpPr>
        <p:spPr>
          <a:xfrm>
            <a:off x="1600200" y="5638800"/>
            <a:ext cx="1695450" cy="517525"/>
          </a:xfrm>
          <a:prstGeom prst="rect">
            <a:avLst/>
          </a:prstGeom>
          <a:noFill/>
          <a:ln w="9525">
            <a:noFill/>
          </a:ln>
        </p:spPr>
        <p:txBody>
          <a:bodyPr>
            <a:spAutoFit/>
          </a:bodyPr>
          <a:lstStyle/>
          <a:p>
            <a:r>
              <a:rPr lang="zh-CN" altLang="en-US" sz="2800" b="1" dirty="0">
                <a:latin typeface="Times New Roman" panose="02020603050405020304" pitchFamily="2" charset="0"/>
                <a:ea typeface="楷体_GB2312" pitchFamily="1" charset="-122"/>
              </a:rPr>
              <a:t>第二单元</a:t>
            </a:r>
            <a:endParaRPr lang="zh-CN" altLang="en-US" sz="2800" b="1" dirty="0">
              <a:solidFill>
                <a:srgbClr val="A50021"/>
              </a:solidFill>
              <a:latin typeface="Times New Roman" panose="02020603050405020304" pitchFamily="2" charset="0"/>
              <a:ea typeface="楷体_GB2312" pitchFamily="1" charset="-122"/>
            </a:endParaRPr>
          </a:p>
        </p:txBody>
      </p:sp>
      <p:sp>
        <p:nvSpPr>
          <p:cNvPr id="41995" name="文本框 41994"/>
          <p:cNvSpPr txBox="1"/>
          <p:nvPr/>
        </p:nvSpPr>
        <p:spPr>
          <a:xfrm>
            <a:off x="5791200" y="5638800"/>
            <a:ext cx="1612900"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楷体_GB2312" pitchFamily="1" charset="-122"/>
              </a:rPr>
              <a:t>第四单元</a:t>
            </a:r>
          </a:p>
        </p:txBody>
      </p:sp>
      <p:sp>
        <p:nvSpPr>
          <p:cNvPr id="41996" name="文本框 41995"/>
          <p:cNvSpPr txBox="1"/>
          <p:nvPr/>
        </p:nvSpPr>
        <p:spPr>
          <a:xfrm>
            <a:off x="1600200" y="2590800"/>
            <a:ext cx="1619250" cy="517525"/>
          </a:xfrm>
          <a:prstGeom prst="rect">
            <a:avLst/>
          </a:prstGeom>
          <a:noFill/>
          <a:ln w="9525">
            <a:noFill/>
          </a:ln>
        </p:spPr>
        <p:txBody>
          <a:bodyPr>
            <a:spAutoFit/>
          </a:bodyPr>
          <a:lstStyle/>
          <a:p>
            <a:r>
              <a:rPr lang="zh-CN" altLang="en-US" sz="2800" b="1" dirty="0">
                <a:latin typeface="Times New Roman" panose="02020603050405020304" pitchFamily="2" charset="0"/>
                <a:ea typeface="楷体_GB2312" pitchFamily="1" charset="-122"/>
              </a:rPr>
              <a:t>第三单元</a:t>
            </a:r>
            <a:endParaRPr lang="zh-CN" altLang="en-US" sz="2400" b="1" dirty="0">
              <a:solidFill>
                <a:srgbClr val="A50021"/>
              </a:solidFill>
              <a:latin typeface="Times New Roman" panose="02020603050405020304" pitchFamily="2" charset="0"/>
              <a:ea typeface="楷体_GB2312" pitchFamily="1" charset="-122"/>
            </a:endParaRPr>
          </a:p>
        </p:txBody>
      </p:sp>
      <p:sp>
        <p:nvSpPr>
          <p:cNvPr id="41997" name="文本框 41996"/>
          <p:cNvSpPr txBox="1"/>
          <p:nvPr/>
        </p:nvSpPr>
        <p:spPr>
          <a:xfrm>
            <a:off x="5943600" y="2667000"/>
            <a:ext cx="1619250"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楷体_GB2312" pitchFamily="1" charset="-122"/>
              </a:rPr>
              <a:t>第一单元</a:t>
            </a:r>
            <a:endParaRPr lang="zh-CN" altLang="en-US" sz="2800" b="1">
              <a:solidFill>
                <a:srgbClr val="A50021"/>
              </a:solidFill>
              <a:latin typeface="Times New Roman" panose="02020603050405020304" pitchFamily="2" charset="0"/>
              <a:ea typeface="楷体_GB2312" pitchFamily="1" charset="-122"/>
            </a:endParaRPr>
          </a:p>
        </p:txBody>
      </p:sp>
      <p:sp>
        <p:nvSpPr>
          <p:cNvPr id="41998" name="右箭头 41997"/>
          <p:cNvSpPr/>
          <p:nvPr/>
        </p:nvSpPr>
        <p:spPr>
          <a:xfrm>
            <a:off x="4953000" y="4876800"/>
            <a:ext cx="838200" cy="228600"/>
          </a:xfrm>
          <a:prstGeom prst="rightArrow">
            <a:avLst>
              <a:gd name="adj1" fmla="val 50000"/>
              <a:gd name="adj2" fmla="val 91666"/>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41999" name="左箭头 41998"/>
          <p:cNvSpPr/>
          <p:nvPr/>
        </p:nvSpPr>
        <p:spPr>
          <a:xfrm>
            <a:off x="4953000" y="3505200"/>
            <a:ext cx="838200" cy="228600"/>
          </a:xfrm>
          <a:prstGeom prst="leftArrow">
            <a:avLst>
              <a:gd name="adj1" fmla="val 50000"/>
              <a:gd name="adj2" fmla="val 91666"/>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42000" name="左右箭头 41999"/>
          <p:cNvSpPr/>
          <p:nvPr/>
        </p:nvSpPr>
        <p:spPr>
          <a:xfrm>
            <a:off x="3124200" y="3352800"/>
            <a:ext cx="990600" cy="228600"/>
          </a:xfrm>
          <a:prstGeom prst="leftRightArrow">
            <a:avLst>
              <a:gd name="adj1" fmla="val 50000"/>
              <a:gd name="adj2" fmla="val 86666"/>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42001" name="左右箭头 42000"/>
          <p:cNvSpPr/>
          <p:nvPr/>
        </p:nvSpPr>
        <p:spPr>
          <a:xfrm>
            <a:off x="3048000" y="4191000"/>
            <a:ext cx="1066800" cy="228600"/>
          </a:xfrm>
          <a:prstGeom prst="leftRightArrow">
            <a:avLst>
              <a:gd name="adj1" fmla="val 50000"/>
              <a:gd name="adj2" fmla="val 93333"/>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42002" name="左右箭头 42001"/>
          <p:cNvSpPr/>
          <p:nvPr/>
        </p:nvSpPr>
        <p:spPr>
          <a:xfrm>
            <a:off x="3048000" y="5105400"/>
            <a:ext cx="1066800" cy="228600"/>
          </a:xfrm>
          <a:prstGeom prst="leftRightArrow">
            <a:avLst>
              <a:gd name="adj1" fmla="val 50000"/>
              <a:gd name="adj2" fmla="val 93333"/>
            </a:avLst>
          </a:prstGeom>
          <a:solidFill>
            <a:srgbClr val="FFFF00"/>
          </a:solidFill>
          <a:ln w="9525" cap="flat" cmpd="sng">
            <a:solidFill>
              <a:schemeClr val="tx1"/>
            </a:solidFill>
            <a:prstDash val="solid"/>
            <a:miter/>
            <a:headEnd type="none" w="med" len="med"/>
            <a:tailEnd type="none" w="med" len="med"/>
          </a:ln>
        </p:spPr>
        <p:txBody>
          <a:bodyPr/>
          <a:lstStyle/>
          <a:p>
            <a:endParaRPr lang="zh-CN" altLang="en-US"/>
          </a:p>
        </p:txBody>
      </p:sp>
      <p:sp>
        <p:nvSpPr>
          <p:cNvPr id="42003" name="左右箭头 42002"/>
          <p:cNvSpPr/>
          <p:nvPr/>
        </p:nvSpPr>
        <p:spPr>
          <a:xfrm flipV="1">
            <a:off x="3429000" y="1981200"/>
            <a:ext cx="2057400" cy="228600"/>
          </a:xfrm>
          <a:prstGeom prst="leftRightArrow">
            <a:avLst>
              <a:gd name="adj1" fmla="val 50000"/>
              <a:gd name="adj2" fmla="val 180000"/>
            </a:avLst>
          </a:prstGeom>
          <a:solidFill>
            <a:schemeClr val="accent1"/>
          </a:solidFill>
          <a:ln w="19050" cap="flat" cmpd="sng">
            <a:solidFill>
              <a:schemeClr val="tx1"/>
            </a:solidFill>
            <a:prstDash val="solid"/>
            <a:miter/>
            <a:headEnd type="none" w="med" len="med"/>
            <a:tailEnd type="none" w="med" len="med"/>
          </a:ln>
        </p:spPr>
        <p:txBody>
          <a:bodyPr/>
          <a:lstStyle/>
          <a:p>
            <a:endParaRPr lang="zh-CN" altLang="en-US"/>
          </a:p>
        </p:txBody>
      </p:sp>
      <p:sp>
        <p:nvSpPr>
          <p:cNvPr id="42004" name="上下箭头 42003"/>
          <p:cNvSpPr/>
          <p:nvPr/>
        </p:nvSpPr>
        <p:spPr>
          <a:xfrm>
            <a:off x="4419600" y="2209800"/>
            <a:ext cx="228600" cy="609600"/>
          </a:xfrm>
          <a:prstGeom prst="upDownArrow">
            <a:avLst>
              <a:gd name="adj1" fmla="val 50000"/>
              <a:gd name="adj2" fmla="val 53333"/>
            </a:avLst>
          </a:prstGeom>
          <a:solidFill>
            <a:srgbClr val="FFCC66"/>
          </a:solidFill>
          <a:ln w="19050" cap="flat" cmpd="sng">
            <a:solidFill>
              <a:schemeClr val="tx1"/>
            </a:solidFill>
            <a:prstDash val="solid"/>
            <a:miter/>
            <a:headEnd type="none" w="med" len="med"/>
            <a:tailEnd type="none" w="med" len="med"/>
          </a:ln>
        </p:spPr>
        <p:txBody>
          <a:bodyPr/>
          <a:lstStyle/>
          <a:p>
            <a:endParaRPr lang="zh-CN" altLang="en-US"/>
          </a:p>
        </p:txBody>
      </p:sp>
      <p:sp>
        <p:nvSpPr>
          <p:cNvPr id="42005" name="标题 42004"/>
          <p:cNvSpPr>
            <a:spLocks noGrp="1"/>
          </p:cNvSpPr>
          <p:nvPr>
            <p:ph type="title" idx="4294967295"/>
          </p:nvPr>
        </p:nvSpPr>
        <p:spPr>
          <a:xfrm>
            <a:off x="180975" y="188913"/>
            <a:ext cx="7127875" cy="503237"/>
          </a:xfrm>
          <a:ln/>
        </p:spPr>
        <p:txBody>
          <a:bodyPr anchor="b" anchorCtr="0"/>
          <a:lstStyle/>
          <a:p>
            <a:r>
              <a:rPr lang="zh-CN" altLang="en-US"/>
              <a:t>计算机的硬件结构</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43009"/>
          <p:cNvSpPr/>
          <p:nvPr/>
        </p:nvSpPr>
        <p:spPr>
          <a:xfrm>
            <a:off x="304800" y="990600"/>
            <a:ext cx="6553200" cy="609600"/>
          </a:xfrm>
          <a:prstGeom prst="rect">
            <a:avLst/>
          </a:prstGeom>
          <a:noFill/>
          <a:ln w="9525">
            <a:noFill/>
          </a:ln>
        </p:spPr>
        <p:txBody>
          <a:bodyPr lIns="73021" tIns="36511" rIns="73021" bIns="36511"/>
          <a:lstStyle/>
          <a:p>
            <a:pPr marL="268605" indent="-268605" defTabSz="713105" eaLnBrk="0" hangingPunct="0">
              <a:spcBef>
                <a:spcPct val="20000"/>
              </a:spcBef>
            </a:pPr>
            <a:r>
              <a:rPr lang="zh-CN" altLang="en-US" sz="3600" b="1">
                <a:latin typeface="Times New Roman" panose="02020603050405020304" pitchFamily="2" charset="0"/>
              </a:rPr>
              <a:t>计算机基本工作原理</a:t>
            </a:r>
          </a:p>
        </p:txBody>
      </p:sp>
      <p:sp>
        <p:nvSpPr>
          <p:cNvPr id="43011" name="矩形 43010"/>
          <p:cNvSpPr/>
          <p:nvPr/>
        </p:nvSpPr>
        <p:spPr>
          <a:xfrm>
            <a:off x="152400" y="1905000"/>
            <a:ext cx="8305800" cy="850900"/>
          </a:xfrm>
          <a:prstGeom prst="rect">
            <a:avLst/>
          </a:prstGeom>
          <a:noFill/>
          <a:ln w="9525">
            <a:noFill/>
          </a:ln>
        </p:spPr>
        <p:txBody>
          <a:bodyPr lIns="90483" tIns="44448" rIns="90483" bIns="44448">
            <a:spAutoFit/>
          </a:bodyPr>
          <a:lstStyle/>
          <a:p>
            <a:pPr defTabSz="762000" eaLnBrk="0" hangingPunct="0">
              <a:spcBef>
                <a:spcPct val="50000"/>
              </a:spcBef>
            </a:pPr>
            <a:r>
              <a:rPr lang="en-US" altLang="zh-CN" sz="2500" b="1">
                <a:latin typeface="Times New Roman" panose="02020603050405020304" pitchFamily="2" charset="0"/>
              </a:rPr>
              <a:t>    1. </a:t>
            </a:r>
            <a:r>
              <a:rPr lang="zh-CN" altLang="en-US" sz="2500" b="1">
                <a:latin typeface="Times New Roman" panose="02020603050405020304" pitchFamily="2" charset="0"/>
              </a:rPr>
              <a:t>指令</a:t>
            </a:r>
            <a:r>
              <a:rPr lang="en-US" altLang="zh-CN" sz="2500" b="1">
                <a:latin typeface="Times New Roman" panose="02020603050405020304" pitchFamily="2" charset="0"/>
              </a:rPr>
              <a:t>:</a:t>
            </a:r>
            <a:r>
              <a:rPr lang="zh-CN" altLang="en-US" sz="2500" b="1">
                <a:latin typeface="Times New Roman" panose="02020603050405020304" pitchFamily="2" charset="0"/>
              </a:rPr>
              <a:t>让计算机完成某个操作发出的命令。（用二进制代码来表示）</a:t>
            </a:r>
          </a:p>
        </p:txBody>
      </p:sp>
      <p:sp>
        <p:nvSpPr>
          <p:cNvPr id="43012" name="矩形 43011"/>
          <p:cNvSpPr/>
          <p:nvPr/>
        </p:nvSpPr>
        <p:spPr>
          <a:xfrm>
            <a:off x="463550" y="3635375"/>
            <a:ext cx="6242050" cy="469900"/>
          </a:xfrm>
          <a:prstGeom prst="rect">
            <a:avLst/>
          </a:prstGeom>
          <a:noFill/>
          <a:ln w="9525">
            <a:noFill/>
          </a:ln>
        </p:spPr>
        <p:txBody>
          <a:bodyPr lIns="90483" tIns="44448" rIns="90483" bIns="44448">
            <a:spAutoFit/>
          </a:bodyPr>
          <a:lstStyle/>
          <a:p>
            <a:pPr defTabSz="762000" eaLnBrk="0" hangingPunct="0">
              <a:spcBef>
                <a:spcPct val="50000"/>
              </a:spcBef>
            </a:pPr>
            <a:r>
              <a:rPr lang="en-US" altLang="zh-CN" sz="2500" b="1">
                <a:latin typeface="Times New Roman" panose="02020603050405020304" pitchFamily="2" charset="0"/>
              </a:rPr>
              <a:t>3. </a:t>
            </a:r>
            <a:r>
              <a:rPr lang="zh-CN" altLang="en-US" sz="2500" b="1">
                <a:latin typeface="Times New Roman" panose="02020603050405020304" pitchFamily="2" charset="0"/>
              </a:rPr>
              <a:t>指令的执行</a:t>
            </a:r>
          </a:p>
        </p:txBody>
      </p:sp>
      <p:sp>
        <p:nvSpPr>
          <p:cNvPr id="43013" name="矩形 43012"/>
          <p:cNvSpPr/>
          <p:nvPr/>
        </p:nvSpPr>
        <p:spPr>
          <a:xfrm>
            <a:off x="290513" y="3111500"/>
            <a:ext cx="7277100" cy="469900"/>
          </a:xfrm>
          <a:prstGeom prst="rect">
            <a:avLst/>
          </a:prstGeom>
          <a:noFill/>
          <a:ln w="9525">
            <a:noFill/>
          </a:ln>
        </p:spPr>
        <p:txBody>
          <a:bodyPr lIns="90483" tIns="44448" rIns="90483" bIns="44448">
            <a:spAutoFit/>
          </a:bodyPr>
          <a:lstStyle/>
          <a:p>
            <a:pPr defTabSz="762000" eaLnBrk="0" hangingPunct="0">
              <a:spcBef>
                <a:spcPct val="50000"/>
              </a:spcBef>
            </a:pPr>
            <a:r>
              <a:rPr lang="zh-CN" altLang="en-US" sz="2500" b="1">
                <a:latin typeface="Times New Roman" panose="02020603050405020304" pitchFamily="2" charset="0"/>
              </a:rPr>
              <a:t>有序的指令集合。</a:t>
            </a:r>
          </a:p>
        </p:txBody>
      </p:sp>
      <p:sp>
        <p:nvSpPr>
          <p:cNvPr id="43014" name="矩形 43013"/>
          <p:cNvSpPr/>
          <p:nvPr/>
        </p:nvSpPr>
        <p:spPr>
          <a:xfrm>
            <a:off x="457200" y="2730500"/>
            <a:ext cx="6018213" cy="469900"/>
          </a:xfrm>
          <a:prstGeom prst="rect">
            <a:avLst/>
          </a:prstGeom>
          <a:noFill/>
          <a:ln w="9525">
            <a:noFill/>
          </a:ln>
        </p:spPr>
        <p:txBody>
          <a:bodyPr lIns="90483" tIns="44448" rIns="90483" bIns="44448">
            <a:spAutoFit/>
          </a:bodyPr>
          <a:lstStyle/>
          <a:p>
            <a:pPr defTabSz="762000" eaLnBrk="0" hangingPunct="0">
              <a:spcBef>
                <a:spcPct val="50000"/>
              </a:spcBef>
            </a:pPr>
            <a:r>
              <a:rPr lang="en-US" altLang="zh-CN" sz="2500" b="1">
                <a:latin typeface="Times New Roman" panose="02020603050405020304" pitchFamily="2" charset="0"/>
              </a:rPr>
              <a:t>2. </a:t>
            </a:r>
            <a:r>
              <a:rPr lang="zh-CN" altLang="en-US" sz="2500" b="1">
                <a:latin typeface="Times New Roman" panose="02020603050405020304" pitchFamily="2" charset="0"/>
              </a:rPr>
              <a:t>程序</a:t>
            </a:r>
          </a:p>
        </p:txBody>
      </p:sp>
      <p:sp>
        <p:nvSpPr>
          <p:cNvPr id="43015" name="矩形 43014"/>
          <p:cNvSpPr/>
          <p:nvPr/>
        </p:nvSpPr>
        <p:spPr>
          <a:xfrm>
            <a:off x="2278063" y="4110038"/>
            <a:ext cx="1192212" cy="461962"/>
          </a:xfrm>
          <a:prstGeom prst="rect">
            <a:avLst/>
          </a:prstGeom>
          <a:solidFill>
            <a:schemeClr val="bg1"/>
          </a:solidFill>
          <a:ln w="12700" cap="flat" cmpd="sng">
            <a:solidFill>
              <a:schemeClr val="tx1"/>
            </a:solidFill>
            <a:prstDash val="solid"/>
            <a:miter/>
            <a:headEnd type="none" w="med" len="med"/>
            <a:tailEnd type="none" w="med" len="med"/>
          </a:ln>
        </p:spPr>
        <p:txBody>
          <a:bodyPr wrap="none" lIns="90483" tIns="44448" rIns="90483" bIns="44448" anchor="ctr" anchorCtr="0"/>
          <a:lstStyle/>
          <a:p>
            <a:pPr algn="ctr" defTabSz="762000" eaLnBrk="0" hangingPunct="0"/>
            <a:r>
              <a:rPr lang="zh-CN" altLang="en-US" sz="2500" b="1">
                <a:latin typeface="Times New Roman" panose="02020603050405020304" pitchFamily="2" charset="0"/>
              </a:rPr>
              <a:t>内存</a:t>
            </a:r>
          </a:p>
        </p:txBody>
      </p:sp>
      <p:sp>
        <p:nvSpPr>
          <p:cNvPr id="43016" name="直接连接符 43015"/>
          <p:cNvSpPr/>
          <p:nvPr/>
        </p:nvSpPr>
        <p:spPr>
          <a:xfrm>
            <a:off x="3487738" y="4333875"/>
            <a:ext cx="1322387" cy="0"/>
          </a:xfrm>
          <a:prstGeom prst="line">
            <a:avLst/>
          </a:prstGeom>
          <a:ln w="38100" cap="flat" cmpd="dbl">
            <a:solidFill>
              <a:schemeClr val="tx1"/>
            </a:solidFill>
            <a:prstDash val="solid"/>
            <a:headEnd type="none" w="med" len="med"/>
            <a:tailEnd type="triangle" w="med" len="med"/>
          </a:ln>
        </p:spPr>
      </p:sp>
      <p:sp>
        <p:nvSpPr>
          <p:cNvPr id="43017" name="矩形 43016"/>
          <p:cNvSpPr/>
          <p:nvPr/>
        </p:nvSpPr>
        <p:spPr>
          <a:xfrm>
            <a:off x="3787775" y="3965575"/>
            <a:ext cx="706438" cy="377825"/>
          </a:xfrm>
          <a:prstGeom prst="rect">
            <a:avLst/>
          </a:prstGeom>
          <a:noFill/>
          <a:ln w="9525">
            <a:noFill/>
          </a:ln>
        </p:spPr>
        <p:txBody>
          <a:bodyPr lIns="90483" tIns="44448" rIns="90483" bIns="44448">
            <a:spAutoFit/>
          </a:bodyPr>
          <a:lstStyle/>
          <a:p>
            <a:pPr defTabSz="762000" eaLnBrk="0" hangingPunct="0">
              <a:spcBef>
                <a:spcPct val="50000"/>
              </a:spcBef>
            </a:pPr>
            <a:r>
              <a:rPr lang="zh-CN" altLang="en-US" sz="1900" b="1">
                <a:latin typeface="Times New Roman" panose="02020603050405020304" pitchFamily="2" charset="0"/>
              </a:rPr>
              <a:t>指令</a:t>
            </a:r>
            <a:endParaRPr lang="zh-CN" altLang="en-US" sz="2500" b="1">
              <a:latin typeface="Times New Roman" panose="02020603050405020304" pitchFamily="2" charset="0"/>
            </a:endParaRPr>
          </a:p>
        </p:txBody>
      </p:sp>
      <p:sp>
        <p:nvSpPr>
          <p:cNvPr id="43018" name="矩形 43017"/>
          <p:cNvSpPr/>
          <p:nvPr/>
        </p:nvSpPr>
        <p:spPr>
          <a:xfrm>
            <a:off x="315913" y="4076700"/>
            <a:ext cx="1831975" cy="469900"/>
          </a:xfrm>
          <a:prstGeom prst="rect">
            <a:avLst/>
          </a:prstGeom>
          <a:noFill/>
          <a:ln w="9525">
            <a:noFill/>
          </a:ln>
        </p:spPr>
        <p:txBody>
          <a:bodyPr lIns="90483" tIns="44448" rIns="90483" bIns="44448">
            <a:spAutoFit/>
          </a:bodyPr>
          <a:lstStyle/>
          <a:p>
            <a:pPr defTabSz="762000" eaLnBrk="0" hangingPunct="0">
              <a:spcBef>
                <a:spcPct val="50000"/>
              </a:spcBef>
            </a:pPr>
            <a:r>
              <a:rPr lang="zh-CN" altLang="en-US" sz="2500" b="1">
                <a:solidFill>
                  <a:schemeClr val="tx2"/>
                </a:solidFill>
                <a:latin typeface="Times New Roman" panose="02020603050405020304" pitchFamily="2" charset="0"/>
              </a:rPr>
              <a:t>取指周期：</a:t>
            </a:r>
          </a:p>
        </p:txBody>
      </p:sp>
      <p:sp>
        <p:nvSpPr>
          <p:cNvPr id="43019" name="矩形 43018"/>
          <p:cNvSpPr/>
          <p:nvPr/>
        </p:nvSpPr>
        <p:spPr>
          <a:xfrm>
            <a:off x="315913" y="4924425"/>
            <a:ext cx="1901825" cy="469900"/>
          </a:xfrm>
          <a:prstGeom prst="rect">
            <a:avLst/>
          </a:prstGeom>
          <a:noFill/>
          <a:ln w="9525">
            <a:noFill/>
          </a:ln>
        </p:spPr>
        <p:txBody>
          <a:bodyPr lIns="90483" tIns="44448" rIns="90483" bIns="44448">
            <a:spAutoFit/>
          </a:bodyPr>
          <a:lstStyle/>
          <a:p>
            <a:pPr defTabSz="762000" eaLnBrk="0" hangingPunct="0">
              <a:spcBef>
                <a:spcPct val="50000"/>
              </a:spcBef>
            </a:pPr>
            <a:r>
              <a:rPr lang="zh-CN" altLang="en-US" sz="2500" b="1">
                <a:solidFill>
                  <a:schemeClr val="tx2"/>
                </a:solidFill>
                <a:latin typeface="Times New Roman" panose="02020603050405020304" pitchFamily="2" charset="0"/>
              </a:rPr>
              <a:t>执行周期：</a:t>
            </a:r>
          </a:p>
        </p:txBody>
      </p:sp>
      <p:sp>
        <p:nvSpPr>
          <p:cNvPr id="43020" name="直接连接符 43019"/>
          <p:cNvSpPr/>
          <p:nvPr/>
        </p:nvSpPr>
        <p:spPr>
          <a:xfrm flipV="1">
            <a:off x="3787775" y="5149850"/>
            <a:ext cx="1157288" cy="3175"/>
          </a:xfrm>
          <a:prstGeom prst="line">
            <a:avLst/>
          </a:prstGeom>
          <a:ln w="38100" cap="flat" cmpd="dbl">
            <a:solidFill>
              <a:schemeClr val="tx1"/>
            </a:solidFill>
            <a:prstDash val="solid"/>
            <a:headEnd type="none" w="med" len="med"/>
            <a:tailEnd type="triangle" w="med" len="med"/>
          </a:ln>
        </p:spPr>
      </p:sp>
      <p:sp>
        <p:nvSpPr>
          <p:cNvPr id="43021" name="矩形 43020"/>
          <p:cNvSpPr/>
          <p:nvPr/>
        </p:nvSpPr>
        <p:spPr>
          <a:xfrm>
            <a:off x="3810000" y="4800600"/>
            <a:ext cx="1317625" cy="377825"/>
          </a:xfrm>
          <a:prstGeom prst="rect">
            <a:avLst/>
          </a:prstGeom>
          <a:noFill/>
          <a:ln w="9525">
            <a:noFill/>
          </a:ln>
        </p:spPr>
        <p:txBody>
          <a:bodyPr lIns="90483" tIns="44448" rIns="90483" bIns="44448">
            <a:spAutoFit/>
          </a:bodyPr>
          <a:lstStyle/>
          <a:p>
            <a:pPr defTabSz="762000" eaLnBrk="0" hangingPunct="0">
              <a:spcBef>
                <a:spcPct val="50000"/>
              </a:spcBef>
            </a:pPr>
            <a:r>
              <a:rPr lang="zh-CN" altLang="en-US" sz="1900" b="1">
                <a:latin typeface="Times New Roman" panose="02020603050405020304" pitchFamily="2" charset="0"/>
              </a:rPr>
              <a:t>控制信号</a:t>
            </a:r>
            <a:endParaRPr lang="zh-CN" altLang="en-US" sz="2500" b="1">
              <a:latin typeface="Times New Roman" panose="02020603050405020304" pitchFamily="2" charset="0"/>
            </a:endParaRPr>
          </a:p>
        </p:txBody>
      </p:sp>
      <p:sp>
        <p:nvSpPr>
          <p:cNvPr id="43022" name="矩形 43021"/>
          <p:cNvSpPr/>
          <p:nvPr/>
        </p:nvSpPr>
        <p:spPr>
          <a:xfrm>
            <a:off x="4975225" y="4902200"/>
            <a:ext cx="2120900" cy="533400"/>
          </a:xfrm>
          <a:prstGeom prst="rect">
            <a:avLst/>
          </a:prstGeom>
          <a:solidFill>
            <a:schemeClr val="bg1"/>
          </a:solidFill>
          <a:ln w="12700" cap="flat" cmpd="sng">
            <a:solidFill>
              <a:schemeClr val="tx1"/>
            </a:solidFill>
            <a:prstDash val="solid"/>
            <a:miter/>
            <a:headEnd type="none" w="med" len="med"/>
            <a:tailEnd type="none" w="med" len="med"/>
          </a:ln>
        </p:spPr>
        <p:txBody>
          <a:bodyPr wrap="none" lIns="90483" tIns="44448" rIns="90483" bIns="44448" anchor="ctr" anchorCtr="0"/>
          <a:lstStyle/>
          <a:p>
            <a:pPr algn="ctr" defTabSz="762000" eaLnBrk="0" hangingPunct="0"/>
            <a:r>
              <a:rPr lang="zh-CN" altLang="en-US" sz="2500" b="1">
                <a:latin typeface="Times New Roman" panose="02020603050405020304" pitchFamily="2" charset="0"/>
              </a:rPr>
              <a:t>有关部件动作</a:t>
            </a:r>
          </a:p>
        </p:txBody>
      </p:sp>
      <p:sp>
        <p:nvSpPr>
          <p:cNvPr id="43023" name="矩形 43022"/>
          <p:cNvSpPr/>
          <p:nvPr/>
        </p:nvSpPr>
        <p:spPr>
          <a:xfrm>
            <a:off x="2287588" y="4902200"/>
            <a:ext cx="1500187" cy="550863"/>
          </a:xfrm>
          <a:prstGeom prst="rect">
            <a:avLst/>
          </a:prstGeom>
          <a:solidFill>
            <a:schemeClr val="bg1"/>
          </a:solidFill>
          <a:ln w="12700" cap="flat" cmpd="sng">
            <a:solidFill>
              <a:schemeClr val="tx1"/>
            </a:solidFill>
            <a:prstDash val="solid"/>
            <a:miter/>
            <a:headEnd type="none" w="med" len="med"/>
            <a:tailEnd type="none" w="med" len="med"/>
          </a:ln>
        </p:spPr>
        <p:txBody>
          <a:bodyPr wrap="none" lIns="90483" tIns="44448" rIns="90483" bIns="44448" anchor="ctr" anchorCtr="0"/>
          <a:lstStyle/>
          <a:p>
            <a:pPr algn="ctr" defTabSz="762000" eaLnBrk="0" hangingPunct="0"/>
            <a:r>
              <a:rPr lang="en-US" altLang="zh-CN" sz="2500" b="1">
                <a:latin typeface="Times New Roman" panose="02020603050405020304" pitchFamily="2" charset="0"/>
              </a:rPr>
              <a:t>CPU</a:t>
            </a:r>
            <a:r>
              <a:rPr lang="zh-CN" altLang="en-US" sz="2500" b="1">
                <a:latin typeface="Times New Roman" panose="02020603050405020304" pitchFamily="2" charset="0"/>
              </a:rPr>
              <a:t>译码</a:t>
            </a:r>
          </a:p>
        </p:txBody>
      </p:sp>
      <p:sp>
        <p:nvSpPr>
          <p:cNvPr id="43024" name="矩形 43023"/>
          <p:cNvSpPr/>
          <p:nvPr/>
        </p:nvSpPr>
        <p:spPr>
          <a:xfrm>
            <a:off x="4800600" y="4110038"/>
            <a:ext cx="1192213" cy="461962"/>
          </a:xfrm>
          <a:prstGeom prst="rect">
            <a:avLst/>
          </a:prstGeom>
          <a:solidFill>
            <a:schemeClr val="bg1"/>
          </a:solidFill>
          <a:ln w="12700" cap="flat" cmpd="sng">
            <a:solidFill>
              <a:schemeClr val="tx1"/>
            </a:solidFill>
            <a:prstDash val="solid"/>
            <a:miter/>
            <a:headEnd type="none" w="med" len="med"/>
            <a:tailEnd type="none" w="med" len="med"/>
          </a:ln>
        </p:spPr>
        <p:txBody>
          <a:bodyPr wrap="none" lIns="90483" tIns="44448" rIns="90483" bIns="44448" anchor="ctr" anchorCtr="0"/>
          <a:lstStyle/>
          <a:p>
            <a:pPr algn="ctr" defTabSz="762000" eaLnBrk="0" hangingPunct="0"/>
            <a:r>
              <a:rPr lang="en-US" altLang="zh-CN" sz="2500" b="1">
                <a:latin typeface="Times New Roman" panose="02020603050405020304" pitchFamily="2" charset="0"/>
              </a:rPr>
              <a:t>CPU</a:t>
            </a:r>
          </a:p>
        </p:txBody>
      </p:sp>
      <p:sp>
        <p:nvSpPr>
          <p:cNvPr id="43025" name="矩形 43024"/>
          <p:cNvSpPr/>
          <p:nvPr/>
        </p:nvSpPr>
        <p:spPr>
          <a:xfrm>
            <a:off x="460375" y="5410200"/>
            <a:ext cx="6245225" cy="1041400"/>
          </a:xfrm>
          <a:prstGeom prst="rect">
            <a:avLst/>
          </a:prstGeom>
          <a:noFill/>
          <a:ln w="9525">
            <a:noFill/>
          </a:ln>
        </p:spPr>
        <p:txBody>
          <a:bodyPr lIns="90483" tIns="44448" rIns="90483" bIns="44448">
            <a:spAutoFit/>
          </a:bodyPr>
          <a:lstStyle/>
          <a:p>
            <a:pPr defTabSz="762000" eaLnBrk="0" hangingPunct="0">
              <a:spcBef>
                <a:spcPct val="50000"/>
              </a:spcBef>
            </a:pPr>
            <a:r>
              <a:rPr lang="en-US" altLang="zh-CN" sz="2500" b="1">
                <a:latin typeface="Times New Roman" panose="02020603050405020304" pitchFamily="2" charset="0"/>
              </a:rPr>
              <a:t>4. </a:t>
            </a:r>
            <a:r>
              <a:rPr lang="zh-CN" altLang="en-US" sz="2500" b="1">
                <a:latin typeface="Times New Roman" panose="02020603050405020304" pitchFamily="2" charset="0"/>
              </a:rPr>
              <a:t>程序的执行</a:t>
            </a:r>
          </a:p>
          <a:p>
            <a:pPr defTabSz="762000" eaLnBrk="0" hangingPunct="0">
              <a:spcBef>
                <a:spcPct val="50000"/>
              </a:spcBef>
            </a:pPr>
            <a:r>
              <a:rPr lang="en-US" altLang="zh-CN" sz="2500" b="1">
                <a:latin typeface="Times New Roman" panose="02020603050405020304" pitchFamily="2" charset="0"/>
              </a:rPr>
              <a:t>CPU</a:t>
            </a:r>
            <a:r>
              <a:rPr lang="zh-CN" altLang="en-US" sz="2500" b="1">
                <a:latin typeface="Times New Roman" panose="02020603050405020304" pitchFamily="2" charset="0"/>
              </a:rPr>
              <a:t>不断地取指令，执行指令。</a:t>
            </a:r>
          </a:p>
        </p:txBody>
      </p:sp>
      <p:sp>
        <p:nvSpPr>
          <p:cNvPr id="43026" name="矩形 43025"/>
          <p:cNvSpPr/>
          <p:nvPr/>
        </p:nvSpPr>
        <p:spPr>
          <a:xfrm>
            <a:off x="4602163" y="2743200"/>
            <a:ext cx="3505200" cy="412750"/>
          </a:xfrm>
          <a:prstGeom prst="rect">
            <a:avLst/>
          </a:prstGeom>
          <a:solidFill>
            <a:schemeClr val="bg1"/>
          </a:solidFill>
          <a:ln w="12700" cap="flat" cmpd="sng">
            <a:solidFill>
              <a:schemeClr val="tx1"/>
            </a:solidFill>
            <a:prstDash val="solid"/>
            <a:miter/>
            <a:headEnd type="none" w="med" len="med"/>
            <a:tailEnd type="none" w="med" len="med"/>
          </a:ln>
        </p:spPr>
        <p:txBody>
          <a:bodyPr/>
          <a:lstStyle/>
          <a:p>
            <a:endParaRPr lang="zh-CN" altLang="en-US"/>
          </a:p>
        </p:txBody>
      </p:sp>
      <p:sp>
        <p:nvSpPr>
          <p:cNvPr id="43027" name="直接连接符 43026"/>
          <p:cNvSpPr/>
          <p:nvPr/>
        </p:nvSpPr>
        <p:spPr>
          <a:xfrm>
            <a:off x="6354763" y="2743200"/>
            <a:ext cx="0" cy="412750"/>
          </a:xfrm>
          <a:prstGeom prst="line">
            <a:avLst/>
          </a:prstGeom>
          <a:ln w="12700" cap="flat" cmpd="sng">
            <a:solidFill>
              <a:schemeClr val="tx1"/>
            </a:solidFill>
            <a:prstDash val="solid"/>
            <a:headEnd type="none" w="med" len="med"/>
            <a:tailEnd type="none" w="med" len="med"/>
          </a:ln>
        </p:spPr>
      </p:sp>
      <p:sp>
        <p:nvSpPr>
          <p:cNvPr id="43028" name="矩形 43027"/>
          <p:cNvSpPr/>
          <p:nvPr/>
        </p:nvSpPr>
        <p:spPr>
          <a:xfrm>
            <a:off x="4800600" y="2743200"/>
            <a:ext cx="1401763" cy="469900"/>
          </a:xfrm>
          <a:prstGeom prst="rect">
            <a:avLst/>
          </a:prstGeom>
          <a:noFill/>
          <a:ln w="9525">
            <a:noFill/>
          </a:ln>
        </p:spPr>
        <p:txBody>
          <a:bodyPr lIns="90483" tIns="44448" rIns="90483" bIns="44448">
            <a:spAutoFit/>
          </a:bodyPr>
          <a:lstStyle/>
          <a:p>
            <a:pPr algn="ctr" defTabSz="762000" eaLnBrk="0" hangingPunct="0">
              <a:spcBef>
                <a:spcPct val="50000"/>
              </a:spcBef>
            </a:pPr>
            <a:r>
              <a:rPr lang="zh-CN" altLang="en-US" sz="2500" b="1">
                <a:latin typeface="Times New Roman" panose="02020603050405020304" pitchFamily="2" charset="0"/>
              </a:rPr>
              <a:t>操作码</a:t>
            </a:r>
          </a:p>
        </p:txBody>
      </p:sp>
      <p:sp>
        <p:nvSpPr>
          <p:cNvPr id="43029" name="矩形 43028"/>
          <p:cNvSpPr/>
          <p:nvPr/>
        </p:nvSpPr>
        <p:spPr>
          <a:xfrm>
            <a:off x="6534150" y="2743200"/>
            <a:ext cx="1344613" cy="469900"/>
          </a:xfrm>
          <a:prstGeom prst="rect">
            <a:avLst/>
          </a:prstGeom>
          <a:noFill/>
          <a:ln w="9525">
            <a:noFill/>
          </a:ln>
        </p:spPr>
        <p:txBody>
          <a:bodyPr lIns="90483" tIns="44448" rIns="90483" bIns="44448">
            <a:spAutoFit/>
          </a:bodyPr>
          <a:lstStyle/>
          <a:p>
            <a:pPr defTabSz="762000" eaLnBrk="0" hangingPunct="0">
              <a:spcBef>
                <a:spcPct val="50000"/>
              </a:spcBef>
            </a:pPr>
            <a:r>
              <a:rPr lang="zh-CN" altLang="en-US" sz="2500" b="1">
                <a:latin typeface="Times New Roman" panose="02020603050405020304" pitchFamily="2" charset="0"/>
              </a:rPr>
              <a:t>操作数</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文本占位符 44033"/>
          <p:cNvSpPr>
            <a:spLocks noGrp="1"/>
          </p:cNvSpPr>
          <p:nvPr>
            <p:ph type="body" idx="1"/>
          </p:nvPr>
        </p:nvSpPr>
        <p:spPr>
          <a:xfrm>
            <a:off x="107950" y="117475"/>
            <a:ext cx="4464050" cy="1439863"/>
          </a:xfrm>
          <a:ln/>
        </p:spPr>
        <p:txBody>
          <a:bodyPr vert="horz" wrap="square" lIns="73021" tIns="36511" rIns="73021" bIns="36511" anchor="t" anchorCtr="0"/>
          <a:lstStyle/>
          <a:p>
            <a:pPr>
              <a:buNone/>
            </a:pPr>
            <a:r>
              <a:rPr lang="en-US" altLang="zh-CN" sz="2800" b="1">
                <a:solidFill>
                  <a:srgbClr val="0000CC"/>
                </a:solidFill>
              </a:rPr>
              <a:t>	2</a:t>
            </a:r>
            <a:r>
              <a:rPr lang="zh-CN" altLang="en-US" sz="2800" b="1">
                <a:solidFill>
                  <a:srgbClr val="0000CC"/>
                </a:solidFill>
              </a:rPr>
              <a:t>、计算机软件</a:t>
            </a:r>
            <a:endParaRPr lang="zh-CN" altLang="en-US" sz="2800">
              <a:solidFill>
                <a:srgbClr val="0000CC"/>
              </a:solidFill>
            </a:endParaRPr>
          </a:p>
          <a:p>
            <a:pPr>
              <a:buNone/>
            </a:pPr>
            <a:r>
              <a:rPr lang="zh-CN" altLang="en-US" sz="2400" b="1"/>
              <a:t>	软件 </a:t>
            </a:r>
            <a:r>
              <a:rPr lang="en-US" altLang="zh-CN" sz="2400" b="1"/>
              <a:t>= </a:t>
            </a:r>
            <a:r>
              <a:rPr lang="zh-CN" altLang="en-US" sz="2400" b="1"/>
              <a:t>程序 </a:t>
            </a:r>
            <a:r>
              <a:rPr lang="en-US" altLang="zh-CN" sz="2400" b="1"/>
              <a:t>+ </a:t>
            </a:r>
            <a:r>
              <a:rPr lang="zh-CN" altLang="en-US" sz="2400" b="1"/>
              <a:t>数据</a:t>
            </a:r>
            <a:r>
              <a:rPr lang="en-US" altLang="zh-CN" sz="2400" b="1"/>
              <a:t>+</a:t>
            </a:r>
            <a:r>
              <a:rPr lang="zh-CN" altLang="en-US" sz="2400" b="1"/>
              <a:t>文档</a:t>
            </a:r>
          </a:p>
        </p:txBody>
      </p:sp>
      <p:grpSp>
        <p:nvGrpSpPr>
          <p:cNvPr id="44035" name="组合 44034"/>
          <p:cNvGrpSpPr/>
          <p:nvPr/>
        </p:nvGrpSpPr>
        <p:grpSpPr>
          <a:xfrm>
            <a:off x="381000" y="1371600"/>
            <a:ext cx="8008938" cy="4876800"/>
            <a:chOff x="0" y="0"/>
            <a:chExt cx="5290" cy="3922"/>
          </a:xfrm>
        </p:grpSpPr>
        <p:sp>
          <p:nvSpPr>
            <p:cNvPr id="44036" name="矩形 44035"/>
            <p:cNvSpPr/>
            <p:nvPr/>
          </p:nvSpPr>
          <p:spPr>
            <a:xfrm>
              <a:off x="0" y="1666"/>
              <a:ext cx="842"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软件分类</a:t>
              </a:r>
            </a:p>
          </p:txBody>
        </p:sp>
        <p:sp>
          <p:nvSpPr>
            <p:cNvPr id="44037" name="直接连接符 44036"/>
            <p:cNvSpPr/>
            <p:nvPr/>
          </p:nvSpPr>
          <p:spPr>
            <a:xfrm>
              <a:off x="743" y="1813"/>
              <a:ext cx="233" cy="0"/>
            </a:xfrm>
            <a:prstGeom prst="line">
              <a:avLst/>
            </a:prstGeom>
            <a:ln w="12700" cap="flat" cmpd="sng">
              <a:solidFill>
                <a:schemeClr val="tx1"/>
              </a:solidFill>
              <a:prstDash val="solid"/>
              <a:headEnd type="none" w="med" len="med"/>
              <a:tailEnd type="none" w="med" len="med"/>
            </a:ln>
          </p:spPr>
        </p:sp>
        <p:sp>
          <p:nvSpPr>
            <p:cNvPr id="44038" name="直接连接符 44037"/>
            <p:cNvSpPr/>
            <p:nvPr/>
          </p:nvSpPr>
          <p:spPr>
            <a:xfrm flipH="1">
              <a:off x="972" y="829"/>
              <a:ext cx="8" cy="1982"/>
            </a:xfrm>
            <a:prstGeom prst="line">
              <a:avLst/>
            </a:prstGeom>
            <a:ln w="12700" cap="flat" cmpd="sng">
              <a:solidFill>
                <a:schemeClr val="tx1"/>
              </a:solidFill>
              <a:prstDash val="solid"/>
              <a:headEnd type="none" w="med" len="med"/>
              <a:tailEnd type="none" w="med" len="med"/>
            </a:ln>
          </p:spPr>
        </p:sp>
        <p:sp>
          <p:nvSpPr>
            <p:cNvPr id="44039" name="矩形 44038"/>
            <p:cNvSpPr/>
            <p:nvPr/>
          </p:nvSpPr>
          <p:spPr>
            <a:xfrm>
              <a:off x="1403" y="673"/>
              <a:ext cx="842"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系统软件</a:t>
              </a:r>
            </a:p>
          </p:txBody>
        </p:sp>
        <p:sp>
          <p:nvSpPr>
            <p:cNvPr id="44040" name="直接连接符 44039"/>
            <p:cNvSpPr/>
            <p:nvPr/>
          </p:nvSpPr>
          <p:spPr>
            <a:xfrm>
              <a:off x="2115" y="825"/>
              <a:ext cx="280" cy="0"/>
            </a:xfrm>
            <a:prstGeom prst="line">
              <a:avLst/>
            </a:prstGeom>
            <a:ln w="12700" cap="flat" cmpd="sng">
              <a:solidFill>
                <a:schemeClr val="tx1"/>
              </a:solidFill>
              <a:prstDash val="solid"/>
              <a:headEnd type="none" w="med" len="med"/>
              <a:tailEnd type="none" w="med" len="med"/>
            </a:ln>
          </p:spPr>
        </p:sp>
        <p:sp>
          <p:nvSpPr>
            <p:cNvPr id="44041" name="直接连接符 44040"/>
            <p:cNvSpPr/>
            <p:nvPr/>
          </p:nvSpPr>
          <p:spPr>
            <a:xfrm>
              <a:off x="2402" y="153"/>
              <a:ext cx="329" cy="0"/>
            </a:xfrm>
            <a:prstGeom prst="line">
              <a:avLst/>
            </a:prstGeom>
            <a:ln w="12700" cap="flat" cmpd="sng">
              <a:solidFill>
                <a:schemeClr val="tx1"/>
              </a:solidFill>
              <a:prstDash val="solid"/>
              <a:headEnd type="none" w="med" len="med"/>
              <a:tailEnd type="none" w="med" len="med"/>
            </a:ln>
          </p:spPr>
        </p:sp>
        <p:sp>
          <p:nvSpPr>
            <p:cNvPr id="44042" name="矩形 44041"/>
            <p:cNvSpPr/>
            <p:nvPr/>
          </p:nvSpPr>
          <p:spPr>
            <a:xfrm>
              <a:off x="2721" y="0"/>
              <a:ext cx="1350"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操作系统 	</a:t>
              </a:r>
            </a:p>
          </p:txBody>
        </p:sp>
        <p:sp>
          <p:nvSpPr>
            <p:cNvPr id="44043" name="直接连接符 44042"/>
            <p:cNvSpPr/>
            <p:nvPr/>
          </p:nvSpPr>
          <p:spPr>
            <a:xfrm>
              <a:off x="2402" y="506"/>
              <a:ext cx="329" cy="0"/>
            </a:xfrm>
            <a:prstGeom prst="line">
              <a:avLst/>
            </a:prstGeom>
            <a:ln w="12700" cap="flat" cmpd="sng">
              <a:solidFill>
                <a:schemeClr val="tx1"/>
              </a:solidFill>
              <a:prstDash val="solid"/>
              <a:headEnd type="none" w="med" len="med"/>
              <a:tailEnd type="none" w="med" len="med"/>
            </a:ln>
          </p:spPr>
        </p:sp>
        <p:sp>
          <p:nvSpPr>
            <p:cNvPr id="44044" name="矩形 44043"/>
            <p:cNvSpPr/>
            <p:nvPr/>
          </p:nvSpPr>
          <p:spPr>
            <a:xfrm>
              <a:off x="2709" y="377"/>
              <a:ext cx="1349"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语言处理程序	</a:t>
              </a:r>
            </a:p>
          </p:txBody>
        </p:sp>
        <p:sp>
          <p:nvSpPr>
            <p:cNvPr id="44045" name="直接连接符 44044"/>
            <p:cNvSpPr/>
            <p:nvPr/>
          </p:nvSpPr>
          <p:spPr>
            <a:xfrm>
              <a:off x="2402" y="1417"/>
              <a:ext cx="329" cy="0"/>
            </a:xfrm>
            <a:prstGeom prst="line">
              <a:avLst/>
            </a:prstGeom>
            <a:ln w="12700" cap="flat" cmpd="sng">
              <a:solidFill>
                <a:schemeClr val="tx1"/>
              </a:solidFill>
              <a:prstDash val="solid"/>
              <a:headEnd type="none" w="med" len="med"/>
              <a:tailEnd type="none" w="med" len="med"/>
            </a:ln>
          </p:spPr>
        </p:sp>
        <p:sp>
          <p:nvSpPr>
            <p:cNvPr id="44046" name="矩形 44045"/>
            <p:cNvSpPr/>
            <p:nvPr/>
          </p:nvSpPr>
          <p:spPr>
            <a:xfrm>
              <a:off x="2731" y="1261"/>
              <a:ext cx="842" cy="330"/>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实用程序</a:t>
              </a:r>
            </a:p>
          </p:txBody>
        </p:sp>
        <p:sp>
          <p:nvSpPr>
            <p:cNvPr id="44047" name="直接连接符 44046"/>
            <p:cNvSpPr/>
            <p:nvPr/>
          </p:nvSpPr>
          <p:spPr>
            <a:xfrm>
              <a:off x="983" y="2785"/>
              <a:ext cx="473" cy="0"/>
            </a:xfrm>
            <a:prstGeom prst="line">
              <a:avLst/>
            </a:prstGeom>
            <a:ln w="12700" cap="flat" cmpd="sng">
              <a:solidFill>
                <a:schemeClr val="tx1"/>
              </a:solidFill>
              <a:prstDash val="solid"/>
              <a:headEnd type="none" w="med" len="med"/>
              <a:tailEnd type="none" w="med" len="med"/>
            </a:ln>
          </p:spPr>
        </p:sp>
        <p:sp>
          <p:nvSpPr>
            <p:cNvPr id="44048" name="矩形 44047"/>
            <p:cNvSpPr/>
            <p:nvPr/>
          </p:nvSpPr>
          <p:spPr>
            <a:xfrm>
              <a:off x="1403" y="2648"/>
              <a:ext cx="842"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应用软件</a:t>
              </a:r>
            </a:p>
          </p:txBody>
        </p:sp>
        <p:sp>
          <p:nvSpPr>
            <p:cNvPr id="44049" name="直接连接符 44048"/>
            <p:cNvSpPr/>
            <p:nvPr/>
          </p:nvSpPr>
          <p:spPr>
            <a:xfrm>
              <a:off x="2115" y="2798"/>
              <a:ext cx="280" cy="0"/>
            </a:xfrm>
            <a:prstGeom prst="line">
              <a:avLst/>
            </a:prstGeom>
            <a:ln w="12700" cap="flat" cmpd="sng">
              <a:solidFill>
                <a:schemeClr val="tx1"/>
              </a:solidFill>
              <a:prstDash val="solid"/>
              <a:headEnd type="none" w="med" len="med"/>
              <a:tailEnd type="none" w="med" len="med"/>
            </a:ln>
          </p:spPr>
        </p:sp>
        <p:sp>
          <p:nvSpPr>
            <p:cNvPr id="44050" name="直接连接符 44049"/>
            <p:cNvSpPr/>
            <p:nvPr/>
          </p:nvSpPr>
          <p:spPr>
            <a:xfrm>
              <a:off x="2402" y="2126"/>
              <a:ext cx="329" cy="0"/>
            </a:xfrm>
            <a:prstGeom prst="line">
              <a:avLst/>
            </a:prstGeom>
            <a:ln w="12700" cap="flat" cmpd="sng">
              <a:solidFill>
                <a:schemeClr val="tx1"/>
              </a:solidFill>
              <a:prstDash val="solid"/>
              <a:headEnd type="none" w="med" len="med"/>
              <a:tailEnd type="none" w="med" len="med"/>
            </a:ln>
          </p:spPr>
        </p:sp>
        <p:sp>
          <p:nvSpPr>
            <p:cNvPr id="44051" name="直接连接符 44050"/>
            <p:cNvSpPr/>
            <p:nvPr/>
          </p:nvSpPr>
          <p:spPr>
            <a:xfrm>
              <a:off x="2402" y="2447"/>
              <a:ext cx="329" cy="0"/>
            </a:xfrm>
            <a:prstGeom prst="line">
              <a:avLst/>
            </a:prstGeom>
            <a:ln w="12700" cap="flat" cmpd="sng">
              <a:solidFill>
                <a:schemeClr val="tx1"/>
              </a:solidFill>
              <a:prstDash val="solid"/>
              <a:headEnd type="none" w="med" len="med"/>
              <a:tailEnd type="none" w="med" len="med"/>
            </a:ln>
          </p:spPr>
        </p:sp>
        <p:sp>
          <p:nvSpPr>
            <p:cNvPr id="44052" name="直接连接符 44051"/>
            <p:cNvSpPr/>
            <p:nvPr/>
          </p:nvSpPr>
          <p:spPr>
            <a:xfrm>
              <a:off x="2402" y="2759"/>
              <a:ext cx="329" cy="0"/>
            </a:xfrm>
            <a:prstGeom prst="line">
              <a:avLst/>
            </a:prstGeom>
            <a:ln w="12700" cap="flat" cmpd="sng">
              <a:solidFill>
                <a:schemeClr val="tx1"/>
              </a:solidFill>
              <a:prstDash val="solid"/>
              <a:headEnd type="none" w="med" len="med"/>
              <a:tailEnd type="none" w="med" len="med"/>
            </a:ln>
          </p:spPr>
        </p:sp>
        <p:sp>
          <p:nvSpPr>
            <p:cNvPr id="44053" name="直接连接符 44052"/>
            <p:cNvSpPr/>
            <p:nvPr/>
          </p:nvSpPr>
          <p:spPr>
            <a:xfrm>
              <a:off x="2402" y="3071"/>
              <a:ext cx="329" cy="0"/>
            </a:xfrm>
            <a:prstGeom prst="line">
              <a:avLst/>
            </a:prstGeom>
            <a:ln w="12700" cap="flat" cmpd="sng">
              <a:solidFill>
                <a:schemeClr val="tx1"/>
              </a:solidFill>
              <a:prstDash val="solid"/>
              <a:headEnd type="none" w="med" len="med"/>
              <a:tailEnd type="none" w="med" len="med"/>
            </a:ln>
          </p:spPr>
        </p:sp>
        <p:sp>
          <p:nvSpPr>
            <p:cNvPr id="44054" name="矩形 44053"/>
            <p:cNvSpPr/>
            <p:nvPr/>
          </p:nvSpPr>
          <p:spPr>
            <a:xfrm>
              <a:off x="2697" y="1978"/>
              <a:ext cx="1022"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办公软件包</a:t>
              </a:r>
            </a:p>
          </p:txBody>
        </p:sp>
        <p:sp>
          <p:nvSpPr>
            <p:cNvPr id="44055" name="矩形 44054"/>
            <p:cNvSpPr/>
            <p:nvPr/>
          </p:nvSpPr>
          <p:spPr>
            <a:xfrm>
              <a:off x="2711" y="2290"/>
              <a:ext cx="1382" cy="330"/>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数据库管理系统</a:t>
              </a:r>
              <a:endParaRPr lang="zh-CN" altLang="en-US" sz="2100" b="1">
                <a:latin typeface="Times New Roman" panose="02020603050405020304" pitchFamily="2" charset="0"/>
              </a:endParaRPr>
            </a:p>
          </p:txBody>
        </p:sp>
        <p:sp>
          <p:nvSpPr>
            <p:cNvPr id="44056" name="矩形 44055"/>
            <p:cNvSpPr/>
            <p:nvPr/>
          </p:nvSpPr>
          <p:spPr>
            <a:xfrm>
              <a:off x="2698" y="2602"/>
              <a:ext cx="842" cy="329"/>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网络软件</a:t>
              </a:r>
              <a:endParaRPr lang="zh-CN" altLang="en-US" sz="2100" b="1">
                <a:latin typeface="Times New Roman" panose="02020603050405020304" pitchFamily="2" charset="0"/>
              </a:endParaRPr>
            </a:p>
          </p:txBody>
        </p:sp>
        <p:sp>
          <p:nvSpPr>
            <p:cNvPr id="44057" name="矩形 44056"/>
            <p:cNvSpPr/>
            <p:nvPr/>
          </p:nvSpPr>
          <p:spPr>
            <a:xfrm>
              <a:off x="2713" y="2915"/>
              <a:ext cx="1202"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实时控制软件</a:t>
              </a:r>
            </a:p>
          </p:txBody>
        </p:sp>
        <p:sp>
          <p:nvSpPr>
            <p:cNvPr id="44058" name="直接连接符 44057"/>
            <p:cNvSpPr/>
            <p:nvPr/>
          </p:nvSpPr>
          <p:spPr>
            <a:xfrm>
              <a:off x="3505" y="1417"/>
              <a:ext cx="280" cy="0"/>
            </a:xfrm>
            <a:prstGeom prst="line">
              <a:avLst/>
            </a:prstGeom>
            <a:ln w="12700" cap="flat" cmpd="sng">
              <a:solidFill>
                <a:schemeClr val="tx1"/>
              </a:solidFill>
              <a:prstDash val="solid"/>
              <a:headEnd type="none" w="med" len="med"/>
              <a:tailEnd type="none" w="med" len="med"/>
            </a:ln>
          </p:spPr>
        </p:sp>
        <p:sp>
          <p:nvSpPr>
            <p:cNvPr id="44059" name="直接连接符 44058"/>
            <p:cNvSpPr/>
            <p:nvPr/>
          </p:nvSpPr>
          <p:spPr>
            <a:xfrm>
              <a:off x="3789" y="793"/>
              <a:ext cx="0" cy="1241"/>
            </a:xfrm>
            <a:prstGeom prst="line">
              <a:avLst/>
            </a:prstGeom>
            <a:ln w="12700" cap="flat" cmpd="sng">
              <a:solidFill>
                <a:schemeClr val="tx1"/>
              </a:solidFill>
              <a:prstDash val="solid"/>
              <a:headEnd type="none" w="med" len="med"/>
              <a:tailEnd type="none" w="med" len="med"/>
            </a:ln>
          </p:spPr>
        </p:sp>
        <p:sp>
          <p:nvSpPr>
            <p:cNvPr id="44060" name="直接连接符 44059"/>
            <p:cNvSpPr/>
            <p:nvPr/>
          </p:nvSpPr>
          <p:spPr>
            <a:xfrm>
              <a:off x="3793" y="789"/>
              <a:ext cx="328" cy="0"/>
            </a:xfrm>
            <a:prstGeom prst="line">
              <a:avLst/>
            </a:prstGeom>
            <a:ln w="12700" cap="flat" cmpd="sng">
              <a:solidFill>
                <a:schemeClr val="tx1"/>
              </a:solidFill>
              <a:prstDash val="solid"/>
              <a:headEnd type="none" w="med" len="med"/>
              <a:tailEnd type="none" w="med" len="med"/>
            </a:ln>
          </p:spPr>
        </p:sp>
        <p:sp>
          <p:nvSpPr>
            <p:cNvPr id="44061" name="直接连接符 44060"/>
            <p:cNvSpPr/>
            <p:nvPr/>
          </p:nvSpPr>
          <p:spPr>
            <a:xfrm>
              <a:off x="3793" y="1106"/>
              <a:ext cx="328" cy="0"/>
            </a:xfrm>
            <a:prstGeom prst="line">
              <a:avLst/>
            </a:prstGeom>
            <a:ln w="12700" cap="flat" cmpd="sng">
              <a:solidFill>
                <a:schemeClr val="tx1"/>
              </a:solidFill>
              <a:prstDash val="solid"/>
              <a:headEnd type="none" w="med" len="med"/>
              <a:tailEnd type="none" w="med" len="med"/>
            </a:ln>
          </p:spPr>
        </p:sp>
        <p:sp>
          <p:nvSpPr>
            <p:cNvPr id="44062" name="直接连接符 44061"/>
            <p:cNvSpPr/>
            <p:nvPr/>
          </p:nvSpPr>
          <p:spPr>
            <a:xfrm>
              <a:off x="3793" y="1417"/>
              <a:ext cx="328" cy="0"/>
            </a:xfrm>
            <a:prstGeom prst="line">
              <a:avLst/>
            </a:prstGeom>
            <a:ln w="12700" cap="flat" cmpd="sng">
              <a:solidFill>
                <a:schemeClr val="tx1"/>
              </a:solidFill>
              <a:prstDash val="solid"/>
              <a:headEnd type="none" w="med" len="med"/>
              <a:tailEnd type="none" w="med" len="med"/>
            </a:ln>
          </p:spPr>
        </p:sp>
        <p:sp>
          <p:nvSpPr>
            <p:cNvPr id="44063" name="矩形 44062"/>
            <p:cNvSpPr/>
            <p:nvPr/>
          </p:nvSpPr>
          <p:spPr>
            <a:xfrm>
              <a:off x="4121" y="637"/>
              <a:ext cx="842" cy="329"/>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诊断程序</a:t>
              </a:r>
              <a:endParaRPr lang="zh-CN" altLang="en-US" sz="2100" b="1">
                <a:latin typeface="Times New Roman" panose="02020603050405020304" pitchFamily="2" charset="0"/>
              </a:endParaRPr>
            </a:p>
          </p:txBody>
        </p:sp>
        <p:sp>
          <p:nvSpPr>
            <p:cNvPr id="44064" name="矩形 44063"/>
            <p:cNvSpPr/>
            <p:nvPr/>
          </p:nvSpPr>
          <p:spPr>
            <a:xfrm>
              <a:off x="4092" y="949"/>
              <a:ext cx="1023" cy="329"/>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反病毒程序</a:t>
              </a:r>
              <a:endParaRPr lang="zh-CN" altLang="en-US" sz="2100" b="1">
                <a:latin typeface="Times New Roman" panose="02020603050405020304" pitchFamily="2" charset="0"/>
              </a:endParaRPr>
            </a:p>
          </p:txBody>
        </p:sp>
        <p:sp>
          <p:nvSpPr>
            <p:cNvPr id="44065" name="矩形 44064"/>
            <p:cNvSpPr/>
            <p:nvPr/>
          </p:nvSpPr>
          <p:spPr>
            <a:xfrm>
              <a:off x="4072" y="1567"/>
              <a:ext cx="842" cy="329"/>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备份程序</a:t>
              </a:r>
              <a:endParaRPr lang="zh-CN" altLang="en-US" sz="2100" b="1">
                <a:latin typeface="Times New Roman" panose="02020603050405020304" pitchFamily="2" charset="0"/>
              </a:endParaRPr>
            </a:p>
          </p:txBody>
        </p:sp>
        <p:sp>
          <p:nvSpPr>
            <p:cNvPr id="44066" name="矩形 44065"/>
            <p:cNvSpPr/>
            <p:nvPr/>
          </p:nvSpPr>
          <p:spPr>
            <a:xfrm>
              <a:off x="4088" y="1884"/>
              <a:ext cx="1202" cy="330"/>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文件压缩程序</a:t>
              </a:r>
              <a:endParaRPr lang="zh-CN" altLang="en-US" sz="2100" b="1">
                <a:latin typeface="Times New Roman" panose="02020603050405020304" pitchFamily="2" charset="0"/>
              </a:endParaRPr>
            </a:p>
          </p:txBody>
        </p:sp>
        <p:sp>
          <p:nvSpPr>
            <p:cNvPr id="44067" name="直接连接符 44066"/>
            <p:cNvSpPr/>
            <p:nvPr/>
          </p:nvSpPr>
          <p:spPr>
            <a:xfrm>
              <a:off x="972" y="819"/>
              <a:ext cx="473" cy="0"/>
            </a:xfrm>
            <a:prstGeom prst="line">
              <a:avLst/>
            </a:prstGeom>
            <a:ln w="12700" cap="flat" cmpd="sng">
              <a:solidFill>
                <a:schemeClr val="tx1"/>
              </a:solidFill>
              <a:prstDash val="solid"/>
              <a:headEnd type="none" w="med" len="med"/>
              <a:tailEnd type="none" w="med" len="med"/>
            </a:ln>
          </p:spPr>
        </p:sp>
        <p:sp>
          <p:nvSpPr>
            <p:cNvPr id="44068" name="直接连接符 44067"/>
            <p:cNvSpPr/>
            <p:nvPr/>
          </p:nvSpPr>
          <p:spPr>
            <a:xfrm>
              <a:off x="2412" y="168"/>
              <a:ext cx="0" cy="1249"/>
            </a:xfrm>
            <a:prstGeom prst="line">
              <a:avLst/>
            </a:prstGeom>
            <a:ln w="12700" cap="flat" cmpd="sng">
              <a:solidFill>
                <a:schemeClr val="tx1"/>
              </a:solidFill>
              <a:prstDash val="solid"/>
              <a:headEnd type="none" w="med" len="med"/>
              <a:tailEnd type="none" w="med" len="med"/>
            </a:ln>
          </p:spPr>
        </p:sp>
        <p:sp>
          <p:nvSpPr>
            <p:cNvPr id="44069" name="直接连接符 44068"/>
            <p:cNvSpPr/>
            <p:nvPr/>
          </p:nvSpPr>
          <p:spPr>
            <a:xfrm>
              <a:off x="3771" y="1730"/>
              <a:ext cx="330" cy="0"/>
            </a:xfrm>
            <a:prstGeom prst="line">
              <a:avLst/>
            </a:prstGeom>
            <a:ln w="12700" cap="flat" cmpd="sng">
              <a:solidFill>
                <a:schemeClr val="tx1"/>
              </a:solidFill>
              <a:prstDash val="solid"/>
              <a:headEnd type="none" w="med" len="med"/>
              <a:tailEnd type="none" w="med" len="med"/>
            </a:ln>
          </p:spPr>
        </p:sp>
        <p:sp>
          <p:nvSpPr>
            <p:cNvPr id="44070" name="直接连接符 44069"/>
            <p:cNvSpPr/>
            <p:nvPr/>
          </p:nvSpPr>
          <p:spPr>
            <a:xfrm>
              <a:off x="3803" y="2030"/>
              <a:ext cx="328" cy="0"/>
            </a:xfrm>
            <a:prstGeom prst="line">
              <a:avLst/>
            </a:prstGeom>
            <a:ln w="12700" cap="flat" cmpd="sng">
              <a:solidFill>
                <a:schemeClr val="tx1"/>
              </a:solidFill>
              <a:prstDash val="solid"/>
              <a:headEnd type="none" w="med" len="med"/>
              <a:tailEnd type="none" w="med" len="med"/>
            </a:ln>
          </p:spPr>
        </p:sp>
        <p:sp>
          <p:nvSpPr>
            <p:cNvPr id="44071" name="矩形 44070"/>
            <p:cNvSpPr/>
            <p:nvPr/>
          </p:nvSpPr>
          <p:spPr>
            <a:xfrm>
              <a:off x="4102" y="1261"/>
              <a:ext cx="842" cy="330"/>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卸载程序</a:t>
              </a:r>
            </a:p>
          </p:txBody>
        </p:sp>
        <p:sp>
          <p:nvSpPr>
            <p:cNvPr id="44072" name="直接连接符 44071"/>
            <p:cNvSpPr/>
            <p:nvPr/>
          </p:nvSpPr>
          <p:spPr>
            <a:xfrm>
              <a:off x="2412" y="3384"/>
              <a:ext cx="329" cy="0"/>
            </a:xfrm>
            <a:prstGeom prst="line">
              <a:avLst/>
            </a:prstGeom>
            <a:ln w="12700" cap="flat" cmpd="sng">
              <a:solidFill>
                <a:schemeClr val="tx1"/>
              </a:solidFill>
              <a:prstDash val="solid"/>
              <a:headEnd type="none" w="med" len="med"/>
              <a:tailEnd type="none" w="med" len="med"/>
            </a:ln>
          </p:spPr>
        </p:sp>
        <p:sp>
          <p:nvSpPr>
            <p:cNvPr id="44073" name="直接连接符 44072"/>
            <p:cNvSpPr/>
            <p:nvPr/>
          </p:nvSpPr>
          <p:spPr>
            <a:xfrm>
              <a:off x="2412" y="3761"/>
              <a:ext cx="329" cy="0"/>
            </a:xfrm>
            <a:prstGeom prst="line">
              <a:avLst/>
            </a:prstGeom>
            <a:ln w="12700" cap="flat" cmpd="sng">
              <a:solidFill>
                <a:schemeClr val="tx1"/>
              </a:solidFill>
              <a:prstDash val="solid"/>
              <a:headEnd type="none" w="med" len="med"/>
              <a:tailEnd type="none" w="med" len="med"/>
            </a:ln>
          </p:spPr>
        </p:sp>
        <p:sp>
          <p:nvSpPr>
            <p:cNvPr id="44074" name="矩形 44073"/>
            <p:cNvSpPr/>
            <p:nvPr/>
          </p:nvSpPr>
          <p:spPr>
            <a:xfrm>
              <a:off x="2715" y="3227"/>
              <a:ext cx="1562" cy="330"/>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图形图像处理软件</a:t>
              </a:r>
            </a:p>
          </p:txBody>
        </p:sp>
        <p:sp>
          <p:nvSpPr>
            <p:cNvPr id="44075" name="矩形 44074"/>
            <p:cNvSpPr/>
            <p:nvPr/>
          </p:nvSpPr>
          <p:spPr>
            <a:xfrm>
              <a:off x="2722" y="3593"/>
              <a:ext cx="1203" cy="329"/>
            </a:xfrm>
            <a:prstGeom prst="rect">
              <a:avLst/>
            </a:prstGeom>
            <a:noFill/>
            <a:ln w="9525">
              <a:noFill/>
            </a:ln>
          </p:spPr>
          <p:txBody>
            <a:bodyPr wrap="none" lIns="90483" tIns="44448" rIns="90483" bIns="44448">
              <a:spAutoFit/>
            </a:bodyPr>
            <a:lstStyle/>
            <a:p>
              <a:pPr eaLnBrk="0" hangingPunct="0"/>
              <a:r>
                <a:rPr lang="zh-CN" altLang="en-US" sz="2100" b="1">
                  <a:latin typeface="Times New Roman" panose="02020603050405020304" pitchFamily="2" charset="0"/>
                </a:rPr>
                <a:t>其它应用软件</a:t>
              </a:r>
            </a:p>
          </p:txBody>
        </p:sp>
        <p:sp>
          <p:nvSpPr>
            <p:cNvPr id="44076" name="直接连接符 44075"/>
            <p:cNvSpPr/>
            <p:nvPr/>
          </p:nvSpPr>
          <p:spPr>
            <a:xfrm>
              <a:off x="2412" y="2122"/>
              <a:ext cx="0" cy="1666"/>
            </a:xfrm>
            <a:prstGeom prst="line">
              <a:avLst/>
            </a:prstGeom>
            <a:ln w="12700" cap="flat" cmpd="sng">
              <a:solidFill>
                <a:schemeClr val="tx1"/>
              </a:solidFill>
              <a:prstDash val="solid"/>
              <a:headEnd type="none" w="med" len="med"/>
              <a:tailEnd type="none" w="med" len="med"/>
            </a:ln>
          </p:spPr>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45057"/>
          <p:cNvSpPr/>
          <p:nvPr/>
        </p:nvSpPr>
        <p:spPr>
          <a:xfrm>
            <a:off x="395288" y="1052513"/>
            <a:ext cx="8077200" cy="1600200"/>
          </a:xfrm>
          <a:prstGeom prst="rect">
            <a:avLst/>
          </a:prstGeom>
          <a:noFill/>
          <a:ln w="9525">
            <a:noFill/>
          </a:ln>
        </p:spPr>
        <p:txBody>
          <a:bodyPr lIns="73021" tIns="36511" rIns="73021" bIns="36511"/>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20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6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SzTx/>
              <a:buFont typeface="Arial" panose="020B0604020202020204" pitchFamily="34" charset="0"/>
              <a:buChar char="•"/>
              <a:defRPr sz="20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5pPr>
          </a:lstStyle>
          <a:p>
            <a:pPr lvl="0">
              <a:buNone/>
            </a:pPr>
            <a:r>
              <a:rPr lang="en-US" altLang="zh-CN" b="1"/>
              <a:t> 	(1) </a:t>
            </a:r>
            <a:r>
              <a:rPr lang="zh-CN" altLang="en-US" b="1"/>
              <a:t>操作系统</a:t>
            </a:r>
          </a:p>
          <a:p>
            <a:pPr lvl="0">
              <a:buNone/>
            </a:pPr>
            <a:r>
              <a:rPr lang="zh-CN" altLang="en-US" b="1"/>
              <a:t>	      </a:t>
            </a:r>
            <a:r>
              <a:rPr lang="zh-CN" altLang="en-US" b="1">
                <a:latin typeface="宋体" panose="02010600030101010101" pitchFamily="2" charset="-122"/>
              </a:rPr>
              <a:t>管理和控制计算机系统的所有资源</a:t>
            </a:r>
            <a:r>
              <a:rPr lang="en-US" altLang="zh-CN" b="1">
                <a:latin typeface="宋体" panose="02010600030101010101" pitchFamily="2" charset="-122"/>
              </a:rPr>
              <a:t>(</a:t>
            </a:r>
            <a:r>
              <a:rPr lang="zh-CN" altLang="en-US" b="1">
                <a:latin typeface="宋体" panose="02010600030101010101" pitchFamily="2" charset="-122"/>
              </a:rPr>
              <a:t>包括硬件和软件</a:t>
            </a:r>
            <a:r>
              <a:rPr lang="en-US" altLang="zh-CN" b="1">
                <a:latin typeface="宋体" panose="02010600030101010101" pitchFamily="2" charset="-122"/>
              </a:rPr>
              <a:t>)</a:t>
            </a:r>
            <a:r>
              <a:rPr lang="en-US" altLang="zh-CN" b="1"/>
              <a:t> </a:t>
            </a:r>
          </a:p>
        </p:txBody>
      </p:sp>
      <p:sp>
        <p:nvSpPr>
          <p:cNvPr id="45059" name="矩形 45058"/>
          <p:cNvSpPr/>
          <p:nvPr/>
        </p:nvSpPr>
        <p:spPr>
          <a:xfrm>
            <a:off x="3060700" y="3573463"/>
            <a:ext cx="3727450" cy="469900"/>
          </a:xfrm>
          <a:prstGeom prst="rect">
            <a:avLst/>
          </a:prstGeom>
          <a:noFill/>
          <a:ln w="9525">
            <a:noFill/>
          </a:ln>
        </p:spPr>
        <p:txBody>
          <a:bodyPr lIns="90483" tIns="44448" rIns="90483" bIns="44448">
            <a:spAutoFit/>
          </a:bodyPr>
          <a:lstStyle/>
          <a:p>
            <a:pPr algn="just" defTabSz="762000"/>
            <a:r>
              <a:rPr lang="zh-CN" altLang="en-US" sz="2500" b="1">
                <a:latin typeface="宋体" panose="02010600030101010101" pitchFamily="2" charset="-122"/>
              </a:rPr>
              <a:t>裸机</a:t>
            </a:r>
            <a:r>
              <a:rPr lang="en-US" altLang="zh-CN" sz="2500" b="1">
                <a:latin typeface="宋体" panose="02010600030101010101" pitchFamily="2" charset="-122"/>
              </a:rPr>
              <a:t>+</a:t>
            </a:r>
            <a:r>
              <a:rPr lang="zh-CN" altLang="en-US" sz="2500" b="1">
                <a:latin typeface="宋体" panose="02010600030101010101" pitchFamily="2" charset="-122"/>
              </a:rPr>
              <a:t>操作系统</a:t>
            </a:r>
            <a:r>
              <a:rPr lang="en-US" altLang="zh-CN" sz="2500" b="1">
                <a:latin typeface="宋体" panose="02010600030101010101" pitchFamily="2" charset="-122"/>
              </a:rPr>
              <a:t>=</a:t>
            </a:r>
            <a:r>
              <a:rPr lang="zh-CN" altLang="en-US" sz="2500" b="1">
                <a:latin typeface="宋体" panose="02010600030101010101" pitchFamily="2" charset="-122"/>
              </a:rPr>
              <a:t>虚拟机</a:t>
            </a:r>
            <a:endParaRPr lang="zh-CN" altLang="en-US" sz="2500" b="1">
              <a:latin typeface="Times New Roman" panose="02020603050405020304" pitchFamily="2" charset="0"/>
            </a:endParaRPr>
          </a:p>
        </p:txBody>
      </p:sp>
      <p:sp>
        <p:nvSpPr>
          <p:cNvPr id="45060" name="矩形 45059"/>
          <p:cNvSpPr/>
          <p:nvPr/>
        </p:nvSpPr>
        <p:spPr>
          <a:xfrm>
            <a:off x="3060700" y="5013325"/>
            <a:ext cx="5254625" cy="850900"/>
          </a:xfrm>
          <a:prstGeom prst="rect">
            <a:avLst/>
          </a:prstGeom>
          <a:noFill/>
          <a:ln w="9525">
            <a:noFill/>
          </a:ln>
        </p:spPr>
        <p:txBody>
          <a:bodyPr lIns="90483" tIns="44448" rIns="90483" bIns="44448">
            <a:spAutoFit/>
          </a:bodyPr>
          <a:lstStyle/>
          <a:p>
            <a:pPr algn="just" defTabSz="762000"/>
            <a:r>
              <a:rPr lang="zh-CN" altLang="en-US" sz="2500" b="1">
                <a:latin typeface="宋体" panose="02010600030101010101" pitchFamily="2" charset="-122"/>
              </a:rPr>
              <a:t>统一管理和调度资源，提高使用效率和经济效益 </a:t>
            </a:r>
          </a:p>
        </p:txBody>
      </p:sp>
      <p:sp>
        <p:nvSpPr>
          <p:cNvPr id="45061" name="矩形 45060"/>
          <p:cNvSpPr/>
          <p:nvPr/>
        </p:nvSpPr>
        <p:spPr>
          <a:xfrm>
            <a:off x="3060700" y="4221163"/>
            <a:ext cx="5648325" cy="469900"/>
          </a:xfrm>
          <a:prstGeom prst="rect">
            <a:avLst/>
          </a:prstGeom>
          <a:noFill/>
          <a:ln w="9525">
            <a:noFill/>
          </a:ln>
        </p:spPr>
        <p:txBody>
          <a:bodyPr lIns="90483" tIns="44448" rIns="90483" bIns="44448">
            <a:spAutoFit/>
          </a:bodyPr>
          <a:lstStyle/>
          <a:p>
            <a:pPr algn="just" defTabSz="762000"/>
            <a:r>
              <a:rPr lang="zh-CN" altLang="en-US" sz="2500" b="1">
                <a:latin typeface="宋体" panose="02010600030101010101" pitchFamily="2" charset="-122"/>
              </a:rPr>
              <a:t>不需了解软硬件细节，提高工作效率</a:t>
            </a:r>
            <a:endParaRPr lang="zh-CN" altLang="en-US" sz="2500" b="1">
              <a:latin typeface="Times New Roman" panose="02020603050405020304" pitchFamily="2" charset="0"/>
            </a:endParaRPr>
          </a:p>
        </p:txBody>
      </p:sp>
      <p:sp>
        <p:nvSpPr>
          <p:cNvPr id="45062" name="直接连接符 45061"/>
          <p:cNvSpPr/>
          <p:nvPr/>
        </p:nvSpPr>
        <p:spPr>
          <a:xfrm>
            <a:off x="1908175" y="3789363"/>
            <a:ext cx="1003300" cy="1587"/>
          </a:xfrm>
          <a:prstGeom prst="line">
            <a:avLst/>
          </a:prstGeom>
          <a:ln w="12700" cap="flat" cmpd="sng">
            <a:solidFill>
              <a:schemeClr val="tx1"/>
            </a:solidFill>
            <a:prstDash val="solid"/>
            <a:headEnd type="none" w="med" len="med"/>
            <a:tailEnd type="none" w="med" len="med"/>
          </a:ln>
        </p:spPr>
      </p:sp>
      <p:sp>
        <p:nvSpPr>
          <p:cNvPr id="45063" name="直接连接符 45062"/>
          <p:cNvSpPr/>
          <p:nvPr/>
        </p:nvSpPr>
        <p:spPr>
          <a:xfrm flipH="1">
            <a:off x="1878013" y="3733800"/>
            <a:ext cx="3175" cy="1617663"/>
          </a:xfrm>
          <a:prstGeom prst="line">
            <a:avLst/>
          </a:prstGeom>
          <a:ln w="12700" cap="flat" cmpd="sng">
            <a:solidFill>
              <a:schemeClr val="tx1"/>
            </a:solidFill>
            <a:prstDash val="solid"/>
            <a:headEnd type="none" w="med" len="med"/>
            <a:tailEnd type="none" w="med" len="med"/>
          </a:ln>
        </p:spPr>
      </p:sp>
      <p:sp>
        <p:nvSpPr>
          <p:cNvPr id="45064" name="直接连接符 45063"/>
          <p:cNvSpPr/>
          <p:nvPr/>
        </p:nvSpPr>
        <p:spPr>
          <a:xfrm>
            <a:off x="1981200" y="4508500"/>
            <a:ext cx="1003300" cy="3175"/>
          </a:xfrm>
          <a:prstGeom prst="line">
            <a:avLst/>
          </a:prstGeom>
          <a:ln w="12700" cap="flat" cmpd="sng">
            <a:solidFill>
              <a:schemeClr val="tx1"/>
            </a:solidFill>
            <a:prstDash val="solid"/>
            <a:headEnd type="none" w="med" len="med"/>
            <a:tailEnd type="none" w="med" len="med"/>
          </a:ln>
        </p:spPr>
      </p:sp>
      <p:sp>
        <p:nvSpPr>
          <p:cNvPr id="45065" name="直接连接符 45064"/>
          <p:cNvSpPr/>
          <p:nvPr/>
        </p:nvSpPr>
        <p:spPr>
          <a:xfrm>
            <a:off x="1881188" y="5351463"/>
            <a:ext cx="1003300" cy="1587"/>
          </a:xfrm>
          <a:prstGeom prst="line">
            <a:avLst/>
          </a:prstGeom>
          <a:ln w="12700" cap="flat" cmpd="sng">
            <a:solidFill>
              <a:schemeClr val="tx1"/>
            </a:solidFill>
            <a:prstDash val="solid"/>
            <a:headEnd type="none" w="med" len="med"/>
            <a:tailEnd type="none" w="med" len="med"/>
          </a:ln>
        </p:spPr>
      </p:sp>
      <p:sp>
        <p:nvSpPr>
          <p:cNvPr id="45066" name="矩形 45065"/>
          <p:cNvSpPr/>
          <p:nvPr/>
        </p:nvSpPr>
        <p:spPr>
          <a:xfrm>
            <a:off x="396875" y="4221163"/>
            <a:ext cx="1050925" cy="469900"/>
          </a:xfrm>
          <a:prstGeom prst="rect">
            <a:avLst/>
          </a:prstGeom>
          <a:noFill/>
          <a:ln w="9525">
            <a:noFill/>
          </a:ln>
        </p:spPr>
        <p:txBody>
          <a:bodyPr lIns="90483" tIns="44448" rIns="90483" bIns="44448">
            <a:spAutoFit/>
          </a:bodyPr>
          <a:lstStyle/>
          <a:p>
            <a:pPr algn="just" defTabSz="762000"/>
            <a:r>
              <a:rPr lang="zh-CN" altLang="en-US" sz="2500" b="1">
                <a:latin typeface="Times New Roman" panose="02020603050405020304" pitchFamily="2" charset="0"/>
              </a:rPr>
              <a:t>目的</a:t>
            </a:r>
          </a:p>
        </p:txBody>
      </p:sp>
      <p:sp>
        <p:nvSpPr>
          <p:cNvPr id="45067" name="直接连接符 45066"/>
          <p:cNvSpPr/>
          <p:nvPr/>
        </p:nvSpPr>
        <p:spPr>
          <a:xfrm>
            <a:off x="1169988" y="4505325"/>
            <a:ext cx="819150" cy="1588"/>
          </a:xfrm>
          <a:prstGeom prst="line">
            <a:avLst/>
          </a:prstGeom>
          <a:ln w="12700" cap="flat" cmpd="sng">
            <a:solidFill>
              <a:schemeClr val="tx1"/>
            </a:solidFill>
            <a:prstDash val="solid"/>
            <a:headEnd type="none" w="med" len="med"/>
            <a:tailEnd type="none" w="med" len="me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46081"/>
          <p:cNvSpPr/>
          <p:nvPr/>
        </p:nvSpPr>
        <p:spPr>
          <a:xfrm>
            <a:off x="762000" y="990600"/>
            <a:ext cx="8085138" cy="577850"/>
          </a:xfrm>
          <a:prstGeom prst="rect">
            <a:avLst/>
          </a:prstGeom>
          <a:noFill/>
          <a:ln w="9525">
            <a:noFill/>
          </a:ln>
        </p:spPr>
        <p:txBody>
          <a:bodyPr lIns="73021" tIns="36511" rIns="73021" bIns="36511"/>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20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6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SzTx/>
              <a:buFont typeface="Arial" panose="020B0604020202020204" pitchFamily="34" charset="0"/>
              <a:buChar char="•"/>
              <a:defRPr sz="20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5pPr>
          </a:lstStyle>
          <a:p>
            <a:pPr lvl="0">
              <a:buNone/>
            </a:pPr>
            <a:r>
              <a:rPr lang="en-US" altLang="zh-CN" b="1"/>
              <a:t>(2) </a:t>
            </a:r>
            <a:r>
              <a:rPr lang="zh-CN" altLang="en-US" b="1"/>
              <a:t>实用程序</a:t>
            </a:r>
            <a:r>
              <a:rPr lang="zh-CN" altLang="en-US"/>
              <a:t>		</a:t>
            </a:r>
          </a:p>
        </p:txBody>
      </p:sp>
      <p:sp>
        <p:nvSpPr>
          <p:cNvPr id="46083" name="直接连接符 46082"/>
          <p:cNvSpPr/>
          <p:nvPr/>
        </p:nvSpPr>
        <p:spPr>
          <a:xfrm>
            <a:off x="1287463" y="3516313"/>
            <a:ext cx="7937" cy="1962150"/>
          </a:xfrm>
          <a:prstGeom prst="line">
            <a:avLst/>
          </a:prstGeom>
          <a:ln w="12700" cap="flat" cmpd="sng">
            <a:solidFill>
              <a:schemeClr val="tx1"/>
            </a:solidFill>
            <a:prstDash val="solid"/>
            <a:headEnd type="none" w="med" len="med"/>
            <a:tailEnd type="none" w="med" len="med"/>
          </a:ln>
        </p:spPr>
      </p:sp>
      <p:sp>
        <p:nvSpPr>
          <p:cNvPr id="46084" name="直接连接符 46083"/>
          <p:cNvSpPr/>
          <p:nvPr/>
        </p:nvSpPr>
        <p:spPr>
          <a:xfrm>
            <a:off x="1293813" y="3513138"/>
            <a:ext cx="522287" cy="1587"/>
          </a:xfrm>
          <a:prstGeom prst="line">
            <a:avLst/>
          </a:prstGeom>
          <a:ln w="12700" cap="flat" cmpd="sng">
            <a:solidFill>
              <a:schemeClr val="tx1"/>
            </a:solidFill>
            <a:prstDash val="solid"/>
            <a:headEnd type="none" w="med" len="med"/>
            <a:tailEnd type="none" w="med" len="med"/>
          </a:ln>
        </p:spPr>
      </p:sp>
      <p:sp>
        <p:nvSpPr>
          <p:cNvPr id="46085" name="直接连接符 46084"/>
          <p:cNvSpPr/>
          <p:nvPr/>
        </p:nvSpPr>
        <p:spPr>
          <a:xfrm>
            <a:off x="1293813" y="4013200"/>
            <a:ext cx="522287" cy="1588"/>
          </a:xfrm>
          <a:prstGeom prst="line">
            <a:avLst/>
          </a:prstGeom>
          <a:ln w="12700" cap="flat" cmpd="sng">
            <a:solidFill>
              <a:schemeClr val="tx1"/>
            </a:solidFill>
            <a:prstDash val="solid"/>
            <a:headEnd type="none" w="med" len="med"/>
            <a:tailEnd type="none" w="med" len="med"/>
          </a:ln>
        </p:spPr>
      </p:sp>
      <p:sp>
        <p:nvSpPr>
          <p:cNvPr id="46086" name="直接连接符 46085"/>
          <p:cNvSpPr/>
          <p:nvPr/>
        </p:nvSpPr>
        <p:spPr>
          <a:xfrm>
            <a:off x="1293813" y="4508500"/>
            <a:ext cx="522287" cy="1588"/>
          </a:xfrm>
          <a:prstGeom prst="line">
            <a:avLst/>
          </a:prstGeom>
          <a:ln w="12700" cap="flat" cmpd="sng">
            <a:solidFill>
              <a:schemeClr val="tx1"/>
            </a:solidFill>
            <a:prstDash val="solid"/>
            <a:headEnd type="none" w="med" len="med"/>
            <a:tailEnd type="none" w="med" len="med"/>
          </a:ln>
        </p:spPr>
      </p:sp>
      <p:sp>
        <p:nvSpPr>
          <p:cNvPr id="46087" name="矩形 46086"/>
          <p:cNvSpPr/>
          <p:nvPr/>
        </p:nvSpPr>
        <p:spPr>
          <a:xfrm>
            <a:off x="1816100" y="3268663"/>
            <a:ext cx="2601913" cy="409575"/>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诊断程序：</a:t>
            </a:r>
            <a:r>
              <a:rPr lang="en-US" altLang="zh-CN" sz="2100" b="1">
                <a:latin typeface="宋体" panose="02010600030101010101" pitchFamily="2" charset="-122"/>
              </a:rPr>
              <a:t>SCANDISK</a:t>
            </a:r>
            <a:endParaRPr lang="en-US" altLang="zh-CN" sz="2100" b="1">
              <a:latin typeface="Times New Roman" panose="02020603050405020304" pitchFamily="2" charset="0"/>
            </a:endParaRPr>
          </a:p>
        </p:txBody>
      </p:sp>
      <p:sp>
        <p:nvSpPr>
          <p:cNvPr id="46088" name="矩形 46087"/>
          <p:cNvSpPr/>
          <p:nvPr/>
        </p:nvSpPr>
        <p:spPr>
          <a:xfrm>
            <a:off x="1770063" y="3765550"/>
            <a:ext cx="4076700" cy="409575"/>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反病毒程序：</a:t>
            </a:r>
            <a:r>
              <a:rPr lang="en-US" altLang="zh-CN" sz="2100" b="1">
                <a:latin typeface="宋体" panose="02010600030101010101" pitchFamily="2" charset="-122"/>
              </a:rPr>
              <a:t>KV 300</a:t>
            </a:r>
            <a:r>
              <a:rPr lang="zh-CN" altLang="en-US" sz="2100" b="1">
                <a:latin typeface="宋体" panose="02010600030101010101" pitchFamily="2" charset="-122"/>
              </a:rPr>
              <a:t>、金山毒霸 </a:t>
            </a:r>
          </a:p>
        </p:txBody>
      </p:sp>
      <p:sp>
        <p:nvSpPr>
          <p:cNvPr id="46089" name="矩形 46088"/>
          <p:cNvSpPr/>
          <p:nvPr/>
        </p:nvSpPr>
        <p:spPr>
          <a:xfrm>
            <a:off x="1736725" y="4745038"/>
            <a:ext cx="4751388" cy="409575"/>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备份程序：</a:t>
            </a:r>
            <a:r>
              <a:rPr lang="en-US" altLang="zh-CN" sz="2100" b="1">
                <a:latin typeface="宋体" panose="02010600030101010101" pitchFamily="2" charset="-122"/>
              </a:rPr>
              <a:t>Windows 2000</a:t>
            </a:r>
            <a:r>
              <a:rPr lang="zh-CN" altLang="en-US" sz="2100" b="1">
                <a:latin typeface="宋体" panose="02010600030101010101" pitchFamily="2" charset="-122"/>
              </a:rPr>
              <a:t>中的备份程序</a:t>
            </a:r>
          </a:p>
        </p:txBody>
      </p:sp>
      <p:sp>
        <p:nvSpPr>
          <p:cNvPr id="46090" name="矩形 46089"/>
          <p:cNvSpPr/>
          <p:nvPr/>
        </p:nvSpPr>
        <p:spPr>
          <a:xfrm>
            <a:off x="1763713" y="5251450"/>
            <a:ext cx="3275012" cy="409575"/>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文件压缩程序</a:t>
            </a:r>
            <a:r>
              <a:rPr lang="en-US" altLang="zh-CN" sz="2100" b="1">
                <a:latin typeface="宋体" panose="02010600030101010101" pitchFamily="2" charset="-122"/>
              </a:rPr>
              <a:t>:ARJ WinZip</a:t>
            </a:r>
            <a:endParaRPr lang="en-US" altLang="zh-CN" sz="2100" b="1">
              <a:latin typeface="Times New Roman" panose="02020603050405020304" pitchFamily="2" charset="0"/>
            </a:endParaRPr>
          </a:p>
        </p:txBody>
      </p:sp>
      <p:sp>
        <p:nvSpPr>
          <p:cNvPr id="46091" name="直接连接符 46090"/>
          <p:cNvSpPr/>
          <p:nvPr/>
        </p:nvSpPr>
        <p:spPr>
          <a:xfrm>
            <a:off x="1311275" y="5480050"/>
            <a:ext cx="522288" cy="1588"/>
          </a:xfrm>
          <a:prstGeom prst="line">
            <a:avLst/>
          </a:prstGeom>
          <a:ln w="12700" cap="flat" cmpd="sng">
            <a:solidFill>
              <a:schemeClr val="tx1"/>
            </a:solidFill>
            <a:prstDash val="solid"/>
            <a:headEnd type="none" w="med" len="med"/>
            <a:tailEnd type="none" w="med" len="med"/>
          </a:ln>
        </p:spPr>
      </p:sp>
      <p:sp>
        <p:nvSpPr>
          <p:cNvPr id="46092" name="矩形 46091"/>
          <p:cNvSpPr/>
          <p:nvPr/>
        </p:nvSpPr>
        <p:spPr>
          <a:xfrm>
            <a:off x="1782763" y="4260850"/>
            <a:ext cx="4883150" cy="409575"/>
          </a:xfrm>
          <a:prstGeom prst="rect">
            <a:avLst/>
          </a:prstGeom>
          <a:noFill/>
          <a:ln w="9525">
            <a:noFill/>
          </a:ln>
        </p:spPr>
        <p:txBody>
          <a:bodyPr wrap="none" lIns="90483" tIns="44448" rIns="90483" bIns="44448">
            <a:spAutoFit/>
          </a:bodyPr>
          <a:lstStyle/>
          <a:p>
            <a:pPr eaLnBrk="0" hangingPunct="0"/>
            <a:r>
              <a:rPr lang="zh-CN" altLang="en-US" sz="2100" b="1">
                <a:latin typeface="宋体" panose="02010600030101010101" pitchFamily="2" charset="-122"/>
              </a:rPr>
              <a:t>卸载程序：</a:t>
            </a:r>
            <a:r>
              <a:rPr lang="en-US" altLang="zh-CN" sz="2100" b="1">
                <a:latin typeface="宋体" panose="02010600030101010101" pitchFamily="2" charset="-122"/>
              </a:rPr>
              <a:t>Windows</a:t>
            </a:r>
            <a:r>
              <a:rPr lang="zh-CN" altLang="en-US" sz="2100" b="1">
                <a:latin typeface="宋体" panose="02010600030101010101" pitchFamily="2" charset="-122"/>
              </a:rPr>
              <a:t>中的添加</a:t>
            </a:r>
            <a:r>
              <a:rPr lang="en-US" altLang="zh-CN" sz="2100" b="1">
                <a:latin typeface="宋体" panose="02010600030101010101" pitchFamily="2" charset="-122"/>
              </a:rPr>
              <a:t>/</a:t>
            </a:r>
            <a:r>
              <a:rPr lang="zh-CN" altLang="en-US" sz="2100" b="1">
                <a:latin typeface="宋体" panose="02010600030101010101" pitchFamily="2" charset="-122"/>
              </a:rPr>
              <a:t>删除程序 </a:t>
            </a:r>
          </a:p>
        </p:txBody>
      </p:sp>
      <p:sp>
        <p:nvSpPr>
          <p:cNvPr id="46093" name="左大括号 46092"/>
          <p:cNvSpPr/>
          <p:nvPr/>
        </p:nvSpPr>
        <p:spPr>
          <a:xfrm>
            <a:off x="1524000" y="1916113"/>
            <a:ext cx="239713" cy="1089025"/>
          </a:xfrm>
          <a:prstGeom prst="leftBrace">
            <a:avLst>
              <a:gd name="adj1" fmla="val 37858"/>
              <a:gd name="adj2" fmla="val 50000"/>
            </a:avLst>
          </a:prstGeom>
          <a:noFill/>
          <a:ln w="12700" cap="flat" cmpd="sng">
            <a:solidFill>
              <a:schemeClr val="tx1"/>
            </a:solidFill>
            <a:prstDash val="solid"/>
            <a:headEnd type="none" w="med" len="med"/>
            <a:tailEnd type="none" w="med" len="med"/>
          </a:ln>
        </p:spPr>
        <p:txBody>
          <a:bodyPr/>
          <a:lstStyle/>
          <a:p>
            <a:endParaRPr lang="zh-CN" altLang="en-US"/>
          </a:p>
        </p:txBody>
      </p:sp>
      <p:sp>
        <p:nvSpPr>
          <p:cNvPr id="46094" name="文本框 46093"/>
          <p:cNvSpPr txBox="1"/>
          <p:nvPr/>
        </p:nvSpPr>
        <p:spPr>
          <a:xfrm>
            <a:off x="2051050" y="1844675"/>
            <a:ext cx="3065463" cy="476250"/>
          </a:xfrm>
          <a:prstGeom prst="rect">
            <a:avLst/>
          </a:prstGeom>
          <a:noFill/>
          <a:ln w="9525">
            <a:noFill/>
          </a:ln>
        </p:spPr>
        <p:txBody>
          <a:bodyPr wrap="none" lIns="96492" tIns="48246" rIns="96492" bIns="48246" anchor="t" anchorCtr="0">
            <a:spAutoFit/>
          </a:bodyPr>
          <a:lstStyle/>
          <a:p>
            <a:pPr defTabSz="965200" eaLnBrk="0" hangingPunct="0"/>
            <a:r>
              <a:rPr lang="zh-CN" altLang="en-US" sz="2500" b="1">
                <a:latin typeface="Times New Roman" panose="02020603050405020304" pitchFamily="2" charset="0"/>
              </a:rPr>
              <a:t>操作系统自己带一些</a:t>
            </a:r>
          </a:p>
        </p:txBody>
      </p:sp>
      <p:sp>
        <p:nvSpPr>
          <p:cNvPr id="46095" name="文本框 46094"/>
          <p:cNvSpPr txBox="1"/>
          <p:nvPr/>
        </p:nvSpPr>
        <p:spPr>
          <a:xfrm>
            <a:off x="2051050" y="2571750"/>
            <a:ext cx="1789113" cy="476250"/>
          </a:xfrm>
          <a:prstGeom prst="rect">
            <a:avLst/>
          </a:prstGeom>
          <a:noFill/>
          <a:ln w="9525">
            <a:noFill/>
          </a:ln>
        </p:spPr>
        <p:txBody>
          <a:bodyPr wrap="none" lIns="96492" tIns="48246" rIns="96492" bIns="48246" anchor="t" anchorCtr="0">
            <a:spAutoFit/>
          </a:bodyPr>
          <a:lstStyle/>
          <a:p>
            <a:pPr defTabSz="965200" eaLnBrk="0" hangingPunct="0"/>
            <a:r>
              <a:rPr lang="zh-CN" altLang="en-US" sz="2500" b="1">
                <a:latin typeface="Times New Roman" panose="02020603050405020304" pitchFamily="2" charset="0"/>
              </a:rPr>
              <a:t>第三方开发</a:t>
            </a:r>
          </a:p>
        </p:txBody>
      </p:sp>
      <p:sp>
        <p:nvSpPr>
          <p:cNvPr id="46096" name="直接连接符 46095"/>
          <p:cNvSpPr/>
          <p:nvPr/>
        </p:nvSpPr>
        <p:spPr>
          <a:xfrm>
            <a:off x="1295400" y="4945063"/>
            <a:ext cx="522288" cy="1587"/>
          </a:xfrm>
          <a:prstGeom prst="line">
            <a:avLst/>
          </a:prstGeom>
          <a:ln w="12700" cap="flat" cmpd="sng">
            <a:solidFill>
              <a:schemeClr val="tx1"/>
            </a:solidFill>
            <a:prstDash val="solid"/>
            <a:headEnd type="none" w="med" len="med"/>
            <a:tailEnd type="none" w="med" len="me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47105"/>
          <p:cNvSpPr/>
          <p:nvPr/>
        </p:nvSpPr>
        <p:spPr>
          <a:xfrm>
            <a:off x="555625" y="990600"/>
            <a:ext cx="7521575" cy="412750"/>
          </a:xfrm>
          <a:prstGeom prst="rect">
            <a:avLst/>
          </a:prstGeom>
          <a:noFill/>
          <a:ln w="9525">
            <a:noFill/>
          </a:ln>
        </p:spPr>
        <p:txBody>
          <a:bodyPr lIns="73021" tIns="36511" rIns="73021" bIns="36511"/>
          <a:lstStyle>
            <a:lvl1pPr marL="357505" lvl="0" indent="-357505" algn="just" defTabSz="914400" eaLnBrk="1" fontAlgn="base" latinLnBrk="0" hangingPunct="1">
              <a:lnSpc>
                <a:spcPct val="110000"/>
              </a:lnSpc>
              <a:spcBef>
                <a:spcPts val="1800"/>
              </a:spcBef>
              <a:spcAft>
                <a:spcPct val="0"/>
              </a:spcAft>
              <a:buClr>
                <a:srgbClr val="3B5518"/>
              </a:buClr>
              <a:buSzPct val="60000"/>
              <a:buFont typeface="Wingdings" panose="05000000000000000000" pitchFamily="2" charset="2"/>
              <a:buChar char="q"/>
              <a:defRPr sz="2000" u="none" kern="1200" baseline="0">
                <a:solidFill>
                  <a:schemeClr val="accent1"/>
                </a:solidFill>
                <a:latin typeface="华文中宋" panose="02010600040101010101" pitchFamily="2" charset="-122"/>
                <a:ea typeface="华文中宋" panose="02010600040101010101" pitchFamily="2" charset="-122"/>
              </a:defRPr>
            </a:lvl1pPr>
            <a:lvl2pPr marL="357505" lvl="1" indent="-357505" algn="just" defTabSz="914400" eaLnBrk="1" fontAlgn="base" latinLnBrk="0" hangingPunct="1">
              <a:lnSpc>
                <a:spcPct val="130000"/>
              </a:lnSpc>
              <a:spcBef>
                <a:spcPct val="0"/>
              </a:spcBef>
              <a:spcAft>
                <a:spcPts val="600"/>
              </a:spcAft>
              <a:buClr>
                <a:srgbClr val="D8E39E"/>
              </a:buClr>
              <a:buSzTx/>
              <a:buFont typeface="幼圆" panose="02010509060101010101" pitchFamily="1" charset="-122"/>
              <a:buChar char=" "/>
              <a:defRPr sz="1600" b="0" i="0" u="none" kern="1200" baseline="0">
                <a:solidFill>
                  <a:srgbClr val="7D7D7D"/>
                </a:solidFill>
                <a:latin typeface="幼圆" panose="02010509060101010101" pitchFamily="1" charset="-122"/>
                <a:ea typeface="幼圆" panose="02010509060101010101" pitchFamily="1" charset="-122"/>
              </a:defRPr>
            </a:lvl2pPr>
            <a:lvl3pPr marL="1143000" lvl="2" indent="-228600" algn="l" defTabSz="914400" eaLnBrk="1" fontAlgn="base" latinLnBrk="0" hangingPunct="1">
              <a:lnSpc>
                <a:spcPct val="90000"/>
              </a:lnSpc>
              <a:spcBef>
                <a:spcPts val="500"/>
              </a:spcBef>
              <a:spcAft>
                <a:spcPct val="0"/>
              </a:spcAft>
              <a:buSzTx/>
              <a:buFont typeface="Arial" panose="020B0604020202020204" pitchFamily="34" charset="0"/>
              <a:buChar char="•"/>
              <a:defRPr sz="2000" b="0" i="0" u="none" kern="1200" baseline="0">
                <a:solidFill>
                  <a:schemeClr val="tx1"/>
                </a:solidFill>
                <a:latin typeface="Calibri" panose="020F0502020204030204" pitchFamily="2" charset="0"/>
                <a:ea typeface="幼圆" panose="02010509060101010101" pitchFamily="1" charset="-122"/>
              </a:defRPr>
            </a:lvl3pPr>
            <a:lvl4pPr marL="1600200" lvl="3"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4pPr>
            <a:lvl5pPr marL="2057400" lvl="4" indent="-228600" algn="l" defTabSz="914400" eaLnBrk="1" fontAlgn="base" latinLnBrk="0" hangingPunct="1">
              <a:lnSpc>
                <a:spcPct val="90000"/>
              </a:lnSpc>
              <a:spcBef>
                <a:spcPts val="500"/>
              </a:spcBef>
              <a:spcAft>
                <a:spcPct val="0"/>
              </a:spcAft>
              <a:buSzTx/>
              <a:buFont typeface="Arial" panose="020B0604020202020204" pitchFamily="34" charset="0"/>
              <a:buChar char="•"/>
              <a:defRPr sz="1800" b="0" i="0" u="none" kern="1200" baseline="0">
                <a:solidFill>
                  <a:schemeClr val="tx1"/>
                </a:solidFill>
                <a:latin typeface="Calibri" panose="020F0502020204030204" pitchFamily="2" charset="0"/>
                <a:ea typeface="幼圆" panose="02010509060101010101" pitchFamily="1" charset="-122"/>
              </a:defRPr>
            </a:lvl5pPr>
          </a:lstStyle>
          <a:p>
            <a:pPr lvl="0">
              <a:buNone/>
            </a:pPr>
            <a:r>
              <a:rPr lang="en-US" altLang="zh-CN" b="1"/>
              <a:t>(3) </a:t>
            </a:r>
            <a:r>
              <a:rPr lang="zh-CN" altLang="en-US" b="1"/>
              <a:t>语言处理程序</a:t>
            </a:r>
          </a:p>
        </p:txBody>
      </p:sp>
      <p:sp>
        <p:nvSpPr>
          <p:cNvPr id="47107" name="文本框 47106"/>
          <p:cNvSpPr txBox="1"/>
          <p:nvPr/>
        </p:nvSpPr>
        <p:spPr>
          <a:xfrm>
            <a:off x="1981200" y="4865688"/>
            <a:ext cx="1574800" cy="488950"/>
          </a:xfrm>
          <a:prstGeom prst="rect">
            <a:avLst/>
          </a:prstGeom>
          <a:noFill/>
          <a:ln w="12700" cap="flat" cmpd="sng">
            <a:solidFill>
              <a:schemeClr val="tx1"/>
            </a:solidFill>
            <a:prstDash val="solid"/>
            <a:miter/>
            <a:headEnd type="none" w="med" len="med"/>
            <a:tailEnd type="none" w="med" len="med"/>
          </a:ln>
        </p:spPr>
        <p:txBody>
          <a:bodyPr lIns="96492" tIns="48246" rIns="96492" bIns="48246">
            <a:spAutoFit/>
          </a:bodyPr>
          <a:lstStyle/>
          <a:p>
            <a:pPr algn="ctr" defTabSz="965200" eaLnBrk="0" hangingPunct="0"/>
            <a:r>
              <a:rPr lang="zh-CN" altLang="en-US" sz="2500" b="1">
                <a:latin typeface="Times New Roman" panose="02020603050405020304" pitchFamily="2" charset="0"/>
              </a:rPr>
              <a:t>源程序</a:t>
            </a:r>
          </a:p>
        </p:txBody>
      </p:sp>
      <p:sp>
        <p:nvSpPr>
          <p:cNvPr id="47108" name="文本框 47107"/>
          <p:cNvSpPr txBox="1"/>
          <p:nvPr/>
        </p:nvSpPr>
        <p:spPr>
          <a:xfrm>
            <a:off x="7104063" y="4865688"/>
            <a:ext cx="1577975" cy="869950"/>
          </a:xfrm>
          <a:prstGeom prst="rect">
            <a:avLst/>
          </a:prstGeom>
          <a:noFill/>
          <a:ln w="12700" cap="flat" cmpd="sng">
            <a:solidFill>
              <a:schemeClr val="tx1"/>
            </a:solidFill>
            <a:prstDash val="solid"/>
            <a:miter/>
            <a:headEnd type="none" w="med" len="med"/>
            <a:tailEnd type="none" w="med" len="med"/>
          </a:ln>
        </p:spPr>
        <p:txBody>
          <a:bodyPr lIns="96492" tIns="48246" rIns="96492" bIns="48246">
            <a:spAutoFit/>
          </a:bodyPr>
          <a:lstStyle/>
          <a:p>
            <a:pPr algn="ctr" defTabSz="965200" eaLnBrk="0" hangingPunct="0"/>
            <a:r>
              <a:rPr lang="zh-CN" altLang="en-US" sz="2500" b="1">
                <a:latin typeface="Times New Roman" panose="02020603050405020304" pitchFamily="2" charset="0"/>
              </a:rPr>
              <a:t>可执行程序</a:t>
            </a:r>
          </a:p>
        </p:txBody>
      </p:sp>
      <p:sp>
        <p:nvSpPr>
          <p:cNvPr id="47109" name="文本框 47108"/>
          <p:cNvSpPr txBox="1"/>
          <p:nvPr/>
        </p:nvSpPr>
        <p:spPr>
          <a:xfrm>
            <a:off x="4560888" y="4865688"/>
            <a:ext cx="1519237" cy="488950"/>
          </a:xfrm>
          <a:prstGeom prst="rect">
            <a:avLst/>
          </a:prstGeom>
          <a:noFill/>
          <a:ln w="12700" cap="flat" cmpd="sng">
            <a:solidFill>
              <a:schemeClr val="tx1"/>
            </a:solidFill>
            <a:prstDash val="solid"/>
            <a:miter/>
            <a:headEnd type="none" w="med" len="med"/>
            <a:tailEnd type="none" w="med" len="med"/>
          </a:ln>
        </p:spPr>
        <p:txBody>
          <a:bodyPr lIns="96492" tIns="48246" rIns="96492" bIns="48246">
            <a:spAutoFit/>
          </a:bodyPr>
          <a:lstStyle/>
          <a:p>
            <a:pPr algn="ctr" defTabSz="965200" eaLnBrk="0" hangingPunct="0"/>
            <a:r>
              <a:rPr lang="zh-CN" altLang="en-US" sz="2500" b="1">
                <a:latin typeface="Times New Roman" panose="02020603050405020304" pitchFamily="2" charset="0"/>
              </a:rPr>
              <a:t>目标程序</a:t>
            </a:r>
          </a:p>
        </p:txBody>
      </p:sp>
      <p:sp>
        <p:nvSpPr>
          <p:cNvPr id="47110" name="直接连接符 47109"/>
          <p:cNvSpPr/>
          <p:nvPr/>
        </p:nvSpPr>
        <p:spPr>
          <a:xfrm>
            <a:off x="3556000" y="5114925"/>
            <a:ext cx="1025525" cy="0"/>
          </a:xfrm>
          <a:prstGeom prst="line">
            <a:avLst/>
          </a:prstGeom>
          <a:ln w="12700" cap="flat" cmpd="sng">
            <a:solidFill>
              <a:schemeClr val="tx1"/>
            </a:solidFill>
            <a:prstDash val="solid"/>
            <a:headEnd type="none" w="med" len="med"/>
            <a:tailEnd type="triangle" w="med" len="med"/>
          </a:ln>
        </p:spPr>
      </p:sp>
      <p:sp>
        <p:nvSpPr>
          <p:cNvPr id="47111" name="直接连接符 47110"/>
          <p:cNvSpPr/>
          <p:nvPr/>
        </p:nvSpPr>
        <p:spPr>
          <a:xfrm>
            <a:off x="6080125" y="5114925"/>
            <a:ext cx="1023938" cy="0"/>
          </a:xfrm>
          <a:prstGeom prst="line">
            <a:avLst/>
          </a:prstGeom>
          <a:ln w="12700" cap="flat" cmpd="sng">
            <a:solidFill>
              <a:schemeClr val="tx1"/>
            </a:solidFill>
            <a:prstDash val="solid"/>
            <a:headEnd type="none" w="med" len="med"/>
            <a:tailEnd type="triangle" w="med" len="med"/>
          </a:ln>
        </p:spPr>
      </p:sp>
      <p:sp>
        <p:nvSpPr>
          <p:cNvPr id="47112" name="直接连接符 47111"/>
          <p:cNvSpPr/>
          <p:nvPr/>
        </p:nvSpPr>
        <p:spPr>
          <a:xfrm>
            <a:off x="955675" y="5114925"/>
            <a:ext cx="1025525" cy="0"/>
          </a:xfrm>
          <a:prstGeom prst="line">
            <a:avLst/>
          </a:prstGeom>
          <a:ln w="3175" cap="flat" cmpd="sng">
            <a:solidFill>
              <a:schemeClr val="tx1"/>
            </a:solidFill>
            <a:prstDash val="solid"/>
            <a:headEnd type="none" w="med" len="med"/>
            <a:tailEnd type="triangle" w="med" len="med"/>
          </a:ln>
        </p:spPr>
      </p:sp>
      <p:sp>
        <p:nvSpPr>
          <p:cNvPr id="47113" name="直接连接符 47112"/>
          <p:cNvSpPr/>
          <p:nvPr/>
        </p:nvSpPr>
        <p:spPr>
          <a:xfrm flipV="1">
            <a:off x="1428750" y="5114925"/>
            <a:ext cx="0" cy="495300"/>
          </a:xfrm>
          <a:prstGeom prst="line">
            <a:avLst/>
          </a:prstGeom>
          <a:ln w="12700" cap="flat" cmpd="sng">
            <a:solidFill>
              <a:schemeClr val="tx1"/>
            </a:solidFill>
            <a:prstDash val="solid"/>
            <a:headEnd type="none" w="med" len="med"/>
            <a:tailEnd type="triangle" w="med" len="med"/>
          </a:ln>
        </p:spPr>
      </p:sp>
      <p:sp>
        <p:nvSpPr>
          <p:cNvPr id="47114" name="文本框 47113"/>
          <p:cNvSpPr txBox="1"/>
          <p:nvPr/>
        </p:nvSpPr>
        <p:spPr>
          <a:xfrm>
            <a:off x="655638" y="5467350"/>
            <a:ext cx="1470025" cy="476250"/>
          </a:xfrm>
          <a:prstGeom prst="rect">
            <a:avLst/>
          </a:prstGeom>
          <a:noFill/>
          <a:ln w="9525">
            <a:noFill/>
          </a:ln>
        </p:spPr>
        <p:txBody>
          <a:bodyPr wrap="none" lIns="96492" tIns="48246" rIns="96492" bIns="48246" anchor="t" anchorCtr="0">
            <a:spAutoFit/>
          </a:bodyPr>
          <a:lstStyle/>
          <a:p>
            <a:pPr algn="ctr" defTabSz="965200" eaLnBrk="0" hangingPunct="0"/>
            <a:r>
              <a:rPr lang="zh-CN" altLang="en-US" sz="2500" b="1">
                <a:latin typeface="Times New Roman" panose="02020603050405020304" pitchFamily="2" charset="0"/>
              </a:rPr>
              <a:t>编辑程序</a:t>
            </a:r>
          </a:p>
        </p:txBody>
      </p:sp>
      <p:sp>
        <p:nvSpPr>
          <p:cNvPr id="47115" name="文本框 47114"/>
          <p:cNvSpPr txBox="1"/>
          <p:nvPr/>
        </p:nvSpPr>
        <p:spPr>
          <a:xfrm>
            <a:off x="2933700" y="5467350"/>
            <a:ext cx="2427288" cy="476250"/>
          </a:xfrm>
          <a:prstGeom prst="rect">
            <a:avLst/>
          </a:prstGeom>
          <a:noFill/>
          <a:ln w="9525">
            <a:noFill/>
          </a:ln>
        </p:spPr>
        <p:txBody>
          <a:bodyPr wrap="none" lIns="96492" tIns="48246" rIns="96492" bIns="48246" anchor="t" anchorCtr="0">
            <a:spAutoFit/>
          </a:bodyPr>
          <a:lstStyle/>
          <a:p>
            <a:pPr algn="ctr" defTabSz="965200" eaLnBrk="0" hangingPunct="0"/>
            <a:r>
              <a:rPr lang="zh-CN" altLang="en-US" sz="2500" b="1">
                <a:latin typeface="Times New Roman" panose="02020603050405020304" pitchFamily="2" charset="0"/>
              </a:rPr>
              <a:t>汇编或编译程序</a:t>
            </a:r>
          </a:p>
        </p:txBody>
      </p:sp>
      <p:sp>
        <p:nvSpPr>
          <p:cNvPr id="47116" name="直接连接符 47115"/>
          <p:cNvSpPr/>
          <p:nvPr/>
        </p:nvSpPr>
        <p:spPr>
          <a:xfrm flipV="1">
            <a:off x="4030663" y="5114925"/>
            <a:ext cx="0" cy="495300"/>
          </a:xfrm>
          <a:prstGeom prst="line">
            <a:avLst/>
          </a:prstGeom>
          <a:ln w="12700" cap="flat" cmpd="sng">
            <a:solidFill>
              <a:schemeClr val="tx1"/>
            </a:solidFill>
            <a:prstDash val="solid"/>
            <a:headEnd type="none" w="med" len="med"/>
            <a:tailEnd type="triangle" w="med" len="med"/>
          </a:ln>
        </p:spPr>
      </p:sp>
      <p:sp>
        <p:nvSpPr>
          <p:cNvPr id="47117" name="直接连接符 47116"/>
          <p:cNvSpPr/>
          <p:nvPr/>
        </p:nvSpPr>
        <p:spPr>
          <a:xfrm flipV="1">
            <a:off x="6553200" y="5114925"/>
            <a:ext cx="0" cy="495300"/>
          </a:xfrm>
          <a:prstGeom prst="line">
            <a:avLst/>
          </a:prstGeom>
          <a:ln w="12700" cap="flat" cmpd="sng">
            <a:solidFill>
              <a:schemeClr val="tx1"/>
            </a:solidFill>
            <a:prstDash val="solid"/>
            <a:headEnd type="none" w="med" len="med"/>
            <a:tailEnd type="triangle" w="med" len="med"/>
          </a:ln>
        </p:spPr>
      </p:sp>
      <p:sp>
        <p:nvSpPr>
          <p:cNvPr id="47118" name="文本框 47117"/>
          <p:cNvSpPr txBox="1"/>
          <p:nvPr/>
        </p:nvSpPr>
        <p:spPr>
          <a:xfrm>
            <a:off x="5781675" y="5467350"/>
            <a:ext cx="1470025" cy="476250"/>
          </a:xfrm>
          <a:prstGeom prst="rect">
            <a:avLst/>
          </a:prstGeom>
          <a:noFill/>
          <a:ln w="9525">
            <a:noFill/>
          </a:ln>
        </p:spPr>
        <p:txBody>
          <a:bodyPr wrap="none" lIns="96492" tIns="48246" rIns="96492" bIns="48246" anchor="t" anchorCtr="0">
            <a:spAutoFit/>
          </a:bodyPr>
          <a:lstStyle/>
          <a:p>
            <a:pPr algn="ctr" defTabSz="965200" eaLnBrk="0" hangingPunct="0"/>
            <a:r>
              <a:rPr lang="zh-CN" altLang="en-US" sz="2500" b="1">
                <a:latin typeface="Times New Roman" panose="02020603050405020304" pitchFamily="2" charset="0"/>
              </a:rPr>
              <a:t>联接程序</a:t>
            </a:r>
          </a:p>
        </p:txBody>
      </p:sp>
      <p:sp>
        <p:nvSpPr>
          <p:cNvPr id="47119" name="矩形 47118"/>
          <p:cNvSpPr/>
          <p:nvPr/>
        </p:nvSpPr>
        <p:spPr>
          <a:xfrm>
            <a:off x="1679575" y="1801813"/>
            <a:ext cx="1978025" cy="469900"/>
          </a:xfrm>
          <a:prstGeom prst="rect">
            <a:avLst/>
          </a:prstGeom>
          <a:noFill/>
          <a:ln w="9525">
            <a:noFill/>
          </a:ln>
        </p:spPr>
        <p:txBody>
          <a:bodyPr lIns="90483" tIns="44448" rIns="90483" bIns="44448">
            <a:spAutoFit/>
          </a:bodyPr>
          <a:lstStyle/>
          <a:p>
            <a:pPr algn="just" defTabSz="762000"/>
            <a:r>
              <a:rPr lang="zh-CN" altLang="en-US" sz="2500" b="1">
                <a:latin typeface="Times New Roman" panose="02020603050405020304" pitchFamily="2" charset="0"/>
              </a:rPr>
              <a:t>机器语言</a:t>
            </a:r>
          </a:p>
        </p:txBody>
      </p:sp>
      <p:sp>
        <p:nvSpPr>
          <p:cNvPr id="47120" name="矩形 47119"/>
          <p:cNvSpPr/>
          <p:nvPr/>
        </p:nvSpPr>
        <p:spPr>
          <a:xfrm>
            <a:off x="1676400" y="3206750"/>
            <a:ext cx="1573213" cy="469900"/>
          </a:xfrm>
          <a:prstGeom prst="rect">
            <a:avLst/>
          </a:prstGeom>
          <a:noFill/>
          <a:ln w="9525">
            <a:noFill/>
          </a:ln>
        </p:spPr>
        <p:txBody>
          <a:bodyPr lIns="90483" tIns="44448" rIns="90483" bIns="44448">
            <a:spAutoFit/>
          </a:bodyPr>
          <a:lstStyle/>
          <a:p>
            <a:pPr algn="just" defTabSz="762000"/>
            <a:r>
              <a:rPr lang="zh-CN" altLang="en-US" sz="2500" b="1">
                <a:latin typeface="Times New Roman" panose="02020603050405020304" pitchFamily="2" charset="0"/>
              </a:rPr>
              <a:t>高级语言</a:t>
            </a:r>
          </a:p>
        </p:txBody>
      </p:sp>
      <p:sp>
        <p:nvSpPr>
          <p:cNvPr id="47121" name="矩形 47120"/>
          <p:cNvSpPr/>
          <p:nvPr/>
        </p:nvSpPr>
        <p:spPr>
          <a:xfrm>
            <a:off x="1676400" y="2462213"/>
            <a:ext cx="1654175" cy="469900"/>
          </a:xfrm>
          <a:prstGeom prst="rect">
            <a:avLst/>
          </a:prstGeom>
          <a:noFill/>
          <a:ln w="9525">
            <a:noFill/>
          </a:ln>
        </p:spPr>
        <p:txBody>
          <a:bodyPr lIns="90483" tIns="44448" rIns="90483" bIns="44448">
            <a:spAutoFit/>
          </a:bodyPr>
          <a:lstStyle/>
          <a:p>
            <a:pPr algn="just" defTabSz="762000"/>
            <a:r>
              <a:rPr lang="zh-CN" altLang="en-US" sz="2500" b="1">
                <a:latin typeface="Times New Roman" panose="02020603050405020304" pitchFamily="2" charset="0"/>
              </a:rPr>
              <a:t>汇编语言</a:t>
            </a:r>
          </a:p>
        </p:txBody>
      </p:sp>
      <p:sp>
        <p:nvSpPr>
          <p:cNvPr id="47122" name="直接连接符 47121"/>
          <p:cNvSpPr/>
          <p:nvPr/>
        </p:nvSpPr>
        <p:spPr>
          <a:xfrm>
            <a:off x="889000" y="1993900"/>
            <a:ext cx="868363" cy="0"/>
          </a:xfrm>
          <a:prstGeom prst="line">
            <a:avLst/>
          </a:prstGeom>
          <a:ln w="12700" cap="flat" cmpd="sng">
            <a:solidFill>
              <a:schemeClr val="tx1"/>
            </a:solidFill>
            <a:prstDash val="solid"/>
            <a:headEnd type="none" w="med" len="med"/>
            <a:tailEnd type="none" w="med" len="med"/>
          </a:ln>
        </p:spPr>
      </p:sp>
      <p:sp>
        <p:nvSpPr>
          <p:cNvPr id="47123" name="直接连接符 47122"/>
          <p:cNvSpPr/>
          <p:nvPr/>
        </p:nvSpPr>
        <p:spPr>
          <a:xfrm>
            <a:off x="889000" y="1976438"/>
            <a:ext cx="0" cy="2479675"/>
          </a:xfrm>
          <a:prstGeom prst="line">
            <a:avLst/>
          </a:prstGeom>
          <a:ln w="12700" cap="flat" cmpd="sng">
            <a:solidFill>
              <a:schemeClr val="tx1"/>
            </a:solidFill>
            <a:prstDash val="solid"/>
            <a:headEnd type="none" w="med" len="med"/>
            <a:tailEnd type="none" w="med" len="med"/>
          </a:ln>
        </p:spPr>
      </p:sp>
      <p:sp>
        <p:nvSpPr>
          <p:cNvPr id="47124" name="直接连接符 47123"/>
          <p:cNvSpPr/>
          <p:nvPr/>
        </p:nvSpPr>
        <p:spPr>
          <a:xfrm>
            <a:off x="889000" y="2709863"/>
            <a:ext cx="868363" cy="0"/>
          </a:xfrm>
          <a:prstGeom prst="line">
            <a:avLst/>
          </a:prstGeom>
          <a:ln w="12700" cap="flat" cmpd="sng">
            <a:solidFill>
              <a:schemeClr val="tx1"/>
            </a:solidFill>
            <a:prstDash val="solid"/>
            <a:headEnd type="none" w="med" len="med"/>
            <a:tailEnd type="none" w="med" len="med"/>
          </a:ln>
        </p:spPr>
      </p:sp>
      <p:sp>
        <p:nvSpPr>
          <p:cNvPr id="47125" name="直接连接符 47124"/>
          <p:cNvSpPr/>
          <p:nvPr/>
        </p:nvSpPr>
        <p:spPr>
          <a:xfrm>
            <a:off x="889000" y="3452813"/>
            <a:ext cx="868363" cy="0"/>
          </a:xfrm>
          <a:prstGeom prst="line">
            <a:avLst/>
          </a:prstGeom>
          <a:ln w="12700" cap="flat" cmpd="sng">
            <a:solidFill>
              <a:schemeClr val="tx1"/>
            </a:solidFill>
            <a:prstDash val="solid"/>
            <a:headEnd type="none" w="med" len="med"/>
            <a:tailEnd type="none" w="med" len="med"/>
          </a:ln>
        </p:spPr>
      </p:sp>
      <p:sp>
        <p:nvSpPr>
          <p:cNvPr id="47126" name="直接连接符 47125"/>
          <p:cNvSpPr/>
          <p:nvPr/>
        </p:nvSpPr>
        <p:spPr>
          <a:xfrm>
            <a:off x="2855913" y="3452813"/>
            <a:ext cx="552450" cy="0"/>
          </a:xfrm>
          <a:prstGeom prst="line">
            <a:avLst/>
          </a:prstGeom>
          <a:ln w="12700" cap="flat" cmpd="sng">
            <a:solidFill>
              <a:schemeClr val="tx1"/>
            </a:solidFill>
            <a:prstDash val="solid"/>
            <a:headEnd type="none" w="med" len="med"/>
            <a:tailEnd type="none" w="med" len="med"/>
          </a:ln>
        </p:spPr>
      </p:sp>
      <p:sp>
        <p:nvSpPr>
          <p:cNvPr id="47127" name="直接连接符 47126"/>
          <p:cNvSpPr/>
          <p:nvPr/>
        </p:nvSpPr>
        <p:spPr>
          <a:xfrm>
            <a:off x="3408363" y="2957513"/>
            <a:ext cx="0" cy="1157287"/>
          </a:xfrm>
          <a:prstGeom prst="line">
            <a:avLst/>
          </a:prstGeom>
          <a:ln w="12700" cap="flat" cmpd="sng">
            <a:solidFill>
              <a:schemeClr val="tx1"/>
            </a:solidFill>
            <a:prstDash val="solid"/>
            <a:headEnd type="none" w="med" len="med"/>
            <a:tailEnd type="none" w="med" len="med"/>
          </a:ln>
        </p:spPr>
      </p:sp>
      <p:sp>
        <p:nvSpPr>
          <p:cNvPr id="47128" name="直接连接符 47127"/>
          <p:cNvSpPr/>
          <p:nvPr/>
        </p:nvSpPr>
        <p:spPr>
          <a:xfrm>
            <a:off x="3408363" y="2957513"/>
            <a:ext cx="866775" cy="0"/>
          </a:xfrm>
          <a:prstGeom prst="line">
            <a:avLst/>
          </a:prstGeom>
          <a:ln w="12700" cap="flat" cmpd="sng">
            <a:solidFill>
              <a:schemeClr val="tx1"/>
            </a:solidFill>
            <a:prstDash val="solid"/>
            <a:headEnd type="none" w="med" len="med"/>
            <a:tailEnd type="none" w="med" len="med"/>
          </a:ln>
        </p:spPr>
      </p:sp>
      <p:sp>
        <p:nvSpPr>
          <p:cNvPr id="47129" name="直接连接符 47128"/>
          <p:cNvSpPr/>
          <p:nvPr/>
        </p:nvSpPr>
        <p:spPr>
          <a:xfrm>
            <a:off x="3408363" y="4114800"/>
            <a:ext cx="866775" cy="0"/>
          </a:xfrm>
          <a:prstGeom prst="line">
            <a:avLst/>
          </a:prstGeom>
          <a:ln w="12700" cap="flat" cmpd="sng">
            <a:solidFill>
              <a:schemeClr val="tx1"/>
            </a:solidFill>
            <a:prstDash val="solid"/>
            <a:headEnd type="none" w="med" len="med"/>
            <a:tailEnd type="none" w="med" len="med"/>
          </a:ln>
        </p:spPr>
      </p:sp>
      <p:sp>
        <p:nvSpPr>
          <p:cNvPr id="47130" name="文本框 47129"/>
          <p:cNvSpPr txBox="1"/>
          <p:nvPr/>
        </p:nvSpPr>
        <p:spPr>
          <a:xfrm>
            <a:off x="4276725" y="2709863"/>
            <a:ext cx="4473575" cy="857250"/>
          </a:xfrm>
          <a:prstGeom prst="rect">
            <a:avLst/>
          </a:prstGeom>
          <a:noFill/>
          <a:ln w="9525">
            <a:noFill/>
          </a:ln>
        </p:spPr>
        <p:txBody>
          <a:bodyPr wrap="square" lIns="96492" tIns="48246" rIns="96492" bIns="48246">
            <a:spAutoFit/>
          </a:bodyPr>
          <a:lstStyle/>
          <a:p>
            <a:pPr defTabSz="965200" eaLnBrk="0" hangingPunct="0"/>
            <a:r>
              <a:rPr lang="zh-CN" altLang="en-US" sz="2500" b="1">
                <a:latin typeface="Times New Roman" panose="02020603050405020304" pitchFamily="2" charset="0"/>
              </a:rPr>
              <a:t>面向过程：</a:t>
            </a:r>
            <a:r>
              <a:rPr lang="en-US" altLang="zh-CN" sz="2500" b="1">
                <a:latin typeface="Times New Roman" panose="02020603050405020304" pitchFamily="2" charset="0"/>
              </a:rPr>
              <a:t>BASIC</a:t>
            </a:r>
            <a:r>
              <a:rPr lang="zh-CN" altLang="en-US" sz="2500" b="1">
                <a:latin typeface="Times New Roman" panose="02020603050405020304" pitchFamily="2" charset="0"/>
              </a:rPr>
              <a:t>、</a:t>
            </a:r>
            <a:r>
              <a:rPr lang="en-US" altLang="zh-CN" sz="2500" b="1">
                <a:latin typeface="Times New Roman" panose="02020603050405020304" pitchFamily="2" charset="0"/>
              </a:rPr>
              <a:t>Pascal</a:t>
            </a:r>
            <a:r>
              <a:rPr lang="zh-CN" altLang="en-US" sz="2500" b="1">
                <a:latin typeface="Times New Roman" panose="02020603050405020304" pitchFamily="2" charset="0"/>
              </a:rPr>
              <a:t>、 </a:t>
            </a:r>
            <a:r>
              <a:rPr lang="en-US" altLang="zh-CN" sz="2500" b="1">
                <a:latin typeface="Times New Roman" panose="02020603050405020304" pitchFamily="2" charset="0"/>
              </a:rPr>
              <a:t>FORTRAN</a:t>
            </a:r>
            <a:r>
              <a:rPr lang="zh-CN" altLang="en-US" sz="2500" b="1">
                <a:latin typeface="Times New Roman" panose="02020603050405020304" pitchFamily="2" charset="0"/>
              </a:rPr>
              <a:t>、</a:t>
            </a:r>
            <a:r>
              <a:rPr lang="en-US" altLang="zh-CN" sz="2500" b="1">
                <a:latin typeface="Times New Roman" panose="02020603050405020304" pitchFamily="2" charset="0"/>
              </a:rPr>
              <a:t>C</a:t>
            </a:r>
            <a:r>
              <a:rPr lang="zh-CN" altLang="en-US" sz="2500" b="1">
                <a:latin typeface="Times New Roman" panose="02020603050405020304" pitchFamily="2" charset="0"/>
              </a:rPr>
              <a:t>等</a:t>
            </a:r>
          </a:p>
        </p:txBody>
      </p:sp>
      <p:sp>
        <p:nvSpPr>
          <p:cNvPr id="47131" name="文本框 47130"/>
          <p:cNvSpPr txBox="1"/>
          <p:nvPr/>
        </p:nvSpPr>
        <p:spPr>
          <a:xfrm>
            <a:off x="4343400" y="3657600"/>
            <a:ext cx="4495800" cy="857250"/>
          </a:xfrm>
          <a:prstGeom prst="rect">
            <a:avLst/>
          </a:prstGeom>
          <a:noFill/>
          <a:ln w="9525">
            <a:noFill/>
          </a:ln>
        </p:spPr>
        <p:txBody>
          <a:bodyPr lIns="96492" tIns="48246" rIns="96492" bIns="48246">
            <a:spAutoFit/>
          </a:bodyPr>
          <a:lstStyle/>
          <a:p>
            <a:pPr defTabSz="965200" eaLnBrk="0" hangingPunct="0"/>
            <a:r>
              <a:rPr lang="zh-CN" altLang="en-US" sz="2500" b="1">
                <a:latin typeface="Times New Roman" panose="02020603050405020304" pitchFamily="2" charset="0"/>
              </a:rPr>
              <a:t>面向对象：</a:t>
            </a:r>
            <a:r>
              <a:rPr lang="en-US" altLang="zh-CN" sz="2500" b="1">
                <a:latin typeface="Times New Roman" panose="02020603050405020304" pitchFamily="2" charset="0"/>
              </a:rPr>
              <a:t>C</a:t>
            </a:r>
            <a:r>
              <a:rPr lang="en-US" altLang="zh-CN" sz="2500" b="1" baseline="30000">
                <a:latin typeface="Times New Roman" panose="02020603050405020304" pitchFamily="2" charset="0"/>
              </a:rPr>
              <a:t>++ </a:t>
            </a:r>
            <a:r>
              <a:rPr lang="zh-CN" altLang="en-US" sz="2500" b="1">
                <a:latin typeface="Times New Roman" panose="02020603050405020304" pitchFamily="2" charset="0"/>
              </a:rPr>
              <a:t>、</a:t>
            </a:r>
            <a:r>
              <a:rPr lang="zh-CN" altLang="en-US" sz="2500" b="1" baseline="30000">
                <a:latin typeface="Times New Roman" panose="02020603050405020304" pitchFamily="2" charset="0"/>
              </a:rPr>
              <a:t> </a:t>
            </a:r>
            <a:r>
              <a:rPr lang="en-US" altLang="zh-CN" sz="2500" b="1">
                <a:latin typeface="Times New Roman" panose="02020603050405020304" pitchFamily="2" charset="0"/>
              </a:rPr>
              <a:t>Java</a:t>
            </a:r>
            <a:r>
              <a:rPr lang="zh-CN" altLang="en-US" sz="2500" b="1">
                <a:latin typeface="Times New Roman" panose="02020603050405020304" pitchFamily="2" charset="0"/>
              </a:rPr>
              <a:t>、</a:t>
            </a:r>
            <a:r>
              <a:rPr lang="en-US" altLang="zh-CN" sz="2500" b="1">
                <a:latin typeface="Times New Roman" panose="02020603050405020304" pitchFamily="2" charset="0"/>
              </a:rPr>
              <a:t>Visual Basic</a:t>
            </a:r>
            <a:r>
              <a:rPr lang="zh-CN" altLang="en-US" sz="2500" b="1">
                <a:latin typeface="Times New Roman" panose="02020603050405020304" pitchFamily="2" charset="0"/>
              </a:rPr>
              <a:t>等</a:t>
            </a:r>
          </a:p>
        </p:txBody>
      </p:sp>
      <p:sp>
        <p:nvSpPr>
          <p:cNvPr id="47132" name="直接连接符 47131"/>
          <p:cNvSpPr/>
          <p:nvPr/>
        </p:nvSpPr>
        <p:spPr>
          <a:xfrm>
            <a:off x="914400" y="4443413"/>
            <a:ext cx="865188" cy="0"/>
          </a:xfrm>
          <a:prstGeom prst="line">
            <a:avLst/>
          </a:prstGeom>
          <a:ln w="12700" cap="flat" cmpd="sng">
            <a:solidFill>
              <a:schemeClr val="tx1"/>
            </a:solidFill>
            <a:prstDash val="solid"/>
            <a:headEnd type="none" w="med" len="med"/>
            <a:tailEnd type="none" w="med" len="med"/>
          </a:ln>
        </p:spPr>
      </p:sp>
      <p:sp>
        <p:nvSpPr>
          <p:cNvPr id="47133" name="矩形 47132"/>
          <p:cNvSpPr/>
          <p:nvPr/>
        </p:nvSpPr>
        <p:spPr>
          <a:xfrm>
            <a:off x="1676400" y="4197350"/>
            <a:ext cx="2679700" cy="469900"/>
          </a:xfrm>
          <a:prstGeom prst="rect">
            <a:avLst/>
          </a:prstGeom>
          <a:noFill/>
          <a:ln w="9525">
            <a:noFill/>
          </a:ln>
        </p:spPr>
        <p:txBody>
          <a:bodyPr lIns="90483" tIns="44448" rIns="90483" bIns="44448">
            <a:spAutoFit/>
          </a:bodyPr>
          <a:lstStyle/>
          <a:p>
            <a:pPr algn="just" defTabSz="762000"/>
            <a:r>
              <a:rPr lang="zh-CN" altLang="en-US" sz="2500" b="1">
                <a:latin typeface="宋体" panose="02010600030101010101" pitchFamily="2" charset="-122"/>
              </a:rPr>
              <a:t>面向问题的语言</a:t>
            </a:r>
            <a:endParaRPr lang="zh-CN" altLang="en-US" sz="2500" b="1">
              <a:latin typeface="Times New Roman" panose="02020603050405020304" pitchFamily="2"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48129"/>
          <p:cNvSpPr>
            <a:spLocks noGrp="1"/>
          </p:cNvSpPr>
          <p:nvPr>
            <p:ph type="title"/>
          </p:nvPr>
        </p:nvSpPr>
        <p:spPr>
          <a:xfrm>
            <a:off x="180975" y="188913"/>
            <a:ext cx="6657975" cy="550862"/>
          </a:xfrm>
          <a:ln/>
        </p:spPr>
        <p:txBody>
          <a:bodyPr anchor="b" anchorCtr="0"/>
          <a:lstStyle/>
          <a:p>
            <a:r>
              <a:rPr lang="zh-CN" altLang="en-US">
                <a:solidFill>
                  <a:srgbClr val="800000"/>
                </a:solidFill>
                <a:ea typeface="华文新魏" panose="02010800040101010101" pitchFamily="2" charset="-122"/>
              </a:rPr>
              <a:t>计算机的技术指标</a:t>
            </a:r>
          </a:p>
        </p:txBody>
      </p:sp>
      <p:sp>
        <p:nvSpPr>
          <p:cNvPr id="48131" name="文本占位符 48130"/>
          <p:cNvSpPr>
            <a:spLocks noGrp="1"/>
          </p:cNvSpPr>
          <p:nvPr>
            <p:ph type="body" idx="1"/>
          </p:nvPr>
        </p:nvSpPr>
        <p:spPr>
          <a:xfrm>
            <a:off x="180975" y="1196975"/>
            <a:ext cx="8135938" cy="5256213"/>
          </a:xfrm>
          <a:ln/>
        </p:spPr>
        <p:txBody>
          <a:bodyPr/>
          <a:lstStyle/>
          <a:p>
            <a:pPr>
              <a:buClr>
                <a:srgbClr val="003399"/>
              </a:buClr>
              <a:buFont typeface="Wingdings" panose="05000000000000000000" pitchFamily="2" charset="2"/>
              <a:buChar char="§"/>
            </a:pPr>
            <a:r>
              <a:rPr lang="zh-CN" altLang="en-US" sz="2400" b="1">
                <a:solidFill>
                  <a:srgbClr val="800000"/>
                </a:solidFill>
                <a:ea typeface="楷体_GB2312" pitchFamily="1" charset="-122"/>
              </a:rPr>
              <a:t>字长：</a:t>
            </a:r>
            <a:r>
              <a:rPr lang="zh-CN" altLang="en-US" sz="2400" b="1">
                <a:ea typeface="楷体_GB2312" pitchFamily="1" charset="-122"/>
              </a:rPr>
              <a:t>参与运算的基本位数，它决定了寄存器、加法器、存储单元和数据总线的位数。它标志着计算精度。</a:t>
            </a:r>
          </a:p>
          <a:p>
            <a:pPr>
              <a:buClr>
                <a:srgbClr val="003399"/>
              </a:buClr>
              <a:buFont typeface="Wingdings" panose="05000000000000000000" pitchFamily="2" charset="2"/>
              <a:buChar char="§"/>
            </a:pPr>
            <a:r>
              <a:rPr lang="zh-CN" altLang="en-US" sz="2400" b="1">
                <a:solidFill>
                  <a:srgbClr val="800000"/>
                </a:solidFill>
                <a:ea typeface="楷体_GB2312" pitchFamily="1" charset="-122"/>
              </a:rPr>
              <a:t>主存容量：</a:t>
            </a:r>
            <a:r>
              <a:rPr lang="zh-CN" altLang="en-US" sz="2400" b="1">
                <a:ea typeface="楷体_GB2312" pitchFamily="1" charset="-122"/>
              </a:rPr>
              <a:t>存储器可以容纳的二进制信息量。</a:t>
            </a:r>
          </a:p>
          <a:p>
            <a:pPr>
              <a:buClr>
                <a:srgbClr val="003399"/>
              </a:buClr>
              <a:buFont typeface="Wingdings" panose="05000000000000000000" pitchFamily="2" charset="2"/>
              <a:buChar char="§"/>
            </a:pPr>
            <a:r>
              <a:rPr lang="zh-CN" altLang="en-US" sz="2400" b="1">
                <a:solidFill>
                  <a:srgbClr val="800000"/>
                </a:solidFill>
                <a:ea typeface="楷体_GB2312" pitchFamily="1" charset="-122"/>
              </a:rPr>
              <a:t>运算速度：</a:t>
            </a:r>
            <a:r>
              <a:rPr lang="zh-CN" altLang="en-US" sz="2400" b="1">
                <a:ea typeface="楷体_GB2312" pitchFamily="1" charset="-122"/>
              </a:rPr>
              <a:t>单位时间内执行指令的平均条数。</a:t>
            </a:r>
          </a:p>
          <a:p>
            <a:pPr>
              <a:buClr>
                <a:srgbClr val="003399"/>
              </a:buClr>
              <a:buFont typeface="Wingdings" panose="05000000000000000000" pitchFamily="2" charset="2"/>
              <a:buChar char="§"/>
            </a:pPr>
            <a:r>
              <a:rPr lang="zh-CN" altLang="en-US" sz="2400" b="1">
                <a:solidFill>
                  <a:srgbClr val="800000"/>
                </a:solidFill>
                <a:ea typeface="楷体_GB2312" pitchFamily="1" charset="-122"/>
              </a:rPr>
              <a:t>软、硬件配置：</a:t>
            </a:r>
            <a:r>
              <a:rPr lang="zh-CN" altLang="en-US" sz="2400" b="1">
                <a:ea typeface="楷体_GB2312" pitchFamily="1" charset="-122"/>
              </a:rPr>
              <a:t>外部设备的配备和功能强大的操作系统和程序设计语言。</a:t>
            </a:r>
          </a:p>
          <a:p>
            <a:pPr>
              <a:buClr>
                <a:srgbClr val="003399"/>
              </a:buClr>
              <a:buFont typeface="Wingdings" panose="05000000000000000000" pitchFamily="2" charset="2"/>
              <a:buChar char="§"/>
            </a:pPr>
            <a:r>
              <a:rPr lang="zh-CN" altLang="en-US" sz="2400" b="1">
                <a:solidFill>
                  <a:srgbClr val="800000"/>
                </a:solidFill>
                <a:ea typeface="楷体_GB2312" pitchFamily="1" charset="-122"/>
              </a:rPr>
              <a:t>性能价格比：</a:t>
            </a:r>
            <a:r>
              <a:rPr lang="zh-CN" altLang="en-US" sz="2400" b="1">
                <a:ea typeface="楷体_GB2312" pitchFamily="1" charset="-122"/>
              </a:rPr>
              <a:t>性能和价格之比是衡量计算机的综合指标。</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50177"/>
          <p:cNvSpPr>
            <a:spLocks noGrp="1"/>
          </p:cNvSpPr>
          <p:nvPr>
            <p:ph type="title"/>
          </p:nvPr>
        </p:nvSpPr>
        <p:spPr>
          <a:xfrm>
            <a:off x="107950" y="117475"/>
            <a:ext cx="7850188" cy="558800"/>
          </a:xfrm>
          <a:ln/>
        </p:spPr>
        <p:txBody>
          <a:bodyPr anchor="b" anchorCtr="0"/>
          <a:lstStyle/>
          <a:p>
            <a:r>
              <a:rPr lang="zh-CN" altLang="en-US"/>
              <a:t>计算机的发展</a:t>
            </a:r>
            <a:r>
              <a:rPr lang="en-US" altLang="zh-CN">
                <a:latin typeface="华文中宋" panose="02010600040101010101" pitchFamily="2" charset="-122"/>
              </a:rPr>
              <a:t>—</a:t>
            </a:r>
            <a:r>
              <a:rPr lang="en-US" altLang="zh-CN" sz="2200"/>
              <a:t>Pentium</a:t>
            </a:r>
            <a:r>
              <a:rPr lang="zh-CN" altLang="en-US" sz="2200"/>
              <a:t>和</a:t>
            </a:r>
            <a:r>
              <a:rPr lang="en-US" altLang="zh-CN" sz="2200"/>
              <a:t>Power PC</a:t>
            </a:r>
            <a:r>
              <a:rPr lang="zh-CN" altLang="en-US" sz="2200"/>
              <a:t>发展概述</a:t>
            </a:r>
          </a:p>
        </p:txBody>
      </p:sp>
      <p:sp>
        <p:nvSpPr>
          <p:cNvPr id="50179" name="文本占位符 50178"/>
          <p:cNvSpPr>
            <a:spLocks noGrp="1"/>
          </p:cNvSpPr>
          <p:nvPr>
            <p:ph type="body" idx="1"/>
          </p:nvPr>
        </p:nvSpPr>
        <p:spPr>
          <a:xfrm>
            <a:off x="252413" y="1127125"/>
            <a:ext cx="8351837" cy="4822825"/>
          </a:xfrm>
          <a:ln/>
        </p:spPr>
        <p:txBody>
          <a:bodyPr/>
          <a:lstStyle/>
          <a:p>
            <a:r>
              <a:rPr lang="en-US" altLang="zh-CN" b="1"/>
              <a:t>Pentium</a:t>
            </a:r>
            <a:r>
              <a:rPr lang="zh-CN" altLang="en-US" b="1"/>
              <a:t>系列微处理器的发展概况</a:t>
            </a:r>
          </a:p>
          <a:p>
            <a:pPr lvl="1"/>
            <a:r>
              <a:rPr lang="en-US" altLang="zh-CN" sz="1800" b="1"/>
              <a:t>8080</a:t>
            </a:r>
            <a:r>
              <a:rPr lang="zh-CN" altLang="en-US" sz="1800" b="1"/>
              <a:t>、</a:t>
            </a:r>
            <a:r>
              <a:rPr lang="en-US" altLang="zh-CN" sz="1800" b="1"/>
              <a:t>8086</a:t>
            </a:r>
            <a:r>
              <a:rPr lang="zh-CN" altLang="en-US" sz="1800" b="1"/>
              <a:t>、</a:t>
            </a:r>
            <a:r>
              <a:rPr lang="en-US" altLang="zh-CN" sz="1800" b="1"/>
              <a:t>80286</a:t>
            </a:r>
            <a:r>
              <a:rPr lang="zh-CN" altLang="en-US" sz="1800" b="1"/>
              <a:t>、</a:t>
            </a:r>
            <a:r>
              <a:rPr lang="en-US" altLang="zh-CN" sz="1800" b="1"/>
              <a:t>80386</a:t>
            </a:r>
            <a:r>
              <a:rPr lang="zh-CN" altLang="en-US" sz="1800" b="1"/>
              <a:t>、</a:t>
            </a:r>
            <a:r>
              <a:rPr lang="en-US" altLang="zh-CN" sz="1800" b="1"/>
              <a:t>80486</a:t>
            </a:r>
            <a:r>
              <a:rPr lang="zh-CN" altLang="en-US" sz="1800" b="1"/>
              <a:t>、 </a:t>
            </a:r>
            <a:r>
              <a:rPr lang="en-US" altLang="zh-CN" sz="1800" b="1"/>
              <a:t>Pentium</a:t>
            </a:r>
            <a:r>
              <a:rPr lang="zh-CN" altLang="en-US" sz="1800" b="1"/>
              <a:t>、</a:t>
            </a:r>
            <a:r>
              <a:rPr lang="en-US" altLang="zh-CN" sz="1800" b="1"/>
              <a:t>Pentium Pro</a:t>
            </a:r>
            <a:r>
              <a:rPr lang="zh-CN" altLang="en-US" sz="1800" b="1"/>
              <a:t>、</a:t>
            </a:r>
            <a:r>
              <a:rPr lang="en-US" altLang="zh-CN" sz="1800" b="1"/>
              <a:t>Pentium II</a:t>
            </a:r>
            <a:r>
              <a:rPr lang="zh-CN" altLang="en-US" sz="1800" b="1"/>
              <a:t>、 </a:t>
            </a:r>
            <a:r>
              <a:rPr lang="en-US" altLang="zh-CN" sz="1800" b="1"/>
              <a:t>Pentium III</a:t>
            </a:r>
            <a:r>
              <a:rPr lang="zh-CN" altLang="en-US" sz="1800" b="1"/>
              <a:t>、 </a:t>
            </a:r>
            <a:r>
              <a:rPr lang="en-US" altLang="zh-CN" sz="1800" b="1"/>
              <a:t>Pentium IV</a:t>
            </a:r>
            <a:r>
              <a:rPr lang="zh-CN" altLang="en-US" sz="1800" b="1"/>
              <a:t>、</a:t>
            </a:r>
            <a:r>
              <a:rPr lang="en-US" altLang="zh-CN" sz="1800" b="1"/>
              <a:t>Merced</a:t>
            </a:r>
            <a:r>
              <a:rPr lang="zh-CN" altLang="en-US" sz="1800" b="1"/>
              <a:t>、</a:t>
            </a:r>
            <a:r>
              <a:rPr lang="en-US" altLang="zh-CN" sz="1800" b="1"/>
              <a:t>Prescott</a:t>
            </a:r>
          </a:p>
          <a:p>
            <a:pPr lvl="1"/>
            <a:r>
              <a:rPr lang="en-US" altLang="zh-CN" sz="1800" b="1"/>
              <a:t>CISC</a:t>
            </a:r>
          </a:p>
          <a:p>
            <a:r>
              <a:rPr lang="en-US" altLang="zh-CN" b="1"/>
              <a:t>Power PC</a:t>
            </a:r>
            <a:r>
              <a:rPr lang="zh-CN" altLang="en-US" b="1"/>
              <a:t>系列微处理器的发展概况</a:t>
            </a:r>
          </a:p>
          <a:p>
            <a:pPr lvl="1"/>
            <a:r>
              <a:rPr lang="en-US" altLang="zh-CN" sz="1800" b="1">
                <a:sym typeface="Arial" panose="020B0604020202020204" pitchFamily="34" charset="0"/>
              </a:rPr>
              <a:t>601</a:t>
            </a:r>
            <a:r>
              <a:rPr lang="zh-CN" altLang="en-US" sz="1800" b="1">
                <a:sym typeface="Arial" panose="020B0604020202020204" pitchFamily="34" charset="0"/>
              </a:rPr>
              <a:t>、</a:t>
            </a:r>
            <a:r>
              <a:rPr lang="en-US" altLang="zh-CN" sz="1800" b="1">
                <a:sym typeface="Arial" panose="020B0604020202020204" pitchFamily="34" charset="0"/>
              </a:rPr>
              <a:t>603</a:t>
            </a:r>
            <a:r>
              <a:rPr lang="zh-CN" altLang="en-US" sz="1800" b="1">
                <a:sym typeface="Arial" panose="020B0604020202020204" pitchFamily="34" charset="0"/>
              </a:rPr>
              <a:t>、</a:t>
            </a:r>
            <a:r>
              <a:rPr lang="en-US" altLang="zh-CN" sz="1800" b="1">
                <a:sym typeface="Arial" panose="020B0604020202020204" pitchFamily="34" charset="0"/>
              </a:rPr>
              <a:t>604</a:t>
            </a:r>
            <a:r>
              <a:rPr lang="zh-CN" altLang="en-US" sz="1800" b="1">
                <a:sym typeface="Arial" panose="020B0604020202020204" pitchFamily="34" charset="0"/>
              </a:rPr>
              <a:t>、</a:t>
            </a:r>
            <a:r>
              <a:rPr lang="en-US" altLang="zh-CN" sz="1800" b="1">
                <a:sym typeface="Arial" panose="020B0604020202020204" pitchFamily="34" charset="0"/>
              </a:rPr>
              <a:t>620</a:t>
            </a:r>
          </a:p>
          <a:p>
            <a:pPr lvl="1"/>
            <a:r>
              <a:rPr lang="en-US" altLang="zh-CN" sz="1800" b="1">
                <a:sym typeface="Arial" panose="020B0604020202020204" pitchFamily="34" charset="0"/>
              </a:rPr>
              <a:t>RISC</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51201"/>
          <p:cNvSpPr>
            <a:spLocks noGrp="1"/>
          </p:cNvSpPr>
          <p:nvPr>
            <p:ph type="title"/>
          </p:nvPr>
        </p:nvSpPr>
        <p:spPr>
          <a:xfrm>
            <a:off x="339725" y="293688"/>
            <a:ext cx="7689850" cy="342900"/>
          </a:xfrm>
          <a:ln/>
        </p:spPr>
        <p:txBody>
          <a:bodyPr anchor="b" anchorCtr="0"/>
          <a:lstStyle/>
          <a:p>
            <a:r>
              <a:rPr lang="zh-CN" altLang="en-US">
                <a:ea typeface="华文新魏" panose="02010800040101010101" pitchFamily="2" charset="-122"/>
              </a:rPr>
              <a:t>摩尔定律</a:t>
            </a:r>
          </a:p>
        </p:txBody>
      </p:sp>
      <p:sp>
        <p:nvSpPr>
          <p:cNvPr id="51203" name="文本占位符 51202"/>
          <p:cNvSpPr>
            <a:spLocks noGrp="1"/>
          </p:cNvSpPr>
          <p:nvPr>
            <p:ph type="body" idx="1"/>
          </p:nvPr>
        </p:nvSpPr>
        <p:spPr>
          <a:xfrm>
            <a:off x="254000" y="1054100"/>
            <a:ext cx="8351838" cy="4800600"/>
          </a:xfrm>
          <a:ln/>
        </p:spPr>
        <p:txBody>
          <a:bodyPr/>
          <a:lstStyle/>
          <a:p>
            <a:r>
              <a:rPr lang="zh-CN" altLang="en-US" sz="2400" b="1"/>
              <a:t>早在</a:t>
            </a:r>
            <a:r>
              <a:rPr lang="en-US" altLang="zh-CN" sz="2400" b="1"/>
              <a:t>1964</a:t>
            </a:r>
            <a:r>
              <a:rPr lang="zh-CN" altLang="en-US" sz="2400" b="1"/>
              <a:t>年，英特尔公司创始人戈登</a:t>
            </a:r>
            <a:r>
              <a:rPr lang="en-US" altLang="zh-CN" sz="2400" b="1" baseline="30000"/>
              <a:t>.</a:t>
            </a:r>
            <a:r>
              <a:rPr lang="zh-CN" altLang="en-US" sz="2400" b="1"/>
              <a:t>摩尔（</a:t>
            </a:r>
            <a:r>
              <a:rPr lang="en-US" altLang="zh-CN" sz="2400" b="1"/>
              <a:t>Gordon Moore</a:t>
            </a:r>
            <a:r>
              <a:rPr lang="zh-CN" altLang="en-US" sz="2400" b="1"/>
              <a:t>）在一篇很短的论文里断言：</a:t>
            </a:r>
            <a:r>
              <a:rPr lang="zh-CN" altLang="en-US" sz="2400" b="1" u="sng"/>
              <a:t>每</a:t>
            </a:r>
            <a:r>
              <a:rPr lang="en-US" altLang="zh-CN" sz="2400" b="1" u="sng"/>
              <a:t>18</a:t>
            </a:r>
            <a:r>
              <a:rPr lang="zh-CN" altLang="en-US" sz="2400" b="1" u="sng"/>
              <a:t>个月，集成电路的性能将提高一倍，而其价格将降低一半。</a:t>
            </a:r>
            <a:r>
              <a:rPr lang="zh-CN" altLang="en-US" sz="2400" b="1"/>
              <a:t>这就是著名的</a:t>
            </a:r>
            <a:r>
              <a:rPr lang="zh-CN" altLang="en-US" sz="2400" b="1">
                <a:solidFill>
                  <a:schemeClr val="hlink"/>
                </a:solidFill>
              </a:rPr>
              <a:t>摩尔定律</a:t>
            </a:r>
            <a:r>
              <a:rPr lang="zh-CN" altLang="en-US" sz="2400" b="1"/>
              <a:t>。作为迄今为止半导体发展史上意义最深远的定律，摩尔定律被集成电路近</a:t>
            </a:r>
            <a:r>
              <a:rPr lang="en-US" altLang="zh-CN" sz="2400" b="1"/>
              <a:t>40</a:t>
            </a:r>
            <a:r>
              <a:rPr lang="zh-CN" altLang="en-US" sz="2400" b="1"/>
              <a:t>年的发展历史准确无误地验证着。</a:t>
            </a:r>
          </a:p>
          <a:p>
            <a:r>
              <a:rPr lang="zh-CN" altLang="en-US" sz="2400" b="1"/>
              <a:t>摩尔定律有另外一种表述方法，即</a:t>
            </a:r>
            <a:r>
              <a:rPr lang="zh-CN" altLang="en-US" sz="2400" b="1" u="sng"/>
              <a:t>每过</a:t>
            </a:r>
            <a:r>
              <a:rPr lang="en-US" altLang="zh-CN" sz="2400" b="1" u="sng"/>
              <a:t>10</a:t>
            </a:r>
            <a:r>
              <a:rPr lang="zh-CN" altLang="en-US" sz="2400" b="1" u="sng"/>
              <a:t>年计算机系统性能将会增加</a:t>
            </a:r>
            <a:r>
              <a:rPr lang="en-US" altLang="zh-CN" sz="2400" b="1" u="sng"/>
              <a:t>100</a:t>
            </a:r>
            <a:r>
              <a:rPr lang="zh-CN" altLang="en-US" sz="2400" b="1" u="sng"/>
              <a:t>倍，通讯带宽也会提高</a:t>
            </a:r>
            <a:r>
              <a:rPr lang="en-US" altLang="zh-CN" sz="2400" b="1" u="sng"/>
              <a:t>100</a:t>
            </a:r>
            <a:r>
              <a:rPr lang="zh-CN" altLang="en-US" sz="2400" b="1" u="sng"/>
              <a:t>倍，而花费的资金不会增加。</a:t>
            </a:r>
            <a:r>
              <a:rPr lang="zh-CN" altLang="en-US" sz="2400" b="1"/>
              <a:t>我们完全有理由相信，这种趋势在今后</a:t>
            </a:r>
            <a:r>
              <a:rPr lang="en-US" altLang="zh-CN" sz="2400" b="1"/>
              <a:t>20</a:t>
            </a:r>
            <a:r>
              <a:rPr lang="zh-CN" altLang="en-US" sz="2400" b="1"/>
              <a:t>年还会持续下去，我们还没有达到物理上造成计算机性能停滞不前的任何限制。</a:t>
            </a:r>
            <a:endParaRPr lang="zh-CN" altLang="en-US" sz="2800"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57345"/>
          <p:cNvSpPr>
            <a:spLocks noGrp="1"/>
          </p:cNvSpPr>
          <p:nvPr>
            <p:ph type="title"/>
          </p:nvPr>
        </p:nvSpPr>
        <p:spPr>
          <a:xfrm>
            <a:off x="936625" y="157163"/>
            <a:ext cx="6110288" cy="463550"/>
          </a:xfrm>
          <a:ln/>
        </p:spPr>
        <p:txBody>
          <a:bodyPr anchor="b" anchorCtr="0"/>
          <a:lstStyle/>
          <a:p>
            <a:r>
              <a:rPr lang="zh-CN" altLang="en-US"/>
              <a:t>计算机系统的层次结构</a:t>
            </a:r>
          </a:p>
        </p:txBody>
      </p:sp>
      <p:sp>
        <p:nvSpPr>
          <p:cNvPr id="57347" name="文本占位符 57346"/>
          <p:cNvSpPr>
            <a:spLocks noGrp="1"/>
          </p:cNvSpPr>
          <p:nvPr>
            <p:ph type="body" sz="half" idx="1"/>
          </p:nvPr>
        </p:nvSpPr>
        <p:spPr>
          <a:xfrm>
            <a:off x="468313" y="836613"/>
            <a:ext cx="4029075" cy="4541837"/>
          </a:xfrm>
          <a:ln/>
        </p:spPr>
        <p:txBody>
          <a:bodyPr/>
          <a:lstStyle/>
          <a:p>
            <a:pPr fontAlgn="ctr">
              <a:lnSpc>
                <a:spcPct val="160000"/>
              </a:lnSpc>
              <a:buClr>
                <a:srgbClr val="3B5518"/>
              </a:buClr>
              <a:buSzPct val="60000"/>
              <a:buFont typeface="Wingdings" panose="05000000000000000000" pitchFamily="2" charset="2"/>
              <a:buNone/>
            </a:pPr>
            <a:r>
              <a:rPr lang="zh-CN" altLang="en-US" sz="1800" b="1">
                <a:hlinkClick r:id="rId2" action="ppaction://hlinksldjump"/>
              </a:rPr>
              <a:t>第</a:t>
            </a:r>
            <a:r>
              <a:rPr lang="en-US" altLang="zh-CN" sz="1800" b="1">
                <a:hlinkClick r:id="rId2" action="ppaction://hlinksldjump"/>
              </a:rPr>
              <a:t>1</a:t>
            </a:r>
            <a:r>
              <a:rPr lang="zh-CN" altLang="en-US" sz="1800" b="1">
                <a:hlinkClick r:id="rId2" action="ppaction://hlinksldjump"/>
              </a:rPr>
              <a:t>层  微程序设计层</a:t>
            </a:r>
            <a:endParaRPr lang="zh-CN" altLang="en-US" sz="1800" b="1"/>
          </a:p>
          <a:p>
            <a:pPr fontAlgn="ctr">
              <a:lnSpc>
                <a:spcPct val="160000"/>
              </a:lnSpc>
              <a:buClr>
                <a:srgbClr val="3B5518"/>
              </a:buClr>
              <a:buSzPct val="60000"/>
              <a:buFont typeface="Wingdings" panose="05000000000000000000" pitchFamily="2" charset="2"/>
              <a:buNone/>
            </a:pPr>
            <a:r>
              <a:rPr lang="zh-CN" altLang="en-US" sz="1800" b="1">
                <a:hlinkClick r:id="rId3" action="ppaction://hlinksldjump"/>
              </a:rPr>
              <a:t>第</a:t>
            </a:r>
            <a:r>
              <a:rPr lang="en-US" altLang="zh-CN" sz="1800" b="1">
                <a:hlinkClick r:id="rId3" action="ppaction://hlinksldjump"/>
              </a:rPr>
              <a:t>2</a:t>
            </a:r>
            <a:r>
              <a:rPr lang="zh-CN" altLang="en-US" sz="1800" b="1">
                <a:hlinkClick r:id="rId3" action="ppaction://hlinksldjump"/>
              </a:rPr>
              <a:t>层  一般机器层</a:t>
            </a:r>
            <a:endParaRPr lang="zh-CN" altLang="en-US" sz="1800" b="1"/>
          </a:p>
          <a:p>
            <a:pPr fontAlgn="ctr">
              <a:lnSpc>
                <a:spcPct val="160000"/>
              </a:lnSpc>
              <a:buClr>
                <a:srgbClr val="3B5518"/>
              </a:buClr>
              <a:buSzPct val="60000"/>
              <a:buFont typeface="Wingdings" panose="05000000000000000000" pitchFamily="2" charset="2"/>
              <a:buNone/>
            </a:pPr>
            <a:r>
              <a:rPr lang="zh-CN" altLang="en-US" sz="1800" b="1">
                <a:hlinkClick r:id="rId4" action="ppaction://hlinksldjump"/>
              </a:rPr>
              <a:t>第</a:t>
            </a:r>
            <a:r>
              <a:rPr lang="en-US" altLang="zh-CN" sz="1800" b="1">
                <a:hlinkClick r:id="rId4" action="ppaction://hlinksldjump"/>
              </a:rPr>
              <a:t>3</a:t>
            </a:r>
            <a:r>
              <a:rPr lang="zh-CN" altLang="en-US" sz="1800" b="1">
                <a:hlinkClick r:id="rId4" action="ppaction://hlinksldjump"/>
              </a:rPr>
              <a:t>层  操作系统层</a:t>
            </a:r>
            <a:endParaRPr lang="zh-CN" altLang="en-US" sz="1800" b="1"/>
          </a:p>
          <a:p>
            <a:pPr fontAlgn="ctr">
              <a:lnSpc>
                <a:spcPct val="160000"/>
              </a:lnSpc>
              <a:buClr>
                <a:srgbClr val="3B5518"/>
              </a:buClr>
              <a:buSzPct val="60000"/>
              <a:buFont typeface="Wingdings" panose="05000000000000000000" pitchFamily="2" charset="2"/>
              <a:buNone/>
            </a:pPr>
            <a:r>
              <a:rPr lang="zh-CN" altLang="en-US" sz="1800" b="1">
                <a:hlinkClick r:id="rId5" action="ppaction://hlinksldjump"/>
              </a:rPr>
              <a:t>第</a:t>
            </a:r>
            <a:r>
              <a:rPr lang="en-US" altLang="zh-CN" sz="1800" b="1">
                <a:hlinkClick r:id="rId5" action="ppaction://hlinksldjump"/>
              </a:rPr>
              <a:t>4</a:t>
            </a:r>
            <a:r>
              <a:rPr lang="zh-CN" altLang="en-US" sz="1800" b="1">
                <a:hlinkClick r:id="rId5" action="ppaction://hlinksldjump"/>
              </a:rPr>
              <a:t>层  汇编语言层</a:t>
            </a:r>
            <a:endParaRPr lang="zh-CN" altLang="en-US" sz="1800" b="1"/>
          </a:p>
          <a:p>
            <a:pPr fontAlgn="ctr">
              <a:lnSpc>
                <a:spcPct val="160000"/>
              </a:lnSpc>
              <a:buClr>
                <a:srgbClr val="3B5518"/>
              </a:buClr>
              <a:buSzPct val="60000"/>
              <a:buFont typeface="Wingdings" panose="05000000000000000000" pitchFamily="2" charset="2"/>
              <a:buNone/>
            </a:pPr>
            <a:r>
              <a:rPr lang="zh-CN" altLang="en-US" sz="1800" b="1">
                <a:hlinkClick r:id="rId6" action="ppaction://hlinksldjump"/>
              </a:rPr>
              <a:t>第</a:t>
            </a:r>
            <a:r>
              <a:rPr lang="en-US" altLang="zh-CN" sz="1800" b="1">
                <a:hlinkClick r:id="rId6" action="ppaction://hlinksldjump"/>
              </a:rPr>
              <a:t>5</a:t>
            </a:r>
            <a:r>
              <a:rPr lang="zh-CN" altLang="en-US" sz="1800" b="1">
                <a:hlinkClick r:id="rId6" action="ppaction://hlinksldjump"/>
              </a:rPr>
              <a:t>层  高级语言层</a:t>
            </a:r>
            <a:endParaRPr lang="zh-CN" altLang="en-US" sz="2400"/>
          </a:p>
        </p:txBody>
      </p:sp>
      <p:grpSp>
        <p:nvGrpSpPr>
          <p:cNvPr id="57348" name="组合 57347"/>
          <p:cNvGrpSpPr/>
          <p:nvPr/>
        </p:nvGrpSpPr>
        <p:grpSpPr>
          <a:xfrm>
            <a:off x="4572000" y="909638"/>
            <a:ext cx="2406650" cy="4433887"/>
            <a:chOff x="0" y="0"/>
            <a:chExt cx="3765" cy="6982"/>
          </a:xfrm>
        </p:grpSpPr>
        <p:sp>
          <p:nvSpPr>
            <p:cNvPr id="57349" name="文本框 57348"/>
            <p:cNvSpPr txBox="1"/>
            <p:nvPr/>
          </p:nvSpPr>
          <p:spPr>
            <a:xfrm>
              <a:off x="0" y="0"/>
              <a:ext cx="3765" cy="77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eaLnBrk="0" hangingPunct="0"/>
              <a:r>
                <a:rPr lang="zh-CN" altLang="en-US" sz="2400" b="1">
                  <a:solidFill>
                    <a:srgbClr val="993366"/>
                  </a:solidFill>
                  <a:latin typeface="Times New Roman" panose="02020603050405020304" pitchFamily="2" charset="0"/>
                </a:rPr>
                <a:t>高级语言级</a:t>
              </a:r>
            </a:p>
          </p:txBody>
        </p:sp>
        <p:sp>
          <p:nvSpPr>
            <p:cNvPr id="57350" name="文本框 57349"/>
            <p:cNvSpPr txBox="1"/>
            <p:nvPr/>
          </p:nvSpPr>
          <p:spPr>
            <a:xfrm>
              <a:off x="0" y="1552"/>
              <a:ext cx="3765" cy="77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eaLnBrk="0" hangingPunct="0"/>
              <a:r>
                <a:rPr lang="zh-CN" altLang="en-US" sz="2400" b="1">
                  <a:solidFill>
                    <a:srgbClr val="993366"/>
                  </a:solidFill>
                  <a:latin typeface="Times New Roman" panose="02020603050405020304" pitchFamily="2" charset="0"/>
                </a:rPr>
                <a:t>汇编语言级</a:t>
              </a:r>
            </a:p>
          </p:txBody>
        </p:sp>
        <p:sp>
          <p:nvSpPr>
            <p:cNvPr id="57351" name="文本框 57350"/>
            <p:cNvSpPr txBox="1"/>
            <p:nvPr/>
          </p:nvSpPr>
          <p:spPr>
            <a:xfrm>
              <a:off x="0" y="3104"/>
              <a:ext cx="3765" cy="77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eaLnBrk="0" hangingPunct="0"/>
              <a:r>
                <a:rPr lang="zh-CN" altLang="en-US" sz="2400" b="1">
                  <a:solidFill>
                    <a:srgbClr val="993366"/>
                  </a:solidFill>
                  <a:latin typeface="Times New Roman" panose="02020603050405020304" pitchFamily="2" charset="0"/>
                </a:rPr>
                <a:t>操作系统级</a:t>
              </a:r>
            </a:p>
          </p:txBody>
        </p:sp>
        <p:sp>
          <p:nvSpPr>
            <p:cNvPr id="57352" name="文本框 57351"/>
            <p:cNvSpPr txBox="1"/>
            <p:nvPr/>
          </p:nvSpPr>
          <p:spPr>
            <a:xfrm>
              <a:off x="0" y="4656"/>
              <a:ext cx="3765" cy="77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eaLnBrk="0" hangingPunct="0"/>
              <a:r>
                <a:rPr lang="zh-CN" altLang="en-US" sz="2400" b="1">
                  <a:solidFill>
                    <a:srgbClr val="993366"/>
                  </a:solidFill>
                  <a:latin typeface="Times New Roman" panose="02020603050405020304" pitchFamily="2" charset="0"/>
                </a:rPr>
                <a:t>一般机器级</a:t>
              </a:r>
            </a:p>
          </p:txBody>
        </p:sp>
        <p:sp>
          <p:nvSpPr>
            <p:cNvPr id="57353" name="文本框 57352"/>
            <p:cNvSpPr txBox="1"/>
            <p:nvPr/>
          </p:nvSpPr>
          <p:spPr>
            <a:xfrm>
              <a:off x="0" y="6208"/>
              <a:ext cx="3765" cy="77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lstStyle/>
            <a:p>
              <a:pPr algn="ctr" eaLnBrk="0" hangingPunct="0"/>
              <a:r>
                <a:rPr lang="zh-CN" altLang="en-US" sz="2400" b="1">
                  <a:solidFill>
                    <a:srgbClr val="993366"/>
                  </a:solidFill>
                  <a:latin typeface="Times New Roman" panose="02020603050405020304" pitchFamily="2" charset="0"/>
                </a:rPr>
                <a:t>微程序设计级</a:t>
              </a:r>
            </a:p>
          </p:txBody>
        </p:sp>
        <p:sp>
          <p:nvSpPr>
            <p:cNvPr id="57354" name="上箭头 57353"/>
            <p:cNvSpPr/>
            <p:nvPr/>
          </p:nvSpPr>
          <p:spPr>
            <a:xfrm>
              <a:off x="1506" y="776"/>
              <a:ext cx="502" cy="774"/>
            </a:xfrm>
            <a:prstGeom prst="upArrow">
              <a:avLst>
                <a:gd name="adj1" fmla="val 50000"/>
                <a:gd name="adj2" fmla="val 38545"/>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57355" name="上箭头 57354"/>
            <p:cNvSpPr/>
            <p:nvPr/>
          </p:nvSpPr>
          <p:spPr>
            <a:xfrm>
              <a:off x="1506" y="2328"/>
              <a:ext cx="502" cy="774"/>
            </a:xfrm>
            <a:prstGeom prst="upArrow">
              <a:avLst>
                <a:gd name="adj1" fmla="val 50000"/>
                <a:gd name="adj2" fmla="val 38545"/>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57356" name="上箭头 57355"/>
            <p:cNvSpPr/>
            <p:nvPr/>
          </p:nvSpPr>
          <p:spPr>
            <a:xfrm>
              <a:off x="1506" y="3880"/>
              <a:ext cx="502" cy="774"/>
            </a:xfrm>
            <a:prstGeom prst="upArrow">
              <a:avLst>
                <a:gd name="adj1" fmla="val 50000"/>
                <a:gd name="adj2" fmla="val 38545"/>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sp>
          <p:nvSpPr>
            <p:cNvPr id="57357" name="上箭头 57356"/>
            <p:cNvSpPr/>
            <p:nvPr/>
          </p:nvSpPr>
          <p:spPr>
            <a:xfrm>
              <a:off x="1506" y="5432"/>
              <a:ext cx="502" cy="774"/>
            </a:xfrm>
            <a:prstGeom prst="upArrow">
              <a:avLst>
                <a:gd name="adj1" fmla="val 50000"/>
                <a:gd name="adj2" fmla="val 38545"/>
              </a:avLst>
            </a:prstGeom>
            <a:solidFill>
              <a:srgbClr val="FFFFFF"/>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57358" name="动作按钮: 自定义 57357">
            <a:hlinkClick r:id="rId7" action="ppaction://hlinksldjump"/>
          </p:cNvPr>
          <p:cNvSpPr/>
          <p:nvPr/>
        </p:nvSpPr>
        <p:spPr>
          <a:xfrm>
            <a:off x="7453313" y="1125538"/>
            <a:ext cx="153987" cy="152400"/>
          </a:xfrm>
          <a:prstGeom prst="actionButtonBlank">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7359" name="动作按钮: 自定义 57358">
            <a:hlinkClick r:id="rId8" action="ppaction://hlinksldjump"/>
          </p:cNvPr>
          <p:cNvSpPr/>
          <p:nvPr/>
        </p:nvSpPr>
        <p:spPr>
          <a:xfrm>
            <a:off x="7524750" y="2133600"/>
            <a:ext cx="76200" cy="76200"/>
          </a:xfrm>
          <a:prstGeom prst="actionButtonBlank">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7360" name="动作按钮: 自定义 57359">
            <a:hlinkClick r:id="rId7" action="ppaction://hlinksldjump"/>
          </p:cNvPr>
          <p:cNvSpPr/>
          <p:nvPr/>
        </p:nvSpPr>
        <p:spPr>
          <a:xfrm>
            <a:off x="7524750" y="3070225"/>
            <a:ext cx="76200" cy="76200"/>
          </a:xfrm>
          <a:prstGeom prst="actionButtonBlank">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7361" name="动作按钮: 自定义 57360">
            <a:hlinkClick r:id="rId9" action="ppaction://hlinksldjump"/>
          </p:cNvPr>
          <p:cNvSpPr/>
          <p:nvPr/>
        </p:nvSpPr>
        <p:spPr>
          <a:xfrm>
            <a:off x="7524750" y="4076700"/>
            <a:ext cx="76200" cy="76200"/>
          </a:xfrm>
          <a:prstGeom prst="actionButtonBlank">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
        <p:nvSpPr>
          <p:cNvPr id="57362" name="动作按钮: 自定义 57361">
            <a:hlinkClick r:id="rId10" action="ppaction://hlinksldjump"/>
          </p:cNvPr>
          <p:cNvSpPr/>
          <p:nvPr/>
        </p:nvSpPr>
        <p:spPr>
          <a:xfrm>
            <a:off x="7524750" y="5086350"/>
            <a:ext cx="76200" cy="76200"/>
          </a:xfrm>
          <a:prstGeom prst="actionButtonBlank">
            <a:avLst/>
          </a:prstGeom>
          <a:solidFill>
            <a:schemeClr val="accent1"/>
          </a:solidFill>
          <a:ln w="9525" cap="flat" cmpd="sng">
            <a:solidFill>
              <a:schemeClr val="tx1"/>
            </a:solidFill>
            <a:prstDash val="solid"/>
            <a:miter/>
            <a:headEnd type="none" w="med" len="med"/>
            <a:tailEnd type="none" w="med" len="med"/>
          </a:ln>
        </p:spPr>
        <p:txBody>
          <a:bodyPr/>
          <a:lstStyle/>
          <a:p>
            <a:endParaRPr lang="zh-CN"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58369"/>
          <p:cNvSpPr>
            <a:spLocks noGrp="1"/>
          </p:cNvSpPr>
          <p:nvPr>
            <p:ph type="title"/>
          </p:nvPr>
        </p:nvSpPr>
        <p:spPr>
          <a:xfrm>
            <a:off x="107950" y="117475"/>
            <a:ext cx="7162800" cy="511175"/>
          </a:xfrm>
          <a:ln/>
        </p:spPr>
        <p:txBody>
          <a:bodyPr anchor="b" anchorCtr="0"/>
          <a:lstStyle/>
          <a:p>
            <a:r>
              <a:rPr lang="zh-CN" altLang="en-US">
                <a:ea typeface="华文新魏" panose="02010800040101010101" pitchFamily="2" charset="-122"/>
              </a:rPr>
              <a:t>计算机的层次结构</a:t>
            </a:r>
          </a:p>
        </p:txBody>
      </p:sp>
      <p:sp>
        <p:nvSpPr>
          <p:cNvPr id="58371" name="文本占位符 58370"/>
          <p:cNvSpPr>
            <a:spLocks noGrp="1"/>
          </p:cNvSpPr>
          <p:nvPr>
            <p:ph type="body" idx="1"/>
          </p:nvPr>
        </p:nvSpPr>
        <p:spPr>
          <a:xfrm>
            <a:off x="396875" y="981075"/>
            <a:ext cx="7205663" cy="4267200"/>
          </a:xfrm>
          <a:ln/>
        </p:spPr>
        <p:txBody>
          <a:bodyPr/>
          <a:lstStyle/>
          <a:p>
            <a:r>
              <a:rPr lang="zh-CN" altLang="en-US" sz="2400" b="1">
                <a:ea typeface="楷体_GB2312" pitchFamily="1" charset="-122"/>
              </a:rPr>
              <a:t>第一层：微程序设计级</a:t>
            </a:r>
          </a:p>
          <a:p>
            <a:r>
              <a:rPr lang="zh-CN" altLang="en-US" sz="2400" b="1">
                <a:ea typeface="楷体_GB2312" pitchFamily="1" charset="-122"/>
              </a:rPr>
              <a:t>硬件级，由机器硬件直接执行微指令。</a:t>
            </a:r>
          </a:p>
          <a:p>
            <a:pPr>
              <a:buNone/>
            </a:pPr>
            <a:r>
              <a:rPr lang="zh-CN" altLang="en-US" sz="2400" b="1">
                <a:ea typeface="楷体_GB2312" pitchFamily="1" charset="-122"/>
              </a:rPr>
              <a:t>   它由机器硬件直接执行微指令。如果某一应用程序直接用微指令来编写，那么可在这一级上运行应用程序。</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59393"/>
          <p:cNvSpPr>
            <a:spLocks noGrp="1"/>
          </p:cNvSpPr>
          <p:nvPr>
            <p:ph type="title"/>
          </p:nvPr>
        </p:nvSpPr>
        <p:spPr>
          <a:xfrm>
            <a:off x="107950" y="117475"/>
            <a:ext cx="3941763" cy="563563"/>
          </a:xfrm>
          <a:ln/>
        </p:spPr>
        <p:txBody>
          <a:bodyPr anchor="b" anchorCtr="0"/>
          <a:lstStyle/>
          <a:p>
            <a:r>
              <a:rPr lang="zh-CN" altLang="en-US">
                <a:ea typeface="华文新魏" panose="02010800040101010101" pitchFamily="2" charset="-122"/>
              </a:rPr>
              <a:t>计算机的层次结构</a:t>
            </a:r>
          </a:p>
        </p:txBody>
      </p:sp>
      <p:sp>
        <p:nvSpPr>
          <p:cNvPr id="59395" name="文本占位符 59394"/>
          <p:cNvSpPr>
            <a:spLocks noGrp="1"/>
          </p:cNvSpPr>
          <p:nvPr>
            <p:ph type="body" idx="1"/>
          </p:nvPr>
        </p:nvSpPr>
        <p:spPr>
          <a:xfrm>
            <a:off x="107950" y="981075"/>
            <a:ext cx="7561263" cy="5451475"/>
          </a:xfrm>
          <a:ln/>
        </p:spPr>
        <p:txBody>
          <a:bodyPr/>
          <a:lstStyle/>
          <a:p>
            <a:r>
              <a:rPr lang="zh-CN" altLang="en-US" sz="2400" b="1">
                <a:ea typeface="楷体_GB2312" pitchFamily="1" charset="-122"/>
              </a:rPr>
              <a:t>第二层：一般机器级，也称机器语言级，它由微程序解释机器指令系统。</a:t>
            </a:r>
          </a:p>
          <a:p>
            <a:r>
              <a:rPr lang="zh-CN" altLang="en-US" sz="2400" b="1">
                <a:ea typeface="楷体_GB2312" pitchFamily="1" charset="-122"/>
              </a:rPr>
              <a:t>这一级也是硬件级。</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60417"/>
          <p:cNvSpPr>
            <a:spLocks noGrp="1"/>
          </p:cNvSpPr>
          <p:nvPr>
            <p:ph type="title"/>
          </p:nvPr>
        </p:nvSpPr>
        <p:spPr>
          <a:xfrm>
            <a:off x="107950" y="117475"/>
            <a:ext cx="3730625" cy="563563"/>
          </a:xfrm>
          <a:ln/>
        </p:spPr>
        <p:txBody>
          <a:bodyPr anchor="b" anchorCtr="0"/>
          <a:lstStyle/>
          <a:p>
            <a:r>
              <a:rPr lang="zh-CN" altLang="en-US">
                <a:ea typeface="华文新魏" panose="02010800040101010101" pitchFamily="2" charset="-122"/>
              </a:rPr>
              <a:t>计算机的层次结构</a:t>
            </a:r>
          </a:p>
        </p:txBody>
      </p:sp>
      <p:sp>
        <p:nvSpPr>
          <p:cNvPr id="60419" name="文本占位符 60418"/>
          <p:cNvSpPr>
            <a:spLocks noGrp="1"/>
          </p:cNvSpPr>
          <p:nvPr>
            <p:ph type="body" idx="1"/>
          </p:nvPr>
        </p:nvSpPr>
        <p:spPr>
          <a:xfrm>
            <a:off x="254000" y="982663"/>
            <a:ext cx="7199313" cy="5451475"/>
          </a:xfrm>
          <a:ln/>
        </p:spPr>
        <p:txBody>
          <a:bodyPr/>
          <a:lstStyle/>
          <a:p>
            <a:r>
              <a:rPr lang="zh-CN" altLang="en-US" sz="2400" b="1">
                <a:ea typeface="楷体_GB2312" pitchFamily="1" charset="-122"/>
              </a:rPr>
              <a:t>第三层：</a:t>
            </a:r>
          </a:p>
          <a:p>
            <a:r>
              <a:rPr lang="zh-CN" altLang="en-US" sz="2400" b="1">
                <a:ea typeface="楷体_GB2312" pitchFamily="1" charset="-122"/>
              </a:rPr>
              <a:t>操作系统级，也称为机器语言级，由操作系统程序实现。操作系统是由机器指令和广义的指令组成。</a:t>
            </a:r>
          </a:p>
          <a:p>
            <a:r>
              <a:rPr lang="zh-CN" altLang="en-US" sz="2400" b="1">
                <a:ea typeface="楷体_GB2312" pitchFamily="1" charset="-122"/>
              </a:rPr>
              <a:t>广义指令是操作系统定义和解释的软件指令，所以这一级也称为混合级。</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61441"/>
          <p:cNvSpPr>
            <a:spLocks noGrp="1"/>
          </p:cNvSpPr>
          <p:nvPr>
            <p:ph type="title"/>
          </p:nvPr>
        </p:nvSpPr>
        <p:spPr>
          <a:xfrm>
            <a:off x="560388" y="157163"/>
            <a:ext cx="6786562" cy="512762"/>
          </a:xfrm>
          <a:ln/>
        </p:spPr>
        <p:txBody>
          <a:bodyPr anchor="b" anchorCtr="0"/>
          <a:lstStyle/>
          <a:p>
            <a:r>
              <a:rPr lang="zh-CN" altLang="en-US">
                <a:ea typeface="华文新魏" panose="02010800040101010101" pitchFamily="2" charset="-122"/>
              </a:rPr>
              <a:t>计算机的层次结构</a:t>
            </a:r>
          </a:p>
        </p:txBody>
      </p:sp>
      <p:sp>
        <p:nvSpPr>
          <p:cNvPr id="61443" name="文本占位符 61442"/>
          <p:cNvSpPr>
            <a:spLocks noGrp="1"/>
          </p:cNvSpPr>
          <p:nvPr>
            <p:ph type="body" idx="1"/>
          </p:nvPr>
        </p:nvSpPr>
        <p:spPr>
          <a:xfrm>
            <a:off x="463550" y="906463"/>
            <a:ext cx="7493000" cy="5451475"/>
          </a:xfrm>
          <a:ln/>
        </p:spPr>
        <p:txBody>
          <a:bodyPr/>
          <a:lstStyle/>
          <a:p>
            <a:r>
              <a:rPr lang="zh-CN" altLang="en-US" sz="2400" b="1">
                <a:ea typeface="楷体_GB2312" pitchFamily="1" charset="-122"/>
              </a:rPr>
              <a:t>第四层：汇编语言层，它由汇编程序支持和执行。</a:t>
            </a:r>
          </a:p>
          <a:p>
            <a:r>
              <a:rPr lang="zh-CN" altLang="en-US" sz="2400" b="1">
                <a:ea typeface="楷体_GB2312" pitchFamily="1" charset="-122"/>
              </a:rPr>
              <a:t>它给程序人员提供一种符号形式语言，以减少程序编写的复杂性。这一级由汇编程序支持和执行。</a:t>
            </a:r>
            <a:r>
              <a:rPr lang="zh-CN" altLang="en-US" sz="2400" b="1">
                <a:solidFill>
                  <a:srgbClr val="993366"/>
                </a:solidFill>
                <a:ea typeface="楷体_GB2312" pitchFamily="1" charset="-122"/>
              </a:rPr>
              <a:t>如果应用程序采用汇编语言编写时，则机器必须要有这一级的功能；</a:t>
            </a:r>
            <a:r>
              <a:rPr lang="zh-CN" altLang="en-US" sz="2400" b="1">
                <a:ea typeface="楷体_GB2312" pitchFamily="1" charset="-122"/>
              </a:rPr>
              <a:t>如果应用程序不采用汇编语言编写，则这一级可以不要。</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62465"/>
          <p:cNvSpPr>
            <a:spLocks noGrp="1"/>
          </p:cNvSpPr>
          <p:nvPr>
            <p:ph type="title"/>
          </p:nvPr>
        </p:nvSpPr>
        <p:spPr>
          <a:xfrm>
            <a:off x="560388" y="157163"/>
            <a:ext cx="6786562" cy="512762"/>
          </a:xfrm>
          <a:ln/>
        </p:spPr>
        <p:txBody>
          <a:bodyPr anchor="b" anchorCtr="0"/>
          <a:lstStyle/>
          <a:p>
            <a:r>
              <a:rPr lang="zh-CN" altLang="en-US">
                <a:ea typeface="华文新魏" panose="02010800040101010101" pitchFamily="2" charset="-122"/>
              </a:rPr>
              <a:t>计算机的层次结构</a:t>
            </a:r>
          </a:p>
        </p:txBody>
      </p:sp>
      <p:sp>
        <p:nvSpPr>
          <p:cNvPr id="62467" name="文本占位符 62466"/>
          <p:cNvSpPr>
            <a:spLocks noGrp="1"/>
          </p:cNvSpPr>
          <p:nvPr>
            <p:ph type="body" idx="1"/>
          </p:nvPr>
        </p:nvSpPr>
        <p:spPr>
          <a:xfrm>
            <a:off x="463550" y="904875"/>
            <a:ext cx="7637463" cy="5451475"/>
          </a:xfrm>
          <a:ln/>
        </p:spPr>
        <p:txBody>
          <a:bodyPr/>
          <a:lstStyle/>
          <a:p>
            <a:r>
              <a:rPr lang="zh-CN" altLang="en-US" sz="2400" b="1">
                <a:ea typeface="楷体_GB2312" pitchFamily="1" charset="-122"/>
              </a:rPr>
              <a:t>第五层：面向用户的，由各种高级语言程序支持和执行。</a:t>
            </a:r>
          </a:p>
          <a:p>
            <a:r>
              <a:rPr lang="zh-CN" altLang="en-US" sz="2400" b="1">
                <a:ea typeface="楷体_GB2312" pitchFamily="1" charset="-122"/>
              </a:rPr>
              <a:t>它是面向用户的，为方便用户编写应用程序而设置的，这一级由各种高级语言编译程序支持和执行。</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63489"/>
          <p:cNvSpPr>
            <a:spLocks noGrp="1"/>
          </p:cNvSpPr>
          <p:nvPr>
            <p:ph type="title" idx="4294967295"/>
          </p:nvPr>
        </p:nvSpPr>
        <p:spPr>
          <a:xfrm>
            <a:off x="609600" y="533400"/>
            <a:ext cx="7772400" cy="609600"/>
          </a:xfrm>
          <a:ln/>
        </p:spPr>
        <p:txBody>
          <a:bodyPr anchor="b" anchorCtr="0"/>
          <a:lstStyle/>
          <a:p>
            <a:r>
              <a:rPr lang="en-US" altLang="zh-CN" sz="2000"/>
              <a:t> </a:t>
            </a:r>
          </a:p>
        </p:txBody>
      </p:sp>
      <p:grpSp>
        <p:nvGrpSpPr>
          <p:cNvPr id="63491" name="组合 63490"/>
          <p:cNvGrpSpPr/>
          <p:nvPr/>
        </p:nvGrpSpPr>
        <p:grpSpPr>
          <a:xfrm>
            <a:off x="1447800" y="1295400"/>
            <a:ext cx="6197600" cy="4362450"/>
            <a:chOff x="0" y="0"/>
            <a:chExt cx="2830" cy="1846"/>
          </a:xfrm>
        </p:grpSpPr>
        <p:sp>
          <p:nvSpPr>
            <p:cNvPr id="63492" name="矩形 63491"/>
            <p:cNvSpPr/>
            <p:nvPr/>
          </p:nvSpPr>
          <p:spPr>
            <a:xfrm>
              <a:off x="154" y="22"/>
              <a:ext cx="1344" cy="240"/>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r>
                <a:rPr lang="zh-CN" altLang="en-US" sz="2400">
                  <a:solidFill>
                    <a:srgbClr val="A50021"/>
                  </a:solidFill>
                  <a:latin typeface="Times New Roman" panose="02020603050405020304" pitchFamily="2" charset="0"/>
                </a:rPr>
                <a:t>应用程序级</a:t>
              </a:r>
            </a:p>
          </p:txBody>
        </p:sp>
        <p:sp>
          <p:nvSpPr>
            <p:cNvPr id="63493" name="矩形 63492"/>
            <p:cNvSpPr/>
            <p:nvPr/>
          </p:nvSpPr>
          <p:spPr>
            <a:xfrm>
              <a:off x="154" y="454"/>
              <a:ext cx="1344" cy="192"/>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r>
                <a:rPr lang="zh-CN" altLang="en-US" sz="2400">
                  <a:solidFill>
                    <a:srgbClr val="A50021"/>
                  </a:solidFill>
                  <a:latin typeface="Times New Roman" panose="02020603050405020304" pitchFamily="2" charset="0"/>
                </a:rPr>
                <a:t>汇编语言处理级</a:t>
              </a:r>
            </a:p>
          </p:txBody>
        </p:sp>
        <p:sp>
          <p:nvSpPr>
            <p:cNvPr id="63494" name="矩形 63493"/>
            <p:cNvSpPr/>
            <p:nvPr/>
          </p:nvSpPr>
          <p:spPr>
            <a:xfrm>
              <a:off x="154" y="838"/>
              <a:ext cx="1344" cy="192"/>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r>
                <a:rPr lang="zh-CN" altLang="en-US" sz="2400">
                  <a:solidFill>
                    <a:srgbClr val="A50021"/>
                  </a:solidFill>
                  <a:latin typeface="Times New Roman" panose="02020603050405020304" pitchFamily="2" charset="0"/>
                </a:rPr>
                <a:t>操作系统级</a:t>
              </a:r>
            </a:p>
          </p:txBody>
        </p:sp>
        <p:sp>
          <p:nvSpPr>
            <p:cNvPr id="63495" name="矩形 63494"/>
            <p:cNvSpPr/>
            <p:nvPr/>
          </p:nvSpPr>
          <p:spPr>
            <a:xfrm>
              <a:off x="154" y="1222"/>
              <a:ext cx="1344" cy="192"/>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r>
                <a:rPr lang="zh-CN" altLang="en-US" sz="2400">
                  <a:solidFill>
                    <a:srgbClr val="A50021"/>
                  </a:solidFill>
                  <a:latin typeface="Times New Roman" panose="02020603050405020304" pitchFamily="2" charset="0"/>
                </a:rPr>
                <a:t>一般机器级</a:t>
              </a:r>
            </a:p>
          </p:txBody>
        </p:sp>
        <p:sp>
          <p:nvSpPr>
            <p:cNvPr id="63496" name="矩形 63495"/>
            <p:cNvSpPr/>
            <p:nvPr/>
          </p:nvSpPr>
          <p:spPr>
            <a:xfrm>
              <a:off x="154" y="1606"/>
              <a:ext cx="1344" cy="240"/>
            </a:xfrm>
            <a:prstGeom prst="rect">
              <a:avLst/>
            </a:prstGeom>
            <a:solidFill>
              <a:schemeClr val="accent1"/>
            </a:solidFill>
            <a:ln w="9525" cap="flat" cmpd="sng">
              <a:solidFill>
                <a:schemeClr val="tx1"/>
              </a:solidFill>
              <a:prstDash val="solid"/>
              <a:miter/>
              <a:headEnd type="none" w="med" len="med"/>
              <a:tailEnd type="none" w="med" len="med"/>
            </a:ln>
            <a:effectLst>
              <a:outerShdw dist="35921" dir="2699999" algn="ctr" rotWithShape="0">
                <a:schemeClr val="bg2"/>
              </a:outerShdw>
            </a:effectLst>
          </p:spPr>
          <p:txBody>
            <a:bodyPr wrap="none" anchor="ctr" anchorCtr="0"/>
            <a:lstStyle/>
            <a:p>
              <a:pPr algn="ctr"/>
              <a:r>
                <a:rPr lang="zh-CN" altLang="en-US" sz="2400">
                  <a:solidFill>
                    <a:srgbClr val="A50021"/>
                  </a:solidFill>
                  <a:latin typeface="Times New Roman" panose="02020603050405020304" pitchFamily="2" charset="0"/>
                </a:rPr>
                <a:t>微程序设计级</a:t>
              </a:r>
            </a:p>
          </p:txBody>
        </p:sp>
        <p:sp>
          <p:nvSpPr>
            <p:cNvPr id="63497" name="直接连接符 63496"/>
            <p:cNvSpPr/>
            <p:nvPr/>
          </p:nvSpPr>
          <p:spPr>
            <a:xfrm flipV="1">
              <a:off x="778" y="1414"/>
              <a:ext cx="0" cy="192"/>
            </a:xfrm>
            <a:prstGeom prst="line">
              <a:avLst/>
            </a:prstGeom>
            <a:ln w="9525" cap="flat" cmpd="sng">
              <a:solidFill>
                <a:schemeClr val="tx1"/>
              </a:solidFill>
              <a:prstDash val="solid"/>
              <a:headEnd type="none" w="med" len="med"/>
              <a:tailEnd type="triangle" w="med" len="med"/>
            </a:ln>
          </p:spPr>
        </p:sp>
        <p:sp>
          <p:nvSpPr>
            <p:cNvPr id="63498" name="直接连接符 63497"/>
            <p:cNvSpPr/>
            <p:nvPr/>
          </p:nvSpPr>
          <p:spPr>
            <a:xfrm flipV="1">
              <a:off x="778" y="1030"/>
              <a:ext cx="0" cy="192"/>
            </a:xfrm>
            <a:prstGeom prst="line">
              <a:avLst/>
            </a:prstGeom>
            <a:ln w="9525" cap="flat" cmpd="sng">
              <a:solidFill>
                <a:schemeClr val="tx1"/>
              </a:solidFill>
              <a:prstDash val="solid"/>
              <a:headEnd type="none" w="med" len="med"/>
              <a:tailEnd type="triangle" w="med" len="med"/>
            </a:ln>
          </p:spPr>
        </p:sp>
        <p:sp>
          <p:nvSpPr>
            <p:cNvPr id="63499" name="直接连接符 63498"/>
            <p:cNvSpPr/>
            <p:nvPr/>
          </p:nvSpPr>
          <p:spPr>
            <a:xfrm flipV="1">
              <a:off x="778" y="646"/>
              <a:ext cx="0" cy="144"/>
            </a:xfrm>
            <a:prstGeom prst="line">
              <a:avLst/>
            </a:prstGeom>
            <a:ln w="9525" cap="flat" cmpd="sng">
              <a:solidFill>
                <a:schemeClr val="tx1"/>
              </a:solidFill>
              <a:prstDash val="solid"/>
              <a:headEnd type="none" w="med" len="med"/>
              <a:tailEnd type="triangle" w="med" len="med"/>
            </a:ln>
          </p:spPr>
        </p:sp>
        <p:sp>
          <p:nvSpPr>
            <p:cNvPr id="63500" name="直接连接符 63499"/>
            <p:cNvSpPr/>
            <p:nvPr/>
          </p:nvSpPr>
          <p:spPr>
            <a:xfrm flipV="1">
              <a:off x="778" y="262"/>
              <a:ext cx="0" cy="192"/>
            </a:xfrm>
            <a:prstGeom prst="line">
              <a:avLst/>
            </a:prstGeom>
            <a:ln w="9525" cap="flat" cmpd="sng">
              <a:solidFill>
                <a:schemeClr val="tx1"/>
              </a:solidFill>
              <a:prstDash val="solid"/>
              <a:headEnd type="none" w="med" len="med"/>
              <a:tailEnd type="triangle" w="med" len="med"/>
            </a:ln>
          </p:spPr>
        </p:sp>
        <p:sp>
          <p:nvSpPr>
            <p:cNvPr id="63501" name="文本框 63500"/>
            <p:cNvSpPr txBox="1"/>
            <p:nvPr/>
          </p:nvSpPr>
          <p:spPr>
            <a:xfrm>
              <a:off x="0" y="1584"/>
              <a:ext cx="154" cy="193"/>
            </a:xfrm>
            <a:prstGeom prst="rect">
              <a:avLst/>
            </a:prstGeom>
            <a:noFill/>
            <a:ln w="9525">
              <a:noFill/>
            </a:ln>
          </p:spPr>
          <p:txBody>
            <a:bodyPr wrap="none" anchor="t" anchorCtr="0">
              <a:spAutoFit/>
            </a:bodyPr>
            <a:lstStyle/>
            <a:p>
              <a:r>
                <a:rPr lang="en-US" altLang="zh-CN" sz="2400">
                  <a:latin typeface="Times New Roman" panose="02020603050405020304" pitchFamily="2" charset="0"/>
                </a:rPr>
                <a:t>1</a:t>
              </a:r>
            </a:p>
          </p:txBody>
        </p:sp>
        <p:sp>
          <p:nvSpPr>
            <p:cNvPr id="63502" name="文本框 63501"/>
            <p:cNvSpPr txBox="1"/>
            <p:nvPr/>
          </p:nvSpPr>
          <p:spPr>
            <a:xfrm>
              <a:off x="0" y="1152"/>
              <a:ext cx="154" cy="193"/>
            </a:xfrm>
            <a:prstGeom prst="rect">
              <a:avLst/>
            </a:prstGeom>
            <a:noFill/>
            <a:ln w="9525">
              <a:noFill/>
            </a:ln>
          </p:spPr>
          <p:txBody>
            <a:bodyPr wrap="none" anchor="t" anchorCtr="0">
              <a:spAutoFit/>
            </a:bodyPr>
            <a:lstStyle/>
            <a:p>
              <a:r>
                <a:rPr lang="en-US" altLang="zh-CN" sz="2400">
                  <a:latin typeface="Times New Roman" panose="02020603050405020304" pitchFamily="2" charset="0"/>
                </a:rPr>
                <a:t>2</a:t>
              </a:r>
            </a:p>
          </p:txBody>
        </p:sp>
        <p:sp>
          <p:nvSpPr>
            <p:cNvPr id="63503" name="文本框 63502"/>
            <p:cNvSpPr txBox="1"/>
            <p:nvPr/>
          </p:nvSpPr>
          <p:spPr>
            <a:xfrm>
              <a:off x="0" y="816"/>
              <a:ext cx="154" cy="194"/>
            </a:xfrm>
            <a:prstGeom prst="rect">
              <a:avLst/>
            </a:prstGeom>
            <a:noFill/>
            <a:ln w="9525">
              <a:noFill/>
            </a:ln>
          </p:spPr>
          <p:txBody>
            <a:bodyPr wrap="none" anchor="t" anchorCtr="0">
              <a:spAutoFit/>
            </a:bodyPr>
            <a:lstStyle/>
            <a:p>
              <a:r>
                <a:rPr lang="en-US" altLang="zh-CN" sz="2400">
                  <a:latin typeface="Times New Roman" panose="02020603050405020304" pitchFamily="2" charset="0"/>
                </a:rPr>
                <a:t>3</a:t>
              </a:r>
            </a:p>
          </p:txBody>
        </p:sp>
        <p:sp>
          <p:nvSpPr>
            <p:cNvPr id="63504" name="文本框 63503"/>
            <p:cNvSpPr txBox="1"/>
            <p:nvPr/>
          </p:nvSpPr>
          <p:spPr>
            <a:xfrm>
              <a:off x="0" y="384"/>
              <a:ext cx="154" cy="194"/>
            </a:xfrm>
            <a:prstGeom prst="rect">
              <a:avLst/>
            </a:prstGeom>
            <a:noFill/>
            <a:ln w="9525">
              <a:noFill/>
            </a:ln>
          </p:spPr>
          <p:txBody>
            <a:bodyPr wrap="none" anchor="t" anchorCtr="0">
              <a:spAutoFit/>
            </a:bodyPr>
            <a:lstStyle/>
            <a:p>
              <a:r>
                <a:rPr lang="en-US" altLang="zh-CN" sz="2400">
                  <a:latin typeface="Times New Roman" panose="02020603050405020304" pitchFamily="2" charset="0"/>
                </a:rPr>
                <a:t>4</a:t>
              </a:r>
            </a:p>
          </p:txBody>
        </p:sp>
        <p:sp>
          <p:nvSpPr>
            <p:cNvPr id="63505" name="文本框 63504"/>
            <p:cNvSpPr txBox="1"/>
            <p:nvPr/>
          </p:nvSpPr>
          <p:spPr>
            <a:xfrm>
              <a:off x="0" y="0"/>
              <a:ext cx="154" cy="193"/>
            </a:xfrm>
            <a:prstGeom prst="rect">
              <a:avLst/>
            </a:prstGeom>
            <a:noFill/>
            <a:ln w="9525">
              <a:noFill/>
            </a:ln>
          </p:spPr>
          <p:txBody>
            <a:bodyPr wrap="none" anchor="t" anchorCtr="0">
              <a:spAutoFit/>
            </a:bodyPr>
            <a:lstStyle/>
            <a:p>
              <a:r>
                <a:rPr lang="en-US" altLang="zh-CN" sz="2400">
                  <a:latin typeface="Times New Roman" panose="02020603050405020304" pitchFamily="2" charset="0"/>
                </a:rPr>
                <a:t>5</a:t>
              </a:r>
            </a:p>
          </p:txBody>
        </p:sp>
        <p:sp>
          <p:nvSpPr>
            <p:cNvPr id="63506" name="文本框 63505"/>
            <p:cNvSpPr txBox="1"/>
            <p:nvPr/>
          </p:nvSpPr>
          <p:spPr>
            <a:xfrm>
              <a:off x="1920" y="190"/>
              <a:ext cx="641" cy="194"/>
            </a:xfrm>
            <a:prstGeom prst="rect">
              <a:avLst/>
            </a:prstGeom>
            <a:noFill/>
            <a:ln w="9525">
              <a:noFill/>
            </a:ln>
          </p:spPr>
          <p:txBody>
            <a:bodyPr wrap="none" anchor="t" anchorCtr="0">
              <a:spAutoFit/>
            </a:bodyPr>
            <a:lstStyle/>
            <a:p>
              <a:r>
                <a:rPr lang="zh-CN" altLang="en-US" sz="2400">
                  <a:latin typeface="Times New Roman" panose="02020603050405020304" pitchFamily="2" charset="0"/>
                </a:rPr>
                <a:t>应用程序</a:t>
              </a:r>
            </a:p>
          </p:txBody>
        </p:sp>
        <p:sp>
          <p:nvSpPr>
            <p:cNvPr id="63507" name="直接连接符 63506"/>
            <p:cNvSpPr/>
            <p:nvPr/>
          </p:nvSpPr>
          <p:spPr>
            <a:xfrm>
              <a:off x="826" y="358"/>
              <a:ext cx="1056" cy="0"/>
            </a:xfrm>
            <a:prstGeom prst="line">
              <a:avLst/>
            </a:prstGeom>
            <a:ln w="9525" cap="flat" cmpd="sng">
              <a:solidFill>
                <a:schemeClr val="tx1"/>
              </a:solidFill>
              <a:prstDash val="solid"/>
              <a:headEnd type="none" w="med" len="med"/>
              <a:tailEnd type="none" w="med" len="med"/>
            </a:ln>
          </p:spPr>
        </p:sp>
        <p:sp>
          <p:nvSpPr>
            <p:cNvPr id="63508" name="直接连接符 63507"/>
            <p:cNvSpPr/>
            <p:nvPr/>
          </p:nvSpPr>
          <p:spPr>
            <a:xfrm>
              <a:off x="874" y="742"/>
              <a:ext cx="912" cy="0"/>
            </a:xfrm>
            <a:prstGeom prst="line">
              <a:avLst/>
            </a:prstGeom>
            <a:ln w="9525" cap="flat" cmpd="sng">
              <a:solidFill>
                <a:schemeClr val="tx1"/>
              </a:solidFill>
              <a:prstDash val="solid"/>
              <a:headEnd type="none" w="med" len="med"/>
              <a:tailEnd type="none" w="med" len="med"/>
            </a:ln>
          </p:spPr>
        </p:sp>
        <p:sp>
          <p:nvSpPr>
            <p:cNvPr id="63509" name="文本框 63508"/>
            <p:cNvSpPr txBox="1"/>
            <p:nvPr/>
          </p:nvSpPr>
          <p:spPr>
            <a:xfrm>
              <a:off x="1872" y="586"/>
              <a:ext cx="958" cy="194"/>
            </a:xfrm>
            <a:prstGeom prst="rect">
              <a:avLst/>
            </a:prstGeom>
            <a:noFill/>
            <a:ln w="9525">
              <a:noFill/>
            </a:ln>
          </p:spPr>
          <p:txBody>
            <a:bodyPr wrap="none" anchor="t" anchorCtr="0">
              <a:spAutoFit/>
            </a:bodyPr>
            <a:lstStyle/>
            <a:p>
              <a:r>
                <a:rPr lang="zh-CN" altLang="en-US" sz="2400">
                  <a:latin typeface="Times New Roman" panose="02020603050405020304" pitchFamily="2" charset="0"/>
                </a:rPr>
                <a:t>汇编</a:t>
              </a:r>
              <a:r>
                <a:rPr lang="en-US" altLang="zh-CN" sz="2400">
                  <a:latin typeface="Times New Roman" panose="02020603050405020304" pitchFamily="2" charset="0"/>
                </a:rPr>
                <a:t>/</a:t>
              </a:r>
              <a:r>
                <a:rPr lang="zh-CN" altLang="en-US" sz="2400">
                  <a:latin typeface="Times New Roman" panose="02020603050405020304" pitchFamily="2" charset="0"/>
                </a:rPr>
                <a:t>编译程序</a:t>
              </a:r>
            </a:p>
          </p:txBody>
        </p:sp>
        <p:sp>
          <p:nvSpPr>
            <p:cNvPr id="63510" name="直接连接符 63509"/>
            <p:cNvSpPr/>
            <p:nvPr/>
          </p:nvSpPr>
          <p:spPr>
            <a:xfrm>
              <a:off x="874" y="1126"/>
              <a:ext cx="912" cy="0"/>
            </a:xfrm>
            <a:prstGeom prst="line">
              <a:avLst/>
            </a:prstGeom>
            <a:ln w="9525" cap="flat" cmpd="sng">
              <a:solidFill>
                <a:schemeClr val="tx1"/>
              </a:solidFill>
              <a:prstDash val="solid"/>
              <a:headEnd type="none" w="med" len="med"/>
              <a:tailEnd type="none" w="med" len="med"/>
            </a:ln>
          </p:spPr>
        </p:sp>
        <p:sp>
          <p:nvSpPr>
            <p:cNvPr id="63511" name="文本框 63510"/>
            <p:cNvSpPr txBox="1"/>
            <p:nvPr/>
          </p:nvSpPr>
          <p:spPr>
            <a:xfrm>
              <a:off x="1824" y="960"/>
              <a:ext cx="675" cy="193"/>
            </a:xfrm>
            <a:prstGeom prst="rect">
              <a:avLst/>
            </a:prstGeom>
            <a:noFill/>
            <a:ln w="9525">
              <a:noFill/>
            </a:ln>
          </p:spPr>
          <p:txBody>
            <a:bodyPr wrap="none" anchor="t" anchorCtr="0">
              <a:spAutoFit/>
            </a:bodyPr>
            <a:lstStyle/>
            <a:p>
              <a:r>
                <a:rPr lang="en-US" altLang="zh-CN" sz="2400">
                  <a:latin typeface="Times New Roman" panose="02020603050405020304" pitchFamily="2" charset="0"/>
                </a:rPr>
                <a:t> </a:t>
              </a:r>
              <a:r>
                <a:rPr lang="zh-CN" altLang="en-US" sz="2400">
                  <a:latin typeface="Times New Roman" panose="02020603050405020304" pitchFamily="2" charset="0"/>
                </a:rPr>
                <a:t>操作系统</a:t>
              </a:r>
            </a:p>
          </p:txBody>
        </p:sp>
        <p:sp>
          <p:nvSpPr>
            <p:cNvPr id="63512" name="直接连接符 63511"/>
            <p:cNvSpPr/>
            <p:nvPr/>
          </p:nvSpPr>
          <p:spPr>
            <a:xfrm>
              <a:off x="874" y="1510"/>
              <a:ext cx="912" cy="0"/>
            </a:xfrm>
            <a:prstGeom prst="line">
              <a:avLst/>
            </a:prstGeom>
            <a:ln w="9525" cap="flat" cmpd="sng">
              <a:solidFill>
                <a:schemeClr val="tx1"/>
              </a:solidFill>
              <a:prstDash val="solid"/>
              <a:headEnd type="none" w="med" len="med"/>
              <a:tailEnd type="none" w="med" len="med"/>
            </a:ln>
          </p:spPr>
        </p:sp>
        <p:sp>
          <p:nvSpPr>
            <p:cNvPr id="63513" name="文本框 63512"/>
            <p:cNvSpPr txBox="1"/>
            <p:nvPr/>
          </p:nvSpPr>
          <p:spPr>
            <a:xfrm>
              <a:off x="1920" y="1342"/>
              <a:ext cx="641" cy="193"/>
            </a:xfrm>
            <a:prstGeom prst="rect">
              <a:avLst/>
            </a:prstGeom>
            <a:noFill/>
            <a:ln w="9525">
              <a:noFill/>
            </a:ln>
          </p:spPr>
          <p:txBody>
            <a:bodyPr wrap="none" anchor="t" anchorCtr="0">
              <a:spAutoFit/>
            </a:bodyPr>
            <a:lstStyle/>
            <a:p>
              <a:r>
                <a:rPr lang="zh-CN" altLang="en-US" sz="2400">
                  <a:latin typeface="Times New Roman" panose="02020603050405020304" pitchFamily="2" charset="0"/>
                </a:rPr>
                <a:t>机器指令</a:t>
              </a:r>
            </a:p>
          </p:txBody>
        </p:sp>
        <p:sp>
          <p:nvSpPr>
            <p:cNvPr id="63514" name="直接连接符 63513"/>
            <p:cNvSpPr/>
            <p:nvPr/>
          </p:nvSpPr>
          <p:spPr>
            <a:xfrm>
              <a:off x="1546" y="1750"/>
              <a:ext cx="288" cy="0"/>
            </a:xfrm>
            <a:prstGeom prst="line">
              <a:avLst/>
            </a:prstGeom>
            <a:ln w="9525" cap="flat" cmpd="sng">
              <a:solidFill>
                <a:schemeClr val="tx1"/>
              </a:solidFill>
              <a:prstDash val="solid"/>
              <a:headEnd type="none" w="med" len="med"/>
              <a:tailEnd type="none" w="med" len="med"/>
            </a:ln>
          </p:spPr>
        </p:sp>
        <p:sp>
          <p:nvSpPr>
            <p:cNvPr id="63515" name="文本框 63514"/>
            <p:cNvSpPr txBox="1"/>
            <p:nvPr/>
          </p:nvSpPr>
          <p:spPr>
            <a:xfrm>
              <a:off x="1920" y="1630"/>
              <a:ext cx="363" cy="193"/>
            </a:xfrm>
            <a:prstGeom prst="rect">
              <a:avLst/>
            </a:prstGeom>
            <a:noFill/>
            <a:ln w="9525">
              <a:noFill/>
            </a:ln>
          </p:spPr>
          <p:txBody>
            <a:bodyPr wrap="none" anchor="t" anchorCtr="0">
              <a:spAutoFit/>
            </a:bodyPr>
            <a:lstStyle/>
            <a:p>
              <a:r>
                <a:rPr lang="zh-CN" altLang="en-US" sz="2400">
                  <a:latin typeface="Times New Roman" panose="02020603050405020304" pitchFamily="2" charset="0"/>
                </a:rPr>
                <a:t>硬件</a:t>
              </a:r>
            </a:p>
          </p:txBody>
        </p:sp>
      </p:grpSp>
      <p:sp>
        <p:nvSpPr>
          <p:cNvPr id="63516" name="文本框 63515"/>
          <p:cNvSpPr txBox="1"/>
          <p:nvPr/>
        </p:nvSpPr>
        <p:spPr>
          <a:xfrm>
            <a:off x="368300" y="158750"/>
            <a:ext cx="4635500" cy="365125"/>
          </a:xfrm>
          <a:prstGeom prst="rect">
            <a:avLst/>
          </a:prstGeom>
          <a:noFill/>
          <a:ln w="9525">
            <a:noFill/>
          </a:ln>
        </p:spPr>
        <p:txBody>
          <a:bodyPr>
            <a:spAutoFit/>
          </a:bodyPr>
          <a:lstStyle/>
          <a:p>
            <a:endParaRPr>
              <a:latin typeface="Times New Roman" panose="02020603050405020304" pitchFamily="2" charset="0"/>
            </a:endParaRPr>
          </a:p>
        </p:txBody>
      </p:sp>
      <p:sp>
        <p:nvSpPr>
          <p:cNvPr id="63517" name="矩形 63516"/>
          <p:cNvSpPr>
            <a:spLocks noGrp="1"/>
          </p:cNvSpPr>
          <p:nvPr/>
        </p:nvSpPr>
        <p:spPr>
          <a:xfrm>
            <a:off x="180975" y="188913"/>
            <a:ext cx="6784975" cy="512762"/>
          </a:xfrm>
          <a:prstGeom prst="rect">
            <a:avLst/>
          </a:prstGeom>
          <a:noFill/>
          <a:ln w="9525">
            <a:noFill/>
          </a:ln>
        </p:spPr>
        <p:txBody>
          <a:bodyPr vert="horz" wrap="square" anchor="b" anchorCtr="0"/>
          <a:lstStyle>
            <a:lvl1pPr marL="0" lvl="0" indent="0" algn="l" defTabSz="914400" eaLnBrk="1" fontAlgn="base" latinLnBrk="0" hangingPunct="1">
              <a:lnSpc>
                <a:spcPct val="90000"/>
              </a:lnSpc>
              <a:spcBef>
                <a:spcPct val="0"/>
              </a:spcBef>
              <a:spcAft>
                <a:spcPct val="0"/>
              </a:spcAft>
              <a:buNone/>
              <a:defRPr sz="2800" b="1" u="none" kern="1200" baseline="0">
                <a:solidFill>
                  <a:schemeClr val="bg1"/>
                </a:solidFill>
                <a:latin typeface="华文中宋" panose="02010600040101010101" pitchFamily="2" charset="-122"/>
                <a:ea typeface="华文中宋" panose="02010600040101010101" pitchFamily="2" charset="-122"/>
              </a:defRPr>
            </a:lvl1pPr>
          </a:lstStyle>
          <a:p>
            <a:pPr lvl="0"/>
            <a:r>
              <a:rPr lang="zh-CN" altLang="en-US">
                <a:ea typeface="华文新魏" panose="02010800040101010101" pitchFamily="2" charset="-122"/>
              </a:rPr>
              <a:t>计算机的层次结构</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65537"/>
          <p:cNvSpPr>
            <a:spLocks noGrp="1"/>
          </p:cNvSpPr>
          <p:nvPr>
            <p:ph type="title"/>
          </p:nvPr>
        </p:nvSpPr>
        <p:spPr>
          <a:xfrm>
            <a:off x="339725" y="249238"/>
            <a:ext cx="4818063" cy="327025"/>
          </a:xfrm>
          <a:ln/>
        </p:spPr>
        <p:txBody>
          <a:bodyPr anchor="b" anchorCtr="0"/>
          <a:lstStyle/>
          <a:p>
            <a:r>
              <a:rPr lang="zh-CN" altLang="en-US"/>
              <a:t>软件与硬件的逻辑等价性</a:t>
            </a:r>
          </a:p>
        </p:txBody>
      </p:sp>
      <p:sp>
        <p:nvSpPr>
          <p:cNvPr id="65539" name="文本占位符 65538"/>
          <p:cNvSpPr>
            <a:spLocks noGrp="1"/>
          </p:cNvSpPr>
          <p:nvPr>
            <p:ph type="body" idx="1"/>
          </p:nvPr>
        </p:nvSpPr>
        <p:spPr>
          <a:ln/>
        </p:spPr>
        <p:txBody>
          <a:bodyPr/>
          <a:lstStyle/>
          <a:p>
            <a:pPr>
              <a:buNone/>
            </a:pPr>
            <a:r>
              <a:rPr lang="zh-CN" altLang="en-US" sz="2800" b="1"/>
              <a:t>大规模集成电路的出现和发展。  </a:t>
            </a:r>
          </a:p>
          <a:p>
            <a:pPr>
              <a:buNone/>
            </a:pPr>
            <a:r>
              <a:rPr lang="zh-CN" altLang="en-US" sz="2800" b="1"/>
              <a:t>操作可以用软件实现，也可以用硬件实现。</a:t>
            </a:r>
          </a:p>
          <a:p>
            <a:pPr>
              <a:buNone/>
            </a:pPr>
            <a:r>
              <a:rPr lang="zh-CN" altLang="en-US" sz="2800" b="1">
                <a:ea typeface="楷体_GB2312" pitchFamily="1" charset="-122"/>
              </a:rPr>
              <a:t>固件</a:t>
            </a:r>
            <a:r>
              <a:rPr lang="en-US" altLang="zh-CN" sz="2800" b="1"/>
              <a:t>:</a:t>
            </a:r>
            <a:r>
              <a:rPr lang="zh-CN" altLang="en-US" sz="2800" b="1"/>
              <a:t>介于传统的软件和硬件间的实体。</a:t>
            </a:r>
          </a:p>
          <a:p>
            <a:pPr>
              <a:buNone/>
            </a:pPr>
            <a:r>
              <a:rPr lang="zh-CN" altLang="en-US" sz="2800" b="1"/>
              <a:t>     功能</a:t>
            </a:r>
            <a:r>
              <a:rPr lang="en-US" altLang="zh-CN" sz="2800" b="1"/>
              <a:t>------</a:t>
            </a:r>
            <a:r>
              <a:rPr lang="zh-CN" altLang="en-US" sz="2800" b="1"/>
              <a:t>软件</a:t>
            </a:r>
          </a:p>
          <a:p>
            <a:pPr>
              <a:buNone/>
            </a:pPr>
            <a:r>
              <a:rPr lang="zh-CN" altLang="en-US" sz="2800" b="1"/>
              <a:t>     形态</a:t>
            </a:r>
            <a:r>
              <a:rPr lang="en-US" altLang="zh-CN" sz="2800" b="1"/>
              <a:t>------</a:t>
            </a:r>
            <a:r>
              <a:rPr lang="zh-CN" altLang="en-US" sz="2800" b="1"/>
              <a:t>硬件</a:t>
            </a:r>
          </a:p>
          <a:p>
            <a:pPr>
              <a:buNone/>
            </a:pPr>
            <a:r>
              <a:rPr lang="zh-CN" altLang="en-US" sz="2800" b="1"/>
              <a:t>     实现</a:t>
            </a:r>
            <a:r>
              <a:rPr lang="en-US" altLang="zh-CN" sz="2800" b="1"/>
              <a:t>------</a:t>
            </a:r>
            <a:r>
              <a:rPr lang="zh-CN" altLang="en-US" sz="2800" b="1"/>
              <a:t>软件写入</a:t>
            </a:r>
            <a:r>
              <a:rPr lang="en-US" altLang="zh-CN" sz="2800" b="1"/>
              <a:t>ROM------</a:t>
            </a:r>
            <a:r>
              <a:rPr lang="zh-CN" altLang="en-US" sz="2800" b="1">
                <a:ea typeface="楷体_GB2312" pitchFamily="1" charset="-122"/>
              </a:rPr>
              <a:t>固化</a:t>
            </a:r>
            <a:r>
              <a:rPr lang="en-US" altLang="zh-CN" sz="2800" b="1"/>
              <a:t>BIOS</a:t>
            </a:r>
          </a:p>
        </p:txBody>
      </p:sp>
    </p:spTree>
  </p:cSld>
  <p:clrMapOvr>
    <a:masterClrMapping/>
  </p:clrMapOvr>
</p:sld>
</file>

<file path=ppt/theme/theme1.xml><?xml version="1.0" encoding="utf-8"?>
<a:theme xmlns:a="http://schemas.openxmlformats.org/drawingml/2006/main" name="Ribbons">
  <a:themeElements>
    <a:clrScheme name="">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1E1E1"/>
      </a:accent5>
      <a:accent6>
        <a:srgbClr val="868686"/>
      </a:accent6>
      <a:hlink>
        <a:srgbClr val="333333"/>
      </a:hlink>
      <a:folHlink>
        <a:srgbClr val="777777"/>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CC"/>
        </a:dk1>
        <a:lt1>
          <a:srgbClr val="660033"/>
        </a:lt1>
        <a:dk2>
          <a:srgbClr val="FFCC00"/>
        </a:dk2>
        <a:lt2>
          <a:srgbClr val="220011"/>
        </a:lt2>
        <a:accent1>
          <a:srgbClr val="CC0099"/>
        </a:accent1>
        <a:accent2>
          <a:srgbClr val="56002B"/>
        </a:accent2>
        <a:accent3>
          <a:srgbClr val="B9AAAD"/>
        </a:accent3>
        <a:accent4>
          <a:srgbClr val="DCDCAF"/>
        </a:accent4>
        <a:accent5>
          <a:srgbClr val="E2AACA"/>
        </a:accent5>
        <a:accent6>
          <a:srgbClr val="4C0026"/>
        </a:accent6>
        <a:hlink>
          <a:srgbClr val="9C004E"/>
        </a:hlink>
        <a:folHlink>
          <a:srgbClr val="FF6600"/>
        </a:folHlink>
      </a:clrScheme>
      <a:clrMap bg1="lt1" tx1="dk1" bg2="lt2" tx2="dk2" accent1="accent1" accent2="accent2" accent3="accent3" accent4="accent4" accent5="accent5" accent6="accent6" hlink="hlink" folHlink="folHlink"/>
    </a:extraClrScheme>
    <a:extraClrScheme>
      <a:clrScheme name="">
        <a:dk1>
          <a:srgbClr val="001600"/>
        </a:dk1>
        <a:lt1>
          <a:srgbClr val="669900"/>
        </a:lt1>
        <a:dk2>
          <a:srgbClr val="000000"/>
        </a:dk2>
        <a:lt2>
          <a:srgbClr val="006600"/>
        </a:lt2>
        <a:accent1>
          <a:srgbClr val="336600"/>
        </a:accent1>
        <a:accent2>
          <a:srgbClr val="89BA00"/>
        </a:accent2>
        <a:accent3>
          <a:srgbClr val="B9CAAA"/>
        </a:accent3>
        <a:accent4>
          <a:srgbClr val="001100"/>
        </a:accent4>
        <a:accent5>
          <a:srgbClr val="ADB9AA"/>
        </a:accent5>
        <a:accent6>
          <a:srgbClr val="7AA600"/>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
        <a:dk1>
          <a:srgbClr val="000000"/>
        </a:dk1>
        <a:lt1>
          <a:srgbClr val="B2B2B2"/>
        </a:lt1>
        <a:dk2>
          <a:srgbClr val="000000"/>
        </a:dk2>
        <a:lt2>
          <a:srgbClr val="777777"/>
        </a:lt2>
        <a:accent1>
          <a:srgbClr val="CBCBCB"/>
        </a:accent1>
        <a:accent2>
          <a:srgbClr val="969696"/>
        </a:accent2>
        <a:accent3>
          <a:srgbClr val="D5D5D5"/>
        </a:accent3>
        <a:accent4>
          <a:srgbClr val="000000"/>
        </a:accent4>
        <a:accent5>
          <a:srgbClr val="E1E1E1"/>
        </a:accent5>
        <a:accent6>
          <a:srgbClr val="868686"/>
        </a:accent6>
        <a:hlink>
          <a:srgbClr val="333333"/>
        </a:hlink>
        <a:folHlink>
          <a:srgbClr val="777777"/>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33CCCC"/>
        </a:dk2>
        <a:lt2>
          <a:srgbClr val="000F1E"/>
        </a:lt2>
        <a:accent1>
          <a:srgbClr val="006699"/>
        </a:accent1>
        <a:accent2>
          <a:srgbClr val="003366"/>
        </a:accent2>
        <a:accent3>
          <a:srgbClr val="AAADB9"/>
        </a:accent3>
        <a:accent4>
          <a:srgbClr val="DCDCDC"/>
        </a:accent4>
        <a:accent5>
          <a:srgbClr val="AAB9CA"/>
        </a:accent5>
        <a:accent6>
          <a:srgbClr val="002D5B"/>
        </a:accent6>
        <a:hlink>
          <a:srgbClr val="0099CC"/>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66FFCC"/>
        </a:dk2>
        <a:lt2>
          <a:srgbClr val="002F2E"/>
        </a:lt2>
        <a:accent1>
          <a:srgbClr val="0099CC"/>
        </a:accent1>
        <a:accent2>
          <a:srgbClr val="005250"/>
        </a:accent2>
        <a:accent3>
          <a:srgbClr val="AAC1C1"/>
        </a:accent3>
        <a:accent4>
          <a:srgbClr val="DCDCDC"/>
        </a:accent4>
        <a:accent5>
          <a:srgbClr val="AACAE2"/>
        </a:accent5>
        <a:accent6>
          <a:srgbClr val="004947"/>
        </a:accent6>
        <a:hlink>
          <a:srgbClr val="00CC99"/>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CC00"/>
        </a:dk2>
        <a:lt2>
          <a:srgbClr val="000022"/>
        </a:lt2>
        <a:accent1>
          <a:srgbClr val="666699"/>
        </a:accent1>
        <a:accent2>
          <a:srgbClr val="000048"/>
        </a:accent2>
        <a:accent3>
          <a:srgbClr val="AAAAB9"/>
        </a:accent3>
        <a:accent4>
          <a:srgbClr val="DCDCDC"/>
        </a:accent4>
        <a:accent5>
          <a:srgbClr val="B9B9CA"/>
        </a:accent5>
        <a:accent6>
          <a:srgbClr val="000040"/>
        </a:accent6>
        <a:hlink>
          <a:srgbClr val="9999FF"/>
        </a:hlink>
        <a:folHlink>
          <a:srgbClr val="0000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000520141126A01PWBG">
  <a:themeElements>
    <a:clrScheme name="">
      <a:dk1>
        <a:srgbClr val="000000"/>
      </a:dk1>
      <a:lt1>
        <a:srgbClr val="FFFFFF"/>
      </a:lt1>
      <a:dk2>
        <a:srgbClr val="39302A"/>
      </a:dk2>
      <a:lt2>
        <a:srgbClr val="E5DEDB"/>
      </a:lt2>
      <a:accent1>
        <a:srgbClr val="FA8550"/>
      </a:accent1>
      <a:accent2>
        <a:srgbClr val="FABD50"/>
      </a:accent2>
      <a:accent3>
        <a:srgbClr val="FFFFFF"/>
      </a:accent3>
      <a:accent4>
        <a:srgbClr val="000000"/>
      </a:accent4>
      <a:accent5>
        <a:srgbClr val="FCC3B3"/>
      </a:accent5>
      <a:accent6>
        <a:srgbClr val="E0A947"/>
      </a:accent6>
      <a:hlink>
        <a:srgbClr val="AFA665"/>
      </a:hlink>
      <a:folHlink>
        <a:srgbClr val="7F85A1"/>
      </a:folHlink>
    </a:clrScheme>
    <a:fontScheme name="">
      <a:majorFont>
        <a:latin typeface="Arial"/>
        <a:ea typeface="幼圆"/>
        <a:cs typeface=""/>
      </a:majorFont>
      <a:minorFont>
        <a:latin typeface="Arial"/>
        <a:ea typeface="幼圆"/>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000120140530A23PWBG">
  <a:themeElements>
    <a:clrScheme name="">
      <a:dk1>
        <a:srgbClr val="3F3F3F"/>
      </a:dk1>
      <a:lt1>
        <a:srgbClr val="FFFFFF"/>
      </a:lt1>
      <a:dk2>
        <a:srgbClr val="3F3F3F"/>
      </a:dk2>
      <a:lt2>
        <a:srgbClr val="FFFFFF"/>
      </a:lt2>
      <a:accent1>
        <a:srgbClr val="76AA30"/>
      </a:accent1>
      <a:accent2>
        <a:srgbClr val="BED15D"/>
      </a:accent2>
      <a:accent3>
        <a:srgbClr val="FFFFFF"/>
      </a:accent3>
      <a:accent4>
        <a:srgbClr val="353535"/>
      </a:accent4>
      <a:accent5>
        <a:srgbClr val="BDD1AD"/>
      </a:accent5>
      <a:accent6>
        <a:srgbClr val="AABB53"/>
      </a:accent6>
      <a:hlink>
        <a:srgbClr val="0070C0"/>
      </a:hlink>
      <a:folHlink>
        <a:srgbClr val="7F7F7F"/>
      </a:folHlink>
    </a:clrScheme>
    <a:fontScheme name="">
      <a:majorFont>
        <a:latin typeface="华文中宋"/>
        <a:ea typeface="华文中宋"/>
        <a:cs typeface=""/>
      </a:majorFont>
      <a:minorFont>
        <a:latin typeface="华文中宋"/>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3F3F3F"/>
        </a:dk1>
        <a:lt1>
          <a:srgbClr val="FFFFFF"/>
        </a:lt1>
        <a:dk2>
          <a:srgbClr val="3F3F3F"/>
        </a:dk2>
        <a:lt2>
          <a:srgbClr val="FFFFFF"/>
        </a:lt2>
        <a:accent1>
          <a:srgbClr val="76AA30"/>
        </a:accent1>
        <a:accent2>
          <a:srgbClr val="BED15D"/>
        </a:accent2>
        <a:accent3>
          <a:srgbClr val="FFFFFF"/>
        </a:accent3>
        <a:accent4>
          <a:srgbClr val="353535"/>
        </a:accent4>
        <a:accent5>
          <a:srgbClr val="BDD1AD"/>
        </a:accent5>
        <a:accent6>
          <a:srgbClr val="AABB53"/>
        </a:accent6>
        <a:hlink>
          <a:srgbClr val="0070C0"/>
        </a:hlink>
        <a:folHlink>
          <a:srgbClr val="7F7F7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Designs\Ribbons.pot</Template>
  <TotalTime>2</TotalTime>
  <Words>2727</Words>
  <Application>Microsoft Office PowerPoint</Application>
  <PresentationFormat>全屏显示(4:3)</PresentationFormat>
  <Paragraphs>625</Paragraphs>
  <Slides>50</Slides>
  <Notes>0</Notes>
  <HiddenSlides>0</HiddenSlides>
  <MMClips>0</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1</vt:i4>
      </vt:variant>
      <vt:variant>
        <vt:lpstr>幻灯片标题</vt:lpstr>
      </vt:variant>
      <vt:variant>
        <vt:i4>50</vt:i4>
      </vt:variant>
    </vt:vector>
  </HeadingPairs>
  <TitlesOfParts>
    <vt:vector size="66" baseType="lpstr">
      <vt:lpstr>华文彩云</vt:lpstr>
      <vt:lpstr>华文新魏</vt:lpstr>
      <vt:lpstr>华文中宋</vt:lpstr>
      <vt:lpstr>楷体</vt:lpstr>
      <vt:lpstr>楷体_GB2312</vt:lpstr>
      <vt:lpstr>宋体</vt:lpstr>
      <vt:lpstr>幼圆</vt:lpstr>
      <vt:lpstr>Arial</vt:lpstr>
      <vt:lpstr>Calibri</vt:lpstr>
      <vt:lpstr>Tahoma</vt:lpstr>
      <vt:lpstr>Times New Roman</vt:lpstr>
      <vt:lpstr>Wingdings</vt:lpstr>
      <vt:lpstr>Ribbons</vt:lpstr>
      <vt:lpstr>A000520141126A01PWBG</vt:lpstr>
      <vt:lpstr>A000120140530A23PWBG</vt:lpstr>
      <vt:lpstr>PBrush</vt:lpstr>
      <vt:lpstr>计算机组成原理</vt:lpstr>
      <vt:lpstr>课程性质：  </vt:lpstr>
      <vt:lpstr>课程特点：</vt:lpstr>
      <vt:lpstr>PowerPoint 演示文稿</vt:lpstr>
      <vt:lpstr>第一章 计算机系统结构</vt:lpstr>
      <vt:lpstr>PowerPoint 演示文稿</vt:lpstr>
      <vt:lpstr>例题：</vt:lpstr>
      <vt:lpstr>通用计算机按规模分为：</vt:lpstr>
      <vt:lpstr>计算机的发展史：</vt:lpstr>
      <vt:lpstr>计算机的发展</vt:lpstr>
      <vt:lpstr>世界上第一台电子数字计算机</vt:lpstr>
      <vt:lpstr> 计算机的发展——第一台电子计算机（ENIAC）</vt:lpstr>
      <vt:lpstr>PowerPoint 演示文稿</vt:lpstr>
      <vt:lpstr>计算机的发展</vt:lpstr>
      <vt:lpstr>PowerPoint 演示文稿</vt:lpstr>
      <vt:lpstr>计算机总体发展</vt:lpstr>
      <vt:lpstr>微电子与计算机</vt:lpstr>
      <vt:lpstr>PowerPoint 演示文稿</vt:lpstr>
      <vt:lpstr>计算机的应用类型：</vt:lpstr>
      <vt:lpstr>计算机的主要应用领域：</vt:lpstr>
      <vt:lpstr>计算机的发展方向：</vt:lpstr>
      <vt:lpstr>计算机体系结构和组织</vt:lpstr>
      <vt:lpstr>计算机系统结构：</vt:lpstr>
      <vt:lpstr>电子计算机的设计思想</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计算机的硬件结构</vt:lpstr>
      <vt:lpstr>PowerPoint 演示文稿</vt:lpstr>
      <vt:lpstr>PowerPoint 演示文稿</vt:lpstr>
      <vt:lpstr>PowerPoint 演示文稿</vt:lpstr>
      <vt:lpstr>PowerPoint 演示文稿</vt:lpstr>
      <vt:lpstr>PowerPoint 演示文稿</vt:lpstr>
      <vt:lpstr>计算机的技术指标</vt:lpstr>
      <vt:lpstr>计算机的发展—Pentium和Power PC发展概述</vt:lpstr>
      <vt:lpstr>摩尔定律</vt:lpstr>
      <vt:lpstr>计算机系统的层次结构</vt:lpstr>
      <vt:lpstr>计算机的层次结构</vt:lpstr>
      <vt:lpstr>计算机的层次结构</vt:lpstr>
      <vt:lpstr>计算机的层次结构</vt:lpstr>
      <vt:lpstr>计算机的层次结构</vt:lpstr>
      <vt:lpstr>计算机的层次结构</vt:lpstr>
      <vt:lpstr> </vt:lpstr>
      <vt:lpstr>软件与硬件的逻辑等价性</vt:lpstr>
    </vt:vector>
  </TitlesOfParts>
  <Company>西北民族大学数学与计算机科学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计算机组成原理</dc:title>
  <dc:creator>赵家辉</dc:creator>
  <cp:lastModifiedBy>Jiahui Zhao</cp:lastModifiedBy>
  <cp:revision>194</cp:revision>
  <dcterms:created xsi:type="dcterms:W3CDTF">2003-07-21T04:46:07Z</dcterms:created>
  <dcterms:modified xsi:type="dcterms:W3CDTF">2026-03-15T01:39:25Z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2052-12.1.0.20754</vt:lpwstr>
  </property>
  <property fmtid="{D5CDD505-2E9C-101B-9397-08002B2CF9AE}" pid="3" name="ICV">
    <vt:lpwstr>F3230B5F68EF4905B8A8CF35466E40D9_12</vt:lpwstr>
  </property>
</Properties>
</file>