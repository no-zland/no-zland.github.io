
<file path=[Content_Types].xml><?xml version="1.0" encoding="utf-8"?>
<Types xmlns="http://schemas.openxmlformats.org/package/2006/content-types">
  <Default Extension="jpeg" ContentType="image/jpeg"/>
  <Default Extension="JPG" ContentType="image/.jpg"/>
  <Default Extension="wav" ContentType="audio/x-wav"/>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60" r:id="rId3"/>
  </p:sldMasterIdLst>
  <p:notesMasterIdLst>
    <p:notesMasterId r:id="rId107"/>
  </p:notesMasterIdLst>
  <p:sldIdLst>
    <p:sldId id="258" r:id="rId4"/>
    <p:sldId id="506" r:id="rId5"/>
    <p:sldId id="507" r:id="rId6"/>
    <p:sldId id="335" r:id="rId7"/>
    <p:sldId id="259" r:id="rId8"/>
    <p:sldId id="260" r:id="rId9"/>
    <p:sldId id="262" r:id="rId10"/>
    <p:sldId id="863" r:id="rId11"/>
    <p:sldId id="263" r:id="rId12"/>
    <p:sldId id="356" r:id="rId13"/>
    <p:sldId id="357" r:id="rId14"/>
    <p:sldId id="358" r:id="rId15"/>
    <p:sldId id="509" r:id="rId16"/>
    <p:sldId id="359" r:id="rId17"/>
    <p:sldId id="267" r:id="rId18"/>
    <p:sldId id="360" r:id="rId19"/>
    <p:sldId id="361" r:id="rId20"/>
    <p:sldId id="362" r:id="rId21"/>
    <p:sldId id="338" r:id="rId22"/>
    <p:sldId id="614" r:id="rId23"/>
    <p:sldId id="363" r:id="rId24"/>
    <p:sldId id="364" r:id="rId25"/>
    <p:sldId id="408" r:id="rId26"/>
    <p:sldId id="342" r:id="rId27"/>
    <p:sldId id="341" r:id="rId28"/>
    <p:sldId id="271" r:id="rId29"/>
    <p:sldId id="272" r:id="rId30"/>
    <p:sldId id="273" r:id="rId31"/>
    <p:sldId id="706" r:id="rId32"/>
    <p:sldId id="787" r:id="rId33"/>
    <p:sldId id="707" r:id="rId34"/>
    <p:sldId id="709" r:id="rId35"/>
    <p:sldId id="276" r:id="rId36"/>
    <p:sldId id="277" r:id="rId37"/>
    <p:sldId id="278" r:id="rId38"/>
    <p:sldId id="708" r:id="rId39"/>
    <p:sldId id="789" r:id="rId40"/>
    <p:sldId id="790" r:id="rId41"/>
    <p:sldId id="285" r:id="rId42"/>
    <p:sldId id="286" r:id="rId43"/>
    <p:sldId id="288" r:id="rId44"/>
    <p:sldId id="289" r:id="rId45"/>
    <p:sldId id="290" r:id="rId46"/>
    <p:sldId id="291" r:id="rId47"/>
    <p:sldId id="292" r:id="rId48"/>
    <p:sldId id="293" r:id="rId49"/>
    <p:sldId id="294" r:id="rId50"/>
    <p:sldId id="295" r:id="rId51"/>
    <p:sldId id="296" r:id="rId52"/>
    <p:sldId id="298" r:id="rId53"/>
    <p:sldId id="365" r:id="rId54"/>
    <p:sldId id="300" r:id="rId55"/>
    <p:sldId id="377" r:id="rId56"/>
    <p:sldId id="378" r:id="rId57"/>
    <p:sldId id="302" r:id="rId58"/>
    <p:sldId id="380" r:id="rId59"/>
    <p:sldId id="303" r:id="rId60"/>
    <p:sldId id="382" r:id="rId61"/>
    <p:sldId id="384" r:id="rId62"/>
    <p:sldId id="352" r:id="rId63"/>
    <p:sldId id="353" r:id="rId64"/>
    <p:sldId id="354" r:id="rId65"/>
    <p:sldId id="511" r:id="rId66"/>
    <p:sldId id="304" r:id="rId67"/>
    <p:sldId id="305" r:id="rId68"/>
    <p:sldId id="306" r:id="rId69"/>
    <p:sldId id="307" r:id="rId70"/>
    <p:sldId id="308" r:id="rId71"/>
    <p:sldId id="309" r:id="rId72"/>
    <p:sldId id="860" r:id="rId73"/>
    <p:sldId id="705" r:id="rId74"/>
    <p:sldId id="861" r:id="rId75"/>
    <p:sldId id="862" r:id="rId76"/>
    <p:sldId id="343" r:id="rId77"/>
    <p:sldId id="344" r:id="rId78"/>
    <p:sldId id="346" r:id="rId79"/>
    <p:sldId id="348" r:id="rId80"/>
    <p:sldId id="349" r:id="rId81"/>
    <p:sldId id="350" r:id="rId82"/>
    <p:sldId id="351" r:id="rId83"/>
    <p:sldId id="310" r:id="rId84"/>
    <p:sldId id="311" r:id="rId85"/>
    <p:sldId id="312" r:id="rId86"/>
    <p:sldId id="313" r:id="rId87"/>
    <p:sldId id="314" r:id="rId88"/>
    <p:sldId id="315" r:id="rId89"/>
    <p:sldId id="792" r:id="rId90"/>
    <p:sldId id="795" r:id="rId91"/>
    <p:sldId id="793" r:id="rId92"/>
    <p:sldId id="794" r:id="rId93"/>
    <p:sldId id="316" r:id="rId94"/>
    <p:sldId id="317" r:id="rId95"/>
    <p:sldId id="319" r:id="rId96"/>
    <p:sldId id="321" r:id="rId97"/>
    <p:sldId id="322" r:id="rId98"/>
    <p:sldId id="323" r:id="rId99"/>
    <p:sldId id="324" r:id="rId100"/>
    <p:sldId id="325" r:id="rId101"/>
    <p:sldId id="327" r:id="rId102"/>
    <p:sldId id="328" r:id="rId103"/>
    <p:sldId id="329" r:id="rId104"/>
    <p:sldId id="332" r:id="rId105"/>
    <p:sldId id="333" r:id="rId106"/>
  </p:sldIdLst>
  <p:sldSz cx="9144000" cy="6858000" type="screen4x3"/>
  <p:notesSz cx="6858000" cy="9144000"/>
  <p:defaultTextStyle>
    <a:defPPr>
      <a:defRPr lang="zh-CN"/>
    </a:defPPr>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1pPr>
    <a:lvl2pPr marL="457200" lvl="1"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5pPr>
    <a:lvl6pPr marL="2286000" lvl="5"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6pPr>
    <a:lvl7pPr marL="2743200" lvl="6"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7pPr>
    <a:lvl8pPr marL="3200400" lvl="7"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8pPr>
    <a:lvl9pPr marL="3657600" lvl="8"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9pPr>
  </p:defaultTextStyle>
  <p:extLst>
    <p:ext uri="{EFAFB233-063F-42B5-8137-9DF3F51BA10A}">
      <p15:sldGuideLst xmlns:p15="http://schemas.microsoft.com/office/powerpoint/2012/main">
        <p15:guide id="1" orient="horz" pos="2263" userDrawn="1">
          <p15:clr>
            <a:srgbClr val="A4A3A4"/>
          </p15:clr>
        </p15:guide>
        <p15:guide id="2" pos="2971"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993366"/>
    <a:srgbClr val="800000"/>
    <a:srgbClr val="666699"/>
    <a:srgbClr val="FFFFFF"/>
    <a:srgbClr val="CCFFCC"/>
    <a:srgbClr val="CCECFF"/>
    <a:srgbClr val="FF0000"/>
    <a:srgbClr val="0000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showOutlineIcons="0">
    <p:restoredLeft sz="15620"/>
    <p:restoredTop sz="94660"/>
  </p:normalViewPr>
  <p:slideViewPr>
    <p:cSldViewPr showGuides="1">
      <p:cViewPr varScale="1">
        <p:scale>
          <a:sx n="69" d="100"/>
          <a:sy n="69" d="100"/>
        </p:scale>
        <p:origin x="546" y="60"/>
      </p:cViewPr>
      <p:guideLst>
        <p:guide orient="horz" pos="2263"/>
        <p:guide pos="2971"/>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99" Type="http://schemas.openxmlformats.org/officeDocument/2006/relationships/slide" Target="slides/slide96.xml"/><Relationship Id="rId98" Type="http://schemas.openxmlformats.org/officeDocument/2006/relationships/slide" Target="slides/slide95.xml"/><Relationship Id="rId97" Type="http://schemas.openxmlformats.org/officeDocument/2006/relationships/slide" Target="slides/slide94.xml"/><Relationship Id="rId96" Type="http://schemas.openxmlformats.org/officeDocument/2006/relationships/slide" Target="slides/slide93.xml"/><Relationship Id="rId95" Type="http://schemas.openxmlformats.org/officeDocument/2006/relationships/slide" Target="slides/slide92.xml"/><Relationship Id="rId94" Type="http://schemas.openxmlformats.org/officeDocument/2006/relationships/slide" Target="slides/slide91.xml"/><Relationship Id="rId93" Type="http://schemas.openxmlformats.org/officeDocument/2006/relationships/slide" Target="slides/slide90.xml"/><Relationship Id="rId92" Type="http://schemas.openxmlformats.org/officeDocument/2006/relationships/slide" Target="slides/slide89.xml"/><Relationship Id="rId91" Type="http://schemas.openxmlformats.org/officeDocument/2006/relationships/slide" Target="slides/slide88.xml"/><Relationship Id="rId90" Type="http://schemas.openxmlformats.org/officeDocument/2006/relationships/slide" Target="slides/slide87.xml"/><Relationship Id="rId9" Type="http://schemas.openxmlformats.org/officeDocument/2006/relationships/slide" Target="slides/slide6.xml"/><Relationship Id="rId89" Type="http://schemas.openxmlformats.org/officeDocument/2006/relationships/slide" Target="slides/slide86.xml"/><Relationship Id="rId88" Type="http://schemas.openxmlformats.org/officeDocument/2006/relationships/slide" Target="slides/slide85.xml"/><Relationship Id="rId87" Type="http://schemas.openxmlformats.org/officeDocument/2006/relationships/slide" Target="slides/slide84.xml"/><Relationship Id="rId86" Type="http://schemas.openxmlformats.org/officeDocument/2006/relationships/slide" Target="slides/slide83.xml"/><Relationship Id="rId85" Type="http://schemas.openxmlformats.org/officeDocument/2006/relationships/slide" Target="slides/slide82.xml"/><Relationship Id="rId84" Type="http://schemas.openxmlformats.org/officeDocument/2006/relationships/slide" Target="slides/slide81.xml"/><Relationship Id="rId83" Type="http://schemas.openxmlformats.org/officeDocument/2006/relationships/slide" Target="slides/slide80.xml"/><Relationship Id="rId82" Type="http://schemas.openxmlformats.org/officeDocument/2006/relationships/slide" Target="slides/slide79.xml"/><Relationship Id="rId81" Type="http://schemas.openxmlformats.org/officeDocument/2006/relationships/slide" Target="slides/slide78.xml"/><Relationship Id="rId80" Type="http://schemas.openxmlformats.org/officeDocument/2006/relationships/slide" Target="slides/slide77.xml"/><Relationship Id="rId8" Type="http://schemas.openxmlformats.org/officeDocument/2006/relationships/slide" Target="slides/slide5.xml"/><Relationship Id="rId79" Type="http://schemas.openxmlformats.org/officeDocument/2006/relationships/slide" Target="slides/slide76.xml"/><Relationship Id="rId78" Type="http://schemas.openxmlformats.org/officeDocument/2006/relationships/slide" Target="slides/slide75.xml"/><Relationship Id="rId77" Type="http://schemas.openxmlformats.org/officeDocument/2006/relationships/slide" Target="slides/slide74.xml"/><Relationship Id="rId76" Type="http://schemas.openxmlformats.org/officeDocument/2006/relationships/slide" Target="slides/slide73.xml"/><Relationship Id="rId75" Type="http://schemas.openxmlformats.org/officeDocument/2006/relationships/slide" Target="slides/slide72.xml"/><Relationship Id="rId74" Type="http://schemas.openxmlformats.org/officeDocument/2006/relationships/slide" Target="slides/slide71.xml"/><Relationship Id="rId73" Type="http://schemas.openxmlformats.org/officeDocument/2006/relationships/slide" Target="slides/slide70.xml"/><Relationship Id="rId72" Type="http://schemas.openxmlformats.org/officeDocument/2006/relationships/slide" Target="slides/slide69.xml"/><Relationship Id="rId71" Type="http://schemas.openxmlformats.org/officeDocument/2006/relationships/slide" Target="slides/slide68.xml"/><Relationship Id="rId70" Type="http://schemas.openxmlformats.org/officeDocument/2006/relationships/slide" Target="slides/slide67.xml"/><Relationship Id="rId7" Type="http://schemas.openxmlformats.org/officeDocument/2006/relationships/slide" Target="slides/slide4.xml"/><Relationship Id="rId69" Type="http://schemas.openxmlformats.org/officeDocument/2006/relationships/slide" Target="slides/slide66.xml"/><Relationship Id="rId68" Type="http://schemas.openxmlformats.org/officeDocument/2006/relationships/slide" Target="slides/slide65.xml"/><Relationship Id="rId67" Type="http://schemas.openxmlformats.org/officeDocument/2006/relationships/slide" Target="slides/slide64.xml"/><Relationship Id="rId66" Type="http://schemas.openxmlformats.org/officeDocument/2006/relationships/slide" Target="slides/slide63.xml"/><Relationship Id="rId65" Type="http://schemas.openxmlformats.org/officeDocument/2006/relationships/slide" Target="slides/slide62.xml"/><Relationship Id="rId64" Type="http://schemas.openxmlformats.org/officeDocument/2006/relationships/slide" Target="slides/slide61.xml"/><Relationship Id="rId63" Type="http://schemas.openxmlformats.org/officeDocument/2006/relationships/slide" Target="slides/slide60.xml"/><Relationship Id="rId62" Type="http://schemas.openxmlformats.org/officeDocument/2006/relationships/slide" Target="slides/slide59.xml"/><Relationship Id="rId61" Type="http://schemas.openxmlformats.org/officeDocument/2006/relationships/slide" Target="slides/slide58.xml"/><Relationship Id="rId60" Type="http://schemas.openxmlformats.org/officeDocument/2006/relationships/slide" Target="slides/slide57.xml"/><Relationship Id="rId6" Type="http://schemas.openxmlformats.org/officeDocument/2006/relationships/slide" Target="slides/slide3.xml"/><Relationship Id="rId59" Type="http://schemas.openxmlformats.org/officeDocument/2006/relationships/slide" Target="slides/slide56.xml"/><Relationship Id="rId58" Type="http://schemas.openxmlformats.org/officeDocument/2006/relationships/slide" Target="slides/slide55.xml"/><Relationship Id="rId57" Type="http://schemas.openxmlformats.org/officeDocument/2006/relationships/slide" Target="slides/slide54.xml"/><Relationship Id="rId56" Type="http://schemas.openxmlformats.org/officeDocument/2006/relationships/slide" Target="slides/slide53.xml"/><Relationship Id="rId55" Type="http://schemas.openxmlformats.org/officeDocument/2006/relationships/slide" Target="slides/slide52.xml"/><Relationship Id="rId54" Type="http://schemas.openxmlformats.org/officeDocument/2006/relationships/slide" Target="slides/slide51.xml"/><Relationship Id="rId53" Type="http://schemas.openxmlformats.org/officeDocument/2006/relationships/slide" Target="slides/slide50.xml"/><Relationship Id="rId52" Type="http://schemas.openxmlformats.org/officeDocument/2006/relationships/slide" Target="slides/slide49.xml"/><Relationship Id="rId51" Type="http://schemas.openxmlformats.org/officeDocument/2006/relationships/slide" Target="slides/slide48.xml"/><Relationship Id="rId50" Type="http://schemas.openxmlformats.org/officeDocument/2006/relationships/slide" Target="slides/slide47.xml"/><Relationship Id="rId5" Type="http://schemas.openxmlformats.org/officeDocument/2006/relationships/slide" Target="slides/slide2.xml"/><Relationship Id="rId49" Type="http://schemas.openxmlformats.org/officeDocument/2006/relationships/slide" Target="slides/slide46.xml"/><Relationship Id="rId48" Type="http://schemas.openxmlformats.org/officeDocument/2006/relationships/slide" Target="slides/slide45.xml"/><Relationship Id="rId47" Type="http://schemas.openxmlformats.org/officeDocument/2006/relationships/slide" Target="slides/slide44.xml"/><Relationship Id="rId46" Type="http://schemas.openxmlformats.org/officeDocument/2006/relationships/slide" Target="slides/slide43.xml"/><Relationship Id="rId45" Type="http://schemas.openxmlformats.org/officeDocument/2006/relationships/slide" Target="slides/slide42.xml"/><Relationship Id="rId44" Type="http://schemas.openxmlformats.org/officeDocument/2006/relationships/slide" Target="slides/slide41.xml"/><Relationship Id="rId43" Type="http://schemas.openxmlformats.org/officeDocument/2006/relationships/slide" Target="slides/slide40.xml"/><Relationship Id="rId42" Type="http://schemas.openxmlformats.org/officeDocument/2006/relationships/slide" Target="slides/slide39.xml"/><Relationship Id="rId41" Type="http://schemas.openxmlformats.org/officeDocument/2006/relationships/slide" Target="slides/slide38.xml"/><Relationship Id="rId40" Type="http://schemas.openxmlformats.org/officeDocument/2006/relationships/slide" Target="slides/slide37.xml"/><Relationship Id="rId4" Type="http://schemas.openxmlformats.org/officeDocument/2006/relationships/slide" Target="slides/slide1.xml"/><Relationship Id="rId39" Type="http://schemas.openxmlformats.org/officeDocument/2006/relationships/slide" Target="slides/slide36.xml"/><Relationship Id="rId38" Type="http://schemas.openxmlformats.org/officeDocument/2006/relationships/slide" Target="slides/slide35.xml"/><Relationship Id="rId37" Type="http://schemas.openxmlformats.org/officeDocument/2006/relationships/slide" Target="slides/slide34.xml"/><Relationship Id="rId36" Type="http://schemas.openxmlformats.org/officeDocument/2006/relationships/slide" Target="slides/slide33.xml"/><Relationship Id="rId35" Type="http://schemas.openxmlformats.org/officeDocument/2006/relationships/slide" Target="slides/slide32.xml"/><Relationship Id="rId34" Type="http://schemas.openxmlformats.org/officeDocument/2006/relationships/slide" Target="slides/slide31.xml"/><Relationship Id="rId33" Type="http://schemas.openxmlformats.org/officeDocument/2006/relationships/slide" Target="slides/slide30.xml"/><Relationship Id="rId32" Type="http://schemas.openxmlformats.org/officeDocument/2006/relationships/slide" Target="slides/slide29.xml"/><Relationship Id="rId31" Type="http://schemas.openxmlformats.org/officeDocument/2006/relationships/slide" Target="slides/slide28.xml"/><Relationship Id="rId30" Type="http://schemas.openxmlformats.org/officeDocument/2006/relationships/slide" Target="slides/slide27.xml"/><Relationship Id="rId3" Type="http://schemas.openxmlformats.org/officeDocument/2006/relationships/slideMaster" Target="slideMasters/slideMaster2.xml"/><Relationship Id="rId29" Type="http://schemas.openxmlformats.org/officeDocument/2006/relationships/slide" Target="slides/slide26.xml"/><Relationship Id="rId28" Type="http://schemas.openxmlformats.org/officeDocument/2006/relationships/slide" Target="slides/slide25.xml"/><Relationship Id="rId27" Type="http://schemas.openxmlformats.org/officeDocument/2006/relationships/slide" Target="slides/slide24.xml"/><Relationship Id="rId26" Type="http://schemas.openxmlformats.org/officeDocument/2006/relationships/slide" Target="slides/slide23.xml"/><Relationship Id="rId25" Type="http://schemas.openxmlformats.org/officeDocument/2006/relationships/slide" Target="slides/slide22.xml"/><Relationship Id="rId24" Type="http://schemas.openxmlformats.org/officeDocument/2006/relationships/slide" Target="slides/slide21.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0" Type="http://schemas.openxmlformats.org/officeDocument/2006/relationships/tableStyles" Target="tableStyles.xml"/><Relationship Id="rId11" Type="http://schemas.openxmlformats.org/officeDocument/2006/relationships/slide" Target="slides/slide8.xml"/><Relationship Id="rId109" Type="http://schemas.openxmlformats.org/officeDocument/2006/relationships/viewProps" Target="viewProps.xml"/><Relationship Id="rId108" Type="http://schemas.openxmlformats.org/officeDocument/2006/relationships/presProps" Target="presProps.xml"/><Relationship Id="rId107" Type="http://schemas.openxmlformats.org/officeDocument/2006/relationships/notesMaster" Target="notesMasters/notesMaster1.xml"/><Relationship Id="rId106" Type="http://schemas.openxmlformats.org/officeDocument/2006/relationships/slide" Target="slides/slide103.xml"/><Relationship Id="rId105" Type="http://schemas.openxmlformats.org/officeDocument/2006/relationships/slide" Target="slides/slide102.xml"/><Relationship Id="rId104" Type="http://schemas.openxmlformats.org/officeDocument/2006/relationships/slide" Target="slides/slide101.xml"/><Relationship Id="rId103" Type="http://schemas.openxmlformats.org/officeDocument/2006/relationships/slide" Target="slides/slide100.xml"/><Relationship Id="rId102" Type="http://schemas.openxmlformats.org/officeDocument/2006/relationships/slide" Target="slides/slide99.xml"/><Relationship Id="rId101" Type="http://schemas.openxmlformats.org/officeDocument/2006/relationships/slide" Target="slides/slide98.xml"/><Relationship Id="rId100" Type="http://schemas.openxmlformats.org/officeDocument/2006/relationships/slide" Target="slides/slide97.xml"/><Relationship Id="rId10" Type="http://schemas.openxmlformats.org/officeDocument/2006/relationships/slide" Target="slides/slide7.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p:sp>
        <p:nvSpPr>
          <p:cNvPr id="3074" name="Rectangle 2"/>
          <p:cNvSpPr>
            <a:spLocks noGrp="1" noChangeArrowheads="1"/>
          </p:cNvSpPr>
          <p:nvPr>
            <p:ph type="hdr" sz="quarter"/>
          </p:nvPr>
        </p:nvSpPr>
        <p:spPr bwMode="auto">
          <a:xfrm>
            <a:off x="0" y="0"/>
            <a:ext cx="2970213" cy="457200"/>
          </a:xfrm>
          <a:prstGeom prst="rect">
            <a:avLst/>
          </a:prstGeom>
          <a:noFill/>
          <a:ln>
            <a:noFill/>
          </a:ln>
          <a:effectLst/>
        </p:spPr>
        <p:txBody>
          <a:bodyPr vert="horz" wrap="square" lIns="91440" tIns="45720" rIns="91440" bIns="45720" numCol="1" anchor="t" anchorCtr="0" compatLnSpc="1"/>
          <a:lstStyle>
            <a:lvl1pPr eaLnBrk="1" hangingPunct="1">
              <a:buFont typeface="Arial" panose="020B0604020202020204" pitchFamily="34" charset="0"/>
              <a:buNone/>
              <a:defRPr sz="1200"/>
            </a:lvl1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2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3075" name="Rectangle 3"/>
          <p:cNvSpPr>
            <a:spLocks noGrp="1" noChangeArrowheads="1"/>
          </p:cNvSpPr>
          <p:nvPr>
            <p:ph type="dt" idx="1"/>
          </p:nvPr>
        </p:nvSpPr>
        <p:spPr bwMode="auto">
          <a:xfrm>
            <a:off x="3886200" y="0"/>
            <a:ext cx="2971800" cy="457200"/>
          </a:xfrm>
          <a:prstGeom prst="rect">
            <a:avLst/>
          </a:prstGeom>
          <a:noFill/>
          <a:ln>
            <a:noFill/>
          </a:ln>
          <a:effectLst/>
        </p:spPr>
        <p:txBody>
          <a:bodyPr vert="horz" wrap="square" lIns="91440" tIns="45720" rIns="91440" bIns="45720" numCol="1" anchor="t" anchorCtr="0" compatLnSpc="1"/>
          <a:lstStyle>
            <a:lvl1pPr algn="r" eaLnBrk="1" hangingPunct="1">
              <a:buFont typeface="Arial" panose="020B0604020202020204" pitchFamily="34" charset="0"/>
              <a:buNone/>
              <a:defRPr sz="1200"/>
            </a:lvl1p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2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3076" name="Rectangle 4"/>
          <p:cNvSpPr>
            <a:spLocks noGrp="1"/>
          </p:cNvSpPr>
          <p:nvPr>
            <p:ph type="sldImg"/>
          </p:nvPr>
        </p:nvSpPr>
        <p:spPr>
          <a:xfrm>
            <a:off x="1143000" y="685800"/>
            <a:ext cx="4572000" cy="3429000"/>
          </a:xfrm>
          <a:prstGeom prst="rect">
            <a:avLst/>
          </a:prstGeom>
          <a:noFill/>
          <a:ln w="9525">
            <a:noFill/>
          </a:ln>
        </p:spPr>
      </p:sp>
      <p:sp>
        <p:nvSpPr>
          <p:cNvPr id="3077" name="Rectangle 5"/>
          <p:cNvSpPr>
            <a:spLocks noGrp="1" noChangeArrowheads="1"/>
          </p:cNvSpPr>
          <p:nvPr>
            <p:ph type="body" sz="quarter" idx="3"/>
          </p:nvPr>
        </p:nvSpPr>
        <p:spPr bwMode="auto">
          <a:xfrm>
            <a:off x="914400" y="4343400"/>
            <a:ext cx="5029200" cy="4114800"/>
          </a:xfrm>
          <a:prstGeom prst="rect">
            <a:avLst/>
          </a:prstGeom>
          <a:noFill/>
          <a:ln>
            <a:noFill/>
          </a:ln>
          <a:effectLst/>
        </p:spPr>
        <p:txBody>
          <a:bodyPr vert="horz" wrap="square" lIns="91440" tIns="45720" rIns="91440" bIns="45720" numCol="1" anchor="ctr" anchorCtr="0" compatLnSpc="1"/>
          <a:lstStyle/>
          <a:p>
            <a:pPr marL="0" marR="0" lvl="0" indent="0" algn="l" defTabSz="914400" rtl="0" eaLnBrk="0" fontAlgn="base" latinLnBrk="0" hangingPunct="0">
              <a:lnSpc>
                <a:spcPct val="100000"/>
              </a:lnSpc>
              <a:spcBef>
                <a:spcPct val="30000"/>
              </a:spcBef>
              <a:spcAft>
                <a:spcPct val="0"/>
              </a:spcAft>
              <a:buClrTx/>
              <a:buSzTx/>
              <a:buFontTx/>
              <a:buNone/>
              <a:defRPr/>
            </a:pPr>
            <a:r>
              <a:rPr kumimoji="0" lang="zh-CN" sz="12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rPr>
              <a:t>单击此处编辑母版文本样式</a:t>
            </a:r>
            <a:endParaRPr kumimoji="0" lang="zh-CN" sz="12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a:p>
            <a:pPr marL="457200" marR="0" lvl="1" indent="0" algn="l" defTabSz="914400" rtl="0" eaLnBrk="0" fontAlgn="base" latinLnBrk="0" hangingPunct="0">
              <a:lnSpc>
                <a:spcPct val="100000"/>
              </a:lnSpc>
              <a:spcBef>
                <a:spcPct val="30000"/>
              </a:spcBef>
              <a:spcAft>
                <a:spcPct val="0"/>
              </a:spcAft>
              <a:buClrTx/>
              <a:buSzTx/>
              <a:buFontTx/>
              <a:buNone/>
              <a:defRPr/>
            </a:pPr>
            <a:r>
              <a:rPr kumimoji="0" lang="zh-CN" sz="12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rPr>
              <a:t>第二级</a:t>
            </a:r>
            <a:endParaRPr kumimoji="0" lang="zh-CN" sz="12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a:p>
            <a:pPr marL="914400" marR="0" lvl="2" indent="0" algn="l" defTabSz="914400" rtl="0" eaLnBrk="0" fontAlgn="base" latinLnBrk="0" hangingPunct="0">
              <a:lnSpc>
                <a:spcPct val="100000"/>
              </a:lnSpc>
              <a:spcBef>
                <a:spcPct val="30000"/>
              </a:spcBef>
              <a:spcAft>
                <a:spcPct val="0"/>
              </a:spcAft>
              <a:buClrTx/>
              <a:buSzTx/>
              <a:buFontTx/>
              <a:buNone/>
              <a:defRPr/>
            </a:pPr>
            <a:r>
              <a:rPr kumimoji="0" lang="zh-CN" sz="12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rPr>
              <a:t>第三级</a:t>
            </a:r>
            <a:endParaRPr kumimoji="0" lang="zh-CN" sz="12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a:p>
            <a:pPr marL="1371600" marR="0" lvl="3" indent="0" algn="l" defTabSz="914400" rtl="0" eaLnBrk="0" fontAlgn="base" latinLnBrk="0" hangingPunct="0">
              <a:lnSpc>
                <a:spcPct val="100000"/>
              </a:lnSpc>
              <a:spcBef>
                <a:spcPct val="30000"/>
              </a:spcBef>
              <a:spcAft>
                <a:spcPct val="0"/>
              </a:spcAft>
              <a:buClrTx/>
              <a:buSzTx/>
              <a:buFontTx/>
              <a:buNone/>
              <a:defRPr/>
            </a:pPr>
            <a:r>
              <a:rPr kumimoji="0" lang="zh-CN" sz="12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rPr>
              <a:t>第四级</a:t>
            </a:r>
            <a:endParaRPr kumimoji="0" lang="zh-CN" sz="12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a:p>
            <a:pPr marL="1828800" marR="0" lvl="4" indent="0" algn="l" defTabSz="914400" rtl="0" eaLnBrk="0" fontAlgn="base" latinLnBrk="0" hangingPunct="0">
              <a:lnSpc>
                <a:spcPct val="100000"/>
              </a:lnSpc>
              <a:spcBef>
                <a:spcPct val="30000"/>
              </a:spcBef>
              <a:spcAft>
                <a:spcPct val="0"/>
              </a:spcAft>
              <a:buClrTx/>
              <a:buSzTx/>
              <a:buFontTx/>
              <a:buNone/>
              <a:defRPr/>
            </a:pPr>
            <a:r>
              <a:rPr kumimoji="0" lang="zh-CN" sz="12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rPr>
              <a:t>第五级</a:t>
            </a:r>
            <a:endParaRPr kumimoji="0" lang="zh-CN" sz="12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3078" name="Rectangle 6"/>
          <p:cNvSpPr>
            <a:spLocks noGrp="1" noChangeArrowheads="1"/>
          </p:cNvSpPr>
          <p:nvPr>
            <p:ph type="ftr" sz="quarter" idx="4"/>
          </p:nvPr>
        </p:nvSpPr>
        <p:spPr bwMode="auto">
          <a:xfrm>
            <a:off x="0" y="8686800"/>
            <a:ext cx="2970213" cy="457200"/>
          </a:xfrm>
          <a:prstGeom prst="rect">
            <a:avLst/>
          </a:prstGeom>
          <a:noFill/>
          <a:ln>
            <a:noFill/>
          </a:ln>
          <a:effectLst/>
        </p:spPr>
        <p:txBody>
          <a:bodyPr vert="horz" wrap="square" lIns="91440" tIns="45720" rIns="91440" bIns="45720" numCol="1" anchor="b" anchorCtr="0" compatLnSpc="1"/>
          <a:lstStyle>
            <a:lvl1pPr eaLnBrk="1" hangingPunct="1">
              <a:buFont typeface="Arial" panose="020B0604020202020204" pitchFamily="34" charset="0"/>
              <a:buNone/>
              <a:defRPr sz="1200"/>
            </a:lvl1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2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3079" name="Rectangle 7"/>
          <p:cNvSpPr>
            <a:spLocks noGrp="1" noChangeArrowheads="1"/>
          </p:cNvSpPr>
          <p:nvPr>
            <p:ph type="sldNum" sz="quarter" idx="5"/>
          </p:nvPr>
        </p:nvSpPr>
        <p:spPr bwMode="auto">
          <a:xfrm>
            <a:off x="3886200" y="8686800"/>
            <a:ext cx="2971800" cy="457200"/>
          </a:xfrm>
          <a:prstGeom prst="rect">
            <a:avLst/>
          </a:prstGeom>
          <a:noFill/>
          <a:ln>
            <a:noFill/>
          </a:ln>
          <a:effectLst/>
        </p:spPr>
        <p:txBody>
          <a:bodyPr vert="horz" wrap="square" lIns="91440" tIns="45720" rIns="91440" bIns="45720" numCol="1" anchor="b" anchorCtr="0" compatLnSpc="1"/>
          <a:lstStyle>
            <a:lvl1pPr algn="r" eaLnBrk="1" hangingPunct="1">
              <a:buFont typeface="Arial" panose="020B0604020202020204" pitchFamily="34" charset="0"/>
              <a:buNone/>
              <a:defRPr sz="1200"/>
            </a:lvl1p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B7DCD94A-35F9-414A-B725-442B1B9C0410}" type="slidenum">
              <a:rPr kumimoji="0" lang="zh-CN" altLang="en-US" sz="12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rPr>
            </a:fld>
            <a:endParaRPr kumimoji="0" lang="zh-CN" altLang="en-US" sz="12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Tree>
  </p:cSld>
  <p:clrMap bg1="lt1" tx1="dk1" bg2="lt2" tx2="dk2" accent1="accent1" accent2="accent2" accent3="accent3" accent4="accent4" accent5="accent5" accent6="accent6" hlink="hlink" folHlink="folHlink"/>
  <p:hf sldNum="0" hdr="0" ftr="0" dt="0"/>
  <p:notesStyle>
    <a:lvl1pPr algn="l" rtl="0" eaLnBrk="0" fontAlgn="base" hangingPunct="0">
      <a:spcBef>
        <a:spcPct val="30000"/>
      </a:spcBef>
      <a:spcAft>
        <a:spcPct val="0"/>
      </a:spcAft>
      <a:defRPr sz="1200" kern="1200">
        <a:solidFill>
          <a:schemeClr val="tx1"/>
        </a:solidFill>
        <a:latin typeface="Times New Roman" panose="02020603050405020304" pitchFamily="18" charset="0"/>
        <a:ea typeface="宋体" panose="02010600030101010101" pitchFamily="2" charset="-122"/>
        <a:cs typeface="+mn-cs"/>
      </a:defRPr>
    </a:lvl1pPr>
    <a:lvl2pPr marL="457200" algn="l" rtl="0" eaLnBrk="0" fontAlgn="base" hangingPunct="0">
      <a:spcBef>
        <a:spcPct val="30000"/>
      </a:spcBef>
      <a:spcAft>
        <a:spcPct val="0"/>
      </a:spcAft>
      <a:defRPr sz="1200" kern="1200">
        <a:solidFill>
          <a:schemeClr val="tx1"/>
        </a:solidFill>
        <a:latin typeface="Times New Roman" panose="02020603050405020304" pitchFamily="18" charset="0"/>
        <a:ea typeface="宋体" panose="02010600030101010101" pitchFamily="2" charset="-122"/>
        <a:cs typeface="+mn-cs"/>
      </a:defRPr>
    </a:lvl2pPr>
    <a:lvl3pPr marL="914400" algn="l" rtl="0" eaLnBrk="0" fontAlgn="base" hangingPunct="0">
      <a:spcBef>
        <a:spcPct val="30000"/>
      </a:spcBef>
      <a:spcAft>
        <a:spcPct val="0"/>
      </a:spcAft>
      <a:defRPr sz="1200" kern="1200">
        <a:solidFill>
          <a:schemeClr val="tx1"/>
        </a:solidFill>
        <a:latin typeface="Times New Roman" panose="02020603050405020304" pitchFamily="18" charset="0"/>
        <a:ea typeface="宋体" panose="02010600030101010101" pitchFamily="2" charset="-122"/>
        <a:cs typeface="+mn-cs"/>
      </a:defRPr>
    </a:lvl3pPr>
    <a:lvl4pPr marL="1371600" algn="l" rtl="0" eaLnBrk="0" fontAlgn="base" hangingPunct="0">
      <a:spcBef>
        <a:spcPct val="30000"/>
      </a:spcBef>
      <a:spcAft>
        <a:spcPct val="0"/>
      </a:spcAft>
      <a:defRPr sz="1200" kern="1200">
        <a:solidFill>
          <a:schemeClr val="tx1"/>
        </a:solidFill>
        <a:latin typeface="Times New Roman" panose="02020603050405020304" pitchFamily="18" charset="0"/>
        <a:ea typeface="宋体" panose="02010600030101010101" pitchFamily="2" charset="-122"/>
        <a:cs typeface="+mn-cs"/>
      </a:defRPr>
    </a:lvl4pPr>
    <a:lvl5pPr marL="1828800" algn="l" rtl="0" eaLnBrk="0" fontAlgn="base" hangingPunct="0">
      <a:spcBef>
        <a:spcPct val="30000"/>
      </a:spcBef>
      <a:spcAft>
        <a:spcPct val="0"/>
      </a:spcAft>
      <a:defRPr sz="1200" kern="1200">
        <a:solidFill>
          <a:schemeClr val="tx1"/>
        </a:solidFill>
        <a:latin typeface="Times New Roman" panose="02020603050405020304" pitchFamily="18" charset="0"/>
        <a:ea typeface="宋体" panose="02010600030101010101" pitchFamily="2"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685800" y="2130425"/>
            <a:ext cx="7772400" cy="1470025"/>
          </a:xfrm>
        </p:spPr>
        <p:txBody>
          <a:bodyPr/>
          <a:lstStyle/>
          <a:p>
            <a:r>
              <a:rPr lang="zh-CN" altLang="en-US" noProof="1"/>
              <a:t>单击此处编辑母版标题样式</a:t>
            </a:r>
            <a:endParaRPr lang="zh-CN" altLang="en-US" noProof="1"/>
          </a:p>
        </p:txBody>
      </p:sp>
      <p:sp>
        <p:nvSpPr>
          <p:cNvPr id="3" name="副标题 2"/>
          <p:cNvSpPr>
            <a:spLocks noGrp="1"/>
          </p:cNvSpPr>
          <p:nvPr>
            <p:ph type="subTitle" idx="1"/>
          </p:nvPr>
        </p:nvSpPr>
        <p:spPr>
          <a:xfrm>
            <a:off x="1371600" y="3886200"/>
            <a:ext cx="64008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zh-CN" altLang="en-US" noProof="1"/>
              <a:t>单击此处编辑母版副标题样式</a:t>
            </a:r>
            <a:endParaRPr lang="zh-CN" altLang="en-US" noProof="1"/>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noProof="1"/>
              <a:t>单击此处编辑母版标题样式</a:t>
            </a:r>
            <a:endParaRPr lang="zh-CN" altLang="en-US" noProof="1"/>
          </a:p>
        </p:txBody>
      </p:sp>
      <p:sp>
        <p:nvSpPr>
          <p:cNvPr id="3" name="内容占位符 2"/>
          <p:cNvSpPr>
            <a:spLocks noGrp="1"/>
          </p:cNvSpPr>
          <p:nvPr>
            <p:ph idx="1"/>
          </p:nvPr>
        </p:nvSpPr>
        <p:spPr/>
        <p:txBody>
          <a:bodyPr/>
          <a:lstStyle/>
          <a:p>
            <a:pPr lvl="0"/>
            <a:r>
              <a:rPr lang="zh-CN" altLang="en-US" noProof="1"/>
              <a:t>单击此处编辑母版文本样式</a:t>
            </a:r>
            <a:endParaRPr lang="zh-CN" altLang="en-US" noProof="1"/>
          </a:p>
          <a:p>
            <a:pPr lvl="1"/>
            <a:r>
              <a:rPr lang="zh-CN" altLang="en-US" noProof="1"/>
              <a:t>第二级</a:t>
            </a:r>
            <a:endParaRPr lang="zh-CN" altLang="en-US" noProof="1"/>
          </a:p>
          <a:p>
            <a:pPr lvl="2"/>
            <a:r>
              <a:rPr lang="zh-CN" altLang="en-US" noProof="1"/>
              <a:t>第三级</a:t>
            </a:r>
            <a:endParaRPr lang="zh-CN" altLang="en-US" noProof="1"/>
          </a:p>
          <a:p>
            <a:pPr lvl="3"/>
            <a:r>
              <a:rPr lang="zh-CN" altLang="en-US" noProof="1"/>
              <a:t>第四级</a:t>
            </a:r>
            <a:endParaRPr lang="zh-CN" altLang="en-US" noProof="1"/>
          </a:p>
          <a:p>
            <a:pPr lvl="4"/>
            <a:r>
              <a:rPr lang="zh-CN" altLang="en-US" noProof="1"/>
              <a:t>第五级</a:t>
            </a:r>
            <a:endParaRPr lang="zh-CN" altLang="en-US" noProof="1"/>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r>
              <a:rPr lang="zh-CN" altLang="en-US" noProof="1"/>
              <a:t>单击此处编辑母版标题样式</a:t>
            </a:r>
            <a:endParaRPr lang="zh-CN" altLang="en-US" noProof="1"/>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noProof="1"/>
              <a:t>单击此处编辑母版文本样式</a:t>
            </a:r>
            <a:endParaRPr lang="zh-CN" altLang="en-US" noProof="1"/>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noProof="1"/>
              <a:t>单击此处编辑母版标题样式</a:t>
            </a:r>
            <a:endParaRPr lang="zh-CN" altLang="en-US" noProof="1"/>
          </a:p>
        </p:txBody>
      </p:sp>
      <p:sp>
        <p:nvSpPr>
          <p:cNvPr id="3" name="内容占位符 2"/>
          <p:cNvSpPr>
            <a:spLocks noGrp="1"/>
          </p:cNvSpPr>
          <p:nvPr>
            <p:ph sz="half" idx="1"/>
          </p:nvPr>
        </p:nvSpPr>
        <p:spPr>
          <a:xfrm>
            <a:off x="685800" y="1981200"/>
            <a:ext cx="3810000"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noProof="1"/>
              <a:t>单击此处编辑母版文本样式</a:t>
            </a:r>
            <a:endParaRPr lang="zh-CN" altLang="en-US" noProof="1"/>
          </a:p>
          <a:p>
            <a:pPr lvl="1"/>
            <a:r>
              <a:rPr lang="zh-CN" altLang="en-US" noProof="1"/>
              <a:t>第二级</a:t>
            </a:r>
            <a:endParaRPr lang="zh-CN" altLang="en-US" noProof="1"/>
          </a:p>
          <a:p>
            <a:pPr lvl="2"/>
            <a:r>
              <a:rPr lang="zh-CN" altLang="en-US" noProof="1"/>
              <a:t>第三级</a:t>
            </a:r>
            <a:endParaRPr lang="zh-CN" altLang="en-US" noProof="1"/>
          </a:p>
          <a:p>
            <a:pPr lvl="3"/>
            <a:r>
              <a:rPr lang="zh-CN" altLang="en-US" noProof="1"/>
              <a:t>第四级</a:t>
            </a:r>
            <a:endParaRPr lang="zh-CN" altLang="en-US" noProof="1"/>
          </a:p>
          <a:p>
            <a:pPr lvl="4"/>
            <a:r>
              <a:rPr lang="zh-CN" altLang="en-US" noProof="1"/>
              <a:t>第五级</a:t>
            </a:r>
            <a:endParaRPr lang="zh-CN" altLang="en-US" noProof="1"/>
          </a:p>
        </p:txBody>
      </p:sp>
      <p:sp>
        <p:nvSpPr>
          <p:cNvPr id="4" name="内容占位符 3"/>
          <p:cNvSpPr>
            <a:spLocks noGrp="1"/>
          </p:cNvSpPr>
          <p:nvPr>
            <p:ph sz="half" idx="2"/>
          </p:nvPr>
        </p:nvSpPr>
        <p:spPr>
          <a:xfrm>
            <a:off x="4648200" y="1981200"/>
            <a:ext cx="3810000"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noProof="1"/>
              <a:t>单击此处编辑母版文本样式</a:t>
            </a:r>
            <a:endParaRPr lang="zh-CN" altLang="en-US" noProof="1"/>
          </a:p>
          <a:p>
            <a:pPr lvl="1"/>
            <a:r>
              <a:rPr lang="zh-CN" altLang="en-US" noProof="1"/>
              <a:t>第二级</a:t>
            </a:r>
            <a:endParaRPr lang="zh-CN" altLang="en-US" noProof="1"/>
          </a:p>
          <a:p>
            <a:pPr lvl="2"/>
            <a:r>
              <a:rPr lang="zh-CN" altLang="en-US" noProof="1"/>
              <a:t>第三级</a:t>
            </a:r>
            <a:endParaRPr lang="zh-CN" altLang="en-US" noProof="1"/>
          </a:p>
          <a:p>
            <a:pPr lvl="3"/>
            <a:r>
              <a:rPr lang="zh-CN" altLang="en-US" noProof="1"/>
              <a:t>第四级</a:t>
            </a:r>
            <a:endParaRPr lang="zh-CN" altLang="en-US" noProof="1"/>
          </a:p>
          <a:p>
            <a:pPr lvl="4"/>
            <a:r>
              <a:rPr lang="zh-CN" altLang="en-US" noProof="1"/>
              <a:t>第五级</a:t>
            </a:r>
            <a:endParaRPr lang="zh-CN" altLang="en-US" noProof="1"/>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p:spPr>
        <p:txBody>
          <a:bodyPr/>
          <a:lstStyle>
            <a:lvl1pPr>
              <a:defRPr/>
            </a:lvl1pPr>
          </a:lstStyle>
          <a:p>
            <a:r>
              <a:rPr lang="zh-CN" altLang="en-US" noProof="1"/>
              <a:t>单击此处编辑母版标题样式</a:t>
            </a:r>
            <a:endParaRPr lang="zh-CN" altLang="en-US" noProof="1"/>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noProof="1"/>
              <a:t>单击此处编辑母版文本样式</a:t>
            </a:r>
            <a:endParaRPr lang="zh-CN" altLang="en-US" noProof="1"/>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noProof="1"/>
              <a:t>单击此处编辑母版文本样式</a:t>
            </a:r>
            <a:endParaRPr lang="zh-CN" altLang="en-US" noProof="1"/>
          </a:p>
          <a:p>
            <a:pPr lvl="1"/>
            <a:r>
              <a:rPr lang="zh-CN" altLang="en-US" noProof="1"/>
              <a:t>第二级</a:t>
            </a:r>
            <a:endParaRPr lang="zh-CN" altLang="en-US" noProof="1"/>
          </a:p>
          <a:p>
            <a:pPr lvl="2"/>
            <a:r>
              <a:rPr lang="zh-CN" altLang="en-US" noProof="1"/>
              <a:t>第三级</a:t>
            </a:r>
            <a:endParaRPr lang="zh-CN" altLang="en-US" noProof="1"/>
          </a:p>
          <a:p>
            <a:pPr lvl="3"/>
            <a:r>
              <a:rPr lang="zh-CN" altLang="en-US" noProof="1"/>
              <a:t>第四级</a:t>
            </a:r>
            <a:endParaRPr lang="zh-CN" altLang="en-US" noProof="1"/>
          </a:p>
          <a:p>
            <a:pPr lvl="4"/>
            <a:r>
              <a:rPr lang="zh-CN" altLang="en-US" noProof="1"/>
              <a:t>第五级</a:t>
            </a:r>
            <a:endParaRPr lang="zh-CN" altLang="en-US" noProof="1"/>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noProof="1"/>
              <a:t>单击此处编辑母版文本样式</a:t>
            </a:r>
            <a:endParaRPr lang="zh-CN" altLang="en-US" noProof="1"/>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noProof="1"/>
              <a:t>单击此处编辑母版文本样式</a:t>
            </a:r>
            <a:endParaRPr lang="zh-CN" altLang="en-US" noProof="1"/>
          </a:p>
          <a:p>
            <a:pPr lvl="1"/>
            <a:r>
              <a:rPr lang="zh-CN" altLang="en-US" noProof="1"/>
              <a:t>第二级</a:t>
            </a:r>
            <a:endParaRPr lang="zh-CN" altLang="en-US" noProof="1"/>
          </a:p>
          <a:p>
            <a:pPr lvl="2"/>
            <a:r>
              <a:rPr lang="zh-CN" altLang="en-US" noProof="1"/>
              <a:t>第三级</a:t>
            </a:r>
            <a:endParaRPr lang="zh-CN" altLang="en-US" noProof="1"/>
          </a:p>
          <a:p>
            <a:pPr lvl="3"/>
            <a:r>
              <a:rPr lang="zh-CN" altLang="en-US" noProof="1"/>
              <a:t>第四级</a:t>
            </a:r>
            <a:endParaRPr lang="zh-CN" altLang="en-US" noProof="1"/>
          </a:p>
          <a:p>
            <a:pPr lvl="4"/>
            <a:r>
              <a:rPr lang="zh-CN" altLang="en-US" noProof="1"/>
              <a:t>第五级</a:t>
            </a:r>
            <a:endParaRPr lang="zh-CN" altLang="en-US" noProof="1"/>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noProof="1"/>
              <a:t>单击此处编辑母版标题样式</a:t>
            </a:r>
            <a:endParaRPr lang="zh-CN" altLang="en-US" noProof="1"/>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nchor="b"/>
          <a:lstStyle>
            <a:lvl1pPr algn="l">
              <a:defRPr sz="2000" b="1"/>
            </a:lvl1pPr>
          </a:lstStyle>
          <a:p>
            <a:r>
              <a:rPr lang="zh-CN" altLang="en-US" noProof="1"/>
              <a:t>单击此处编辑母版标题样式</a:t>
            </a:r>
            <a:endParaRPr lang="zh-CN" altLang="en-US" noProof="1"/>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noProof="1"/>
              <a:t>单击此处编辑母版文本样式</a:t>
            </a:r>
            <a:endParaRPr lang="zh-CN" altLang="en-US" noProof="1"/>
          </a:p>
          <a:p>
            <a:pPr lvl="1"/>
            <a:r>
              <a:rPr lang="zh-CN" altLang="en-US" noProof="1"/>
              <a:t>第二级</a:t>
            </a:r>
            <a:endParaRPr lang="zh-CN" altLang="en-US" noProof="1"/>
          </a:p>
          <a:p>
            <a:pPr lvl="2"/>
            <a:r>
              <a:rPr lang="zh-CN" altLang="en-US" noProof="1"/>
              <a:t>第三级</a:t>
            </a:r>
            <a:endParaRPr lang="zh-CN" altLang="en-US" noProof="1"/>
          </a:p>
          <a:p>
            <a:pPr lvl="3"/>
            <a:r>
              <a:rPr lang="zh-CN" altLang="en-US" noProof="1"/>
              <a:t>第四级</a:t>
            </a:r>
            <a:endParaRPr lang="zh-CN" altLang="en-US" noProof="1"/>
          </a:p>
          <a:p>
            <a:pPr lvl="4"/>
            <a:r>
              <a:rPr lang="zh-CN" altLang="en-US" noProof="1"/>
              <a:t>第五级</a:t>
            </a:r>
            <a:endParaRPr lang="zh-CN" altLang="en-US" noProof="1"/>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noProof="1"/>
              <a:t>单击此处编辑母版文本样式</a:t>
            </a:r>
            <a:endParaRPr lang="zh-CN" altLang="en-US" noProof="1"/>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nchor="b"/>
          <a:lstStyle>
            <a:lvl1pPr algn="l">
              <a:defRPr sz="2000" b="1"/>
            </a:lvl1pPr>
          </a:lstStyle>
          <a:p>
            <a:r>
              <a:rPr lang="zh-CN" altLang="en-US" noProof="1"/>
              <a:t>单击此处编辑母版标题样式</a:t>
            </a:r>
            <a:endParaRPr lang="zh-CN" altLang="en-US" noProof="1"/>
          </a:p>
        </p:txBody>
      </p:sp>
      <p:sp>
        <p:nvSpPr>
          <p:cNvPr id="3" name="图片占位符 2"/>
          <p:cNvSpPr>
            <a:spLocks noGrp="1"/>
          </p:cNvSpPr>
          <p:nvPr>
            <p:ph type="pic" idx="1"/>
          </p:nvPr>
        </p:nvSpPr>
        <p:spPr>
          <a:xfrm>
            <a:off x="1792288" y="612775"/>
            <a:ext cx="5486400" cy="4114800"/>
          </a:xfrm>
        </p:spPr>
        <p:txBody>
          <a:bodyPr vert="horz" wrap="square" lIns="91440" tIns="45720" rIns="91440" bIns="45720" numCol="1" anchor="t" anchorCtr="0" compatLnSpc="1"/>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marL="0" marR="0" lvl="0" indent="0" algn="l" defTabSz="914400" rtl="0" eaLnBrk="0" fontAlgn="base" latinLnBrk="0" hangingPunct="0">
              <a:lnSpc>
                <a:spcPct val="100000"/>
              </a:lnSpc>
              <a:spcBef>
                <a:spcPct val="20000"/>
              </a:spcBef>
              <a:spcAft>
                <a:spcPct val="0"/>
              </a:spcAft>
              <a:buClrTx/>
              <a:buSzTx/>
              <a:buFontTx/>
              <a:buNone/>
              <a:defRPr/>
            </a:pPr>
            <a:endParaRPr kumimoji="0" lang="zh-CN" altLang="en-US" sz="3200" b="0" i="0" u="none" strike="noStrike" kern="0" cap="none" spc="0" normalizeH="0" baseline="0" noProof="0">
              <a:ln>
                <a:noFill/>
              </a:ln>
              <a:solidFill>
                <a:srgbClr val="666699"/>
              </a:solidFill>
              <a:effectLst/>
              <a:uLnTx/>
              <a:uFillTx/>
              <a:latin typeface="+mn-lt"/>
              <a:ea typeface="+mn-ea"/>
              <a:cs typeface="+mn-cs"/>
            </a:endParaRPr>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noProof="1"/>
              <a:t>单击此处编辑母版文本样式</a:t>
            </a:r>
            <a:endParaRPr lang="zh-CN" altLang="en-US" noProof="1"/>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noProof="1"/>
              <a:t>单击此处编辑母版标题样式</a:t>
            </a:r>
            <a:endParaRPr lang="zh-CN" altLang="en-US" noProof="1"/>
          </a:p>
        </p:txBody>
      </p:sp>
      <p:sp>
        <p:nvSpPr>
          <p:cNvPr id="3" name="竖排文字占位符 2"/>
          <p:cNvSpPr>
            <a:spLocks noGrp="1"/>
          </p:cNvSpPr>
          <p:nvPr>
            <p:ph type="body" orient="vert" idx="1"/>
          </p:nvPr>
        </p:nvSpPr>
        <p:spPr/>
        <p:txBody>
          <a:bodyPr vert="eaVert"/>
          <a:lstStyle/>
          <a:p>
            <a:pPr lvl="0"/>
            <a:r>
              <a:rPr lang="zh-CN" altLang="en-US" noProof="1"/>
              <a:t>单击此处编辑母版文本样式</a:t>
            </a:r>
            <a:endParaRPr lang="zh-CN" altLang="en-US" noProof="1"/>
          </a:p>
          <a:p>
            <a:pPr lvl="1"/>
            <a:r>
              <a:rPr lang="zh-CN" altLang="en-US" noProof="1"/>
              <a:t>第二级</a:t>
            </a:r>
            <a:endParaRPr lang="zh-CN" altLang="en-US" noProof="1"/>
          </a:p>
          <a:p>
            <a:pPr lvl="2"/>
            <a:r>
              <a:rPr lang="zh-CN" altLang="en-US" noProof="1"/>
              <a:t>第三级</a:t>
            </a:r>
            <a:endParaRPr lang="zh-CN" altLang="en-US" noProof="1"/>
          </a:p>
          <a:p>
            <a:pPr lvl="3"/>
            <a:r>
              <a:rPr lang="zh-CN" altLang="en-US" noProof="1"/>
              <a:t>第四级</a:t>
            </a:r>
            <a:endParaRPr lang="zh-CN" altLang="en-US" noProof="1"/>
          </a:p>
          <a:p>
            <a:pPr lvl="4"/>
            <a:r>
              <a:rPr lang="zh-CN" altLang="en-US" noProof="1"/>
              <a:t>第五级</a:t>
            </a:r>
            <a:endParaRPr lang="zh-CN" altLang="en-US" noProof="1"/>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515100" y="1066800"/>
            <a:ext cx="1943100" cy="5029200"/>
          </a:xfrm>
        </p:spPr>
        <p:txBody>
          <a:bodyPr vert="eaVert"/>
          <a:lstStyle/>
          <a:p>
            <a:r>
              <a:rPr lang="zh-CN" altLang="en-US" noProof="1"/>
              <a:t>单击此处编辑母版标题样式</a:t>
            </a:r>
            <a:endParaRPr lang="zh-CN" altLang="en-US" noProof="1"/>
          </a:p>
        </p:txBody>
      </p:sp>
      <p:sp>
        <p:nvSpPr>
          <p:cNvPr id="3" name="竖排文字占位符 2"/>
          <p:cNvSpPr>
            <a:spLocks noGrp="1"/>
          </p:cNvSpPr>
          <p:nvPr>
            <p:ph type="body" orient="vert" idx="1"/>
          </p:nvPr>
        </p:nvSpPr>
        <p:spPr>
          <a:xfrm>
            <a:off x="685800" y="1066800"/>
            <a:ext cx="5676900" cy="5029200"/>
          </a:xfrm>
        </p:spPr>
        <p:txBody>
          <a:bodyPr vert="eaVert"/>
          <a:lstStyle/>
          <a:p>
            <a:pPr lvl="0"/>
            <a:r>
              <a:rPr lang="zh-CN" altLang="en-US" noProof="1"/>
              <a:t>单击此处编辑母版文本样式</a:t>
            </a:r>
            <a:endParaRPr lang="zh-CN" altLang="en-US" noProof="1"/>
          </a:p>
          <a:p>
            <a:pPr lvl="1"/>
            <a:r>
              <a:rPr lang="zh-CN" altLang="en-US" noProof="1"/>
              <a:t>第二级</a:t>
            </a:r>
            <a:endParaRPr lang="zh-CN" altLang="en-US" noProof="1"/>
          </a:p>
          <a:p>
            <a:pPr lvl="2"/>
            <a:r>
              <a:rPr lang="zh-CN" altLang="en-US" noProof="1"/>
              <a:t>第三级</a:t>
            </a:r>
            <a:endParaRPr lang="zh-CN" altLang="en-US" noProof="1"/>
          </a:p>
          <a:p>
            <a:pPr lvl="3"/>
            <a:r>
              <a:rPr lang="zh-CN" altLang="en-US" noProof="1"/>
              <a:t>第四级</a:t>
            </a:r>
            <a:endParaRPr lang="zh-CN" altLang="en-US" noProof="1"/>
          </a:p>
          <a:p>
            <a:pPr lvl="4"/>
            <a:r>
              <a:rPr lang="zh-CN" altLang="en-US" noProof="1"/>
              <a:t>第五级</a:t>
            </a:r>
            <a:endParaRPr lang="zh-CN" altLang="en-US" noProof="1"/>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685800" y="2130425"/>
            <a:ext cx="7772400" cy="1470025"/>
          </a:xfrm>
        </p:spPr>
        <p:txBody>
          <a:bodyPr/>
          <a:lstStyle/>
          <a:p>
            <a:r>
              <a:rPr lang="zh-CN" altLang="en-US" noProof="1"/>
              <a:t>单击此处编辑母版标题样式</a:t>
            </a:r>
            <a:endParaRPr lang="zh-CN" altLang="en-US" noProof="1"/>
          </a:p>
        </p:txBody>
      </p:sp>
      <p:sp>
        <p:nvSpPr>
          <p:cNvPr id="3" name="副标题 2"/>
          <p:cNvSpPr>
            <a:spLocks noGrp="1"/>
          </p:cNvSpPr>
          <p:nvPr>
            <p:ph type="subTitle" idx="1"/>
          </p:nvPr>
        </p:nvSpPr>
        <p:spPr>
          <a:xfrm>
            <a:off x="1371600" y="3886200"/>
            <a:ext cx="64008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zh-CN" altLang="en-US" noProof="1"/>
              <a:t>单击此处编辑母版副标题样式</a:t>
            </a:r>
            <a:endParaRPr lang="zh-CN" altLang="en-US" noProof="1"/>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noProof="1"/>
              <a:t>单击此处编辑母版标题样式</a:t>
            </a:r>
            <a:endParaRPr lang="zh-CN" altLang="en-US" noProof="1"/>
          </a:p>
        </p:txBody>
      </p:sp>
      <p:sp>
        <p:nvSpPr>
          <p:cNvPr id="3" name="内容占位符 2"/>
          <p:cNvSpPr>
            <a:spLocks noGrp="1"/>
          </p:cNvSpPr>
          <p:nvPr>
            <p:ph idx="1"/>
          </p:nvPr>
        </p:nvSpPr>
        <p:spPr/>
        <p:txBody>
          <a:bodyPr/>
          <a:lstStyle/>
          <a:p>
            <a:pPr lvl="0"/>
            <a:r>
              <a:rPr lang="zh-CN" altLang="en-US" noProof="1"/>
              <a:t>单击此处编辑母版文本样式</a:t>
            </a:r>
            <a:endParaRPr lang="zh-CN" altLang="en-US" noProof="1"/>
          </a:p>
          <a:p>
            <a:pPr lvl="1"/>
            <a:r>
              <a:rPr lang="zh-CN" altLang="en-US" noProof="1"/>
              <a:t>第二级</a:t>
            </a:r>
            <a:endParaRPr lang="zh-CN" altLang="en-US" noProof="1"/>
          </a:p>
          <a:p>
            <a:pPr lvl="2"/>
            <a:r>
              <a:rPr lang="zh-CN" altLang="en-US" noProof="1"/>
              <a:t>第三级</a:t>
            </a:r>
            <a:endParaRPr lang="zh-CN" altLang="en-US" noProof="1"/>
          </a:p>
          <a:p>
            <a:pPr lvl="3"/>
            <a:r>
              <a:rPr lang="zh-CN" altLang="en-US" noProof="1"/>
              <a:t>第四级</a:t>
            </a:r>
            <a:endParaRPr lang="zh-CN" altLang="en-US" noProof="1"/>
          </a:p>
          <a:p>
            <a:pPr lvl="4"/>
            <a:r>
              <a:rPr lang="zh-CN" altLang="en-US" noProof="1"/>
              <a:t>第五级</a:t>
            </a:r>
            <a:endParaRPr lang="zh-CN" altLang="en-US" noProof="1"/>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r>
              <a:rPr lang="zh-CN" altLang="en-US" noProof="1"/>
              <a:t>单击此处编辑母版标题样式</a:t>
            </a:r>
            <a:endParaRPr lang="zh-CN" altLang="en-US" noProof="1"/>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noProof="1"/>
              <a:t>单击此处编辑母版文本样式</a:t>
            </a:r>
            <a:endParaRPr lang="zh-CN" altLang="en-US" noProof="1"/>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noProof="1"/>
              <a:t>单击此处编辑母版标题样式</a:t>
            </a:r>
            <a:endParaRPr lang="zh-CN" altLang="en-US" noProof="1"/>
          </a:p>
        </p:txBody>
      </p:sp>
      <p:sp>
        <p:nvSpPr>
          <p:cNvPr id="3" name="内容占位符 2"/>
          <p:cNvSpPr>
            <a:spLocks noGrp="1"/>
          </p:cNvSpPr>
          <p:nvPr>
            <p:ph sz="half" idx="1"/>
          </p:nvPr>
        </p:nvSpPr>
        <p:spPr>
          <a:xfrm>
            <a:off x="685800" y="1981200"/>
            <a:ext cx="3810000"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noProof="1"/>
              <a:t>单击此处编辑母版文本样式</a:t>
            </a:r>
            <a:endParaRPr lang="zh-CN" altLang="en-US" noProof="1"/>
          </a:p>
          <a:p>
            <a:pPr lvl="1"/>
            <a:r>
              <a:rPr lang="zh-CN" altLang="en-US" noProof="1"/>
              <a:t>第二级</a:t>
            </a:r>
            <a:endParaRPr lang="zh-CN" altLang="en-US" noProof="1"/>
          </a:p>
          <a:p>
            <a:pPr lvl="2"/>
            <a:r>
              <a:rPr lang="zh-CN" altLang="en-US" noProof="1"/>
              <a:t>第三级</a:t>
            </a:r>
            <a:endParaRPr lang="zh-CN" altLang="en-US" noProof="1"/>
          </a:p>
          <a:p>
            <a:pPr lvl="3"/>
            <a:r>
              <a:rPr lang="zh-CN" altLang="en-US" noProof="1"/>
              <a:t>第四级</a:t>
            </a:r>
            <a:endParaRPr lang="zh-CN" altLang="en-US" noProof="1"/>
          </a:p>
          <a:p>
            <a:pPr lvl="4"/>
            <a:r>
              <a:rPr lang="zh-CN" altLang="en-US" noProof="1"/>
              <a:t>第五级</a:t>
            </a:r>
            <a:endParaRPr lang="zh-CN" altLang="en-US" noProof="1"/>
          </a:p>
        </p:txBody>
      </p:sp>
      <p:sp>
        <p:nvSpPr>
          <p:cNvPr id="4" name="内容占位符 3"/>
          <p:cNvSpPr>
            <a:spLocks noGrp="1"/>
          </p:cNvSpPr>
          <p:nvPr>
            <p:ph sz="half" idx="2"/>
          </p:nvPr>
        </p:nvSpPr>
        <p:spPr>
          <a:xfrm>
            <a:off x="4648200" y="1981200"/>
            <a:ext cx="3810000"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noProof="1"/>
              <a:t>单击此处编辑母版文本样式</a:t>
            </a:r>
            <a:endParaRPr lang="zh-CN" altLang="en-US" noProof="1"/>
          </a:p>
          <a:p>
            <a:pPr lvl="1"/>
            <a:r>
              <a:rPr lang="zh-CN" altLang="en-US" noProof="1"/>
              <a:t>第二级</a:t>
            </a:r>
            <a:endParaRPr lang="zh-CN" altLang="en-US" noProof="1"/>
          </a:p>
          <a:p>
            <a:pPr lvl="2"/>
            <a:r>
              <a:rPr lang="zh-CN" altLang="en-US" noProof="1"/>
              <a:t>第三级</a:t>
            </a:r>
            <a:endParaRPr lang="zh-CN" altLang="en-US" noProof="1"/>
          </a:p>
          <a:p>
            <a:pPr lvl="3"/>
            <a:r>
              <a:rPr lang="zh-CN" altLang="en-US" noProof="1"/>
              <a:t>第四级</a:t>
            </a:r>
            <a:endParaRPr lang="zh-CN" altLang="en-US" noProof="1"/>
          </a:p>
          <a:p>
            <a:pPr lvl="4"/>
            <a:r>
              <a:rPr lang="zh-CN" altLang="en-US" noProof="1"/>
              <a:t>第五级</a:t>
            </a:r>
            <a:endParaRPr lang="zh-CN" altLang="en-US" noProof="1"/>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p:spPr>
        <p:txBody>
          <a:bodyPr/>
          <a:lstStyle>
            <a:lvl1pPr>
              <a:defRPr/>
            </a:lvl1pPr>
          </a:lstStyle>
          <a:p>
            <a:r>
              <a:rPr lang="zh-CN" altLang="en-US" noProof="1"/>
              <a:t>单击此处编辑母版标题样式</a:t>
            </a:r>
            <a:endParaRPr lang="zh-CN" altLang="en-US" noProof="1"/>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noProof="1"/>
              <a:t>单击此处编辑母版文本样式</a:t>
            </a:r>
            <a:endParaRPr lang="zh-CN" altLang="en-US" noProof="1"/>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noProof="1"/>
              <a:t>单击此处编辑母版文本样式</a:t>
            </a:r>
            <a:endParaRPr lang="zh-CN" altLang="en-US" noProof="1"/>
          </a:p>
          <a:p>
            <a:pPr lvl="1"/>
            <a:r>
              <a:rPr lang="zh-CN" altLang="en-US" noProof="1"/>
              <a:t>第二级</a:t>
            </a:r>
            <a:endParaRPr lang="zh-CN" altLang="en-US" noProof="1"/>
          </a:p>
          <a:p>
            <a:pPr lvl="2"/>
            <a:r>
              <a:rPr lang="zh-CN" altLang="en-US" noProof="1"/>
              <a:t>第三级</a:t>
            </a:r>
            <a:endParaRPr lang="zh-CN" altLang="en-US" noProof="1"/>
          </a:p>
          <a:p>
            <a:pPr lvl="3"/>
            <a:r>
              <a:rPr lang="zh-CN" altLang="en-US" noProof="1"/>
              <a:t>第四级</a:t>
            </a:r>
            <a:endParaRPr lang="zh-CN" altLang="en-US" noProof="1"/>
          </a:p>
          <a:p>
            <a:pPr lvl="4"/>
            <a:r>
              <a:rPr lang="zh-CN" altLang="en-US" noProof="1"/>
              <a:t>第五级</a:t>
            </a:r>
            <a:endParaRPr lang="zh-CN" altLang="en-US" noProof="1"/>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noProof="1"/>
              <a:t>单击此处编辑母版文本样式</a:t>
            </a:r>
            <a:endParaRPr lang="zh-CN" altLang="en-US" noProof="1"/>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noProof="1"/>
              <a:t>单击此处编辑母版文本样式</a:t>
            </a:r>
            <a:endParaRPr lang="zh-CN" altLang="en-US" noProof="1"/>
          </a:p>
          <a:p>
            <a:pPr lvl="1"/>
            <a:r>
              <a:rPr lang="zh-CN" altLang="en-US" noProof="1"/>
              <a:t>第二级</a:t>
            </a:r>
            <a:endParaRPr lang="zh-CN" altLang="en-US" noProof="1"/>
          </a:p>
          <a:p>
            <a:pPr lvl="2"/>
            <a:r>
              <a:rPr lang="zh-CN" altLang="en-US" noProof="1"/>
              <a:t>第三级</a:t>
            </a:r>
            <a:endParaRPr lang="zh-CN" altLang="en-US" noProof="1"/>
          </a:p>
          <a:p>
            <a:pPr lvl="3"/>
            <a:r>
              <a:rPr lang="zh-CN" altLang="en-US" noProof="1"/>
              <a:t>第四级</a:t>
            </a:r>
            <a:endParaRPr lang="zh-CN" altLang="en-US" noProof="1"/>
          </a:p>
          <a:p>
            <a:pPr lvl="4"/>
            <a:r>
              <a:rPr lang="zh-CN" altLang="en-US" noProof="1"/>
              <a:t>第五级</a:t>
            </a:r>
            <a:endParaRPr lang="zh-CN" altLang="en-US" noProof="1"/>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noProof="1"/>
              <a:t>单击此处编辑母版标题样式</a:t>
            </a:r>
            <a:endParaRPr lang="zh-CN" altLang="en-US" noProof="1"/>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nchor="b"/>
          <a:lstStyle>
            <a:lvl1pPr algn="l">
              <a:defRPr sz="2000" b="1"/>
            </a:lvl1pPr>
          </a:lstStyle>
          <a:p>
            <a:r>
              <a:rPr lang="zh-CN" altLang="en-US" noProof="1"/>
              <a:t>单击此处编辑母版标题样式</a:t>
            </a:r>
            <a:endParaRPr lang="zh-CN" altLang="en-US" noProof="1"/>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noProof="1"/>
              <a:t>单击此处编辑母版文本样式</a:t>
            </a:r>
            <a:endParaRPr lang="zh-CN" altLang="en-US" noProof="1"/>
          </a:p>
          <a:p>
            <a:pPr lvl="1"/>
            <a:r>
              <a:rPr lang="zh-CN" altLang="en-US" noProof="1"/>
              <a:t>第二级</a:t>
            </a:r>
            <a:endParaRPr lang="zh-CN" altLang="en-US" noProof="1"/>
          </a:p>
          <a:p>
            <a:pPr lvl="2"/>
            <a:r>
              <a:rPr lang="zh-CN" altLang="en-US" noProof="1"/>
              <a:t>第三级</a:t>
            </a:r>
            <a:endParaRPr lang="zh-CN" altLang="en-US" noProof="1"/>
          </a:p>
          <a:p>
            <a:pPr lvl="3"/>
            <a:r>
              <a:rPr lang="zh-CN" altLang="en-US" noProof="1"/>
              <a:t>第四级</a:t>
            </a:r>
            <a:endParaRPr lang="zh-CN" altLang="en-US" noProof="1"/>
          </a:p>
          <a:p>
            <a:pPr lvl="4"/>
            <a:r>
              <a:rPr lang="zh-CN" altLang="en-US" noProof="1"/>
              <a:t>第五级</a:t>
            </a:r>
            <a:endParaRPr lang="zh-CN" altLang="en-US" noProof="1"/>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noProof="1"/>
              <a:t>单击此处编辑母版文本样式</a:t>
            </a:r>
            <a:endParaRPr lang="zh-CN" altLang="en-US" noProof="1"/>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nchor="b"/>
          <a:lstStyle>
            <a:lvl1pPr algn="l">
              <a:defRPr sz="2000" b="1"/>
            </a:lvl1pPr>
          </a:lstStyle>
          <a:p>
            <a:r>
              <a:rPr lang="zh-CN" altLang="en-US" noProof="1"/>
              <a:t>单击此处编辑母版标题样式</a:t>
            </a:r>
            <a:endParaRPr lang="zh-CN" altLang="en-US" noProof="1"/>
          </a:p>
        </p:txBody>
      </p:sp>
      <p:sp>
        <p:nvSpPr>
          <p:cNvPr id="3" name="图片占位符 2"/>
          <p:cNvSpPr>
            <a:spLocks noGrp="1"/>
          </p:cNvSpPr>
          <p:nvPr>
            <p:ph type="pic" idx="1"/>
          </p:nvPr>
        </p:nvSpPr>
        <p:spPr>
          <a:xfrm>
            <a:off x="1792288" y="612775"/>
            <a:ext cx="5486400" cy="4114800"/>
          </a:xfrm>
        </p:spPr>
        <p:txBody>
          <a:bodyPr vert="horz" wrap="square" lIns="91440" tIns="45720" rIns="91440" bIns="45720" numCol="1" anchor="t" anchorCtr="0" compatLnSpc="1"/>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marL="0" marR="0" lvl="0" indent="0" algn="l" defTabSz="914400" rtl="0" eaLnBrk="0" fontAlgn="base" latinLnBrk="0" hangingPunct="0">
              <a:lnSpc>
                <a:spcPct val="100000"/>
              </a:lnSpc>
              <a:spcBef>
                <a:spcPct val="20000"/>
              </a:spcBef>
              <a:spcAft>
                <a:spcPct val="0"/>
              </a:spcAft>
              <a:buClrTx/>
              <a:buSzTx/>
              <a:buFontTx/>
              <a:buNone/>
              <a:defRPr/>
            </a:pPr>
            <a:endParaRPr kumimoji="0" lang="zh-CN" altLang="en-US" sz="3200" b="0" i="0" u="none" strike="noStrike" kern="0" cap="none" spc="0" normalizeH="0" baseline="0" noProof="0">
              <a:ln>
                <a:noFill/>
              </a:ln>
              <a:solidFill>
                <a:srgbClr val="666699"/>
              </a:solidFill>
              <a:effectLst/>
              <a:uLnTx/>
              <a:uFillTx/>
              <a:latin typeface="+mn-lt"/>
              <a:ea typeface="+mn-ea"/>
              <a:cs typeface="+mn-cs"/>
            </a:endParaRPr>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noProof="1"/>
              <a:t>单击此处编辑母版文本样式</a:t>
            </a:r>
            <a:endParaRPr lang="zh-CN" altLang="en-US" noProof="1"/>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noProof="1"/>
              <a:t>单击此处编辑母版标题样式</a:t>
            </a:r>
            <a:endParaRPr lang="zh-CN" altLang="en-US" noProof="1"/>
          </a:p>
        </p:txBody>
      </p:sp>
      <p:sp>
        <p:nvSpPr>
          <p:cNvPr id="3" name="竖排文字占位符 2"/>
          <p:cNvSpPr>
            <a:spLocks noGrp="1"/>
          </p:cNvSpPr>
          <p:nvPr>
            <p:ph type="body" orient="vert" idx="1"/>
          </p:nvPr>
        </p:nvSpPr>
        <p:spPr/>
        <p:txBody>
          <a:bodyPr vert="eaVert"/>
          <a:lstStyle/>
          <a:p>
            <a:pPr lvl="0"/>
            <a:r>
              <a:rPr lang="zh-CN" altLang="en-US" noProof="1"/>
              <a:t>单击此处编辑母版文本样式</a:t>
            </a:r>
            <a:endParaRPr lang="zh-CN" altLang="en-US" noProof="1"/>
          </a:p>
          <a:p>
            <a:pPr lvl="1"/>
            <a:r>
              <a:rPr lang="zh-CN" altLang="en-US" noProof="1"/>
              <a:t>第二级</a:t>
            </a:r>
            <a:endParaRPr lang="zh-CN" altLang="en-US" noProof="1"/>
          </a:p>
          <a:p>
            <a:pPr lvl="2"/>
            <a:r>
              <a:rPr lang="zh-CN" altLang="en-US" noProof="1"/>
              <a:t>第三级</a:t>
            </a:r>
            <a:endParaRPr lang="zh-CN" altLang="en-US" noProof="1"/>
          </a:p>
          <a:p>
            <a:pPr lvl="3"/>
            <a:r>
              <a:rPr lang="zh-CN" altLang="en-US" noProof="1"/>
              <a:t>第四级</a:t>
            </a:r>
            <a:endParaRPr lang="zh-CN" altLang="en-US" noProof="1"/>
          </a:p>
          <a:p>
            <a:pPr lvl="4"/>
            <a:r>
              <a:rPr lang="zh-CN" altLang="en-US" noProof="1"/>
              <a:t>第五级</a:t>
            </a:r>
            <a:endParaRPr lang="zh-CN" altLang="en-US" noProof="1"/>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515100" y="1066800"/>
            <a:ext cx="1943100" cy="5029200"/>
          </a:xfrm>
        </p:spPr>
        <p:txBody>
          <a:bodyPr vert="eaVert"/>
          <a:lstStyle/>
          <a:p>
            <a:r>
              <a:rPr lang="zh-CN" altLang="en-US" noProof="1"/>
              <a:t>单击此处编辑母版标题样式</a:t>
            </a:r>
            <a:endParaRPr lang="zh-CN" altLang="en-US" noProof="1"/>
          </a:p>
        </p:txBody>
      </p:sp>
      <p:sp>
        <p:nvSpPr>
          <p:cNvPr id="3" name="竖排文字占位符 2"/>
          <p:cNvSpPr>
            <a:spLocks noGrp="1"/>
          </p:cNvSpPr>
          <p:nvPr>
            <p:ph type="body" orient="vert" idx="1"/>
          </p:nvPr>
        </p:nvSpPr>
        <p:spPr>
          <a:xfrm>
            <a:off x="685800" y="1066800"/>
            <a:ext cx="5676900" cy="5029200"/>
          </a:xfrm>
        </p:spPr>
        <p:txBody>
          <a:bodyPr vert="eaVert"/>
          <a:lstStyle/>
          <a:p>
            <a:pPr lvl="0"/>
            <a:r>
              <a:rPr lang="zh-CN" altLang="en-US" noProof="1"/>
              <a:t>单击此处编辑母版文本样式</a:t>
            </a:r>
            <a:endParaRPr lang="zh-CN" altLang="en-US" noProof="1"/>
          </a:p>
          <a:p>
            <a:pPr lvl="1"/>
            <a:r>
              <a:rPr lang="zh-CN" altLang="en-US" noProof="1"/>
              <a:t>第二级</a:t>
            </a:r>
            <a:endParaRPr lang="zh-CN" altLang="en-US" noProof="1"/>
          </a:p>
          <a:p>
            <a:pPr lvl="2"/>
            <a:r>
              <a:rPr lang="zh-CN" altLang="en-US" noProof="1"/>
              <a:t>第三级</a:t>
            </a:r>
            <a:endParaRPr lang="zh-CN" altLang="en-US" noProof="1"/>
          </a:p>
          <a:p>
            <a:pPr lvl="3"/>
            <a:r>
              <a:rPr lang="zh-CN" altLang="en-US" noProof="1"/>
              <a:t>第四级</a:t>
            </a:r>
            <a:endParaRPr lang="zh-CN" altLang="en-US" noProof="1"/>
          </a:p>
          <a:p>
            <a:pPr lvl="4"/>
            <a:r>
              <a:rPr lang="zh-CN" altLang="en-US" noProof="1"/>
              <a:t>第五级</a:t>
            </a:r>
            <a:endParaRPr lang="zh-CN" altLang="en-US" noProof="1"/>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3" Type="http://schemas.openxmlformats.org/officeDocument/2006/relationships/theme" Target="../theme/theme1.xml"/><Relationship Id="rId12" Type="http://schemas.openxmlformats.org/officeDocument/2006/relationships/image" Target="../media/image1.jpeg"/><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9" Type="http://schemas.openxmlformats.org/officeDocument/2006/relationships/slideLayout" Target="../slideLayouts/slideLayout20.xml"/><Relationship Id="rId8" Type="http://schemas.openxmlformats.org/officeDocument/2006/relationships/slideLayout" Target="../slideLayouts/slideLayout19.xml"/><Relationship Id="rId7" Type="http://schemas.openxmlformats.org/officeDocument/2006/relationships/slideLayout" Target="../slideLayouts/slideLayout18.xml"/><Relationship Id="rId6" Type="http://schemas.openxmlformats.org/officeDocument/2006/relationships/slideLayout" Target="../slideLayouts/slideLayout17.xml"/><Relationship Id="rId5" Type="http://schemas.openxmlformats.org/officeDocument/2006/relationships/slideLayout" Target="../slideLayouts/slideLayout16.xml"/><Relationship Id="rId4" Type="http://schemas.openxmlformats.org/officeDocument/2006/relationships/slideLayout" Target="../slideLayouts/slideLayout15.xml"/><Relationship Id="rId3" Type="http://schemas.openxmlformats.org/officeDocument/2006/relationships/slideLayout" Target="../slideLayouts/slideLayout14.xml"/><Relationship Id="rId2" Type="http://schemas.openxmlformats.org/officeDocument/2006/relationships/slideLayout" Target="../slideLayouts/slideLayout13.xml"/><Relationship Id="rId13" Type="http://schemas.openxmlformats.org/officeDocument/2006/relationships/theme" Target="../theme/theme2.xml"/><Relationship Id="rId12" Type="http://schemas.openxmlformats.org/officeDocument/2006/relationships/image" Target="../media/image1.jpeg"/><Relationship Id="rId11" Type="http://schemas.openxmlformats.org/officeDocument/2006/relationships/slideLayout" Target="../slideLayouts/slideLayout22.xml"/><Relationship Id="rId10" Type="http://schemas.openxmlformats.org/officeDocument/2006/relationships/slideLayout" Target="../slideLayouts/slideLayout21.xml"/><Relationship Id="rId1" Type="http://schemas.openxmlformats.org/officeDocument/2006/relationships/slideLayout" Target="../slideLayouts/slideLayout1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rotWithShape="0">
          <a:blip r:embed="rId12"/>
        </a:blipFill>
        <a:effectLst/>
      </p:bgPr>
    </p:bg>
    <p:spTree>
      <p:nvGrpSpPr>
        <p:cNvPr id="1" name=""/>
        <p:cNvGrpSpPr/>
        <p:nvPr/>
      </p:nvGrpSpPr>
      <p:grpSpPr/>
      <p:sp>
        <p:nvSpPr>
          <p:cNvPr id="1026" name="Rectangle 2"/>
          <p:cNvSpPr>
            <a:spLocks noGrp="1"/>
          </p:cNvSpPr>
          <p:nvPr>
            <p:ph type="body"/>
          </p:nvPr>
        </p:nvSpPr>
        <p:spPr>
          <a:xfrm>
            <a:off x="685800" y="1981200"/>
            <a:ext cx="7772400" cy="4114800"/>
          </a:xfrm>
          <a:prstGeom prst="rect">
            <a:avLst/>
          </a:prstGeom>
          <a:noFill/>
          <a:ln w="9525">
            <a:noFill/>
          </a:ln>
        </p:spPr>
        <p:txBody>
          <a:bodyPr/>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1027" name="Rectangle 3"/>
          <p:cNvSpPr>
            <a:spLocks noChangeArrowheads="1"/>
          </p:cNvSpPr>
          <p:nvPr/>
        </p:nvSpPr>
        <p:spPr bwMode="auto">
          <a:xfrm>
            <a:off x="0" y="1752600"/>
            <a:ext cx="3124200" cy="111125"/>
          </a:xfrm>
          <a:prstGeom prst="rect">
            <a:avLst/>
          </a:prstGeom>
          <a:solidFill>
            <a:srgbClr val="00CCFF">
              <a:alpha val="50195"/>
            </a:srgbClr>
          </a:solidFill>
          <a:ln>
            <a:noFill/>
          </a:ln>
        </p:spPr>
        <p:txBody>
          <a:bodyPr/>
          <a:lstStyle>
            <a:lvl1pPr>
              <a:defRPr sz="2400">
                <a:solidFill>
                  <a:schemeClr val="tx1"/>
                </a:solidFill>
                <a:latin typeface="Times New Roman" panose="02020603050405020304" pitchFamily="18" charset="0"/>
                <a:ea typeface="宋体" panose="02010600030101010101" pitchFamily="2" charset="-122"/>
              </a:defRPr>
            </a:lvl1pPr>
            <a:lvl2pPr>
              <a:defRPr sz="2400">
                <a:solidFill>
                  <a:schemeClr val="tx1"/>
                </a:solidFill>
                <a:latin typeface="Times New Roman" panose="02020603050405020304" pitchFamily="18" charset="0"/>
                <a:ea typeface="宋体" panose="02010600030101010101" pitchFamily="2" charset="-122"/>
              </a:defRPr>
            </a:lvl2pPr>
            <a:lvl3pPr>
              <a:defRPr sz="2400">
                <a:solidFill>
                  <a:schemeClr val="tx1"/>
                </a:solidFill>
                <a:latin typeface="Times New Roman" panose="02020603050405020304" pitchFamily="18" charset="0"/>
                <a:ea typeface="宋体" panose="02010600030101010101" pitchFamily="2" charset="-122"/>
              </a:defRPr>
            </a:lvl3pPr>
            <a:lvl4pPr>
              <a:defRPr sz="2400">
                <a:solidFill>
                  <a:schemeClr val="tx1"/>
                </a:solidFill>
                <a:latin typeface="Times New Roman" panose="02020603050405020304" pitchFamily="18" charset="0"/>
                <a:ea typeface="宋体" panose="02010600030101010101" pitchFamily="2" charset="-122"/>
              </a:defRPr>
            </a:lvl4pPr>
            <a:lvl5pPr>
              <a:defRPr sz="2400">
                <a:solidFill>
                  <a:schemeClr val="tx1"/>
                </a:solidFill>
                <a:latin typeface="Times New Roman" panose="02020603050405020304" pitchFamily="18" charset="0"/>
                <a:ea typeface="宋体" panose="02010600030101010101" pitchFamily="2" charset="-122"/>
              </a:defRPr>
            </a:lvl5pPr>
            <a:lvl6pPr fontAlgn="base">
              <a:spcBef>
                <a:spcPct val="0"/>
              </a:spcBef>
              <a:spcAft>
                <a:spcPct val="0"/>
              </a:spcAft>
              <a:buFont typeface="Arial" panose="020B0604020202020204" pitchFamily="34" charset="0"/>
              <a:defRPr sz="2400">
                <a:solidFill>
                  <a:schemeClr val="tx1"/>
                </a:solidFill>
                <a:latin typeface="Times New Roman" panose="02020603050405020304" pitchFamily="18" charset="0"/>
                <a:ea typeface="宋体" panose="02010600030101010101" pitchFamily="2" charset="-122"/>
              </a:defRPr>
            </a:lvl6pPr>
            <a:lvl7pPr fontAlgn="base">
              <a:spcBef>
                <a:spcPct val="0"/>
              </a:spcBef>
              <a:spcAft>
                <a:spcPct val="0"/>
              </a:spcAft>
              <a:buFont typeface="Arial" panose="020B0604020202020204" pitchFamily="34" charset="0"/>
              <a:defRPr sz="2400">
                <a:solidFill>
                  <a:schemeClr val="tx1"/>
                </a:solidFill>
                <a:latin typeface="Times New Roman" panose="02020603050405020304" pitchFamily="18" charset="0"/>
                <a:ea typeface="宋体" panose="02010600030101010101" pitchFamily="2" charset="-122"/>
              </a:defRPr>
            </a:lvl7pPr>
            <a:lvl8pPr fontAlgn="base">
              <a:spcBef>
                <a:spcPct val="0"/>
              </a:spcBef>
              <a:spcAft>
                <a:spcPct val="0"/>
              </a:spcAft>
              <a:buFont typeface="Arial" panose="020B0604020202020204" pitchFamily="34" charset="0"/>
              <a:defRPr sz="2400">
                <a:solidFill>
                  <a:schemeClr val="tx1"/>
                </a:solidFill>
                <a:latin typeface="Times New Roman" panose="02020603050405020304" pitchFamily="18" charset="0"/>
                <a:ea typeface="宋体" panose="02010600030101010101" pitchFamily="2" charset="-122"/>
              </a:defRPr>
            </a:lvl8pPr>
            <a:lvl9pPr fontAlgn="base">
              <a:spcBef>
                <a:spcPct val="0"/>
              </a:spcBef>
              <a:spcAft>
                <a:spcPct val="0"/>
              </a:spcAft>
              <a:buFont typeface="Arial" panose="020B0604020202020204" pitchFamily="34" charset="0"/>
              <a:defRPr sz="24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2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1028" name="Rectangle 4"/>
          <p:cNvSpPr>
            <a:spLocks noChangeArrowheads="1"/>
          </p:cNvSpPr>
          <p:nvPr/>
        </p:nvSpPr>
        <p:spPr bwMode="auto">
          <a:xfrm>
            <a:off x="0" y="1752600"/>
            <a:ext cx="3124200" cy="111125"/>
          </a:xfrm>
          <a:prstGeom prst="rect">
            <a:avLst/>
          </a:prstGeom>
          <a:solidFill>
            <a:srgbClr val="00CCFF">
              <a:alpha val="50195"/>
            </a:srgbClr>
          </a:solidFill>
          <a:ln>
            <a:noFill/>
          </a:ln>
        </p:spPr>
        <p:txBody>
          <a:bodyPr/>
          <a:lstStyle>
            <a:lvl1pPr>
              <a:defRPr sz="2400">
                <a:solidFill>
                  <a:schemeClr val="tx1"/>
                </a:solidFill>
                <a:latin typeface="Times New Roman" panose="02020603050405020304" pitchFamily="18" charset="0"/>
                <a:ea typeface="宋体" panose="02010600030101010101" pitchFamily="2" charset="-122"/>
              </a:defRPr>
            </a:lvl1pPr>
            <a:lvl2pPr>
              <a:defRPr sz="2400">
                <a:solidFill>
                  <a:schemeClr val="tx1"/>
                </a:solidFill>
                <a:latin typeface="Times New Roman" panose="02020603050405020304" pitchFamily="18" charset="0"/>
                <a:ea typeface="宋体" panose="02010600030101010101" pitchFamily="2" charset="-122"/>
              </a:defRPr>
            </a:lvl2pPr>
            <a:lvl3pPr>
              <a:defRPr sz="2400">
                <a:solidFill>
                  <a:schemeClr val="tx1"/>
                </a:solidFill>
                <a:latin typeface="Times New Roman" panose="02020603050405020304" pitchFamily="18" charset="0"/>
                <a:ea typeface="宋体" panose="02010600030101010101" pitchFamily="2" charset="-122"/>
              </a:defRPr>
            </a:lvl3pPr>
            <a:lvl4pPr>
              <a:defRPr sz="2400">
                <a:solidFill>
                  <a:schemeClr val="tx1"/>
                </a:solidFill>
                <a:latin typeface="Times New Roman" panose="02020603050405020304" pitchFamily="18" charset="0"/>
                <a:ea typeface="宋体" panose="02010600030101010101" pitchFamily="2" charset="-122"/>
              </a:defRPr>
            </a:lvl4pPr>
            <a:lvl5pPr>
              <a:defRPr sz="2400">
                <a:solidFill>
                  <a:schemeClr val="tx1"/>
                </a:solidFill>
                <a:latin typeface="Times New Roman" panose="02020603050405020304" pitchFamily="18" charset="0"/>
                <a:ea typeface="宋体" panose="02010600030101010101" pitchFamily="2" charset="-122"/>
              </a:defRPr>
            </a:lvl5pPr>
            <a:lvl6pPr fontAlgn="base">
              <a:spcBef>
                <a:spcPct val="0"/>
              </a:spcBef>
              <a:spcAft>
                <a:spcPct val="0"/>
              </a:spcAft>
              <a:buFont typeface="Arial" panose="020B0604020202020204" pitchFamily="34" charset="0"/>
              <a:defRPr sz="2400">
                <a:solidFill>
                  <a:schemeClr val="tx1"/>
                </a:solidFill>
                <a:latin typeface="Times New Roman" panose="02020603050405020304" pitchFamily="18" charset="0"/>
                <a:ea typeface="宋体" panose="02010600030101010101" pitchFamily="2" charset="-122"/>
              </a:defRPr>
            </a:lvl6pPr>
            <a:lvl7pPr fontAlgn="base">
              <a:spcBef>
                <a:spcPct val="0"/>
              </a:spcBef>
              <a:spcAft>
                <a:spcPct val="0"/>
              </a:spcAft>
              <a:buFont typeface="Arial" panose="020B0604020202020204" pitchFamily="34" charset="0"/>
              <a:defRPr sz="2400">
                <a:solidFill>
                  <a:schemeClr val="tx1"/>
                </a:solidFill>
                <a:latin typeface="Times New Roman" panose="02020603050405020304" pitchFamily="18" charset="0"/>
                <a:ea typeface="宋体" panose="02010600030101010101" pitchFamily="2" charset="-122"/>
              </a:defRPr>
            </a:lvl7pPr>
            <a:lvl8pPr fontAlgn="base">
              <a:spcBef>
                <a:spcPct val="0"/>
              </a:spcBef>
              <a:spcAft>
                <a:spcPct val="0"/>
              </a:spcAft>
              <a:buFont typeface="Arial" panose="020B0604020202020204" pitchFamily="34" charset="0"/>
              <a:defRPr sz="2400">
                <a:solidFill>
                  <a:schemeClr val="tx1"/>
                </a:solidFill>
                <a:latin typeface="Times New Roman" panose="02020603050405020304" pitchFamily="18" charset="0"/>
                <a:ea typeface="宋体" panose="02010600030101010101" pitchFamily="2" charset="-122"/>
              </a:defRPr>
            </a:lvl8pPr>
            <a:lvl9pPr fontAlgn="base">
              <a:spcBef>
                <a:spcPct val="0"/>
              </a:spcBef>
              <a:spcAft>
                <a:spcPct val="0"/>
              </a:spcAft>
              <a:buFont typeface="Arial" panose="020B0604020202020204" pitchFamily="34" charset="0"/>
              <a:defRPr sz="24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2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1029" name="Rectangle 5"/>
          <p:cNvSpPr>
            <a:spLocks noGrp="1"/>
          </p:cNvSpPr>
          <p:nvPr>
            <p:ph type="title"/>
          </p:nvPr>
        </p:nvSpPr>
        <p:spPr>
          <a:xfrm>
            <a:off x="685800" y="1066800"/>
            <a:ext cx="7620000" cy="685800"/>
          </a:xfrm>
          <a:prstGeom prst="rect">
            <a:avLst/>
          </a:prstGeom>
          <a:noFill/>
          <a:ln w="9525">
            <a:noFill/>
          </a:ln>
        </p:spPr>
        <p:txBody>
          <a:bodyPr anchor="ctr" anchorCtr="0"/>
          <a:p>
            <a:pPr lvl="0"/>
            <a:r>
              <a:rPr lang="zh-CN" altLang="en-US" dirty="0"/>
              <a:t>单击此处编辑母版标题样式</a:t>
            </a:r>
            <a:endParaRPr lang="zh-CN" altLang="en-US"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lvl1pPr algn="ctr" rtl="0" eaLnBrk="0" fontAlgn="base" hangingPunct="0">
        <a:spcBef>
          <a:spcPct val="0"/>
        </a:spcBef>
        <a:spcAft>
          <a:spcPct val="0"/>
        </a:spcAft>
        <a:defRPr sz="3600" b="1">
          <a:solidFill>
            <a:schemeClr val="tx2"/>
          </a:solidFill>
          <a:latin typeface="+mj-lt"/>
          <a:ea typeface="+mj-ea"/>
          <a:cs typeface="+mj-cs"/>
        </a:defRPr>
      </a:lvl1pPr>
      <a:lvl2pPr algn="ctr" rtl="0" eaLnBrk="0" fontAlgn="base" hangingPunct="0">
        <a:spcBef>
          <a:spcPct val="0"/>
        </a:spcBef>
        <a:spcAft>
          <a:spcPct val="0"/>
        </a:spcAft>
        <a:defRPr sz="3600" b="1">
          <a:solidFill>
            <a:schemeClr val="tx2"/>
          </a:solidFill>
          <a:latin typeface="Times New Roman" panose="02020603050405020304" pitchFamily="18" charset="0"/>
          <a:ea typeface="宋体" panose="02010600030101010101" pitchFamily="2" charset="-122"/>
        </a:defRPr>
      </a:lvl2pPr>
      <a:lvl3pPr algn="ctr" rtl="0" eaLnBrk="0" fontAlgn="base" hangingPunct="0">
        <a:spcBef>
          <a:spcPct val="0"/>
        </a:spcBef>
        <a:spcAft>
          <a:spcPct val="0"/>
        </a:spcAft>
        <a:defRPr sz="3600" b="1">
          <a:solidFill>
            <a:schemeClr val="tx2"/>
          </a:solidFill>
          <a:latin typeface="Times New Roman" panose="02020603050405020304" pitchFamily="18" charset="0"/>
          <a:ea typeface="宋体" panose="02010600030101010101" pitchFamily="2" charset="-122"/>
        </a:defRPr>
      </a:lvl3pPr>
      <a:lvl4pPr algn="ctr" rtl="0" eaLnBrk="0" fontAlgn="base" hangingPunct="0">
        <a:spcBef>
          <a:spcPct val="0"/>
        </a:spcBef>
        <a:spcAft>
          <a:spcPct val="0"/>
        </a:spcAft>
        <a:defRPr sz="3600" b="1">
          <a:solidFill>
            <a:schemeClr val="tx2"/>
          </a:solidFill>
          <a:latin typeface="Times New Roman" panose="02020603050405020304" pitchFamily="18" charset="0"/>
          <a:ea typeface="宋体" panose="02010600030101010101" pitchFamily="2" charset="-122"/>
        </a:defRPr>
      </a:lvl4pPr>
      <a:lvl5pPr algn="ctr" rtl="0" eaLnBrk="0" fontAlgn="base" hangingPunct="0">
        <a:spcBef>
          <a:spcPct val="0"/>
        </a:spcBef>
        <a:spcAft>
          <a:spcPct val="0"/>
        </a:spcAft>
        <a:defRPr sz="3600" b="1">
          <a:solidFill>
            <a:schemeClr val="tx2"/>
          </a:solidFill>
          <a:latin typeface="Times New Roman" panose="02020603050405020304" pitchFamily="18" charset="0"/>
          <a:ea typeface="宋体" panose="02010600030101010101" pitchFamily="2" charset="-122"/>
        </a:defRPr>
      </a:lvl5pPr>
      <a:lvl6pPr marL="457200" algn="ctr" rtl="0" eaLnBrk="0" fontAlgn="base" hangingPunct="0">
        <a:spcBef>
          <a:spcPct val="0"/>
        </a:spcBef>
        <a:spcAft>
          <a:spcPct val="0"/>
        </a:spcAft>
        <a:defRPr sz="3600" b="1">
          <a:solidFill>
            <a:schemeClr val="tx2"/>
          </a:solidFill>
          <a:latin typeface="Times New Roman" panose="02020603050405020304" pitchFamily="18" charset="0"/>
          <a:ea typeface="宋体" panose="02010600030101010101" pitchFamily="2" charset="-122"/>
        </a:defRPr>
      </a:lvl6pPr>
      <a:lvl7pPr marL="914400" algn="ctr" rtl="0" eaLnBrk="0" fontAlgn="base" hangingPunct="0">
        <a:spcBef>
          <a:spcPct val="0"/>
        </a:spcBef>
        <a:spcAft>
          <a:spcPct val="0"/>
        </a:spcAft>
        <a:defRPr sz="3600" b="1">
          <a:solidFill>
            <a:schemeClr val="tx2"/>
          </a:solidFill>
          <a:latin typeface="Times New Roman" panose="02020603050405020304" pitchFamily="18" charset="0"/>
          <a:ea typeface="宋体" panose="02010600030101010101" pitchFamily="2" charset="-122"/>
        </a:defRPr>
      </a:lvl7pPr>
      <a:lvl8pPr marL="1371600" algn="ctr" rtl="0" eaLnBrk="0" fontAlgn="base" hangingPunct="0">
        <a:spcBef>
          <a:spcPct val="0"/>
        </a:spcBef>
        <a:spcAft>
          <a:spcPct val="0"/>
        </a:spcAft>
        <a:defRPr sz="3600" b="1">
          <a:solidFill>
            <a:schemeClr val="tx2"/>
          </a:solidFill>
          <a:latin typeface="Times New Roman" panose="02020603050405020304" pitchFamily="18" charset="0"/>
          <a:ea typeface="宋体" panose="02010600030101010101" pitchFamily="2" charset="-122"/>
        </a:defRPr>
      </a:lvl8pPr>
      <a:lvl9pPr marL="1828800" algn="ctr" rtl="0" eaLnBrk="0" fontAlgn="base" hangingPunct="0">
        <a:spcBef>
          <a:spcPct val="0"/>
        </a:spcBef>
        <a:spcAft>
          <a:spcPct val="0"/>
        </a:spcAft>
        <a:defRPr sz="3600" b="1">
          <a:solidFill>
            <a:schemeClr val="tx2"/>
          </a:solidFill>
          <a:latin typeface="Times New Roman" panose="02020603050405020304" pitchFamily="18" charset="0"/>
          <a:ea typeface="宋体" panose="02010600030101010101" pitchFamily="2" charset="-122"/>
        </a:defRPr>
      </a:lvl9pPr>
    </p:titleStyle>
    <p:bodyStyle>
      <a:lvl1pPr marL="342900" indent="-342900" algn="l" rtl="0" eaLnBrk="0" fontAlgn="base" hangingPunct="0">
        <a:spcBef>
          <a:spcPct val="20000"/>
        </a:spcBef>
        <a:spcAft>
          <a:spcPct val="0"/>
        </a:spcAft>
        <a:buChar char="•"/>
        <a:defRPr sz="3200">
          <a:solidFill>
            <a:srgbClr val="666699"/>
          </a:solidFill>
          <a:latin typeface="+mn-lt"/>
          <a:ea typeface="+mn-ea"/>
          <a:cs typeface="+mn-cs"/>
        </a:defRPr>
      </a:lvl1pPr>
      <a:lvl2pPr marL="742950" indent="-285750" algn="l" rtl="0" eaLnBrk="0" fontAlgn="base" hangingPunct="0">
        <a:spcBef>
          <a:spcPct val="20000"/>
        </a:spcBef>
        <a:spcAft>
          <a:spcPct val="0"/>
        </a:spcAft>
        <a:buChar char="–"/>
        <a:defRPr sz="2800">
          <a:solidFill>
            <a:srgbClr val="666699"/>
          </a:solidFill>
          <a:latin typeface="+mn-lt"/>
          <a:ea typeface="+mn-ea"/>
        </a:defRPr>
      </a:lvl2pPr>
      <a:lvl3pPr marL="1143000" indent="-228600" algn="l" rtl="0" eaLnBrk="0" fontAlgn="base" hangingPunct="0">
        <a:spcBef>
          <a:spcPct val="20000"/>
        </a:spcBef>
        <a:spcAft>
          <a:spcPct val="0"/>
        </a:spcAft>
        <a:buChar char="•"/>
        <a:defRPr sz="2400">
          <a:solidFill>
            <a:srgbClr val="666699"/>
          </a:solidFill>
          <a:latin typeface="+mn-lt"/>
          <a:ea typeface="+mn-ea"/>
        </a:defRPr>
      </a:lvl3pPr>
      <a:lvl4pPr marL="1600200" indent="-228600" algn="l" rtl="0" eaLnBrk="0" fontAlgn="base" hangingPunct="0">
        <a:spcBef>
          <a:spcPct val="20000"/>
        </a:spcBef>
        <a:spcAft>
          <a:spcPct val="0"/>
        </a:spcAft>
        <a:buChar char="–"/>
        <a:defRPr sz="2000">
          <a:solidFill>
            <a:srgbClr val="666699"/>
          </a:solidFill>
          <a:latin typeface="+mn-lt"/>
          <a:ea typeface="+mn-ea"/>
        </a:defRPr>
      </a:lvl4pPr>
      <a:lvl5pPr marL="2057400" indent="-228600" algn="l" rtl="0" eaLnBrk="0" fontAlgn="base" hangingPunct="0">
        <a:spcBef>
          <a:spcPct val="20000"/>
        </a:spcBef>
        <a:spcAft>
          <a:spcPct val="0"/>
        </a:spcAft>
        <a:buChar char="»"/>
        <a:defRPr sz="2000">
          <a:solidFill>
            <a:srgbClr val="666699"/>
          </a:solidFill>
          <a:latin typeface="+mn-lt"/>
          <a:ea typeface="+mn-ea"/>
        </a:defRPr>
      </a:lvl5pPr>
      <a:lvl6pPr marL="2514600" indent="-228600" algn="l" rtl="0" eaLnBrk="0" fontAlgn="base" hangingPunct="0">
        <a:spcBef>
          <a:spcPct val="20000"/>
        </a:spcBef>
        <a:spcAft>
          <a:spcPct val="0"/>
        </a:spcAft>
        <a:buChar char="»"/>
        <a:defRPr sz="2000">
          <a:solidFill>
            <a:srgbClr val="666699"/>
          </a:solidFill>
          <a:latin typeface="+mn-lt"/>
          <a:ea typeface="+mn-ea"/>
        </a:defRPr>
      </a:lvl6pPr>
      <a:lvl7pPr marL="2971800" indent="-228600" algn="l" rtl="0" eaLnBrk="0" fontAlgn="base" hangingPunct="0">
        <a:spcBef>
          <a:spcPct val="20000"/>
        </a:spcBef>
        <a:spcAft>
          <a:spcPct val="0"/>
        </a:spcAft>
        <a:buChar char="»"/>
        <a:defRPr sz="2000">
          <a:solidFill>
            <a:srgbClr val="666699"/>
          </a:solidFill>
          <a:latin typeface="+mn-lt"/>
          <a:ea typeface="+mn-ea"/>
        </a:defRPr>
      </a:lvl7pPr>
      <a:lvl8pPr marL="3429000" indent="-228600" algn="l" rtl="0" eaLnBrk="0" fontAlgn="base" hangingPunct="0">
        <a:spcBef>
          <a:spcPct val="20000"/>
        </a:spcBef>
        <a:spcAft>
          <a:spcPct val="0"/>
        </a:spcAft>
        <a:buChar char="»"/>
        <a:defRPr sz="2000">
          <a:solidFill>
            <a:srgbClr val="666699"/>
          </a:solidFill>
          <a:latin typeface="+mn-lt"/>
          <a:ea typeface="+mn-ea"/>
        </a:defRPr>
      </a:lvl8pPr>
      <a:lvl9pPr marL="3886200" indent="-228600" algn="l" rtl="0" eaLnBrk="0" fontAlgn="base" hangingPunct="0">
        <a:spcBef>
          <a:spcPct val="20000"/>
        </a:spcBef>
        <a:spcAft>
          <a:spcPct val="0"/>
        </a:spcAft>
        <a:buChar char="»"/>
        <a:defRPr sz="2000">
          <a:solidFill>
            <a:srgbClr val="666699"/>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blipFill rotWithShape="0">
          <a:blip r:embed="rId12"/>
        </a:blipFill>
        <a:effectLst/>
      </p:bgPr>
    </p:bg>
    <p:spTree>
      <p:nvGrpSpPr>
        <p:cNvPr id="1" name=""/>
        <p:cNvGrpSpPr/>
        <p:nvPr/>
      </p:nvGrpSpPr>
      <p:grpSpPr/>
      <p:sp>
        <p:nvSpPr>
          <p:cNvPr id="2050" name="Rectangle 2"/>
          <p:cNvSpPr>
            <a:spLocks noGrp="1"/>
          </p:cNvSpPr>
          <p:nvPr>
            <p:ph type="body"/>
          </p:nvPr>
        </p:nvSpPr>
        <p:spPr>
          <a:xfrm>
            <a:off x="685800" y="1981200"/>
            <a:ext cx="7772400" cy="4114800"/>
          </a:xfrm>
          <a:prstGeom prst="rect">
            <a:avLst/>
          </a:prstGeom>
          <a:noFill/>
          <a:ln w="9525">
            <a:noFill/>
          </a:ln>
        </p:spPr>
        <p:txBody>
          <a:bodyPr/>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2051" name="Rectangle 5"/>
          <p:cNvSpPr>
            <a:spLocks noGrp="1"/>
          </p:cNvSpPr>
          <p:nvPr>
            <p:ph type="title"/>
          </p:nvPr>
        </p:nvSpPr>
        <p:spPr>
          <a:xfrm>
            <a:off x="685800" y="1066800"/>
            <a:ext cx="7620000" cy="685800"/>
          </a:xfrm>
          <a:prstGeom prst="rect">
            <a:avLst/>
          </a:prstGeom>
          <a:noFill/>
          <a:ln w="9525">
            <a:noFill/>
          </a:ln>
        </p:spPr>
        <p:txBody>
          <a:bodyPr anchor="ctr" anchorCtr="0"/>
          <a:p>
            <a:pPr lvl="0"/>
            <a:r>
              <a:rPr lang="zh-CN" altLang="en-US" dirty="0"/>
              <a:t>单击此处编辑母版标题样式</a:t>
            </a:r>
            <a:endParaRPr lang="zh-CN" altLang="en-US" dirty="0"/>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hf sldNum="0" hdr="0" ftr="0" dt="0"/>
  <p:txStyles>
    <p:titleStyle>
      <a:lvl1pPr algn="ctr" rtl="0" eaLnBrk="0" fontAlgn="base" hangingPunct="0">
        <a:spcBef>
          <a:spcPct val="0"/>
        </a:spcBef>
        <a:spcAft>
          <a:spcPct val="0"/>
        </a:spcAft>
        <a:defRPr sz="3600" b="1">
          <a:solidFill>
            <a:schemeClr val="tx2"/>
          </a:solidFill>
          <a:latin typeface="+mj-lt"/>
          <a:ea typeface="+mj-ea"/>
          <a:cs typeface="+mj-cs"/>
        </a:defRPr>
      </a:lvl1pPr>
      <a:lvl2pPr algn="ctr" rtl="0" eaLnBrk="0" fontAlgn="base" hangingPunct="0">
        <a:spcBef>
          <a:spcPct val="0"/>
        </a:spcBef>
        <a:spcAft>
          <a:spcPct val="0"/>
        </a:spcAft>
        <a:defRPr sz="3600" b="1">
          <a:solidFill>
            <a:schemeClr val="tx2"/>
          </a:solidFill>
          <a:latin typeface="Times New Roman" panose="02020603050405020304" pitchFamily="18" charset="0"/>
          <a:ea typeface="宋体" panose="02010600030101010101" pitchFamily="2" charset="-122"/>
        </a:defRPr>
      </a:lvl2pPr>
      <a:lvl3pPr algn="ctr" rtl="0" eaLnBrk="0" fontAlgn="base" hangingPunct="0">
        <a:spcBef>
          <a:spcPct val="0"/>
        </a:spcBef>
        <a:spcAft>
          <a:spcPct val="0"/>
        </a:spcAft>
        <a:defRPr sz="3600" b="1">
          <a:solidFill>
            <a:schemeClr val="tx2"/>
          </a:solidFill>
          <a:latin typeface="Times New Roman" panose="02020603050405020304" pitchFamily="18" charset="0"/>
          <a:ea typeface="宋体" panose="02010600030101010101" pitchFamily="2" charset="-122"/>
        </a:defRPr>
      </a:lvl3pPr>
      <a:lvl4pPr algn="ctr" rtl="0" eaLnBrk="0" fontAlgn="base" hangingPunct="0">
        <a:spcBef>
          <a:spcPct val="0"/>
        </a:spcBef>
        <a:spcAft>
          <a:spcPct val="0"/>
        </a:spcAft>
        <a:defRPr sz="3600" b="1">
          <a:solidFill>
            <a:schemeClr val="tx2"/>
          </a:solidFill>
          <a:latin typeface="Times New Roman" panose="02020603050405020304" pitchFamily="18" charset="0"/>
          <a:ea typeface="宋体" panose="02010600030101010101" pitchFamily="2" charset="-122"/>
        </a:defRPr>
      </a:lvl4pPr>
      <a:lvl5pPr algn="ctr" rtl="0" eaLnBrk="0" fontAlgn="base" hangingPunct="0">
        <a:spcBef>
          <a:spcPct val="0"/>
        </a:spcBef>
        <a:spcAft>
          <a:spcPct val="0"/>
        </a:spcAft>
        <a:defRPr sz="3600" b="1">
          <a:solidFill>
            <a:schemeClr val="tx2"/>
          </a:solidFill>
          <a:latin typeface="Times New Roman" panose="02020603050405020304" pitchFamily="18" charset="0"/>
          <a:ea typeface="宋体" panose="02010600030101010101" pitchFamily="2" charset="-122"/>
        </a:defRPr>
      </a:lvl5pPr>
      <a:lvl6pPr marL="457200" algn="ctr" rtl="0" eaLnBrk="0" fontAlgn="base" hangingPunct="0">
        <a:spcBef>
          <a:spcPct val="0"/>
        </a:spcBef>
        <a:spcAft>
          <a:spcPct val="0"/>
        </a:spcAft>
        <a:defRPr sz="3600" b="1">
          <a:solidFill>
            <a:schemeClr val="tx2"/>
          </a:solidFill>
          <a:latin typeface="Times New Roman" panose="02020603050405020304" pitchFamily="18" charset="0"/>
          <a:ea typeface="宋体" panose="02010600030101010101" pitchFamily="2" charset="-122"/>
        </a:defRPr>
      </a:lvl6pPr>
      <a:lvl7pPr marL="914400" algn="ctr" rtl="0" eaLnBrk="0" fontAlgn="base" hangingPunct="0">
        <a:spcBef>
          <a:spcPct val="0"/>
        </a:spcBef>
        <a:spcAft>
          <a:spcPct val="0"/>
        </a:spcAft>
        <a:defRPr sz="3600" b="1">
          <a:solidFill>
            <a:schemeClr val="tx2"/>
          </a:solidFill>
          <a:latin typeface="Times New Roman" panose="02020603050405020304" pitchFamily="18" charset="0"/>
          <a:ea typeface="宋体" panose="02010600030101010101" pitchFamily="2" charset="-122"/>
        </a:defRPr>
      </a:lvl7pPr>
      <a:lvl8pPr marL="1371600" algn="ctr" rtl="0" eaLnBrk="0" fontAlgn="base" hangingPunct="0">
        <a:spcBef>
          <a:spcPct val="0"/>
        </a:spcBef>
        <a:spcAft>
          <a:spcPct val="0"/>
        </a:spcAft>
        <a:defRPr sz="3600" b="1">
          <a:solidFill>
            <a:schemeClr val="tx2"/>
          </a:solidFill>
          <a:latin typeface="Times New Roman" panose="02020603050405020304" pitchFamily="18" charset="0"/>
          <a:ea typeface="宋体" panose="02010600030101010101" pitchFamily="2" charset="-122"/>
        </a:defRPr>
      </a:lvl8pPr>
      <a:lvl9pPr marL="1828800" algn="ctr" rtl="0" eaLnBrk="0" fontAlgn="base" hangingPunct="0">
        <a:spcBef>
          <a:spcPct val="0"/>
        </a:spcBef>
        <a:spcAft>
          <a:spcPct val="0"/>
        </a:spcAft>
        <a:defRPr sz="3600" b="1">
          <a:solidFill>
            <a:schemeClr val="tx2"/>
          </a:solidFill>
          <a:latin typeface="Times New Roman" panose="02020603050405020304" pitchFamily="18" charset="0"/>
          <a:ea typeface="宋体" panose="02010600030101010101" pitchFamily="2" charset="-122"/>
        </a:defRPr>
      </a:lvl9pPr>
    </p:titleStyle>
    <p:bodyStyle>
      <a:lvl1pPr marL="342900" indent="-342900" algn="l" rtl="0" eaLnBrk="0" fontAlgn="base" hangingPunct="0">
        <a:spcBef>
          <a:spcPct val="20000"/>
        </a:spcBef>
        <a:spcAft>
          <a:spcPct val="0"/>
        </a:spcAft>
        <a:buChar char="•"/>
        <a:defRPr sz="3200">
          <a:solidFill>
            <a:srgbClr val="666699"/>
          </a:solidFill>
          <a:latin typeface="+mn-lt"/>
          <a:ea typeface="+mn-ea"/>
          <a:cs typeface="+mn-cs"/>
        </a:defRPr>
      </a:lvl1pPr>
      <a:lvl2pPr marL="742950" indent="-285750" algn="l" rtl="0" eaLnBrk="0" fontAlgn="base" hangingPunct="0">
        <a:spcBef>
          <a:spcPct val="20000"/>
        </a:spcBef>
        <a:spcAft>
          <a:spcPct val="0"/>
        </a:spcAft>
        <a:buChar char="–"/>
        <a:defRPr sz="2800">
          <a:solidFill>
            <a:srgbClr val="666699"/>
          </a:solidFill>
          <a:latin typeface="+mn-lt"/>
          <a:ea typeface="+mn-ea"/>
        </a:defRPr>
      </a:lvl2pPr>
      <a:lvl3pPr marL="1143000" indent="-228600" algn="l" rtl="0" eaLnBrk="0" fontAlgn="base" hangingPunct="0">
        <a:spcBef>
          <a:spcPct val="20000"/>
        </a:spcBef>
        <a:spcAft>
          <a:spcPct val="0"/>
        </a:spcAft>
        <a:buChar char="•"/>
        <a:defRPr sz="2400">
          <a:solidFill>
            <a:srgbClr val="666699"/>
          </a:solidFill>
          <a:latin typeface="+mn-lt"/>
          <a:ea typeface="+mn-ea"/>
        </a:defRPr>
      </a:lvl3pPr>
      <a:lvl4pPr marL="1600200" indent="-228600" algn="l" rtl="0" eaLnBrk="0" fontAlgn="base" hangingPunct="0">
        <a:spcBef>
          <a:spcPct val="20000"/>
        </a:spcBef>
        <a:spcAft>
          <a:spcPct val="0"/>
        </a:spcAft>
        <a:buChar char="–"/>
        <a:defRPr sz="2000">
          <a:solidFill>
            <a:srgbClr val="666699"/>
          </a:solidFill>
          <a:latin typeface="+mn-lt"/>
          <a:ea typeface="+mn-ea"/>
        </a:defRPr>
      </a:lvl4pPr>
      <a:lvl5pPr marL="2057400" indent="-228600" algn="l" rtl="0" eaLnBrk="0" fontAlgn="base" hangingPunct="0">
        <a:spcBef>
          <a:spcPct val="20000"/>
        </a:spcBef>
        <a:spcAft>
          <a:spcPct val="0"/>
        </a:spcAft>
        <a:buChar char="»"/>
        <a:defRPr sz="2000">
          <a:solidFill>
            <a:srgbClr val="666699"/>
          </a:solidFill>
          <a:latin typeface="+mn-lt"/>
          <a:ea typeface="+mn-ea"/>
        </a:defRPr>
      </a:lvl5pPr>
      <a:lvl6pPr marL="2514600" indent="-228600" algn="l" rtl="0" eaLnBrk="0" fontAlgn="base" hangingPunct="0">
        <a:spcBef>
          <a:spcPct val="20000"/>
        </a:spcBef>
        <a:spcAft>
          <a:spcPct val="0"/>
        </a:spcAft>
        <a:buChar char="»"/>
        <a:defRPr sz="2000">
          <a:solidFill>
            <a:srgbClr val="666699"/>
          </a:solidFill>
          <a:latin typeface="+mn-lt"/>
          <a:ea typeface="+mn-ea"/>
        </a:defRPr>
      </a:lvl6pPr>
      <a:lvl7pPr marL="2971800" indent="-228600" algn="l" rtl="0" eaLnBrk="0" fontAlgn="base" hangingPunct="0">
        <a:spcBef>
          <a:spcPct val="20000"/>
        </a:spcBef>
        <a:spcAft>
          <a:spcPct val="0"/>
        </a:spcAft>
        <a:buChar char="»"/>
        <a:defRPr sz="2000">
          <a:solidFill>
            <a:srgbClr val="666699"/>
          </a:solidFill>
          <a:latin typeface="+mn-lt"/>
          <a:ea typeface="+mn-ea"/>
        </a:defRPr>
      </a:lvl7pPr>
      <a:lvl8pPr marL="3429000" indent="-228600" algn="l" rtl="0" eaLnBrk="0" fontAlgn="base" hangingPunct="0">
        <a:spcBef>
          <a:spcPct val="20000"/>
        </a:spcBef>
        <a:spcAft>
          <a:spcPct val="0"/>
        </a:spcAft>
        <a:buChar char="»"/>
        <a:defRPr sz="2000">
          <a:solidFill>
            <a:srgbClr val="666699"/>
          </a:solidFill>
          <a:latin typeface="+mn-lt"/>
          <a:ea typeface="+mn-ea"/>
        </a:defRPr>
      </a:lvl8pPr>
      <a:lvl9pPr marL="3886200" indent="-228600" algn="l" rtl="0" eaLnBrk="0" fontAlgn="base" hangingPunct="0">
        <a:spcBef>
          <a:spcPct val="20000"/>
        </a:spcBef>
        <a:spcAft>
          <a:spcPct val="0"/>
        </a:spcAft>
        <a:buChar char="»"/>
        <a:defRPr sz="2000">
          <a:solidFill>
            <a:srgbClr val="666699"/>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audio" Target="../media/audio1.wav"/></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audio" Target="../media/audio2.wav"/></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2.png"/></Relationships>
</file>

<file path=ppt/slides/_rels/slide23.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3.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4.jpe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5.jpe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audio" Target="../media/audio3.wav"/></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6.jpeg"/></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7.jpeg"/></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8.jpeg"/></Relationships>
</file>

<file path=ppt/slides/_rels/slide75.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9.jpeg"/></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7.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10.jpeg"/></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9.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11.jpeg"/></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5.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12.png"/></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098" name="Rectangle 2"/>
          <p:cNvSpPr>
            <a:spLocks noGrp="1"/>
          </p:cNvSpPr>
          <p:nvPr>
            <p:ph type="title"/>
          </p:nvPr>
        </p:nvSpPr>
        <p:spPr>
          <a:xfrm>
            <a:off x="685800" y="914400"/>
            <a:ext cx="7772400" cy="838200"/>
          </a:xfrm>
          <a:ln/>
        </p:spPr>
        <p:txBody>
          <a:bodyPr vert="horz" wrap="square" lIns="91440" tIns="45720" rIns="91440" bIns="45720" anchor="ctr" anchorCtr="0"/>
          <a:p>
            <a:pPr eaLnBrk="1" hangingPunct="1"/>
            <a:r>
              <a:rPr lang="zh-CN" altLang="en-US" dirty="0"/>
              <a:t>2.2  定点加法、减法运算</a:t>
            </a:r>
            <a:endParaRPr lang="zh-CN" altLang="en-US" dirty="0"/>
          </a:p>
        </p:txBody>
      </p:sp>
      <p:sp>
        <p:nvSpPr>
          <p:cNvPr id="4099" name="Rectangle 3"/>
          <p:cNvSpPr>
            <a:spLocks noGrp="1"/>
          </p:cNvSpPr>
          <p:nvPr>
            <p:ph type="body"/>
          </p:nvPr>
        </p:nvSpPr>
        <p:spPr>
          <a:xfrm>
            <a:off x="539750" y="2276475"/>
            <a:ext cx="7561263" cy="4108450"/>
          </a:xfrm>
          <a:ln/>
        </p:spPr>
        <p:txBody>
          <a:bodyPr vert="horz" wrap="square" lIns="91440" tIns="45720" rIns="91440" bIns="45720" anchor="t" anchorCtr="0"/>
          <a:p>
            <a:pPr eaLnBrk="1" hangingPunct="1">
              <a:lnSpc>
                <a:spcPct val="110000"/>
              </a:lnSpc>
              <a:buNone/>
            </a:pPr>
            <a:r>
              <a:rPr lang="zh-CN" altLang="en-US" b="1" dirty="0">
                <a:solidFill>
                  <a:srgbClr val="0000FF"/>
                </a:solidFill>
                <a:latin typeface="宋体" panose="02010600030101010101" pitchFamily="2" charset="-122"/>
              </a:rPr>
              <a:t>     定点数的加减运算其实可以用原码、补码、BCD码等各种码制进行。但由于</a:t>
            </a:r>
            <a:r>
              <a:rPr lang="zh-CN" altLang="en-US" b="1" dirty="0">
                <a:solidFill>
                  <a:srgbClr val="FF0000"/>
                </a:solidFill>
                <a:latin typeface="宋体" panose="02010600030101010101" pitchFamily="2" charset="-122"/>
              </a:rPr>
              <a:t>补码</a:t>
            </a:r>
            <a:r>
              <a:rPr lang="zh-CN" altLang="en-US" b="1" dirty="0">
                <a:solidFill>
                  <a:srgbClr val="0000FF"/>
                </a:solidFill>
                <a:latin typeface="宋体" panose="02010600030101010101" pitchFamily="2" charset="-122"/>
              </a:rPr>
              <a:t>加减运算规则简单，易于实现，</a:t>
            </a:r>
            <a:r>
              <a:rPr lang="zh-CN" altLang="en-US" b="1" dirty="0">
                <a:solidFill>
                  <a:srgbClr val="FF0000"/>
                </a:solidFill>
                <a:latin typeface="宋体" panose="02010600030101010101" pitchFamily="2" charset="-122"/>
                <a:ea typeface="楷体" panose="02010609060101010101" pitchFamily="49" charset="-122"/>
              </a:rPr>
              <a:t>因此计算机系统中普遍采用补码形式进行数据的存储、传送、运算。</a:t>
            </a:r>
            <a:endParaRPr lang="zh-CN" altLang="en-US" b="1" dirty="0">
              <a:solidFill>
                <a:srgbClr val="FF0000"/>
              </a:solidFill>
              <a:latin typeface="宋体" panose="02010600030101010101" pitchFamily="2" charset="-122"/>
              <a:ea typeface="楷体" panose="02010609060101010101" pitchFamily="49" charset="-122"/>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122" name="Rectangle 2"/>
          <p:cNvSpPr>
            <a:spLocks noGrp="1"/>
          </p:cNvSpPr>
          <p:nvPr>
            <p:ph type="title"/>
          </p:nvPr>
        </p:nvSpPr>
        <p:spPr>
          <a:xfrm>
            <a:off x="252413" y="1052513"/>
            <a:ext cx="7620000" cy="685800"/>
          </a:xfrm>
          <a:ln/>
        </p:spPr>
        <p:txBody>
          <a:bodyPr vert="horz" wrap="square" lIns="91440" tIns="45720" rIns="91440" bIns="45720" anchor="ctr" anchorCtr="0"/>
          <a:p>
            <a:pPr eaLnBrk="1" hangingPunct="1"/>
            <a:r>
              <a:rPr lang="zh-CN" altLang="en-US" dirty="0">
                <a:solidFill>
                  <a:srgbClr val="0000FF"/>
                </a:solidFill>
              </a:rPr>
              <a:t>2.2.1  补码的加法运算</a:t>
            </a:r>
            <a:endParaRPr lang="zh-CN" altLang="en-US" dirty="0">
              <a:solidFill>
                <a:srgbClr val="0000FF"/>
              </a:solidFill>
            </a:endParaRPr>
          </a:p>
        </p:txBody>
      </p:sp>
      <p:sp>
        <p:nvSpPr>
          <p:cNvPr id="5123" name="Rectangle 3"/>
          <p:cNvSpPr>
            <a:spLocks noGrp="1"/>
          </p:cNvSpPr>
          <p:nvPr>
            <p:ph type="body"/>
          </p:nvPr>
        </p:nvSpPr>
        <p:spPr>
          <a:xfrm>
            <a:off x="323850" y="2060575"/>
            <a:ext cx="8281988" cy="4114800"/>
          </a:xfrm>
          <a:ln/>
        </p:spPr>
        <p:txBody>
          <a:bodyPr vert="horz" wrap="square" lIns="91440" tIns="45720" rIns="91440" bIns="45720" anchor="t" anchorCtr="0"/>
          <a:p>
            <a:pPr eaLnBrk="1" hangingPunct="1">
              <a:buNone/>
            </a:pPr>
            <a:r>
              <a:rPr lang="zh-CN" altLang="en-US" b="1" dirty="0">
                <a:solidFill>
                  <a:srgbClr val="0000FF"/>
                </a:solidFill>
              </a:rPr>
              <a:t>  </a:t>
            </a:r>
            <a:r>
              <a:rPr lang="zh-CN" altLang="en-US" b="1" dirty="0">
                <a:solidFill>
                  <a:srgbClr val="0000FF"/>
                </a:solidFill>
                <a:latin typeface="宋体" panose="02010600030101010101" pitchFamily="2" charset="-122"/>
              </a:rPr>
              <a:t>两个数的补码之和，等于这两数和的补码。</a:t>
            </a:r>
            <a:endParaRPr lang="zh-CN" altLang="en-US" b="1" dirty="0">
              <a:solidFill>
                <a:srgbClr val="0000FF"/>
              </a:solidFill>
              <a:latin typeface="宋体" panose="02010600030101010101" pitchFamily="2" charset="-122"/>
            </a:endParaRPr>
          </a:p>
          <a:p>
            <a:pPr eaLnBrk="1" hangingPunct="1">
              <a:lnSpc>
                <a:spcPct val="130000"/>
              </a:lnSpc>
              <a:buNone/>
            </a:pPr>
            <a:r>
              <a:rPr lang="zh-CN" altLang="en-US" b="1" dirty="0">
                <a:solidFill>
                  <a:srgbClr val="0000FF"/>
                </a:solidFill>
                <a:latin typeface="宋体" panose="02010600030101010101" pitchFamily="2" charset="-122"/>
              </a:rPr>
              <a:t>        </a:t>
            </a:r>
            <a:r>
              <a:rPr lang="zh-CN" altLang="en-US" b="1" dirty="0">
                <a:solidFill>
                  <a:srgbClr val="FF0000"/>
                </a:solidFill>
                <a:latin typeface="宋体" panose="02010600030101010101" pitchFamily="2" charset="-122"/>
              </a:rPr>
              <a:t>[X]</a:t>
            </a:r>
            <a:r>
              <a:rPr lang="zh-CN" altLang="en-US" b="1" baseline="-30000" dirty="0">
                <a:solidFill>
                  <a:srgbClr val="FF0000"/>
                </a:solidFill>
                <a:latin typeface="宋体" panose="02010600030101010101" pitchFamily="2" charset="-122"/>
              </a:rPr>
              <a:t>补</a:t>
            </a:r>
            <a:r>
              <a:rPr lang="zh-CN" altLang="en-US" b="1" dirty="0">
                <a:solidFill>
                  <a:srgbClr val="FF0000"/>
                </a:solidFill>
                <a:latin typeface="宋体" panose="02010600030101010101" pitchFamily="2" charset="-122"/>
              </a:rPr>
              <a:t>+[Y]</a:t>
            </a:r>
            <a:r>
              <a:rPr lang="zh-CN" altLang="en-US" b="1" baseline="-30000" dirty="0">
                <a:solidFill>
                  <a:srgbClr val="FF0000"/>
                </a:solidFill>
                <a:latin typeface="宋体" panose="02010600030101010101" pitchFamily="2" charset="-122"/>
              </a:rPr>
              <a:t>补 </a:t>
            </a:r>
            <a:r>
              <a:rPr lang="zh-CN" altLang="en-US" b="1" dirty="0">
                <a:solidFill>
                  <a:srgbClr val="FF0000"/>
                </a:solidFill>
                <a:latin typeface="宋体" panose="02010600030101010101" pitchFamily="2" charset="-122"/>
              </a:rPr>
              <a:t>=[X+Y]</a:t>
            </a:r>
            <a:r>
              <a:rPr lang="zh-CN" altLang="en-US" b="1" baseline="-30000" dirty="0">
                <a:solidFill>
                  <a:srgbClr val="FF0000"/>
                </a:solidFill>
                <a:latin typeface="宋体" panose="02010600030101010101" pitchFamily="2" charset="-122"/>
              </a:rPr>
              <a:t>补</a:t>
            </a:r>
            <a:r>
              <a:rPr lang="zh-CN" altLang="en-US" b="1" dirty="0">
                <a:solidFill>
                  <a:srgbClr val="FF0000"/>
                </a:solidFill>
                <a:latin typeface="宋体" panose="02010600030101010101" pitchFamily="2" charset="-122"/>
              </a:rPr>
              <a:t> </a:t>
            </a:r>
            <a:r>
              <a:rPr lang="zh-CN" altLang="en-US" b="1" dirty="0">
                <a:solidFill>
                  <a:srgbClr val="0000FF"/>
                </a:solidFill>
                <a:latin typeface="宋体" panose="02010600030101010101" pitchFamily="2" charset="-122"/>
              </a:rPr>
              <a:t> </a:t>
            </a:r>
            <a:endParaRPr lang="zh-CN" altLang="en-US" b="1" dirty="0">
              <a:solidFill>
                <a:srgbClr val="0000FF"/>
              </a:solidFill>
              <a:latin typeface="宋体" panose="02010600030101010101" pitchFamily="2" charset="-122"/>
            </a:endParaRPr>
          </a:p>
          <a:p>
            <a:pPr eaLnBrk="1" hangingPunct="1">
              <a:lnSpc>
                <a:spcPct val="130000"/>
              </a:lnSpc>
              <a:buNone/>
            </a:pPr>
            <a:r>
              <a:rPr lang="zh-CN" altLang="en-US" b="1" dirty="0">
                <a:solidFill>
                  <a:srgbClr val="0000FF"/>
                </a:solidFill>
                <a:latin typeface="宋体" panose="02010600030101010101" pitchFamily="2" charset="-122"/>
              </a:rPr>
              <a:t>     (</a:t>
            </a:r>
            <a:r>
              <a:rPr lang="zh-CN" altLang="en-US" sz="2800" b="1" dirty="0">
                <a:solidFill>
                  <a:srgbClr val="0000FF"/>
                </a:solidFill>
                <a:latin typeface="宋体" panose="02010600030101010101" pitchFamily="2" charset="-122"/>
              </a:rPr>
              <a:t>小数时模为2，整数时模为2</a:t>
            </a:r>
            <a:r>
              <a:rPr lang="zh-CN" altLang="en-US" sz="2800" b="1" baseline="30000" dirty="0">
                <a:solidFill>
                  <a:srgbClr val="0000FF"/>
                </a:solidFill>
              </a:rPr>
              <a:t>n</a:t>
            </a:r>
            <a:r>
              <a:rPr lang="zh-CN" altLang="en-US" b="1" dirty="0">
                <a:solidFill>
                  <a:srgbClr val="0000FF"/>
                </a:solidFill>
                <a:latin typeface="宋体" panose="02010600030101010101" pitchFamily="2" charset="-122"/>
              </a:rPr>
              <a:t>) </a:t>
            </a:r>
            <a:endParaRPr lang="zh-CN" altLang="en-US" b="1" dirty="0">
              <a:solidFill>
                <a:srgbClr val="0000FF"/>
              </a:solidFill>
              <a:latin typeface="宋体" panose="02010600030101010101" pitchFamily="2" charset="-122"/>
            </a:endParaRPr>
          </a:p>
          <a:p>
            <a:pPr eaLnBrk="1" hangingPunct="1">
              <a:lnSpc>
                <a:spcPct val="130000"/>
              </a:lnSpc>
              <a:buNone/>
            </a:pPr>
            <a:r>
              <a:rPr lang="zh-CN" altLang="en-US" b="1" dirty="0">
                <a:solidFill>
                  <a:srgbClr val="0000FF"/>
                </a:solidFill>
                <a:latin typeface="宋体" panose="02010600030101010101" pitchFamily="2" charset="-122"/>
              </a:rPr>
              <a:t> 两个数不管正负，均用补码表示，符号位做数值参加运算，符号位相加所产生的进位为模，要丢掉，最后结果为补码结果。</a:t>
            </a:r>
            <a:endParaRPr lang="zh-CN" altLang="en-US" b="1" dirty="0">
              <a:solidFill>
                <a:srgbClr val="0000FF"/>
              </a:solidFill>
              <a:latin typeface="宋体" panose="02010600030101010101" pitchFamily="2" charset="-122"/>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146" name="Rectangle 2"/>
          <p:cNvSpPr>
            <a:spLocks noGrp="1"/>
          </p:cNvSpPr>
          <p:nvPr>
            <p:ph type="title"/>
          </p:nvPr>
        </p:nvSpPr>
        <p:spPr>
          <a:xfrm>
            <a:off x="180975" y="981075"/>
            <a:ext cx="7772400" cy="838200"/>
          </a:xfrm>
          <a:ln/>
        </p:spPr>
        <p:txBody>
          <a:bodyPr vert="horz" wrap="square" lIns="91440" tIns="45720" rIns="91440" bIns="45720" anchor="ctr" anchorCtr="0"/>
          <a:p>
            <a:pPr eaLnBrk="1" hangingPunct="1"/>
            <a:r>
              <a:rPr lang="zh-CN" altLang="en-US" dirty="0">
                <a:solidFill>
                  <a:srgbClr val="0000FF"/>
                </a:solidFill>
              </a:rPr>
              <a:t>2.2.2  补码的减法运算</a:t>
            </a:r>
            <a:endParaRPr lang="zh-CN" altLang="en-US" sz="2000" dirty="0">
              <a:solidFill>
                <a:srgbClr val="0000FF"/>
              </a:solidFill>
            </a:endParaRPr>
          </a:p>
        </p:txBody>
      </p:sp>
      <p:sp>
        <p:nvSpPr>
          <p:cNvPr id="6147" name="Rectangle 3"/>
          <p:cNvSpPr>
            <a:spLocks noGrp="1"/>
          </p:cNvSpPr>
          <p:nvPr>
            <p:ph type="body"/>
          </p:nvPr>
        </p:nvSpPr>
        <p:spPr>
          <a:xfrm>
            <a:off x="145415" y="1844675"/>
            <a:ext cx="8771255" cy="4610100"/>
          </a:xfrm>
          <a:ln/>
        </p:spPr>
        <p:txBody>
          <a:bodyPr vert="horz" wrap="square" lIns="91440" tIns="45720" rIns="91440" bIns="45720" anchor="t" anchorCtr="0"/>
          <a:p>
            <a:pPr eaLnBrk="1" hangingPunct="1">
              <a:lnSpc>
                <a:spcPct val="110000"/>
              </a:lnSpc>
            </a:pPr>
            <a:r>
              <a:rPr lang="zh-CN" altLang="en-US" b="1" dirty="0">
                <a:solidFill>
                  <a:srgbClr val="0000FF"/>
                </a:solidFill>
                <a:latin typeface="宋体" panose="02010600030101010101" pitchFamily="2" charset="-122"/>
              </a:rPr>
              <a:t>补码的减法：补码之差等于被减数加上减数变补之后的数。 </a:t>
            </a:r>
            <a:endParaRPr lang="zh-CN" altLang="en-US" b="1" dirty="0">
              <a:solidFill>
                <a:srgbClr val="0000FF"/>
              </a:solidFill>
              <a:latin typeface="宋体" panose="02010600030101010101" pitchFamily="2" charset="-122"/>
            </a:endParaRPr>
          </a:p>
          <a:p>
            <a:pPr eaLnBrk="1" hangingPunct="1">
              <a:lnSpc>
                <a:spcPct val="110000"/>
              </a:lnSpc>
              <a:buNone/>
            </a:pPr>
            <a:r>
              <a:rPr lang="zh-CN" altLang="en-US" b="1" dirty="0">
                <a:solidFill>
                  <a:srgbClr val="0000FF"/>
                </a:solidFill>
                <a:latin typeface="宋体" panose="02010600030101010101" pitchFamily="2" charset="-122"/>
              </a:rPr>
              <a:t>      [X]</a:t>
            </a:r>
            <a:r>
              <a:rPr lang="zh-CN" altLang="en-US" b="1" baseline="-30000" dirty="0">
                <a:solidFill>
                  <a:srgbClr val="0000FF"/>
                </a:solidFill>
                <a:latin typeface="宋体" panose="02010600030101010101" pitchFamily="2" charset="-122"/>
              </a:rPr>
              <a:t>补</a:t>
            </a:r>
            <a:r>
              <a:rPr lang="zh-CN" altLang="en-US" b="1" dirty="0">
                <a:solidFill>
                  <a:srgbClr val="0000FF"/>
                </a:solidFill>
                <a:latin typeface="宋体" panose="02010600030101010101" pitchFamily="2" charset="-122"/>
              </a:rPr>
              <a:t>-[Y]</a:t>
            </a:r>
            <a:r>
              <a:rPr lang="zh-CN" altLang="en-US" b="1" baseline="-30000" dirty="0">
                <a:solidFill>
                  <a:srgbClr val="0000FF"/>
                </a:solidFill>
                <a:latin typeface="宋体" panose="02010600030101010101" pitchFamily="2" charset="-122"/>
              </a:rPr>
              <a:t>补</a:t>
            </a:r>
            <a:r>
              <a:rPr lang="zh-CN" altLang="en-US" b="1" dirty="0">
                <a:solidFill>
                  <a:srgbClr val="0000FF"/>
                </a:solidFill>
                <a:latin typeface="宋体" panose="02010600030101010101" pitchFamily="2" charset="-122"/>
              </a:rPr>
              <a:t>=[X - Y]</a:t>
            </a:r>
            <a:r>
              <a:rPr lang="zh-CN" altLang="en-US" b="1" baseline="-30000" dirty="0">
                <a:solidFill>
                  <a:srgbClr val="0000FF"/>
                </a:solidFill>
                <a:latin typeface="宋体" panose="02010600030101010101" pitchFamily="2" charset="-122"/>
              </a:rPr>
              <a:t>补</a:t>
            </a:r>
            <a:r>
              <a:rPr lang="zh-CN" altLang="en-US" b="1" dirty="0">
                <a:solidFill>
                  <a:srgbClr val="0000FF"/>
                </a:solidFill>
                <a:latin typeface="宋体" panose="02010600030101010101" pitchFamily="2" charset="-122"/>
              </a:rPr>
              <a:t>=[X]</a:t>
            </a:r>
            <a:r>
              <a:rPr lang="zh-CN" altLang="en-US" b="1" baseline="-30000" dirty="0">
                <a:solidFill>
                  <a:srgbClr val="0000FF"/>
                </a:solidFill>
                <a:latin typeface="宋体" panose="02010600030101010101" pitchFamily="2" charset="-122"/>
              </a:rPr>
              <a:t>补</a:t>
            </a:r>
            <a:r>
              <a:rPr lang="zh-CN" altLang="en-US" b="1" dirty="0">
                <a:solidFill>
                  <a:srgbClr val="0000FF"/>
                </a:solidFill>
                <a:latin typeface="宋体" panose="02010600030101010101" pitchFamily="2" charset="-122"/>
              </a:rPr>
              <a:t>+[-Y]</a:t>
            </a:r>
            <a:r>
              <a:rPr lang="zh-CN" altLang="en-US" b="1" baseline="-30000" dirty="0">
                <a:solidFill>
                  <a:srgbClr val="0000FF"/>
                </a:solidFill>
                <a:latin typeface="宋体" panose="02010600030101010101" pitchFamily="2" charset="-122"/>
              </a:rPr>
              <a:t>补</a:t>
            </a:r>
            <a:endParaRPr lang="zh-CN" altLang="en-US" sz="3600" b="1" baseline="-30000" dirty="0">
              <a:solidFill>
                <a:srgbClr val="0000FF"/>
              </a:solidFill>
              <a:latin typeface="宋体" panose="02010600030101010101" pitchFamily="2" charset="-122"/>
            </a:endParaRPr>
          </a:p>
          <a:p>
            <a:pPr eaLnBrk="1" hangingPunct="1">
              <a:lnSpc>
                <a:spcPct val="110000"/>
              </a:lnSpc>
              <a:buNone/>
            </a:pPr>
            <a:r>
              <a:rPr lang="zh-CN" altLang="en-US" b="1" dirty="0">
                <a:solidFill>
                  <a:srgbClr val="0000FF"/>
                </a:solidFill>
                <a:latin typeface="宋体" panose="02010600030101010101" pitchFamily="2" charset="-122"/>
              </a:rPr>
              <a:t> [-Y]</a:t>
            </a:r>
            <a:r>
              <a:rPr lang="zh-CN" altLang="en-US" b="1" baseline="-30000" dirty="0">
                <a:solidFill>
                  <a:srgbClr val="0000FF"/>
                </a:solidFill>
                <a:latin typeface="宋体" panose="02010600030101010101" pitchFamily="2" charset="-122"/>
              </a:rPr>
              <a:t>补</a:t>
            </a:r>
            <a:r>
              <a:rPr lang="zh-CN" altLang="en-US" b="1" dirty="0">
                <a:solidFill>
                  <a:srgbClr val="0000FF"/>
                </a:solidFill>
                <a:latin typeface="宋体" panose="02010600030101010101" pitchFamily="2" charset="-122"/>
              </a:rPr>
              <a:t>称为[Y]</a:t>
            </a:r>
            <a:r>
              <a:rPr lang="zh-CN" altLang="en-US" b="1" baseline="-30000" dirty="0">
                <a:solidFill>
                  <a:srgbClr val="0000FF"/>
                </a:solidFill>
                <a:latin typeface="宋体" panose="02010600030101010101" pitchFamily="2" charset="-122"/>
              </a:rPr>
              <a:t>补</a:t>
            </a:r>
            <a:r>
              <a:rPr lang="zh-CN" altLang="en-US" b="1" dirty="0">
                <a:solidFill>
                  <a:srgbClr val="0000FF"/>
                </a:solidFill>
                <a:latin typeface="宋体" panose="02010600030101010101" pitchFamily="2" charset="-122"/>
              </a:rPr>
              <a:t>的机器负数，由[Y]</a:t>
            </a:r>
            <a:r>
              <a:rPr lang="zh-CN" altLang="en-US" b="1" baseline="-30000" dirty="0">
                <a:solidFill>
                  <a:srgbClr val="0000FF"/>
                </a:solidFill>
                <a:latin typeface="宋体" panose="02010600030101010101" pitchFamily="2" charset="-122"/>
              </a:rPr>
              <a:t>补</a:t>
            </a:r>
            <a:r>
              <a:rPr lang="zh-CN" altLang="en-US" b="1" dirty="0">
                <a:solidFill>
                  <a:srgbClr val="0000FF"/>
                </a:solidFill>
                <a:latin typeface="宋体" panose="02010600030101010101" pitchFamily="2" charset="-122"/>
              </a:rPr>
              <a:t>求[-Y]</a:t>
            </a:r>
            <a:r>
              <a:rPr lang="zh-CN" altLang="en-US" b="1" baseline="-30000" dirty="0">
                <a:solidFill>
                  <a:srgbClr val="0000FF"/>
                </a:solidFill>
                <a:latin typeface="宋体" panose="02010600030101010101" pitchFamily="2" charset="-122"/>
              </a:rPr>
              <a:t>补</a:t>
            </a:r>
            <a:r>
              <a:rPr lang="zh-CN" altLang="en-US" b="1" dirty="0">
                <a:solidFill>
                  <a:srgbClr val="0000FF"/>
                </a:solidFill>
                <a:latin typeface="宋体" panose="02010600030101010101" pitchFamily="2" charset="-122"/>
              </a:rPr>
              <a:t>的过程称为将[Y]</a:t>
            </a:r>
            <a:r>
              <a:rPr lang="zh-CN" altLang="en-US" b="1" baseline="-30000" dirty="0">
                <a:solidFill>
                  <a:srgbClr val="0000FF"/>
                </a:solidFill>
                <a:latin typeface="宋体" panose="02010600030101010101" pitchFamily="2" charset="-122"/>
              </a:rPr>
              <a:t>补</a:t>
            </a:r>
            <a:r>
              <a:rPr lang="zh-CN" altLang="en-US" b="1" dirty="0">
                <a:solidFill>
                  <a:srgbClr val="0000FF"/>
                </a:solidFill>
              </a:rPr>
              <a:t>“</a:t>
            </a:r>
            <a:r>
              <a:rPr lang="zh-CN" altLang="en-US" b="1" dirty="0">
                <a:solidFill>
                  <a:srgbClr val="0000FF"/>
                </a:solidFill>
                <a:latin typeface="宋体" panose="02010600030101010101" pitchFamily="2" charset="-122"/>
              </a:rPr>
              <a:t>变补</a:t>
            </a:r>
            <a:r>
              <a:rPr lang="zh-CN" altLang="en-US" b="1" dirty="0">
                <a:solidFill>
                  <a:srgbClr val="0000FF"/>
                </a:solidFill>
              </a:rPr>
              <a:t>”</a:t>
            </a:r>
            <a:r>
              <a:rPr lang="zh-CN" altLang="en-US" b="1" dirty="0">
                <a:solidFill>
                  <a:srgbClr val="0000FF"/>
                </a:solidFill>
                <a:latin typeface="宋体" panose="02010600030101010101" pitchFamily="2" charset="-122"/>
              </a:rPr>
              <a:t>，</a:t>
            </a:r>
            <a:r>
              <a:rPr lang="zh-CN" altLang="en-US" b="1" dirty="0">
                <a:solidFill>
                  <a:srgbClr val="FF0000"/>
                </a:solidFill>
                <a:latin typeface="宋体" panose="02010600030101010101" pitchFamily="2" charset="-122"/>
              </a:rPr>
              <a:t>由[Y]</a:t>
            </a:r>
            <a:r>
              <a:rPr lang="zh-CN" altLang="en-US" b="1" baseline="-30000" dirty="0">
                <a:solidFill>
                  <a:srgbClr val="FF0000"/>
                </a:solidFill>
                <a:latin typeface="宋体" panose="02010600030101010101" pitchFamily="2" charset="-122"/>
              </a:rPr>
              <a:t>补</a:t>
            </a:r>
            <a:r>
              <a:rPr lang="zh-CN" altLang="en-US" b="1" dirty="0">
                <a:solidFill>
                  <a:srgbClr val="FF0000"/>
                </a:solidFill>
                <a:latin typeface="宋体" panose="02010600030101010101" pitchFamily="2" charset="-122"/>
              </a:rPr>
              <a:t>求[-Y]</a:t>
            </a:r>
            <a:r>
              <a:rPr lang="zh-CN" altLang="en-US" b="1" baseline="-30000" dirty="0">
                <a:solidFill>
                  <a:srgbClr val="FF0000"/>
                </a:solidFill>
                <a:latin typeface="宋体" panose="02010600030101010101" pitchFamily="2" charset="-122"/>
              </a:rPr>
              <a:t>补</a:t>
            </a:r>
            <a:r>
              <a:rPr lang="zh-CN" altLang="en-US" b="1" dirty="0">
                <a:solidFill>
                  <a:srgbClr val="FF0000"/>
                </a:solidFill>
                <a:latin typeface="宋体" panose="02010600030101010101" pitchFamily="2" charset="-122"/>
              </a:rPr>
              <a:t>的方法是，不管Y的真值为正或为负，都是将[Y]</a:t>
            </a:r>
            <a:r>
              <a:rPr lang="zh-CN" altLang="en-US" b="1" baseline="-30000" dirty="0">
                <a:solidFill>
                  <a:srgbClr val="FF0000"/>
                </a:solidFill>
                <a:latin typeface="宋体" panose="02010600030101010101" pitchFamily="2" charset="-122"/>
              </a:rPr>
              <a:t>补</a:t>
            </a:r>
            <a:r>
              <a:rPr lang="zh-CN" altLang="en-US" b="1" dirty="0">
                <a:solidFill>
                  <a:srgbClr val="FF0000"/>
                </a:solidFill>
                <a:latin typeface="宋体" panose="02010600030101010101" pitchFamily="2" charset="-122"/>
              </a:rPr>
              <a:t>的各位连同符号位在内全部变反后，最低位再加1。</a:t>
            </a:r>
            <a:endParaRPr lang="zh-CN" altLang="en-US" b="1" dirty="0">
              <a:solidFill>
                <a:srgbClr val="FF0000"/>
              </a:solidFill>
              <a:latin typeface="宋体" panose="02010600030101010101" pitchFamily="2" charset="-122"/>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170" name="Rectangle 2"/>
          <p:cNvSpPr>
            <a:spLocks noGrp="1"/>
          </p:cNvSpPr>
          <p:nvPr>
            <p:ph type="body"/>
          </p:nvPr>
        </p:nvSpPr>
        <p:spPr>
          <a:xfrm>
            <a:off x="468313" y="261938"/>
            <a:ext cx="8218487" cy="6192837"/>
          </a:xfrm>
          <a:ln/>
        </p:spPr>
        <p:txBody>
          <a:bodyPr vert="horz" wrap="square" lIns="91440" tIns="45720" rIns="91440" bIns="45720" anchor="t" anchorCtr="0"/>
          <a:p>
            <a:pPr eaLnBrk="1" hangingPunct="1">
              <a:lnSpc>
                <a:spcPct val="90000"/>
              </a:lnSpc>
              <a:buNone/>
            </a:pPr>
            <a:r>
              <a:rPr lang="zh-CN" altLang="en-US" sz="2800" b="1" dirty="0"/>
              <a:t>可以证明：</a:t>
            </a:r>
            <a:endParaRPr lang="zh-CN" altLang="en-US" sz="2800" b="1" dirty="0"/>
          </a:p>
          <a:p>
            <a:pPr eaLnBrk="1" hangingPunct="1">
              <a:lnSpc>
                <a:spcPct val="90000"/>
              </a:lnSpc>
              <a:buNone/>
            </a:pPr>
            <a:r>
              <a:rPr lang="zh-CN" altLang="en-US" sz="2800" b="1" dirty="0">
                <a:latin typeface="宋体" panose="02010600030101010101" pitchFamily="2" charset="-122"/>
              </a:rPr>
              <a:t>[X+Y]</a:t>
            </a:r>
            <a:r>
              <a:rPr lang="zh-CN" altLang="en-US" sz="2800" b="1" baseline="-30000" dirty="0">
                <a:latin typeface="宋体" panose="02010600030101010101" pitchFamily="2" charset="-122"/>
              </a:rPr>
              <a:t>补</a:t>
            </a:r>
            <a:r>
              <a:rPr lang="zh-CN" altLang="en-US" sz="2800" b="1" dirty="0">
                <a:latin typeface="宋体" panose="02010600030101010101" pitchFamily="2" charset="-122"/>
              </a:rPr>
              <a:t>= [X]</a:t>
            </a:r>
            <a:r>
              <a:rPr lang="zh-CN" altLang="en-US" sz="2800" b="1" baseline="-30000" dirty="0">
                <a:latin typeface="宋体" panose="02010600030101010101" pitchFamily="2" charset="-122"/>
              </a:rPr>
              <a:t>补</a:t>
            </a:r>
            <a:r>
              <a:rPr lang="zh-CN" altLang="en-US" sz="2800" b="1" dirty="0">
                <a:latin typeface="宋体" panose="02010600030101010101" pitchFamily="2" charset="-122"/>
              </a:rPr>
              <a:t>+[Y]</a:t>
            </a:r>
            <a:r>
              <a:rPr lang="zh-CN" altLang="en-US" sz="2800" b="1" baseline="-30000" dirty="0">
                <a:latin typeface="宋体" panose="02010600030101010101" pitchFamily="2" charset="-122"/>
              </a:rPr>
              <a:t>补</a:t>
            </a:r>
            <a:endParaRPr lang="zh-CN" altLang="en-US" sz="2800" b="1" baseline="-30000" dirty="0">
              <a:latin typeface="宋体" panose="02010600030101010101" pitchFamily="2" charset="-122"/>
            </a:endParaRPr>
          </a:p>
          <a:p>
            <a:pPr eaLnBrk="1" hangingPunct="1">
              <a:lnSpc>
                <a:spcPct val="80000"/>
              </a:lnSpc>
              <a:buNone/>
            </a:pPr>
            <a:r>
              <a:rPr lang="zh-CN" altLang="en-US" sz="2800" b="1" dirty="0">
                <a:latin typeface="宋体" panose="02010600030101010101" pitchFamily="2" charset="-122"/>
              </a:rPr>
              <a:t>[X-Y]</a:t>
            </a:r>
            <a:r>
              <a:rPr lang="zh-CN" altLang="en-US" sz="2800" b="1" baseline="-30000" dirty="0">
                <a:latin typeface="宋体" panose="02010600030101010101" pitchFamily="2" charset="-122"/>
              </a:rPr>
              <a:t>补</a:t>
            </a:r>
            <a:r>
              <a:rPr lang="zh-CN" altLang="en-US" sz="2800" b="1" dirty="0">
                <a:latin typeface="宋体" panose="02010600030101010101" pitchFamily="2" charset="-122"/>
              </a:rPr>
              <a:t>= [X]</a:t>
            </a:r>
            <a:r>
              <a:rPr lang="zh-CN" altLang="en-US" sz="2800" b="1" baseline="-30000" dirty="0">
                <a:latin typeface="宋体" panose="02010600030101010101" pitchFamily="2" charset="-122"/>
              </a:rPr>
              <a:t>补</a:t>
            </a:r>
            <a:r>
              <a:rPr lang="zh-CN" altLang="en-US" sz="2800" b="1" dirty="0">
                <a:latin typeface="宋体" panose="02010600030101010101" pitchFamily="2" charset="-122"/>
              </a:rPr>
              <a:t>+[-Y]</a:t>
            </a:r>
            <a:r>
              <a:rPr lang="zh-CN" altLang="en-US" sz="2800" b="1" baseline="-30000" dirty="0">
                <a:latin typeface="宋体" panose="02010600030101010101" pitchFamily="2" charset="-122"/>
              </a:rPr>
              <a:t>补</a:t>
            </a:r>
            <a:endParaRPr lang="zh-CN" altLang="en-US" sz="2800" b="1" baseline="-30000" dirty="0">
              <a:latin typeface="宋体" panose="02010600030101010101" pitchFamily="2" charset="-122"/>
            </a:endParaRPr>
          </a:p>
          <a:p>
            <a:pPr eaLnBrk="1" hangingPunct="1">
              <a:lnSpc>
                <a:spcPct val="80000"/>
              </a:lnSpc>
              <a:buNone/>
            </a:pPr>
            <a:endParaRPr lang="zh-CN" altLang="en-US" sz="2800" b="1" baseline="-30000" dirty="0">
              <a:latin typeface="宋体" panose="02010600030101010101" pitchFamily="2" charset="-122"/>
            </a:endParaRPr>
          </a:p>
          <a:p>
            <a:pPr eaLnBrk="1" hangingPunct="1">
              <a:lnSpc>
                <a:spcPct val="80000"/>
              </a:lnSpc>
              <a:buNone/>
            </a:pPr>
            <a:endParaRPr lang="zh-CN" altLang="en-US" sz="2800" b="1" baseline="-30000" dirty="0">
              <a:latin typeface="宋体" panose="02010600030101010101" pitchFamily="2" charset="-122"/>
            </a:endParaRPr>
          </a:p>
          <a:p>
            <a:pPr eaLnBrk="1" hangingPunct="1">
              <a:lnSpc>
                <a:spcPct val="80000"/>
              </a:lnSpc>
              <a:buNone/>
            </a:pPr>
            <a:r>
              <a:rPr lang="zh-CN" altLang="en-US" b="1" dirty="0">
                <a:solidFill>
                  <a:schemeClr val="tx1"/>
                </a:solidFill>
                <a:ea typeface="楷体_GB2312" pitchFamily="1" charset="-122"/>
              </a:rPr>
              <a:t>例:</a:t>
            </a:r>
            <a:r>
              <a:rPr lang="zh-CN" altLang="en-US" sz="2800" b="1" dirty="0">
                <a:solidFill>
                  <a:schemeClr val="tx1"/>
                </a:solidFill>
                <a:ea typeface="楷体_GB2312" pitchFamily="1" charset="-122"/>
              </a:rPr>
              <a:t>  X＝+1001 Y＝+0101，求 X+Y＝？</a:t>
            </a:r>
            <a:endParaRPr lang="zh-CN" altLang="en-US" sz="2800" b="1" dirty="0">
              <a:solidFill>
                <a:schemeClr val="tx1"/>
              </a:solidFill>
              <a:ea typeface="楷体_GB2312" pitchFamily="1" charset="-122"/>
            </a:endParaRPr>
          </a:p>
          <a:p>
            <a:pPr eaLnBrk="1" hangingPunct="1">
              <a:lnSpc>
                <a:spcPct val="80000"/>
              </a:lnSpc>
              <a:buNone/>
            </a:pPr>
            <a:r>
              <a:rPr lang="zh-CN" altLang="en-US" sz="2800" b="1" dirty="0">
                <a:ea typeface="楷体_GB2312" pitchFamily="1" charset="-122"/>
              </a:rPr>
              <a:t>   </a:t>
            </a:r>
            <a:r>
              <a:rPr lang="zh-CN" altLang="en-US" sz="2800" b="1" dirty="0">
                <a:solidFill>
                  <a:srgbClr val="0000FF"/>
                </a:solidFill>
                <a:ea typeface="楷体_GB2312" pitchFamily="1" charset="-122"/>
              </a:rPr>
              <a:t>解: [X]</a:t>
            </a:r>
            <a:r>
              <a:rPr lang="zh-CN" altLang="en-US" sz="2400" b="1" baseline="-30000" dirty="0">
                <a:solidFill>
                  <a:srgbClr val="0000FF"/>
                </a:solidFill>
                <a:latin typeface="宋体" panose="02010600030101010101" pitchFamily="2" charset="-122"/>
              </a:rPr>
              <a:t>补</a:t>
            </a:r>
            <a:r>
              <a:rPr lang="zh-CN" altLang="en-US" sz="2800" b="1" dirty="0">
                <a:solidFill>
                  <a:srgbClr val="0000FF"/>
                </a:solidFill>
                <a:ea typeface="楷体_GB2312" pitchFamily="1" charset="-122"/>
              </a:rPr>
              <a:t>=01001</a:t>
            </a:r>
            <a:endParaRPr lang="zh-CN" altLang="en-US" sz="2800" b="1" dirty="0">
              <a:solidFill>
                <a:srgbClr val="0000FF"/>
              </a:solidFill>
              <a:ea typeface="楷体_GB2312" pitchFamily="1" charset="-122"/>
            </a:endParaRPr>
          </a:p>
          <a:p>
            <a:pPr eaLnBrk="1" hangingPunct="1">
              <a:lnSpc>
                <a:spcPct val="80000"/>
              </a:lnSpc>
              <a:buNone/>
            </a:pPr>
            <a:r>
              <a:rPr lang="zh-CN" altLang="en-US" sz="2800" b="1" dirty="0">
                <a:solidFill>
                  <a:srgbClr val="0000FF"/>
                </a:solidFill>
                <a:ea typeface="楷体_GB2312" pitchFamily="1" charset="-122"/>
              </a:rPr>
              <a:t>         [Y]</a:t>
            </a:r>
            <a:r>
              <a:rPr lang="zh-CN" altLang="en-US" sz="2400" b="1" baseline="-30000" dirty="0">
                <a:solidFill>
                  <a:srgbClr val="0000FF"/>
                </a:solidFill>
                <a:latin typeface="宋体" panose="02010600030101010101" pitchFamily="2" charset="-122"/>
              </a:rPr>
              <a:t>补</a:t>
            </a:r>
            <a:r>
              <a:rPr lang="zh-CN" altLang="en-US" sz="2800" b="1" dirty="0">
                <a:solidFill>
                  <a:srgbClr val="0000FF"/>
                </a:solidFill>
                <a:ea typeface="楷体_GB2312" pitchFamily="1" charset="-122"/>
              </a:rPr>
              <a:t>=00101</a:t>
            </a:r>
            <a:endParaRPr lang="zh-CN" altLang="en-US" sz="2800" b="1" dirty="0">
              <a:solidFill>
                <a:srgbClr val="0000FF"/>
              </a:solidFill>
              <a:ea typeface="楷体_GB2312" pitchFamily="1" charset="-122"/>
            </a:endParaRPr>
          </a:p>
          <a:p>
            <a:pPr eaLnBrk="1" hangingPunct="1">
              <a:lnSpc>
                <a:spcPct val="80000"/>
              </a:lnSpc>
              <a:buNone/>
            </a:pPr>
            <a:r>
              <a:rPr lang="zh-CN" altLang="en-US" sz="2800" b="1" dirty="0">
                <a:solidFill>
                  <a:srgbClr val="0000FF"/>
                </a:solidFill>
                <a:ea typeface="楷体_GB2312" pitchFamily="1" charset="-122"/>
              </a:rPr>
              <a:t>    [X+Y]</a:t>
            </a:r>
            <a:r>
              <a:rPr lang="zh-CN" altLang="en-US" sz="2400" b="1" baseline="-30000" dirty="0">
                <a:solidFill>
                  <a:srgbClr val="0000FF"/>
                </a:solidFill>
                <a:latin typeface="宋体" panose="02010600030101010101" pitchFamily="2" charset="-122"/>
              </a:rPr>
              <a:t>补</a:t>
            </a:r>
            <a:r>
              <a:rPr lang="zh-CN" altLang="en-US" sz="2800" b="1" dirty="0">
                <a:solidFill>
                  <a:srgbClr val="0000FF"/>
                </a:solidFill>
                <a:ea typeface="楷体_GB2312" pitchFamily="1" charset="-122"/>
              </a:rPr>
              <a:t>=[X]</a:t>
            </a:r>
            <a:r>
              <a:rPr lang="zh-CN" altLang="en-US" sz="2400" b="1" baseline="-30000" dirty="0">
                <a:solidFill>
                  <a:srgbClr val="0000FF"/>
                </a:solidFill>
                <a:latin typeface="宋体" panose="02010600030101010101" pitchFamily="2" charset="-122"/>
              </a:rPr>
              <a:t>补</a:t>
            </a:r>
            <a:r>
              <a:rPr lang="zh-CN" altLang="en-US" sz="2800" b="1" dirty="0">
                <a:solidFill>
                  <a:srgbClr val="0000FF"/>
                </a:solidFill>
                <a:ea typeface="楷体_GB2312" pitchFamily="1" charset="-122"/>
              </a:rPr>
              <a:t>+[Y]</a:t>
            </a:r>
            <a:r>
              <a:rPr lang="zh-CN" altLang="en-US" sz="2400" b="1" baseline="-30000" dirty="0">
                <a:solidFill>
                  <a:srgbClr val="0000FF"/>
                </a:solidFill>
                <a:latin typeface="宋体" panose="02010600030101010101" pitchFamily="2" charset="-122"/>
              </a:rPr>
              <a:t>补</a:t>
            </a:r>
            <a:r>
              <a:rPr lang="zh-CN" altLang="en-US" sz="2800" b="1" dirty="0">
                <a:solidFill>
                  <a:srgbClr val="0000FF"/>
                </a:solidFill>
                <a:ea typeface="楷体_GB2312" pitchFamily="1" charset="-122"/>
              </a:rPr>
              <a:t>=01001+00101  =01110</a:t>
            </a:r>
            <a:endParaRPr lang="zh-CN" altLang="en-US" sz="2800" b="1" dirty="0">
              <a:solidFill>
                <a:srgbClr val="0000FF"/>
              </a:solidFill>
              <a:ea typeface="楷体_GB2312" pitchFamily="1" charset="-122"/>
            </a:endParaRPr>
          </a:p>
          <a:p>
            <a:pPr eaLnBrk="1" hangingPunct="1">
              <a:lnSpc>
                <a:spcPct val="80000"/>
              </a:lnSpc>
              <a:buNone/>
            </a:pPr>
            <a:r>
              <a:rPr lang="zh-CN" altLang="en-US" b="1" dirty="0">
                <a:solidFill>
                  <a:schemeClr val="tx1"/>
                </a:solidFill>
                <a:ea typeface="楷体_GB2312" pitchFamily="1" charset="-122"/>
              </a:rPr>
              <a:t>例:</a:t>
            </a:r>
            <a:r>
              <a:rPr lang="zh-CN" altLang="en-US" sz="2800" b="1" dirty="0">
                <a:solidFill>
                  <a:schemeClr val="tx1"/>
                </a:solidFill>
                <a:ea typeface="楷体_GB2312" pitchFamily="1" charset="-122"/>
              </a:rPr>
              <a:t>  X＝1001 Y＝-0101，求 X+Y＝？</a:t>
            </a:r>
            <a:endParaRPr lang="zh-CN" altLang="en-US" sz="2800" b="1" dirty="0">
              <a:solidFill>
                <a:schemeClr val="tx1"/>
              </a:solidFill>
              <a:ea typeface="楷体_GB2312" pitchFamily="1" charset="-122"/>
            </a:endParaRPr>
          </a:p>
          <a:p>
            <a:pPr eaLnBrk="1" hangingPunct="1">
              <a:lnSpc>
                <a:spcPct val="80000"/>
              </a:lnSpc>
              <a:buNone/>
            </a:pPr>
            <a:r>
              <a:rPr lang="zh-CN" altLang="en-US" sz="2800" b="1" dirty="0">
                <a:ea typeface="楷体_GB2312" pitchFamily="1" charset="-122"/>
              </a:rPr>
              <a:t>   </a:t>
            </a:r>
            <a:r>
              <a:rPr lang="zh-CN" altLang="en-US" sz="2800" b="1" dirty="0">
                <a:solidFill>
                  <a:srgbClr val="0000FF"/>
                </a:solidFill>
                <a:ea typeface="楷体_GB2312" pitchFamily="1" charset="-122"/>
              </a:rPr>
              <a:t>解: [X]</a:t>
            </a:r>
            <a:r>
              <a:rPr lang="zh-CN" altLang="en-US" sz="2800" b="1" baseline="-30000" dirty="0">
                <a:solidFill>
                  <a:srgbClr val="0000FF"/>
                </a:solidFill>
                <a:latin typeface="宋体" panose="02010600030101010101" pitchFamily="2" charset="-122"/>
              </a:rPr>
              <a:t>补</a:t>
            </a:r>
            <a:r>
              <a:rPr lang="zh-CN" altLang="en-US" sz="2800" b="1" dirty="0">
                <a:solidFill>
                  <a:srgbClr val="0000FF"/>
                </a:solidFill>
                <a:ea typeface="楷体_GB2312" pitchFamily="1" charset="-122"/>
              </a:rPr>
              <a:t>=01001</a:t>
            </a:r>
            <a:endParaRPr lang="zh-CN" altLang="en-US" sz="2800" b="1" dirty="0">
              <a:solidFill>
                <a:srgbClr val="0000FF"/>
              </a:solidFill>
              <a:ea typeface="楷体_GB2312" pitchFamily="1" charset="-122"/>
            </a:endParaRPr>
          </a:p>
          <a:p>
            <a:pPr eaLnBrk="1" hangingPunct="1">
              <a:lnSpc>
                <a:spcPct val="80000"/>
              </a:lnSpc>
              <a:buNone/>
            </a:pPr>
            <a:r>
              <a:rPr lang="zh-CN" altLang="en-US" sz="2800" b="1" dirty="0">
                <a:solidFill>
                  <a:srgbClr val="0000FF"/>
                </a:solidFill>
                <a:ea typeface="楷体_GB2312" pitchFamily="1" charset="-122"/>
              </a:rPr>
              <a:t>         [Y]</a:t>
            </a:r>
            <a:r>
              <a:rPr lang="zh-CN" altLang="en-US" sz="2800" b="1" baseline="-30000" dirty="0">
                <a:solidFill>
                  <a:srgbClr val="0000FF"/>
                </a:solidFill>
                <a:latin typeface="宋体" panose="02010600030101010101" pitchFamily="2" charset="-122"/>
              </a:rPr>
              <a:t>补</a:t>
            </a:r>
            <a:r>
              <a:rPr lang="zh-CN" altLang="en-US" sz="2800" b="1" dirty="0">
                <a:solidFill>
                  <a:srgbClr val="0000FF"/>
                </a:solidFill>
                <a:ea typeface="楷体_GB2312" pitchFamily="1" charset="-122"/>
              </a:rPr>
              <a:t>=11011</a:t>
            </a:r>
            <a:endParaRPr lang="zh-CN" altLang="en-US" sz="2800" b="1" dirty="0">
              <a:solidFill>
                <a:srgbClr val="0000FF"/>
              </a:solidFill>
              <a:ea typeface="楷体_GB2312" pitchFamily="1" charset="-122"/>
            </a:endParaRPr>
          </a:p>
          <a:p>
            <a:pPr eaLnBrk="1" hangingPunct="1">
              <a:lnSpc>
                <a:spcPct val="80000"/>
              </a:lnSpc>
              <a:buNone/>
            </a:pPr>
            <a:r>
              <a:rPr lang="zh-CN" altLang="en-US" sz="2800" b="1" dirty="0">
                <a:solidFill>
                  <a:srgbClr val="0000FF"/>
                </a:solidFill>
                <a:ea typeface="楷体_GB2312" pitchFamily="1" charset="-122"/>
              </a:rPr>
              <a:t>    [X+Y]</a:t>
            </a:r>
            <a:r>
              <a:rPr lang="zh-CN" altLang="en-US" sz="2800" b="1" baseline="-30000" dirty="0">
                <a:solidFill>
                  <a:srgbClr val="0000FF"/>
                </a:solidFill>
                <a:latin typeface="宋体" panose="02010600030101010101" pitchFamily="2" charset="-122"/>
              </a:rPr>
              <a:t>补</a:t>
            </a:r>
            <a:r>
              <a:rPr lang="zh-CN" altLang="en-US" sz="2800" b="1" dirty="0">
                <a:solidFill>
                  <a:srgbClr val="0000FF"/>
                </a:solidFill>
                <a:ea typeface="楷体_GB2312" pitchFamily="1" charset="-122"/>
              </a:rPr>
              <a:t>=[X]</a:t>
            </a:r>
            <a:r>
              <a:rPr lang="zh-CN" altLang="en-US" sz="2800" b="1" baseline="-30000" dirty="0">
                <a:solidFill>
                  <a:srgbClr val="0000FF"/>
                </a:solidFill>
                <a:latin typeface="宋体" panose="02010600030101010101" pitchFamily="2" charset="-122"/>
              </a:rPr>
              <a:t>补</a:t>
            </a:r>
            <a:r>
              <a:rPr lang="zh-CN" altLang="en-US" sz="1800" b="1" dirty="0">
                <a:solidFill>
                  <a:srgbClr val="0000FF"/>
                </a:solidFill>
                <a:ea typeface="楷体_GB2312" pitchFamily="1" charset="-122"/>
              </a:rPr>
              <a:t>+</a:t>
            </a:r>
            <a:r>
              <a:rPr lang="zh-CN" altLang="en-US" sz="2800" b="1" dirty="0">
                <a:solidFill>
                  <a:srgbClr val="0000FF"/>
                </a:solidFill>
                <a:ea typeface="楷体_GB2312" pitchFamily="1" charset="-122"/>
              </a:rPr>
              <a:t>[Y]</a:t>
            </a:r>
            <a:r>
              <a:rPr lang="zh-CN" altLang="en-US" sz="2800" b="1" baseline="-30000" dirty="0">
                <a:solidFill>
                  <a:srgbClr val="0000FF"/>
                </a:solidFill>
                <a:latin typeface="宋体" panose="02010600030101010101" pitchFamily="2" charset="-122"/>
              </a:rPr>
              <a:t>补</a:t>
            </a:r>
            <a:r>
              <a:rPr lang="zh-CN" altLang="en-US" sz="2800" b="1" dirty="0">
                <a:solidFill>
                  <a:srgbClr val="0000FF"/>
                </a:solidFill>
                <a:ea typeface="楷体_GB2312" pitchFamily="1" charset="-122"/>
              </a:rPr>
              <a:t>=01001+11011   =00110</a:t>
            </a:r>
            <a:endParaRPr lang="zh-CN" altLang="en-US" sz="2800" b="1" dirty="0">
              <a:solidFill>
                <a:srgbClr val="0000FF"/>
              </a:solidFill>
              <a:ea typeface="楷体_GB2312" pitchFamily="1" charset="-122"/>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194" name="Rectangle 2"/>
          <p:cNvSpPr>
            <a:spLocks noGrp="1"/>
          </p:cNvSpPr>
          <p:nvPr>
            <p:ph type="title"/>
          </p:nvPr>
        </p:nvSpPr>
        <p:spPr>
          <a:xfrm>
            <a:off x="252413" y="1052513"/>
            <a:ext cx="7772400" cy="695325"/>
          </a:xfrm>
          <a:ln/>
        </p:spPr>
        <p:txBody>
          <a:bodyPr vert="horz" wrap="square" lIns="91440" tIns="45720" rIns="91440" bIns="45720" anchor="ctr" anchorCtr="0"/>
          <a:p>
            <a:pPr algn="l" eaLnBrk="1" hangingPunct="1"/>
            <a:r>
              <a:rPr lang="zh-CN" altLang="en-US" dirty="0"/>
              <a:t>补码定点加减法</a:t>
            </a:r>
            <a:endParaRPr lang="zh-CN" altLang="en-US" sz="2000" dirty="0"/>
          </a:p>
        </p:txBody>
      </p:sp>
      <p:sp>
        <p:nvSpPr>
          <p:cNvPr id="8195" name="Rectangle 3"/>
          <p:cNvSpPr>
            <a:spLocks noGrp="1"/>
          </p:cNvSpPr>
          <p:nvPr>
            <p:ph type="body"/>
          </p:nvPr>
        </p:nvSpPr>
        <p:spPr>
          <a:xfrm>
            <a:off x="685800" y="1981200"/>
            <a:ext cx="7991475" cy="4473575"/>
          </a:xfrm>
          <a:ln/>
        </p:spPr>
        <p:txBody>
          <a:bodyPr vert="horz" wrap="square" lIns="91440" tIns="45720" rIns="91440" bIns="45720" anchor="t" anchorCtr="0"/>
          <a:p>
            <a:pPr eaLnBrk="1" hangingPunct="1"/>
            <a:r>
              <a:rPr lang="zh-CN" altLang="en-US" b="1" dirty="0">
                <a:solidFill>
                  <a:srgbClr val="0000FF"/>
                </a:solidFill>
                <a:ea typeface="楷体_GB2312" pitchFamily="1" charset="-122"/>
              </a:rPr>
              <a:t>例:  X = 0.1011，Y= - 0.0101，求 X+Y=？</a:t>
            </a:r>
            <a:endParaRPr lang="zh-CN" altLang="en-US" b="1" dirty="0">
              <a:solidFill>
                <a:srgbClr val="0000FF"/>
              </a:solidFill>
              <a:ea typeface="楷体_GB2312" pitchFamily="1" charset="-122"/>
            </a:endParaRPr>
          </a:p>
          <a:p>
            <a:pPr eaLnBrk="1" hangingPunct="1">
              <a:buNone/>
            </a:pPr>
            <a:r>
              <a:rPr lang="zh-CN" altLang="en-US" b="1" dirty="0">
                <a:solidFill>
                  <a:srgbClr val="0000FF"/>
                </a:solidFill>
                <a:ea typeface="楷体_GB2312" pitchFamily="1" charset="-122"/>
              </a:rPr>
              <a:t>   解:</a:t>
            </a:r>
            <a:endParaRPr lang="zh-CN" altLang="en-US" b="1" dirty="0">
              <a:solidFill>
                <a:srgbClr val="0000FF"/>
              </a:solidFill>
            </a:endParaRPr>
          </a:p>
        </p:txBody>
      </p:sp>
      <p:sp>
        <p:nvSpPr>
          <p:cNvPr id="8196" name="Text Box 4"/>
          <p:cNvSpPr txBox="1"/>
          <p:nvPr/>
        </p:nvSpPr>
        <p:spPr>
          <a:xfrm>
            <a:off x="2895600" y="3352800"/>
            <a:ext cx="4419600" cy="517525"/>
          </a:xfrm>
          <a:prstGeom prst="rect">
            <a:avLst/>
          </a:prstGeom>
          <a:noFill/>
          <a:ln w="9525">
            <a:noFill/>
          </a:ln>
        </p:spPr>
        <p:txBody>
          <a:bodyPr>
            <a:spAutoFit/>
          </a:bodyPr>
          <a:lstStyle>
            <a:lvl1pPr marL="342900" indent="-342900" algn="l" rtl="0" eaLnBrk="0" fontAlgn="base" hangingPunct="0">
              <a:spcBef>
                <a:spcPct val="20000"/>
              </a:spcBef>
              <a:spcAft>
                <a:spcPct val="0"/>
              </a:spcAft>
              <a:buChar char="•"/>
              <a:defRPr sz="3200">
                <a:solidFill>
                  <a:srgbClr val="666699"/>
                </a:solidFill>
                <a:latin typeface="+mn-lt"/>
                <a:ea typeface="+mn-ea"/>
                <a:cs typeface="+mn-cs"/>
              </a:defRPr>
            </a:lvl1pPr>
            <a:lvl2pPr marL="742950" indent="-285750" algn="l" rtl="0" eaLnBrk="0" fontAlgn="base" hangingPunct="0">
              <a:spcBef>
                <a:spcPct val="20000"/>
              </a:spcBef>
              <a:spcAft>
                <a:spcPct val="0"/>
              </a:spcAft>
              <a:buChar char="–"/>
              <a:defRPr sz="2800">
                <a:solidFill>
                  <a:srgbClr val="666699"/>
                </a:solidFill>
                <a:latin typeface="+mn-lt"/>
                <a:ea typeface="+mn-ea"/>
              </a:defRPr>
            </a:lvl2pPr>
            <a:lvl3pPr marL="1143000" indent="-228600" algn="l" rtl="0" eaLnBrk="0" fontAlgn="base" hangingPunct="0">
              <a:spcBef>
                <a:spcPct val="20000"/>
              </a:spcBef>
              <a:spcAft>
                <a:spcPct val="0"/>
              </a:spcAft>
              <a:buChar char="•"/>
              <a:defRPr sz="2400">
                <a:solidFill>
                  <a:srgbClr val="666699"/>
                </a:solidFill>
                <a:latin typeface="+mn-lt"/>
                <a:ea typeface="+mn-ea"/>
              </a:defRPr>
            </a:lvl3pPr>
            <a:lvl4pPr marL="1600200" indent="-228600" algn="l" rtl="0" eaLnBrk="0" fontAlgn="base" hangingPunct="0">
              <a:spcBef>
                <a:spcPct val="20000"/>
              </a:spcBef>
              <a:spcAft>
                <a:spcPct val="0"/>
              </a:spcAft>
              <a:buChar char="–"/>
              <a:defRPr sz="2000">
                <a:solidFill>
                  <a:srgbClr val="666699"/>
                </a:solidFill>
                <a:latin typeface="+mn-lt"/>
                <a:ea typeface="+mn-ea"/>
              </a:defRPr>
            </a:lvl4pPr>
            <a:lvl5pPr marL="2057400" indent="-228600" algn="l" rtl="0" eaLnBrk="0" fontAlgn="base" hangingPunct="0">
              <a:spcBef>
                <a:spcPct val="20000"/>
              </a:spcBef>
              <a:spcAft>
                <a:spcPct val="0"/>
              </a:spcAft>
              <a:buChar char="»"/>
              <a:defRPr sz="2000">
                <a:solidFill>
                  <a:srgbClr val="666699"/>
                </a:solidFill>
                <a:latin typeface="+mn-lt"/>
                <a:ea typeface="+mn-ea"/>
              </a:defRPr>
            </a:lvl5pPr>
          </a:lstStyle>
          <a:p>
            <a:pPr marL="0" lvl="0" indent="0" eaLnBrk="1" hangingPunct="1">
              <a:spcBef>
                <a:spcPct val="50000"/>
              </a:spcBef>
              <a:buNone/>
            </a:pPr>
            <a:r>
              <a:rPr lang="zh-CN" altLang="en-US" sz="2400" dirty="0">
                <a:solidFill>
                  <a:schemeClr val="tx1"/>
                </a:solidFill>
                <a:latin typeface="Tahoma" panose="020B0604030504040204" pitchFamily="34" charset="0"/>
              </a:rPr>
              <a:t>[X]</a:t>
            </a:r>
            <a:r>
              <a:rPr lang="zh-CN" altLang="en-US" sz="2400" baseline="-25000" dirty="0">
                <a:solidFill>
                  <a:schemeClr val="tx1"/>
                </a:solidFill>
                <a:latin typeface="Tahoma" panose="020B0604030504040204" pitchFamily="34" charset="0"/>
              </a:rPr>
              <a:t>补</a:t>
            </a:r>
            <a:r>
              <a:rPr lang="zh-CN" altLang="en-US" sz="2400" dirty="0">
                <a:solidFill>
                  <a:schemeClr val="tx1"/>
                </a:solidFill>
                <a:latin typeface="Tahoma" panose="020B0604030504040204" pitchFamily="34" charset="0"/>
              </a:rPr>
              <a:t>=0. 1 0 1 1</a:t>
            </a:r>
            <a:endParaRPr lang="zh-CN" altLang="en-US" sz="2400" dirty="0">
              <a:solidFill>
                <a:schemeClr val="tx1"/>
              </a:solidFill>
              <a:latin typeface="Tahoma" panose="020B0604030504040204" pitchFamily="34" charset="0"/>
            </a:endParaRPr>
          </a:p>
        </p:txBody>
      </p:sp>
      <p:sp>
        <p:nvSpPr>
          <p:cNvPr id="8197" name="Text Box 5"/>
          <p:cNvSpPr txBox="1"/>
          <p:nvPr/>
        </p:nvSpPr>
        <p:spPr>
          <a:xfrm>
            <a:off x="2895600" y="3886200"/>
            <a:ext cx="2590800" cy="457200"/>
          </a:xfrm>
          <a:prstGeom prst="rect">
            <a:avLst/>
          </a:prstGeom>
          <a:noFill/>
          <a:ln w="9525">
            <a:noFill/>
          </a:ln>
        </p:spPr>
        <p:txBody>
          <a:bodyPr>
            <a:spAutoFit/>
          </a:bodyPr>
          <a:lstStyle>
            <a:lvl1pPr marL="342900" indent="-342900" algn="l" rtl="0" eaLnBrk="0" fontAlgn="base" hangingPunct="0">
              <a:spcBef>
                <a:spcPct val="20000"/>
              </a:spcBef>
              <a:spcAft>
                <a:spcPct val="0"/>
              </a:spcAft>
              <a:buChar char="•"/>
              <a:defRPr sz="3200">
                <a:solidFill>
                  <a:srgbClr val="666699"/>
                </a:solidFill>
                <a:latin typeface="+mn-lt"/>
                <a:ea typeface="+mn-ea"/>
                <a:cs typeface="+mn-cs"/>
              </a:defRPr>
            </a:lvl1pPr>
            <a:lvl2pPr marL="742950" indent="-285750" algn="l" rtl="0" eaLnBrk="0" fontAlgn="base" hangingPunct="0">
              <a:spcBef>
                <a:spcPct val="20000"/>
              </a:spcBef>
              <a:spcAft>
                <a:spcPct val="0"/>
              </a:spcAft>
              <a:buChar char="–"/>
              <a:defRPr sz="2800">
                <a:solidFill>
                  <a:srgbClr val="666699"/>
                </a:solidFill>
                <a:latin typeface="+mn-lt"/>
                <a:ea typeface="+mn-ea"/>
              </a:defRPr>
            </a:lvl2pPr>
            <a:lvl3pPr marL="1143000" indent="-228600" algn="l" rtl="0" eaLnBrk="0" fontAlgn="base" hangingPunct="0">
              <a:spcBef>
                <a:spcPct val="20000"/>
              </a:spcBef>
              <a:spcAft>
                <a:spcPct val="0"/>
              </a:spcAft>
              <a:buChar char="•"/>
              <a:defRPr sz="2400">
                <a:solidFill>
                  <a:srgbClr val="666699"/>
                </a:solidFill>
                <a:latin typeface="+mn-lt"/>
                <a:ea typeface="+mn-ea"/>
              </a:defRPr>
            </a:lvl3pPr>
            <a:lvl4pPr marL="1600200" indent="-228600" algn="l" rtl="0" eaLnBrk="0" fontAlgn="base" hangingPunct="0">
              <a:spcBef>
                <a:spcPct val="20000"/>
              </a:spcBef>
              <a:spcAft>
                <a:spcPct val="0"/>
              </a:spcAft>
              <a:buChar char="–"/>
              <a:defRPr sz="2000">
                <a:solidFill>
                  <a:srgbClr val="666699"/>
                </a:solidFill>
                <a:latin typeface="+mn-lt"/>
                <a:ea typeface="+mn-ea"/>
              </a:defRPr>
            </a:lvl4pPr>
            <a:lvl5pPr marL="2057400" indent="-228600" algn="l" rtl="0" eaLnBrk="0" fontAlgn="base" hangingPunct="0">
              <a:spcBef>
                <a:spcPct val="20000"/>
              </a:spcBef>
              <a:spcAft>
                <a:spcPct val="0"/>
              </a:spcAft>
              <a:buChar char="»"/>
              <a:defRPr sz="2000">
                <a:solidFill>
                  <a:srgbClr val="666699"/>
                </a:solidFill>
                <a:latin typeface="+mn-lt"/>
                <a:ea typeface="+mn-ea"/>
              </a:defRPr>
            </a:lvl5pPr>
          </a:lstStyle>
          <a:p>
            <a:pPr marL="0" lvl="0" indent="0" eaLnBrk="1" hangingPunct="1">
              <a:spcBef>
                <a:spcPct val="50000"/>
              </a:spcBef>
              <a:buNone/>
            </a:pPr>
            <a:r>
              <a:rPr lang="zh-CN" altLang="en-US" sz="2400" dirty="0">
                <a:solidFill>
                  <a:schemeClr val="tx1"/>
                </a:solidFill>
                <a:latin typeface="Tahoma" panose="020B0604030504040204" pitchFamily="34" charset="0"/>
              </a:rPr>
              <a:t>[Y]</a:t>
            </a:r>
            <a:r>
              <a:rPr lang="zh-CN" altLang="en-US" sz="2400" baseline="-25000" dirty="0">
                <a:solidFill>
                  <a:schemeClr val="tx1"/>
                </a:solidFill>
                <a:latin typeface="Tahoma" panose="020B0604030504040204" pitchFamily="34" charset="0"/>
              </a:rPr>
              <a:t>补</a:t>
            </a:r>
            <a:r>
              <a:rPr lang="zh-CN" altLang="en-US" sz="2400" dirty="0">
                <a:solidFill>
                  <a:schemeClr val="tx1"/>
                </a:solidFill>
                <a:latin typeface="Tahoma" panose="020B0604030504040204" pitchFamily="34" charset="0"/>
              </a:rPr>
              <a:t>=1. 1 0 1 1</a:t>
            </a:r>
            <a:endParaRPr lang="zh-CN" altLang="en-US" sz="2400" dirty="0">
              <a:solidFill>
                <a:schemeClr val="tx1"/>
              </a:solidFill>
              <a:latin typeface="Tahoma" panose="020B0604030504040204" pitchFamily="34" charset="0"/>
            </a:endParaRPr>
          </a:p>
        </p:txBody>
      </p:sp>
      <p:sp>
        <p:nvSpPr>
          <p:cNvPr id="8198" name="Text Box 6"/>
          <p:cNvSpPr txBox="1"/>
          <p:nvPr/>
        </p:nvSpPr>
        <p:spPr>
          <a:xfrm>
            <a:off x="1905000" y="3810000"/>
            <a:ext cx="457200" cy="457200"/>
          </a:xfrm>
          <a:prstGeom prst="rect">
            <a:avLst/>
          </a:prstGeom>
          <a:noFill/>
          <a:ln w="9525">
            <a:noFill/>
          </a:ln>
        </p:spPr>
        <p:txBody>
          <a:bodyPr>
            <a:spAutoFit/>
          </a:bodyPr>
          <a:lstStyle>
            <a:lvl1pPr marL="342900" indent="-342900" algn="l" rtl="0" eaLnBrk="0" fontAlgn="base" hangingPunct="0">
              <a:spcBef>
                <a:spcPct val="20000"/>
              </a:spcBef>
              <a:spcAft>
                <a:spcPct val="0"/>
              </a:spcAft>
              <a:buChar char="•"/>
              <a:defRPr sz="3200">
                <a:solidFill>
                  <a:srgbClr val="666699"/>
                </a:solidFill>
                <a:latin typeface="+mn-lt"/>
                <a:ea typeface="+mn-ea"/>
                <a:cs typeface="+mn-cs"/>
              </a:defRPr>
            </a:lvl1pPr>
            <a:lvl2pPr marL="742950" indent="-285750" algn="l" rtl="0" eaLnBrk="0" fontAlgn="base" hangingPunct="0">
              <a:spcBef>
                <a:spcPct val="20000"/>
              </a:spcBef>
              <a:spcAft>
                <a:spcPct val="0"/>
              </a:spcAft>
              <a:buChar char="–"/>
              <a:defRPr sz="2800">
                <a:solidFill>
                  <a:srgbClr val="666699"/>
                </a:solidFill>
                <a:latin typeface="+mn-lt"/>
                <a:ea typeface="+mn-ea"/>
              </a:defRPr>
            </a:lvl2pPr>
            <a:lvl3pPr marL="1143000" indent="-228600" algn="l" rtl="0" eaLnBrk="0" fontAlgn="base" hangingPunct="0">
              <a:spcBef>
                <a:spcPct val="20000"/>
              </a:spcBef>
              <a:spcAft>
                <a:spcPct val="0"/>
              </a:spcAft>
              <a:buChar char="•"/>
              <a:defRPr sz="2400">
                <a:solidFill>
                  <a:srgbClr val="666699"/>
                </a:solidFill>
                <a:latin typeface="+mn-lt"/>
                <a:ea typeface="+mn-ea"/>
              </a:defRPr>
            </a:lvl3pPr>
            <a:lvl4pPr marL="1600200" indent="-228600" algn="l" rtl="0" eaLnBrk="0" fontAlgn="base" hangingPunct="0">
              <a:spcBef>
                <a:spcPct val="20000"/>
              </a:spcBef>
              <a:spcAft>
                <a:spcPct val="0"/>
              </a:spcAft>
              <a:buChar char="–"/>
              <a:defRPr sz="2000">
                <a:solidFill>
                  <a:srgbClr val="666699"/>
                </a:solidFill>
                <a:latin typeface="+mn-lt"/>
                <a:ea typeface="+mn-ea"/>
              </a:defRPr>
            </a:lvl4pPr>
            <a:lvl5pPr marL="2057400" indent="-228600" algn="l" rtl="0" eaLnBrk="0" fontAlgn="base" hangingPunct="0">
              <a:spcBef>
                <a:spcPct val="20000"/>
              </a:spcBef>
              <a:spcAft>
                <a:spcPct val="0"/>
              </a:spcAft>
              <a:buChar char="»"/>
              <a:defRPr sz="2000">
                <a:solidFill>
                  <a:srgbClr val="666699"/>
                </a:solidFill>
                <a:latin typeface="+mn-lt"/>
                <a:ea typeface="+mn-ea"/>
              </a:defRPr>
            </a:lvl5pPr>
          </a:lstStyle>
          <a:p>
            <a:pPr marL="0" lvl="0" indent="0" eaLnBrk="1" hangingPunct="1">
              <a:spcBef>
                <a:spcPct val="50000"/>
              </a:spcBef>
              <a:buNone/>
            </a:pPr>
            <a:r>
              <a:rPr lang="zh-CN" altLang="en-US" sz="2400" dirty="0">
                <a:solidFill>
                  <a:schemeClr val="tx1"/>
                </a:solidFill>
                <a:latin typeface="Tahoma" panose="020B0604030504040204" pitchFamily="34" charset="0"/>
              </a:rPr>
              <a:t>+</a:t>
            </a:r>
            <a:endParaRPr lang="zh-CN" altLang="en-US" sz="2400" dirty="0">
              <a:solidFill>
                <a:schemeClr val="tx1"/>
              </a:solidFill>
              <a:latin typeface="Tahoma" panose="020B0604030504040204" pitchFamily="34" charset="0"/>
            </a:endParaRPr>
          </a:p>
        </p:txBody>
      </p:sp>
      <p:sp>
        <p:nvSpPr>
          <p:cNvPr id="8199" name="Line 7"/>
          <p:cNvSpPr/>
          <p:nvPr/>
        </p:nvSpPr>
        <p:spPr>
          <a:xfrm>
            <a:off x="990600" y="4419600"/>
            <a:ext cx="5562600" cy="0"/>
          </a:xfrm>
          <a:prstGeom prst="line">
            <a:avLst/>
          </a:prstGeom>
          <a:ln w="9525" cap="flat" cmpd="sng">
            <a:solidFill>
              <a:schemeClr val="tx1"/>
            </a:solidFill>
            <a:prstDash val="solid"/>
            <a:headEnd type="none" w="med" len="med"/>
            <a:tailEnd type="none" w="med" len="med"/>
          </a:ln>
        </p:spPr>
      </p:sp>
      <p:sp>
        <p:nvSpPr>
          <p:cNvPr id="8200" name="Text Box 8"/>
          <p:cNvSpPr txBox="1"/>
          <p:nvPr/>
        </p:nvSpPr>
        <p:spPr>
          <a:xfrm>
            <a:off x="3505200" y="4495800"/>
            <a:ext cx="2003425" cy="457200"/>
          </a:xfrm>
          <a:prstGeom prst="rect">
            <a:avLst/>
          </a:prstGeom>
          <a:noFill/>
          <a:ln w="9525">
            <a:noFill/>
          </a:ln>
        </p:spPr>
        <p:txBody>
          <a:bodyPr>
            <a:spAutoFit/>
          </a:bodyPr>
          <a:lstStyle>
            <a:lvl1pPr marL="342900" indent="-342900" algn="l" rtl="0" eaLnBrk="0" fontAlgn="base" hangingPunct="0">
              <a:spcBef>
                <a:spcPct val="20000"/>
              </a:spcBef>
              <a:spcAft>
                <a:spcPct val="0"/>
              </a:spcAft>
              <a:buChar char="•"/>
              <a:defRPr sz="3200">
                <a:solidFill>
                  <a:srgbClr val="666699"/>
                </a:solidFill>
                <a:latin typeface="+mn-lt"/>
                <a:ea typeface="+mn-ea"/>
                <a:cs typeface="+mn-cs"/>
              </a:defRPr>
            </a:lvl1pPr>
            <a:lvl2pPr marL="742950" indent="-285750" algn="l" rtl="0" eaLnBrk="0" fontAlgn="base" hangingPunct="0">
              <a:spcBef>
                <a:spcPct val="20000"/>
              </a:spcBef>
              <a:spcAft>
                <a:spcPct val="0"/>
              </a:spcAft>
              <a:buChar char="–"/>
              <a:defRPr sz="2800">
                <a:solidFill>
                  <a:srgbClr val="666699"/>
                </a:solidFill>
                <a:latin typeface="+mn-lt"/>
                <a:ea typeface="+mn-ea"/>
              </a:defRPr>
            </a:lvl2pPr>
            <a:lvl3pPr marL="1143000" indent="-228600" algn="l" rtl="0" eaLnBrk="0" fontAlgn="base" hangingPunct="0">
              <a:spcBef>
                <a:spcPct val="20000"/>
              </a:spcBef>
              <a:spcAft>
                <a:spcPct val="0"/>
              </a:spcAft>
              <a:buChar char="•"/>
              <a:defRPr sz="2400">
                <a:solidFill>
                  <a:srgbClr val="666699"/>
                </a:solidFill>
                <a:latin typeface="+mn-lt"/>
                <a:ea typeface="+mn-ea"/>
              </a:defRPr>
            </a:lvl3pPr>
            <a:lvl4pPr marL="1600200" indent="-228600" algn="l" rtl="0" eaLnBrk="0" fontAlgn="base" hangingPunct="0">
              <a:spcBef>
                <a:spcPct val="20000"/>
              </a:spcBef>
              <a:spcAft>
                <a:spcPct val="0"/>
              </a:spcAft>
              <a:buChar char="–"/>
              <a:defRPr sz="2000">
                <a:solidFill>
                  <a:srgbClr val="666699"/>
                </a:solidFill>
                <a:latin typeface="+mn-lt"/>
                <a:ea typeface="+mn-ea"/>
              </a:defRPr>
            </a:lvl4pPr>
            <a:lvl5pPr marL="2057400" indent="-228600" algn="l" rtl="0" eaLnBrk="0" fontAlgn="base" hangingPunct="0">
              <a:spcBef>
                <a:spcPct val="20000"/>
              </a:spcBef>
              <a:spcAft>
                <a:spcPct val="0"/>
              </a:spcAft>
              <a:buChar char="»"/>
              <a:defRPr sz="2000">
                <a:solidFill>
                  <a:srgbClr val="666699"/>
                </a:solidFill>
                <a:latin typeface="+mn-lt"/>
                <a:ea typeface="+mn-ea"/>
              </a:defRPr>
            </a:lvl5pPr>
          </a:lstStyle>
          <a:p>
            <a:pPr marL="0" lvl="0" indent="0" eaLnBrk="1" hangingPunct="1">
              <a:spcBef>
                <a:spcPct val="50000"/>
              </a:spcBef>
              <a:buNone/>
            </a:pPr>
            <a:r>
              <a:rPr lang="zh-CN" altLang="en-US" sz="2400" dirty="0">
                <a:solidFill>
                  <a:srgbClr val="FF0000"/>
                </a:solidFill>
                <a:latin typeface="Tahoma" panose="020B0604030504040204" pitchFamily="34" charset="0"/>
              </a:rPr>
              <a:t>1</a:t>
            </a:r>
            <a:r>
              <a:rPr lang="zh-CN" altLang="en-US" sz="2400" dirty="0">
                <a:solidFill>
                  <a:schemeClr val="tx1"/>
                </a:solidFill>
                <a:latin typeface="Tahoma" panose="020B0604030504040204" pitchFamily="34" charset="0"/>
              </a:rPr>
              <a:t> 0. 0 1 1 0 </a:t>
            </a:r>
            <a:endParaRPr lang="zh-CN" altLang="en-US" sz="2400" dirty="0">
              <a:solidFill>
                <a:schemeClr val="tx1"/>
              </a:solidFill>
              <a:latin typeface="Tahoma" panose="020B0604030504040204" pitchFamily="34" charset="0"/>
            </a:endParaRPr>
          </a:p>
        </p:txBody>
      </p:sp>
      <p:sp>
        <p:nvSpPr>
          <p:cNvPr id="8201" name="AutoShape 9"/>
          <p:cNvSpPr/>
          <p:nvPr/>
        </p:nvSpPr>
        <p:spPr>
          <a:xfrm>
            <a:off x="827088" y="4652963"/>
            <a:ext cx="1633537" cy="568325"/>
          </a:xfrm>
          <a:prstGeom prst="wedgeEllipseCallout">
            <a:avLst>
              <a:gd name="adj1" fmla="val 124222"/>
              <a:gd name="adj2" fmla="val -29162"/>
            </a:avLst>
          </a:prstGeom>
          <a:solidFill>
            <a:schemeClr val="accent1"/>
          </a:solidFill>
          <a:ln w="9525" cap="flat" cmpd="sng">
            <a:solidFill>
              <a:schemeClr val="tx1"/>
            </a:solidFill>
            <a:prstDash val="solid"/>
            <a:miter/>
            <a:headEnd type="none" w="med" len="med"/>
            <a:tailEnd type="none" w="med" len="med"/>
          </a:ln>
        </p:spPr>
        <p:txBody>
          <a:bodyPr/>
          <a:lstStyle>
            <a:lvl1pPr marL="342900" indent="-342900" algn="l" rtl="0" eaLnBrk="0" fontAlgn="base" hangingPunct="0">
              <a:spcBef>
                <a:spcPct val="20000"/>
              </a:spcBef>
              <a:spcAft>
                <a:spcPct val="0"/>
              </a:spcAft>
              <a:buChar char="•"/>
              <a:defRPr sz="3200">
                <a:solidFill>
                  <a:srgbClr val="666699"/>
                </a:solidFill>
                <a:latin typeface="+mn-lt"/>
                <a:ea typeface="+mn-ea"/>
                <a:cs typeface="+mn-cs"/>
              </a:defRPr>
            </a:lvl1pPr>
            <a:lvl2pPr marL="742950" indent="-285750" algn="l" rtl="0" eaLnBrk="0" fontAlgn="base" hangingPunct="0">
              <a:spcBef>
                <a:spcPct val="20000"/>
              </a:spcBef>
              <a:spcAft>
                <a:spcPct val="0"/>
              </a:spcAft>
              <a:buChar char="–"/>
              <a:defRPr sz="2800">
                <a:solidFill>
                  <a:srgbClr val="666699"/>
                </a:solidFill>
                <a:latin typeface="+mn-lt"/>
                <a:ea typeface="+mn-ea"/>
              </a:defRPr>
            </a:lvl2pPr>
            <a:lvl3pPr marL="1143000" indent="-228600" algn="l" rtl="0" eaLnBrk="0" fontAlgn="base" hangingPunct="0">
              <a:spcBef>
                <a:spcPct val="20000"/>
              </a:spcBef>
              <a:spcAft>
                <a:spcPct val="0"/>
              </a:spcAft>
              <a:buChar char="•"/>
              <a:defRPr sz="2400">
                <a:solidFill>
                  <a:srgbClr val="666699"/>
                </a:solidFill>
                <a:latin typeface="+mn-lt"/>
                <a:ea typeface="+mn-ea"/>
              </a:defRPr>
            </a:lvl3pPr>
            <a:lvl4pPr marL="1600200" indent="-228600" algn="l" rtl="0" eaLnBrk="0" fontAlgn="base" hangingPunct="0">
              <a:spcBef>
                <a:spcPct val="20000"/>
              </a:spcBef>
              <a:spcAft>
                <a:spcPct val="0"/>
              </a:spcAft>
              <a:buChar char="–"/>
              <a:defRPr sz="2000">
                <a:solidFill>
                  <a:srgbClr val="666699"/>
                </a:solidFill>
                <a:latin typeface="+mn-lt"/>
                <a:ea typeface="+mn-ea"/>
              </a:defRPr>
            </a:lvl4pPr>
            <a:lvl5pPr marL="2057400" indent="-228600" algn="l" rtl="0" eaLnBrk="0" fontAlgn="base" hangingPunct="0">
              <a:spcBef>
                <a:spcPct val="20000"/>
              </a:spcBef>
              <a:spcAft>
                <a:spcPct val="0"/>
              </a:spcAft>
              <a:buChar char="»"/>
              <a:defRPr sz="2000">
                <a:solidFill>
                  <a:srgbClr val="666699"/>
                </a:solidFill>
                <a:latin typeface="+mn-lt"/>
                <a:ea typeface="+mn-ea"/>
              </a:defRPr>
            </a:lvl5pPr>
          </a:lstStyle>
          <a:p>
            <a:pPr marL="0" lvl="0" indent="0" algn="ctr" eaLnBrk="1" hangingPunct="1">
              <a:spcBef>
                <a:spcPct val="0"/>
              </a:spcBef>
              <a:buNone/>
            </a:pPr>
            <a:r>
              <a:rPr lang="zh-CN" altLang="en-US" sz="1800" b="1" dirty="0">
                <a:solidFill>
                  <a:schemeClr val="tx1"/>
                </a:solidFill>
                <a:latin typeface="Tahoma" panose="020B0604030504040204" pitchFamily="34" charset="0"/>
              </a:rPr>
              <a:t>模，丢掉</a:t>
            </a:r>
            <a:endParaRPr lang="zh-CN" altLang="en-US" sz="1800" b="1" dirty="0">
              <a:solidFill>
                <a:schemeClr val="tx1"/>
              </a:solidFill>
              <a:latin typeface="Tahoma" panose="020B0604030504040204" pitchFamily="34" charset="0"/>
            </a:endParaRPr>
          </a:p>
        </p:txBody>
      </p:sp>
      <p:sp>
        <p:nvSpPr>
          <p:cNvPr id="8202" name="Text Box 10"/>
          <p:cNvSpPr txBox="1"/>
          <p:nvPr/>
        </p:nvSpPr>
        <p:spPr>
          <a:xfrm>
            <a:off x="2195513" y="5373688"/>
            <a:ext cx="4800600" cy="1004887"/>
          </a:xfrm>
          <a:prstGeom prst="rect">
            <a:avLst/>
          </a:prstGeom>
          <a:noFill/>
          <a:ln w="9525">
            <a:noFill/>
          </a:ln>
        </p:spPr>
        <p:txBody>
          <a:bodyPr>
            <a:spAutoFit/>
          </a:bodyPr>
          <a:lstStyle>
            <a:lvl1pPr marL="342900" indent="-342900" algn="l" rtl="0" eaLnBrk="0" fontAlgn="base" hangingPunct="0">
              <a:spcBef>
                <a:spcPct val="20000"/>
              </a:spcBef>
              <a:spcAft>
                <a:spcPct val="0"/>
              </a:spcAft>
              <a:buChar char="•"/>
              <a:defRPr sz="3200">
                <a:solidFill>
                  <a:srgbClr val="666699"/>
                </a:solidFill>
                <a:latin typeface="+mn-lt"/>
                <a:ea typeface="+mn-ea"/>
                <a:cs typeface="+mn-cs"/>
              </a:defRPr>
            </a:lvl1pPr>
            <a:lvl2pPr marL="742950" indent="-285750" algn="l" rtl="0" eaLnBrk="0" fontAlgn="base" hangingPunct="0">
              <a:spcBef>
                <a:spcPct val="20000"/>
              </a:spcBef>
              <a:spcAft>
                <a:spcPct val="0"/>
              </a:spcAft>
              <a:buChar char="–"/>
              <a:defRPr sz="2800">
                <a:solidFill>
                  <a:srgbClr val="666699"/>
                </a:solidFill>
                <a:latin typeface="+mn-lt"/>
                <a:ea typeface="+mn-ea"/>
              </a:defRPr>
            </a:lvl2pPr>
            <a:lvl3pPr marL="1143000" indent="-228600" algn="l" rtl="0" eaLnBrk="0" fontAlgn="base" hangingPunct="0">
              <a:spcBef>
                <a:spcPct val="20000"/>
              </a:spcBef>
              <a:spcAft>
                <a:spcPct val="0"/>
              </a:spcAft>
              <a:buChar char="•"/>
              <a:defRPr sz="2400">
                <a:solidFill>
                  <a:srgbClr val="666699"/>
                </a:solidFill>
                <a:latin typeface="+mn-lt"/>
                <a:ea typeface="+mn-ea"/>
              </a:defRPr>
            </a:lvl3pPr>
            <a:lvl4pPr marL="1600200" indent="-228600" algn="l" rtl="0" eaLnBrk="0" fontAlgn="base" hangingPunct="0">
              <a:spcBef>
                <a:spcPct val="20000"/>
              </a:spcBef>
              <a:spcAft>
                <a:spcPct val="0"/>
              </a:spcAft>
              <a:buChar char="–"/>
              <a:defRPr sz="2000">
                <a:solidFill>
                  <a:srgbClr val="666699"/>
                </a:solidFill>
                <a:latin typeface="+mn-lt"/>
                <a:ea typeface="+mn-ea"/>
              </a:defRPr>
            </a:lvl4pPr>
            <a:lvl5pPr marL="2057400" indent="-228600" algn="l" rtl="0" eaLnBrk="0" fontAlgn="base" hangingPunct="0">
              <a:spcBef>
                <a:spcPct val="20000"/>
              </a:spcBef>
              <a:spcAft>
                <a:spcPct val="0"/>
              </a:spcAft>
              <a:buChar char="»"/>
              <a:defRPr sz="2000">
                <a:solidFill>
                  <a:srgbClr val="666699"/>
                </a:solidFill>
                <a:latin typeface="+mn-lt"/>
                <a:ea typeface="+mn-ea"/>
              </a:defRPr>
            </a:lvl5pPr>
          </a:lstStyle>
          <a:p>
            <a:pPr marL="0" lvl="0" indent="0" eaLnBrk="1" hangingPunct="1">
              <a:spcBef>
                <a:spcPct val="50000"/>
              </a:spcBef>
              <a:buNone/>
            </a:pPr>
            <a:r>
              <a:rPr lang="zh-CN" altLang="en-US" sz="2400" dirty="0">
                <a:solidFill>
                  <a:schemeClr val="tx1"/>
                </a:solidFill>
                <a:latin typeface="Tahoma" panose="020B0604030504040204" pitchFamily="34" charset="0"/>
              </a:rPr>
              <a:t>[X]</a:t>
            </a:r>
            <a:r>
              <a:rPr lang="zh-CN" altLang="en-US" sz="2400" baseline="-25000" dirty="0">
                <a:solidFill>
                  <a:schemeClr val="tx1"/>
                </a:solidFill>
                <a:latin typeface="Tahoma" panose="020B0604030504040204" pitchFamily="34" charset="0"/>
              </a:rPr>
              <a:t>补</a:t>
            </a:r>
            <a:r>
              <a:rPr lang="zh-CN" altLang="en-US" sz="2400" dirty="0">
                <a:solidFill>
                  <a:schemeClr val="tx1"/>
                </a:solidFill>
                <a:latin typeface="Tahoma" panose="020B0604030504040204" pitchFamily="34" charset="0"/>
              </a:rPr>
              <a:t>+[Y]</a:t>
            </a:r>
            <a:r>
              <a:rPr lang="zh-CN" altLang="en-US" sz="2400" baseline="-25000" dirty="0">
                <a:solidFill>
                  <a:schemeClr val="tx1"/>
                </a:solidFill>
                <a:latin typeface="Tahoma" panose="020B0604030504040204" pitchFamily="34" charset="0"/>
              </a:rPr>
              <a:t>补</a:t>
            </a:r>
            <a:r>
              <a:rPr lang="zh-CN" altLang="en-US" sz="2400" dirty="0">
                <a:solidFill>
                  <a:schemeClr val="tx1"/>
                </a:solidFill>
                <a:latin typeface="Tahoma" panose="020B0604030504040204" pitchFamily="34" charset="0"/>
              </a:rPr>
              <a:t>=0.0110</a:t>
            </a:r>
            <a:endParaRPr lang="zh-CN" altLang="en-US" sz="2400" dirty="0">
              <a:solidFill>
                <a:schemeClr val="tx1"/>
              </a:solidFill>
              <a:latin typeface="Tahoma" panose="020B0604030504040204" pitchFamily="34" charset="0"/>
            </a:endParaRPr>
          </a:p>
          <a:p>
            <a:pPr marL="0" lvl="0" indent="0" eaLnBrk="1" hangingPunct="1">
              <a:spcBef>
                <a:spcPct val="50000"/>
              </a:spcBef>
              <a:buNone/>
            </a:pPr>
            <a:r>
              <a:rPr lang="zh-CN" altLang="en-US" sz="2400" dirty="0">
                <a:solidFill>
                  <a:schemeClr val="tx1"/>
                </a:solidFill>
                <a:latin typeface="Tahoma" panose="020B0604030504040204" pitchFamily="34" charset="0"/>
              </a:rPr>
              <a:t>X+Y=0.0110</a:t>
            </a:r>
            <a:endParaRPr lang="zh-CN" altLang="en-US" sz="2400" dirty="0">
              <a:solidFill>
                <a:schemeClr val="tx1"/>
              </a:solidFill>
              <a:latin typeface="Tahoma" panose="020B0604030504040204" pitchFamily="34"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8196"/>
                                        </p:tgtEl>
                                        <p:attrNameLst>
                                          <p:attrName>style.visibility</p:attrName>
                                        </p:attrNameLst>
                                      </p:cBhvr>
                                      <p:to>
                                        <p:strVal val="visible"/>
                                      </p:to>
                                    </p:set>
                                    <p:animEffect transition="in" filter="dissolve">
                                      <p:cBhvr>
                                        <p:cTn id="7" dur="500"/>
                                        <p:tgtEl>
                                          <p:spTgt spid="8196"/>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nodeType="clickEffect">
                                  <p:stCondLst>
                                    <p:cond delay="0"/>
                                  </p:stCondLst>
                                  <p:childTnLst>
                                    <p:set>
                                      <p:cBhvr>
                                        <p:cTn id="11" dur="1" fill="hold">
                                          <p:stCondLst>
                                            <p:cond delay="0"/>
                                          </p:stCondLst>
                                        </p:cTn>
                                        <p:tgtEl>
                                          <p:spTgt spid="8197"/>
                                        </p:tgtEl>
                                        <p:attrNameLst>
                                          <p:attrName>style.visibility</p:attrName>
                                        </p:attrNameLst>
                                      </p:cBhvr>
                                      <p:to>
                                        <p:strVal val="visible"/>
                                      </p:to>
                                    </p:set>
                                    <p:animEffect transition="in" filter="dissolve">
                                      <p:cBhvr>
                                        <p:cTn id="12" dur="500"/>
                                        <p:tgtEl>
                                          <p:spTgt spid="8197"/>
                                        </p:tgtEl>
                                      </p:cBhvr>
                                    </p:animEffect>
                                  </p:childTnLst>
                                </p:cTn>
                              </p:par>
                            </p:childTnLst>
                          </p:cTn>
                        </p:par>
                      </p:childTnLst>
                    </p:cTn>
                  </p:par>
                  <p:par>
                    <p:cTn id="13" fill="hold">
                      <p:stCondLst>
                        <p:cond delay="indefinite"/>
                      </p:stCondLst>
                      <p:childTnLst>
                        <p:par>
                          <p:cTn id="14" fill="hold">
                            <p:stCondLst>
                              <p:cond delay="0"/>
                            </p:stCondLst>
                            <p:childTnLst>
                              <p:par>
                                <p:cTn id="15" presetID="9" presetClass="entr" presetSubtype="0" fill="hold" nodeType="clickEffect">
                                  <p:stCondLst>
                                    <p:cond delay="0"/>
                                  </p:stCondLst>
                                  <p:childTnLst>
                                    <p:set>
                                      <p:cBhvr>
                                        <p:cTn id="16" dur="1" fill="hold">
                                          <p:stCondLst>
                                            <p:cond delay="0"/>
                                          </p:stCondLst>
                                        </p:cTn>
                                        <p:tgtEl>
                                          <p:spTgt spid="8198"/>
                                        </p:tgtEl>
                                        <p:attrNameLst>
                                          <p:attrName>style.visibility</p:attrName>
                                        </p:attrNameLst>
                                      </p:cBhvr>
                                      <p:to>
                                        <p:strVal val="visible"/>
                                      </p:to>
                                    </p:set>
                                    <p:animEffect transition="in" filter="dissolve">
                                      <p:cBhvr>
                                        <p:cTn id="17" dur="500"/>
                                        <p:tgtEl>
                                          <p:spTgt spid="8198"/>
                                        </p:tgtEl>
                                      </p:cBhvr>
                                    </p:animEffect>
                                  </p:childTnLst>
                                </p:cTn>
                              </p:par>
                            </p:childTnLst>
                          </p:cTn>
                        </p:par>
                      </p:childTnLst>
                    </p:cTn>
                  </p:par>
                  <p:par>
                    <p:cTn id="18" fill="hold">
                      <p:stCondLst>
                        <p:cond delay="indefinite"/>
                      </p:stCondLst>
                      <p:childTnLst>
                        <p:par>
                          <p:cTn id="19" fill="hold">
                            <p:stCondLst>
                              <p:cond delay="0"/>
                            </p:stCondLst>
                            <p:childTnLst>
                              <p:par>
                                <p:cTn id="20" presetID="9" presetClass="entr" presetSubtype="0" fill="hold" nodeType="clickEffect">
                                  <p:stCondLst>
                                    <p:cond delay="0"/>
                                  </p:stCondLst>
                                  <p:childTnLst>
                                    <p:set>
                                      <p:cBhvr>
                                        <p:cTn id="21" dur="1" fill="hold">
                                          <p:stCondLst>
                                            <p:cond delay="0"/>
                                          </p:stCondLst>
                                        </p:cTn>
                                        <p:tgtEl>
                                          <p:spTgt spid="8199"/>
                                        </p:tgtEl>
                                        <p:attrNameLst>
                                          <p:attrName>style.visibility</p:attrName>
                                        </p:attrNameLst>
                                      </p:cBhvr>
                                      <p:to>
                                        <p:strVal val="visible"/>
                                      </p:to>
                                    </p:set>
                                    <p:animEffect transition="in" filter="dissolve">
                                      <p:cBhvr>
                                        <p:cTn id="22" dur="500"/>
                                        <p:tgtEl>
                                          <p:spTgt spid="8199"/>
                                        </p:tgtEl>
                                      </p:cBhvr>
                                    </p:animEffect>
                                  </p:childTnLst>
                                </p:cTn>
                              </p:par>
                            </p:childTnLst>
                          </p:cTn>
                        </p:par>
                      </p:childTnLst>
                    </p:cTn>
                  </p:par>
                  <p:par>
                    <p:cTn id="23" fill="hold">
                      <p:stCondLst>
                        <p:cond delay="indefinite"/>
                      </p:stCondLst>
                      <p:childTnLst>
                        <p:par>
                          <p:cTn id="24" fill="hold">
                            <p:stCondLst>
                              <p:cond delay="0"/>
                            </p:stCondLst>
                            <p:childTnLst>
                              <p:par>
                                <p:cTn id="25" presetID="9" presetClass="entr" presetSubtype="0" fill="hold" nodeType="clickEffect">
                                  <p:stCondLst>
                                    <p:cond delay="0"/>
                                  </p:stCondLst>
                                  <p:childTnLst>
                                    <p:set>
                                      <p:cBhvr>
                                        <p:cTn id="26" dur="1" fill="hold">
                                          <p:stCondLst>
                                            <p:cond delay="0"/>
                                          </p:stCondLst>
                                        </p:cTn>
                                        <p:tgtEl>
                                          <p:spTgt spid="8200"/>
                                        </p:tgtEl>
                                        <p:attrNameLst>
                                          <p:attrName>style.visibility</p:attrName>
                                        </p:attrNameLst>
                                      </p:cBhvr>
                                      <p:to>
                                        <p:strVal val="visible"/>
                                      </p:to>
                                    </p:set>
                                    <p:animEffect transition="in" filter="dissolve">
                                      <p:cBhvr>
                                        <p:cTn id="27" dur="500"/>
                                        <p:tgtEl>
                                          <p:spTgt spid="8200"/>
                                        </p:tgtEl>
                                      </p:cBhvr>
                                    </p:animEffect>
                                  </p:childTnLst>
                                </p:cTn>
                              </p:par>
                            </p:childTnLst>
                          </p:cTn>
                        </p:par>
                      </p:childTnLst>
                    </p:cTn>
                  </p:par>
                  <p:par>
                    <p:cTn id="28" fill="hold">
                      <p:stCondLst>
                        <p:cond delay="indefinite"/>
                      </p:stCondLst>
                      <p:childTnLst>
                        <p:par>
                          <p:cTn id="29" fill="hold">
                            <p:stCondLst>
                              <p:cond delay="0"/>
                            </p:stCondLst>
                            <p:childTnLst>
                              <p:par>
                                <p:cTn id="30" presetID="9" presetClass="entr" presetSubtype="0" fill="hold" nodeType="clickEffect">
                                  <p:stCondLst>
                                    <p:cond delay="0"/>
                                  </p:stCondLst>
                                  <p:childTnLst>
                                    <p:set>
                                      <p:cBhvr>
                                        <p:cTn id="31" dur="1" fill="hold">
                                          <p:stCondLst>
                                            <p:cond delay="0"/>
                                          </p:stCondLst>
                                        </p:cTn>
                                        <p:tgtEl>
                                          <p:spTgt spid="8201"/>
                                        </p:tgtEl>
                                        <p:attrNameLst>
                                          <p:attrName>style.visibility</p:attrName>
                                        </p:attrNameLst>
                                      </p:cBhvr>
                                      <p:to>
                                        <p:strVal val="visible"/>
                                      </p:to>
                                    </p:set>
                                    <p:animEffect transition="in" filter="dissolve">
                                      <p:cBhvr>
                                        <p:cTn id="32" dur="500"/>
                                        <p:tgtEl>
                                          <p:spTgt spid="8201"/>
                                        </p:tgtEl>
                                      </p:cBhvr>
                                    </p:animEffect>
                                  </p:childTnLst>
                                </p:cTn>
                              </p:par>
                            </p:childTnLst>
                          </p:cTn>
                        </p:par>
                        <p:par>
                          <p:cTn id="33" fill="hold">
                            <p:stCondLst>
                              <p:cond delay="500"/>
                            </p:stCondLst>
                            <p:childTnLst>
                              <p:par>
                                <p:cTn id="34" presetID="9" presetClass="entr" presetSubtype="0" fill="hold" nodeType="afterEffect">
                                  <p:stCondLst>
                                    <p:cond delay="3000"/>
                                  </p:stCondLst>
                                  <p:childTnLst>
                                    <p:set>
                                      <p:cBhvr>
                                        <p:cTn id="35" dur="1" fill="hold">
                                          <p:stCondLst>
                                            <p:cond delay="0"/>
                                          </p:stCondLst>
                                        </p:cTn>
                                        <p:tgtEl>
                                          <p:spTgt spid="8202"/>
                                        </p:tgtEl>
                                        <p:attrNameLst>
                                          <p:attrName>style.visibility</p:attrName>
                                        </p:attrNameLst>
                                      </p:cBhvr>
                                      <p:to>
                                        <p:strVal val="visible"/>
                                      </p:to>
                                    </p:set>
                                    <p:animEffect transition="in" filter="dissolve">
                                      <p:cBhvr>
                                        <p:cTn id="36" dur="500"/>
                                        <p:tgtEl>
                                          <p:spTgt spid="8202"/>
                                        </p:tgtEl>
                                      </p:cBhvr>
                                    </p:animEffect>
                                  </p:childTnLst>
                                  <p:subTnLst>
                                    <p:audio>
                                      <p:cMediaNode>
                                        <p:cTn display="0" masterRel="sameClick">
                                          <p:stCondLst>
                                            <p:cond evt="begin" delay="0">
                                              <p:tn val="34"/>
                                            </p:cond>
                                          </p:stCondLst>
                                          <p:endCondLst>
                                            <p:cond evt="onStopAudio" delay="0">
                                              <p:tgtEl>
                                                <p:sldTgt/>
                                              </p:tgtEl>
                                            </p:cond>
                                          </p:endCondLst>
                                        </p:cTn>
                                        <p:tgtEl>
                                          <p:sndTgt r:embed="rId1" name="chimes.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196" grpId="0"/>
      <p:bldP spid="8197" grpId="0"/>
      <p:bldP spid="8198" grpId="0"/>
      <p:bldP spid="8200" grpId="0"/>
      <p:bldP spid="8201" grpId="0" bldLvl="0" animBg="1"/>
      <p:bldP spid="8202"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9218" name="Rectangle 2"/>
          <p:cNvSpPr>
            <a:spLocks noGrp="1"/>
          </p:cNvSpPr>
          <p:nvPr>
            <p:ph type="title"/>
          </p:nvPr>
        </p:nvSpPr>
        <p:spPr>
          <a:xfrm>
            <a:off x="323850" y="909638"/>
            <a:ext cx="7772400" cy="838200"/>
          </a:xfrm>
          <a:ln/>
        </p:spPr>
        <p:txBody>
          <a:bodyPr vert="horz" wrap="square" lIns="91440" tIns="45720" rIns="91440" bIns="45720" anchor="ctr" anchorCtr="0"/>
          <a:p>
            <a:pPr algn="l" eaLnBrk="1" hangingPunct="1"/>
            <a:r>
              <a:rPr lang="zh-CN" altLang="en-US" dirty="0"/>
              <a:t>补码定点加减法</a:t>
            </a:r>
            <a:endParaRPr lang="zh-CN" altLang="en-US" dirty="0"/>
          </a:p>
        </p:txBody>
      </p:sp>
      <p:sp>
        <p:nvSpPr>
          <p:cNvPr id="9219" name="Rectangle 3"/>
          <p:cNvSpPr>
            <a:spLocks noGrp="1"/>
          </p:cNvSpPr>
          <p:nvPr>
            <p:ph type="body"/>
          </p:nvPr>
        </p:nvSpPr>
        <p:spPr>
          <a:xfrm>
            <a:off x="685800" y="1981200"/>
            <a:ext cx="8077200" cy="4114800"/>
          </a:xfrm>
          <a:ln/>
        </p:spPr>
        <p:txBody>
          <a:bodyPr vert="horz" wrap="square" lIns="91440" tIns="45720" rIns="91440" bIns="45720" anchor="t" anchorCtr="0"/>
          <a:p>
            <a:pPr eaLnBrk="1" hangingPunct="1"/>
            <a:r>
              <a:rPr lang="zh-CN" altLang="en-US" b="1" dirty="0">
                <a:solidFill>
                  <a:srgbClr val="0000FF"/>
                </a:solidFill>
                <a:ea typeface="楷体_GB2312" pitchFamily="1" charset="-122"/>
              </a:rPr>
              <a:t>例:  X = -11001 ，Y = - 00011，求 X+Y=？</a:t>
            </a:r>
            <a:endParaRPr lang="zh-CN" altLang="en-US" b="1" dirty="0">
              <a:solidFill>
                <a:srgbClr val="0000FF"/>
              </a:solidFill>
              <a:ea typeface="楷体_GB2312" pitchFamily="1" charset="-122"/>
            </a:endParaRPr>
          </a:p>
          <a:p>
            <a:pPr eaLnBrk="1" hangingPunct="1">
              <a:buNone/>
            </a:pPr>
            <a:r>
              <a:rPr lang="zh-CN" altLang="en-US" b="1" dirty="0">
                <a:solidFill>
                  <a:srgbClr val="0000FF"/>
                </a:solidFill>
                <a:ea typeface="楷体_GB2312" pitchFamily="1" charset="-122"/>
              </a:rPr>
              <a:t>   解:</a:t>
            </a:r>
            <a:endParaRPr lang="zh-CN" altLang="en-US" b="1" dirty="0">
              <a:solidFill>
                <a:srgbClr val="0000FF"/>
              </a:solidFill>
            </a:endParaRPr>
          </a:p>
        </p:txBody>
      </p:sp>
      <p:sp>
        <p:nvSpPr>
          <p:cNvPr id="9220" name="Text Box 4"/>
          <p:cNvSpPr txBox="1"/>
          <p:nvPr/>
        </p:nvSpPr>
        <p:spPr>
          <a:xfrm>
            <a:off x="2895600" y="3200400"/>
            <a:ext cx="4419600" cy="457200"/>
          </a:xfrm>
          <a:prstGeom prst="rect">
            <a:avLst/>
          </a:prstGeom>
          <a:noFill/>
          <a:ln w="9525">
            <a:noFill/>
          </a:ln>
        </p:spPr>
        <p:txBody>
          <a:bodyPr>
            <a:spAutoFit/>
          </a:bodyPr>
          <a:lstStyle>
            <a:lvl1pPr marL="342900" indent="-342900" algn="l" rtl="0" eaLnBrk="0" fontAlgn="base" hangingPunct="0">
              <a:spcBef>
                <a:spcPct val="20000"/>
              </a:spcBef>
              <a:spcAft>
                <a:spcPct val="0"/>
              </a:spcAft>
              <a:buChar char="•"/>
              <a:defRPr sz="3200">
                <a:solidFill>
                  <a:srgbClr val="666699"/>
                </a:solidFill>
                <a:latin typeface="+mn-lt"/>
                <a:ea typeface="+mn-ea"/>
                <a:cs typeface="+mn-cs"/>
              </a:defRPr>
            </a:lvl1pPr>
            <a:lvl2pPr marL="742950" indent="-285750" algn="l" rtl="0" eaLnBrk="0" fontAlgn="base" hangingPunct="0">
              <a:spcBef>
                <a:spcPct val="20000"/>
              </a:spcBef>
              <a:spcAft>
                <a:spcPct val="0"/>
              </a:spcAft>
              <a:buChar char="–"/>
              <a:defRPr sz="2800">
                <a:solidFill>
                  <a:srgbClr val="666699"/>
                </a:solidFill>
                <a:latin typeface="+mn-lt"/>
                <a:ea typeface="+mn-ea"/>
              </a:defRPr>
            </a:lvl2pPr>
            <a:lvl3pPr marL="1143000" indent="-228600" algn="l" rtl="0" eaLnBrk="0" fontAlgn="base" hangingPunct="0">
              <a:spcBef>
                <a:spcPct val="20000"/>
              </a:spcBef>
              <a:spcAft>
                <a:spcPct val="0"/>
              </a:spcAft>
              <a:buChar char="•"/>
              <a:defRPr sz="2400">
                <a:solidFill>
                  <a:srgbClr val="666699"/>
                </a:solidFill>
                <a:latin typeface="+mn-lt"/>
                <a:ea typeface="+mn-ea"/>
              </a:defRPr>
            </a:lvl3pPr>
            <a:lvl4pPr marL="1600200" indent="-228600" algn="l" rtl="0" eaLnBrk="0" fontAlgn="base" hangingPunct="0">
              <a:spcBef>
                <a:spcPct val="20000"/>
              </a:spcBef>
              <a:spcAft>
                <a:spcPct val="0"/>
              </a:spcAft>
              <a:buChar char="–"/>
              <a:defRPr sz="2000">
                <a:solidFill>
                  <a:srgbClr val="666699"/>
                </a:solidFill>
                <a:latin typeface="+mn-lt"/>
                <a:ea typeface="+mn-ea"/>
              </a:defRPr>
            </a:lvl4pPr>
            <a:lvl5pPr marL="2057400" indent="-228600" algn="l" rtl="0" eaLnBrk="0" fontAlgn="base" hangingPunct="0">
              <a:spcBef>
                <a:spcPct val="20000"/>
              </a:spcBef>
              <a:spcAft>
                <a:spcPct val="0"/>
              </a:spcAft>
              <a:buChar char="»"/>
              <a:defRPr sz="2000">
                <a:solidFill>
                  <a:srgbClr val="666699"/>
                </a:solidFill>
                <a:latin typeface="+mn-lt"/>
                <a:ea typeface="+mn-ea"/>
              </a:defRPr>
            </a:lvl5pPr>
          </a:lstStyle>
          <a:p>
            <a:pPr marL="0" lvl="0" indent="0" eaLnBrk="1" hangingPunct="1">
              <a:spcBef>
                <a:spcPct val="50000"/>
              </a:spcBef>
              <a:buNone/>
            </a:pPr>
            <a:r>
              <a:rPr lang="zh-CN" altLang="en-US" sz="2400" dirty="0">
                <a:solidFill>
                  <a:schemeClr val="tx1"/>
                </a:solidFill>
                <a:latin typeface="Tahoma" panose="020B0604030504040204" pitchFamily="34" charset="0"/>
              </a:rPr>
              <a:t>[X]</a:t>
            </a:r>
            <a:r>
              <a:rPr lang="zh-CN" altLang="en-US" sz="2400" baseline="-25000" dirty="0">
                <a:solidFill>
                  <a:schemeClr val="tx1"/>
                </a:solidFill>
                <a:latin typeface="Tahoma" panose="020B0604030504040204" pitchFamily="34" charset="0"/>
              </a:rPr>
              <a:t>补</a:t>
            </a:r>
            <a:r>
              <a:rPr lang="zh-CN" altLang="en-US" sz="2400" dirty="0">
                <a:solidFill>
                  <a:schemeClr val="tx1"/>
                </a:solidFill>
                <a:latin typeface="Tahoma" panose="020B0604030504040204" pitchFamily="34" charset="0"/>
              </a:rPr>
              <a:t>=1 0 0 1 1 1</a:t>
            </a:r>
            <a:endParaRPr lang="zh-CN" altLang="en-US" sz="2400" dirty="0">
              <a:solidFill>
                <a:schemeClr val="tx1"/>
              </a:solidFill>
              <a:latin typeface="Tahoma" panose="020B0604030504040204" pitchFamily="34" charset="0"/>
            </a:endParaRPr>
          </a:p>
        </p:txBody>
      </p:sp>
      <p:sp>
        <p:nvSpPr>
          <p:cNvPr id="9221" name="Text Box 5"/>
          <p:cNvSpPr txBox="1"/>
          <p:nvPr/>
        </p:nvSpPr>
        <p:spPr>
          <a:xfrm>
            <a:off x="2895600" y="3733800"/>
            <a:ext cx="2590800" cy="457200"/>
          </a:xfrm>
          <a:prstGeom prst="rect">
            <a:avLst/>
          </a:prstGeom>
          <a:noFill/>
          <a:ln w="9525">
            <a:noFill/>
          </a:ln>
        </p:spPr>
        <p:txBody>
          <a:bodyPr>
            <a:spAutoFit/>
          </a:bodyPr>
          <a:lstStyle>
            <a:lvl1pPr marL="342900" indent="-342900" algn="l" rtl="0" eaLnBrk="0" fontAlgn="base" hangingPunct="0">
              <a:spcBef>
                <a:spcPct val="20000"/>
              </a:spcBef>
              <a:spcAft>
                <a:spcPct val="0"/>
              </a:spcAft>
              <a:buChar char="•"/>
              <a:defRPr sz="3200">
                <a:solidFill>
                  <a:srgbClr val="666699"/>
                </a:solidFill>
                <a:latin typeface="+mn-lt"/>
                <a:ea typeface="+mn-ea"/>
                <a:cs typeface="+mn-cs"/>
              </a:defRPr>
            </a:lvl1pPr>
            <a:lvl2pPr marL="742950" indent="-285750" algn="l" rtl="0" eaLnBrk="0" fontAlgn="base" hangingPunct="0">
              <a:spcBef>
                <a:spcPct val="20000"/>
              </a:spcBef>
              <a:spcAft>
                <a:spcPct val="0"/>
              </a:spcAft>
              <a:buChar char="–"/>
              <a:defRPr sz="2800">
                <a:solidFill>
                  <a:srgbClr val="666699"/>
                </a:solidFill>
                <a:latin typeface="+mn-lt"/>
                <a:ea typeface="+mn-ea"/>
              </a:defRPr>
            </a:lvl2pPr>
            <a:lvl3pPr marL="1143000" indent="-228600" algn="l" rtl="0" eaLnBrk="0" fontAlgn="base" hangingPunct="0">
              <a:spcBef>
                <a:spcPct val="20000"/>
              </a:spcBef>
              <a:spcAft>
                <a:spcPct val="0"/>
              </a:spcAft>
              <a:buChar char="•"/>
              <a:defRPr sz="2400">
                <a:solidFill>
                  <a:srgbClr val="666699"/>
                </a:solidFill>
                <a:latin typeface="+mn-lt"/>
                <a:ea typeface="+mn-ea"/>
              </a:defRPr>
            </a:lvl3pPr>
            <a:lvl4pPr marL="1600200" indent="-228600" algn="l" rtl="0" eaLnBrk="0" fontAlgn="base" hangingPunct="0">
              <a:spcBef>
                <a:spcPct val="20000"/>
              </a:spcBef>
              <a:spcAft>
                <a:spcPct val="0"/>
              </a:spcAft>
              <a:buChar char="–"/>
              <a:defRPr sz="2000">
                <a:solidFill>
                  <a:srgbClr val="666699"/>
                </a:solidFill>
                <a:latin typeface="+mn-lt"/>
                <a:ea typeface="+mn-ea"/>
              </a:defRPr>
            </a:lvl4pPr>
            <a:lvl5pPr marL="2057400" indent="-228600" algn="l" rtl="0" eaLnBrk="0" fontAlgn="base" hangingPunct="0">
              <a:spcBef>
                <a:spcPct val="20000"/>
              </a:spcBef>
              <a:spcAft>
                <a:spcPct val="0"/>
              </a:spcAft>
              <a:buChar char="»"/>
              <a:defRPr sz="2000">
                <a:solidFill>
                  <a:srgbClr val="666699"/>
                </a:solidFill>
                <a:latin typeface="+mn-lt"/>
                <a:ea typeface="+mn-ea"/>
              </a:defRPr>
            </a:lvl5pPr>
          </a:lstStyle>
          <a:p>
            <a:pPr marL="0" lvl="0" indent="0" eaLnBrk="1" hangingPunct="1">
              <a:spcBef>
                <a:spcPct val="50000"/>
              </a:spcBef>
              <a:buNone/>
            </a:pPr>
            <a:r>
              <a:rPr lang="zh-CN" altLang="en-US" sz="2400" dirty="0">
                <a:solidFill>
                  <a:schemeClr val="tx1"/>
                </a:solidFill>
                <a:latin typeface="Tahoma" panose="020B0604030504040204" pitchFamily="34" charset="0"/>
              </a:rPr>
              <a:t>[Y]</a:t>
            </a:r>
            <a:r>
              <a:rPr lang="zh-CN" altLang="en-US" sz="2400" baseline="-25000" dirty="0">
                <a:solidFill>
                  <a:schemeClr val="tx1"/>
                </a:solidFill>
                <a:latin typeface="Tahoma" panose="020B0604030504040204" pitchFamily="34" charset="0"/>
              </a:rPr>
              <a:t>补</a:t>
            </a:r>
            <a:r>
              <a:rPr lang="zh-CN" altLang="en-US" sz="2400" dirty="0">
                <a:solidFill>
                  <a:schemeClr val="tx1"/>
                </a:solidFill>
                <a:latin typeface="Tahoma" panose="020B0604030504040204" pitchFamily="34" charset="0"/>
              </a:rPr>
              <a:t>=1 1 1 1 0 1</a:t>
            </a:r>
            <a:endParaRPr lang="zh-CN" altLang="en-US" sz="2400" dirty="0">
              <a:solidFill>
                <a:schemeClr val="tx1"/>
              </a:solidFill>
              <a:latin typeface="Tahoma" panose="020B0604030504040204" pitchFamily="34" charset="0"/>
            </a:endParaRPr>
          </a:p>
        </p:txBody>
      </p:sp>
      <p:sp>
        <p:nvSpPr>
          <p:cNvPr id="9222" name="Text Box 6"/>
          <p:cNvSpPr txBox="1"/>
          <p:nvPr/>
        </p:nvSpPr>
        <p:spPr>
          <a:xfrm>
            <a:off x="1905000" y="3657600"/>
            <a:ext cx="457200" cy="457200"/>
          </a:xfrm>
          <a:prstGeom prst="rect">
            <a:avLst/>
          </a:prstGeom>
          <a:noFill/>
          <a:ln w="9525">
            <a:noFill/>
          </a:ln>
        </p:spPr>
        <p:txBody>
          <a:bodyPr>
            <a:spAutoFit/>
          </a:bodyPr>
          <a:lstStyle>
            <a:lvl1pPr marL="342900" indent="-342900" algn="l" rtl="0" eaLnBrk="0" fontAlgn="base" hangingPunct="0">
              <a:spcBef>
                <a:spcPct val="20000"/>
              </a:spcBef>
              <a:spcAft>
                <a:spcPct val="0"/>
              </a:spcAft>
              <a:buChar char="•"/>
              <a:defRPr sz="3200">
                <a:solidFill>
                  <a:srgbClr val="666699"/>
                </a:solidFill>
                <a:latin typeface="+mn-lt"/>
                <a:ea typeface="+mn-ea"/>
                <a:cs typeface="+mn-cs"/>
              </a:defRPr>
            </a:lvl1pPr>
            <a:lvl2pPr marL="742950" indent="-285750" algn="l" rtl="0" eaLnBrk="0" fontAlgn="base" hangingPunct="0">
              <a:spcBef>
                <a:spcPct val="20000"/>
              </a:spcBef>
              <a:spcAft>
                <a:spcPct val="0"/>
              </a:spcAft>
              <a:buChar char="–"/>
              <a:defRPr sz="2800">
                <a:solidFill>
                  <a:srgbClr val="666699"/>
                </a:solidFill>
                <a:latin typeface="+mn-lt"/>
                <a:ea typeface="+mn-ea"/>
              </a:defRPr>
            </a:lvl2pPr>
            <a:lvl3pPr marL="1143000" indent="-228600" algn="l" rtl="0" eaLnBrk="0" fontAlgn="base" hangingPunct="0">
              <a:spcBef>
                <a:spcPct val="20000"/>
              </a:spcBef>
              <a:spcAft>
                <a:spcPct val="0"/>
              </a:spcAft>
              <a:buChar char="•"/>
              <a:defRPr sz="2400">
                <a:solidFill>
                  <a:srgbClr val="666699"/>
                </a:solidFill>
                <a:latin typeface="+mn-lt"/>
                <a:ea typeface="+mn-ea"/>
              </a:defRPr>
            </a:lvl3pPr>
            <a:lvl4pPr marL="1600200" indent="-228600" algn="l" rtl="0" eaLnBrk="0" fontAlgn="base" hangingPunct="0">
              <a:spcBef>
                <a:spcPct val="20000"/>
              </a:spcBef>
              <a:spcAft>
                <a:spcPct val="0"/>
              </a:spcAft>
              <a:buChar char="–"/>
              <a:defRPr sz="2000">
                <a:solidFill>
                  <a:srgbClr val="666699"/>
                </a:solidFill>
                <a:latin typeface="+mn-lt"/>
                <a:ea typeface="+mn-ea"/>
              </a:defRPr>
            </a:lvl4pPr>
            <a:lvl5pPr marL="2057400" indent="-228600" algn="l" rtl="0" eaLnBrk="0" fontAlgn="base" hangingPunct="0">
              <a:spcBef>
                <a:spcPct val="20000"/>
              </a:spcBef>
              <a:spcAft>
                <a:spcPct val="0"/>
              </a:spcAft>
              <a:buChar char="»"/>
              <a:defRPr sz="2000">
                <a:solidFill>
                  <a:srgbClr val="666699"/>
                </a:solidFill>
                <a:latin typeface="+mn-lt"/>
                <a:ea typeface="+mn-ea"/>
              </a:defRPr>
            </a:lvl5pPr>
          </a:lstStyle>
          <a:p>
            <a:pPr marL="0" lvl="0" indent="0" eaLnBrk="1" hangingPunct="1">
              <a:spcBef>
                <a:spcPct val="50000"/>
              </a:spcBef>
              <a:buNone/>
            </a:pPr>
            <a:r>
              <a:rPr lang="zh-CN" altLang="en-US" sz="2400" dirty="0">
                <a:solidFill>
                  <a:schemeClr val="tx1"/>
                </a:solidFill>
                <a:latin typeface="Tahoma" panose="020B0604030504040204" pitchFamily="34" charset="0"/>
              </a:rPr>
              <a:t>+</a:t>
            </a:r>
            <a:endParaRPr lang="zh-CN" altLang="en-US" sz="2400" dirty="0">
              <a:solidFill>
                <a:schemeClr val="tx1"/>
              </a:solidFill>
              <a:latin typeface="Tahoma" panose="020B0604030504040204" pitchFamily="34" charset="0"/>
            </a:endParaRPr>
          </a:p>
        </p:txBody>
      </p:sp>
      <p:sp>
        <p:nvSpPr>
          <p:cNvPr id="9223" name="Line 7"/>
          <p:cNvSpPr/>
          <p:nvPr/>
        </p:nvSpPr>
        <p:spPr>
          <a:xfrm>
            <a:off x="990600" y="4267200"/>
            <a:ext cx="5181600" cy="0"/>
          </a:xfrm>
          <a:prstGeom prst="line">
            <a:avLst/>
          </a:prstGeom>
          <a:ln w="9525" cap="flat" cmpd="sng">
            <a:solidFill>
              <a:schemeClr val="tx1"/>
            </a:solidFill>
            <a:prstDash val="solid"/>
            <a:headEnd type="none" w="med" len="med"/>
            <a:tailEnd type="none" w="med" len="med"/>
          </a:ln>
        </p:spPr>
      </p:sp>
      <p:sp>
        <p:nvSpPr>
          <p:cNvPr id="9224" name="AutoShape 8"/>
          <p:cNvSpPr/>
          <p:nvPr/>
        </p:nvSpPr>
        <p:spPr>
          <a:xfrm>
            <a:off x="1260475" y="4725988"/>
            <a:ext cx="1639888" cy="533400"/>
          </a:xfrm>
          <a:prstGeom prst="wedgeEllipseCallout">
            <a:avLst>
              <a:gd name="adj1" fmla="val 88755"/>
              <a:gd name="adj2" fmla="val -72375"/>
            </a:avLst>
          </a:prstGeom>
          <a:solidFill>
            <a:schemeClr val="accent1"/>
          </a:solidFill>
          <a:ln w="9525" cap="flat" cmpd="sng">
            <a:solidFill>
              <a:schemeClr val="tx1"/>
            </a:solidFill>
            <a:prstDash val="solid"/>
            <a:miter/>
            <a:headEnd type="none" w="med" len="med"/>
            <a:tailEnd type="none" w="med" len="med"/>
          </a:ln>
        </p:spPr>
        <p:txBody>
          <a:bodyPr/>
          <a:lstStyle>
            <a:lvl1pPr marL="342900" indent="-342900" algn="l" rtl="0" eaLnBrk="0" fontAlgn="base" hangingPunct="0">
              <a:spcBef>
                <a:spcPct val="20000"/>
              </a:spcBef>
              <a:spcAft>
                <a:spcPct val="0"/>
              </a:spcAft>
              <a:buChar char="•"/>
              <a:defRPr sz="3200">
                <a:solidFill>
                  <a:srgbClr val="666699"/>
                </a:solidFill>
                <a:latin typeface="+mn-lt"/>
                <a:ea typeface="+mn-ea"/>
                <a:cs typeface="+mn-cs"/>
              </a:defRPr>
            </a:lvl1pPr>
            <a:lvl2pPr marL="742950" indent="-285750" algn="l" rtl="0" eaLnBrk="0" fontAlgn="base" hangingPunct="0">
              <a:spcBef>
                <a:spcPct val="20000"/>
              </a:spcBef>
              <a:spcAft>
                <a:spcPct val="0"/>
              </a:spcAft>
              <a:buChar char="–"/>
              <a:defRPr sz="2800">
                <a:solidFill>
                  <a:srgbClr val="666699"/>
                </a:solidFill>
                <a:latin typeface="+mn-lt"/>
                <a:ea typeface="+mn-ea"/>
              </a:defRPr>
            </a:lvl2pPr>
            <a:lvl3pPr marL="1143000" indent="-228600" algn="l" rtl="0" eaLnBrk="0" fontAlgn="base" hangingPunct="0">
              <a:spcBef>
                <a:spcPct val="20000"/>
              </a:spcBef>
              <a:spcAft>
                <a:spcPct val="0"/>
              </a:spcAft>
              <a:buChar char="•"/>
              <a:defRPr sz="2400">
                <a:solidFill>
                  <a:srgbClr val="666699"/>
                </a:solidFill>
                <a:latin typeface="+mn-lt"/>
                <a:ea typeface="+mn-ea"/>
              </a:defRPr>
            </a:lvl3pPr>
            <a:lvl4pPr marL="1600200" indent="-228600" algn="l" rtl="0" eaLnBrk="0" fontAlgn="base" hangingPunct="0">
              <a:spcBef>
                <a:spcPct val="20000"/>
              </a:spcBef>
              <a:spcAft>
                <a:spcPct val="0"/>
              </a:spcAft>
              <a:buChar char="–"/>
              <a:defRPr sz="2000">
                <a:solidFill>
                  <a:srgbClr val="666699"/>
                </a:solidFill>
                <a:latin typeface="+mn-lt"/>
                <a:ea typeface="+mn-ea"/>
              </a:defRPr>
            </a:lvl4pPr>
            <a:lvl5pPr marL="2057400" indent="-228600" algn="l" rtl="0" eaLnBrk="0" fontAlgn="base" hangingPunct="0">
              <a:spcBef>
                <a:spcPct val="20000"/>
              </a:spcBef>
              <a:spcAft>
                <a:spcPct val="0"/>
              </a:spcAft>
              <a:buChar char="»"/>
              <a:defRPr sz="2000">
                <a:solidFill>
                  <a:srgbClr val="666699"/>
                </a:solidFill>
                <a:latin typeface="+mn-lt"/>
                <a:ea typeface="+mn-ea"/>
              </a:defRPr>
            </a:lvl5pPr>
          </a:lstStyle>
          <a:p>
            <a:pPr marL="0" lvl="0" indent="0" algn="ctr" eaLnBrk="1" hangingPunct="1">
              <a:spcBef>
                <a:spcPct val="0"/>
              </a:spcBef>
              <a:buNone/>
            </a:pPr>
            <a:r>
              <a:rPr lang="zh-CN" altLang="en-US" sz="1800" b="1" dirty="0">
                <a:solidFill>
                  <a:schemeClr val="tx1"/>
                </a:solidFill>
                <a:latin typeface="Tahoma" panose="020B0604030504040204" pitchFamily="34" charset="0"/>
              </a:rPr>
              <a:t>模，丢到</a:t>
            </a:r>
            <a:endParaRPr lang="zh-CN" altLang="en-US" sz="1800" b="1" dirty="0">
              <a:solidFill>
                <a:schemeClr val="tx1"/>
              </a:solidFill>
              <a:latin typeface="Tahoma" panose="020B0604030504040204" pitchFamily="34" charset="0"/>
            </a:endParaRPr>
          </a:p>
        </p:txBody>
      </p:sp>
      <p:sp>
        <p:nvSpPr>
          <p:cNvPr id="9225" name="Text Box 9"/>
          <p:cNvSpPr txBox="1"/>
          <p:nvPr/>
        </p:nvSpPr>
        <p:spPr>
          <a:xfrm>
            <a:off x="3419475" y="4365625"/>
            <a:ext cx="1931988" cy="457200"/>
          </a:xfrm>
          <a:prstGeom prst="rect">
            <a:avLst/>
          </a:prstGeom>
          <a:noFill/>
          <a:ln w="9525">
            <a:noFill/>
          </a:ln>
        </p:spPr>
        <p:txBody>
          <a:bodyPr>
            <a:spAutoFit/>
          </a:bodyPr>
          <a:lstStyle>
            <a:lvl1pPr marL="342900" indent="-342900" algn="l" rtl="0" eaLnBrk="0" fontAlgn="base" hangingPunct="0">
              <a:spcBef>
                <a:spcPct val="20000"/>
              </a:spcBef>
              <a:spcAft>
                <a:spcPct val="0"/>
              </a:spcAft>
              <a:buChar char="•"/>
              <a:defRPr sz="3200">
                <a:solidFill>
                  <a:srgbClr val="666699"/>
                </a:solidFill>
                <a:latin typeface="+mn-lt"/>
                <a:ea typeface="+mn-ea"/>
                <a:cs typeface="+mn-cs"/>
              </a:defRPr>
            </a:lvl1pPr>
            <a:lvl2pPr marL="742950" indent="-285750" algn="l" rtl="0" eaLnBrk="0" fontAlgn="base" hangingPunct="0">
              <a:spcBef>
                <a:spcPct val="20000"/>
              </a:spcBef>
              <a:spcAft>
                <a:spcPct val="0"/>
              </a:spcAft>
              <a:buChar char="–"/>
              <a:defRPr sz="2800">
                <a:solidFill>
                  <a:srgbClr val="666699"/>
                </a:solidFill>
                <a:latin typeface="+mn-lt"/>
                <a:ea typeface="+mn-ea"/>
              </a:defRPr>
            </a:lvl2pPr>
            <a:lvl3pPr marL="1143000" indent="-228600" algn="l" rtl="0" eaLnBrk="0" fontAlgn="base" hangingPunct="0">
              <a:spcBef>
                <a:spcPct val="20000"/>
              </a:spcBef>
              <a:spcAft>
                <a:spcPct val="0"/>
              </a:spcAft>
              <a:buChar char="•"/>
              <a:defRPr sz="2400">
                <a:solidFill>
                  <a:srgbClr val="666699"/>
                </a:solidFill>
                <a:latin typeface="+mn-lt"/>
                <a:ea typeface="+mn-ea"/>
              </a:defRPr>
            </a:lvl3pPr>
            <a:lvl4pPr marL="1600200" indent="-228600" algn="l" rtl="0" eaLnBrk="0" fontAlgn="base" hangingPunct="0">
              <a:spcBef>
                <a:spcPct val="20000"/>
              </a:spcBef>
              <a:spcAft>
                <a:spcPct val="0"/>
              </a:spcAft>
              <a:buChar char="–"/>
              <a:defRPr sz="2000">
                <a:solidFill>
                  <a:srgbClr val="666699"/>
                </a:solidFill>
                <a:latin typeface="+mn-lt"/>
                <a:ea typeface="+mn-ea"/>
              </a:defRPr>
            </a:lvl4pPr>
            <a:lvl5pPr marL="2057400" indent="-228600" algn="l" rtl="0" eaLnBrk="0" fontAlgn="base" hangingPunct="0">
              <a:spcBef>
                <a:spcPct val="20000"/>
              </a:spcBef>
              <a:spcAft>
                <a:spcPct val="0"/>
              </a:spcAft>
              <a:buChar char="»"/>
              <a:defRPr sz="2000">
                <a:solidFill>
                  <a:srgbClr val="666699"/>
                </a:solidFill>
                <a:latin typeface="+mn-lt"/>
                <a:ea typeface="+mn-ea"/>
              </a:defRPr>
            </a:lvl5pPr>
          </a:lstStyle>
          <a:p>
            <a:pPr marL="0" lvl="0" indent="0" eaLnBrk="1" hangingPunct="1">
              <a:spcBef>
                <a:spcPct val="50000"/>
              </a:spcBef>
              <a:buNone/>
            </a:pPr>
            <a:r>
              <a:rPr lang="zh-CN" altLang="en-US" sz="2400" dirty="0">
                <a:solidFill>
                  <a:srgbClr val="FF0000"/>
                </a:solidFill>
                <a:latin typeface="Tahoma" panose="020B0604030504040204" pitchFamily="34" charset="0"/>
              </a:rPr>
              <a:t>1 </a:t>
            </a:r>
            <a:r>
              <a:rPr lang="zh-CN" altLang="en-US" sz="2400" dirty="0">
                <a:solidFill>
                  <a:schemeClr val="tx2"/>
                </a:solidFill>
                <a:latin typeface="Tahoma" panose="020B0604030504040204" pitchFamily="34" charset="0"/>
              </a:rPr>
              <a:t>1 0 0 1 0 0</a:t>
            </a:r>
            <a:endParaRPr lang="zh-CN" altLang="en-US" sz="2400" dirty="0">
              <a:solidFill>
                <a:schemeClr val="tx2"/>
              </a:solidFill>
              <a:latin typeface="Tahoma" panose="020B0604030504040204" pitchFamily="34" charset="0"/>
            </a:endParaRPr>
          </a:p>
        </p:txBody>
      </p:sp>
      <p:sp>
        <p:nvSpPr>
          <p:cNvPr id="9226" name="Text Box 10"/>
          <p:cNvSpPr txBox="1"/>
          <p:nvPr/>
        </p:nvSpPr>
        <p:spPr>
          <a:xfrm>
            <a:off x="1066800" y="5410200"/>
            <a:ext cx="4800600" cy="1004888"/>
          </a:xfrm>
          <a:prstGeom prst="rect">
            <a:avLst/>
          </a:prstGeom>
          <a:noFill/>
          <a:ln w="9525">
            <a:noFill/>
          </a:ln>
        </p:spPr>
        <p:txBody>
          <a:bodyPr>
            <a:spAutoFit/>
          </a:bodyPr>
          <a:lstStyle>
            <a:lvl1pPr marL="342900" indent="-342900" algn="l" rtl="0" eaLnBrk="0" fontAlgn="base" hangingPunct="0">
              <a:spcBef>
                <a:spcPct val="20000"/>
              </a:spcBef>
              <a:spcAft>
                <a:spcPct val="0"/>
              </a:spcAft>
              <a:buChar char="•"/>
              <a:defRPr sz="3200">
                <a:solidFill>
                  <a:srgbClr val="666699"/>
                </a:solidFill>
                <a:latin typeface="+mn-lt"/>
                <a:ea typeface="+mn-ea"/>
                <a:cs typeface="+mn-cs"/>
              </a:defRPr>
            </a:lvl1pPr>
            <a:lvl2pPr marL="742950" indent="-285750" algn="l" rtl="0" eaLnBrk="0" fontAlgn="base" hangingPunct="0">
              <a:spcBef>
                <a:spcPct val="20000"/>
              </a:spcBef>
              <a:spcAft>
                <a:spcPct val="0"/>
              </a:spcAft>
              <a:buChar char="–"/>
              <a:defRPr sz="2800">
                <a:solidFill>
                  <a:srgbClr val="666699"/>
                </a:solidFill>
                <a:latin typeface="+mn-lt"/>
                <a:ea typeface="+mn-ea"/>
              </a:defRPr>
            </a:lvl2pPr>
            <a:lvl3pPr marL="1143000" indent="-228600" algn="l" rtl="0" eaLnBrk="0" fontAlgn="base" hangingPunct="0">
              <a:spcBef>
                <a:spcPct val="20000"/>
              </a:spcBef>
              <a:spcAft>
                <a:spcPct val="0"/>
              </a:spcAft>
              <a:buChar char="•"/>
              <a:defRPr sz="2400">
                <a:solidFill>
                  <a:srgbClr val="666699"/>
                </a:solidFill>
                <a:latin typeface="+mn-lt"/>
                <a:ea typeface="+mn-ea"/>
              </a:defRPr>
            </a:lvl3pPr>
            <a:lvl4pPr marL="1600200" indent="-228600" algn="l" rtl="0" eaLnBrk="0" fontAlgn="base" hangingPunct="0">
              <a:spcBef>
                <a:spcPct val="20000"/>
              </a:spcBef>
              <a:spcAft>
                <a:spcPct val="0"/>
              </a:spcAft>
              <a:buChar char="–"/>
              <a:defRPr sz="2000">
                <a:solidFill>
                  <a:srgbClr val="666699"/>
                </a:solidFill>
                <a:latin typeface="+mn-lt"/>
                <a:ea typeface="+mn-ea"/>
              </a:defRPr>
            </a:lvl4pPr>
            <a:lvl5pPr marL="2057400" indent="-228600" algn="l" rtl="0" eaLnBrk="0" fontAlgn="base" hangingPunct="0">
              <a:spcBef>
                <a:spcPct val="20000"/>
              </a:spcBef>
              <a:spcAft>
                <a:spcPct val="0"/>
              </a:spcAft>
              <a:buChar char="»"/>
              <a:defRPr sz="2000">
                <a:solidFill>
                  <a:srgbClr val="666699"/>
                </a:solidFill>
                <a:latin typeface="+mn-lt"/>
                <a:ea typeface="+mn-ea"/>
              </a:defRPr>
            </a:lvl5pPr>
          </a:lstStyle>
          <a:p>
            <a:pPr marL="0" lvl="0" indent="0" eaLnBrk="1" hangingPunct="1">
              <a:spcBef>
                <a:spcPct val="50000"/>
              </a:spcBef>
              <a:buNone/>
            </a:pPr>
            <a:r>
              <a:rPr lang="zh-CN" altLang="en-US" sz="2400" dirty="0">
                <a:solidFill>
                  <a:schemeClr val="tx1"/>
                </a:solidFill>
                <a:latin typeface="Tahoma" panose="020B0604030504040204" pitchFamily="34" charset="0"/>
              </a:rPr>
              <a:t>[X]</a:t>
            </a:r>
            <a:r>
              <a:rPr lang="zh-CN" altLang="en-US" sz="2400" baseline="-25000" dirty="0">
                <a:solidFill>
                  <a:schemeClr val="tx1"/>
                </a:solidFill>
                <a:latin typeface="Tahoma" panose="020B0604030504040204" pitchFamily="34" charset="0"/>
              </a:rPr>
              <a:t>补</a:t>
            </a:r>
            <a:r>
              <a:rPr lang="zh-CN" altLang="en-US" sz="2400" dirty="0">
                <a:solidFill>
                  <a:schemeClr val="tx1"/>
                </a:solidFill>
                <a:latin typeface="Tahoma" panose="020B0604030504040204" pitchFamily="34" charset="0"/>
              </a:rPr>
              <a:t>+[Y]</a:t>
            </a:r>
            <a:r>
              <a:rPr lang="zh-CN" altLang="en-US" sz="2400" baseline="-25000" dirty="0">
                <a:solidFill>
                  <a:schemeClr val="tx1"/>
                </a:solidFill>
                <a:latin typeface="Tahoma" panose="020B0604030504040204" pitchFamily="34" charset="0"/>
              </a:rPr>
              <a:t>补</a:t>
            </a:r>
            <a:r>
              <a:rPr lang="zh-CN" altLang="en-US" sz="2400" dirty="0">
                <a:solidFill>
                  <a:schemeClr val="tx1"/>
                </a:solidFill>
                <a:latin typeface="Tahoma" panose="020B0604030504040204" pitchFamily="34" charset="0"/>
              </a:rPr>
              <a:t>=100100</a:t>
            </a:r>
            <a:endParaRPr lang="zh-CN" altLang="en-US" sz="2400" dirty="0">
              <a:solidFill>
                <a:schemeClr val="tx1"/>
              </a:solidFill>
              <a:latin typeface="Tahoma" panose="020B0604030504040204" pitchFamily="34" charset="0"/>
            </a:endParaRPr>
          </a:p>
          <a:p>
            <a:pPr marL="0" lvl="0" indent="0" eaLnBrk="1" hangingPunct="1">
              <a:spcBef>
                <a:spcPct val="50000"/>
              </a:spcBef>
              <a:buNone/>
            </a:pPr>
            <a:r>
              <a:rPr lang="zh-CN" altLang="en-US" sz="2400" dirty="0">
                <a:solidFill>
                  <a:schemeClr val="tx1"/>
                </a:solidFill>
                <a:latin typeface="Tahoma" panose="020B0604030504040204" pitchFamily="34" charset="0"/>
              </a:rPr>
              <a:t>X+Y=-11100</a:t>
            </a:r>
            <a:endParaRPr lang="zh-CN" altLang="en-US" sz="2400" dirty="0">
              <a:solidFill>
                <a:schemeClr val="tx1"/>
              </a:solidFill>
              <a:latin typeface="Tahoma" panose="020B0604030504040204" pitchFamily="34" charset="0"/>
            </a:endParaRPr>
          </a:p>
        </p:txBody>
      </p:sp>
      <p:sp>
        <p:nvSpPr>
          <p:cNvPr id="9227" name="Rectangle 11"/>
          <p:cNvSpPr/>
          <p:nvPr/>
        </p:nvSpPr>
        <p:spPr>
          <a:xfrm>
            <a:off x="6302375" y="3143250"/>
            <a:ext cx="2590800" cy="2651125"/>
          </a:xfrm>
          <a:prstGeom prst="rect">
            <a:avLst/>
          </a:prstGeom>
          <a:noFill/>
          <a:ln w="9525">
            <a:noFill/>
          </a:ln>
        </p:spPr>
        <p:txBody>
          <a:bodyPr>
            <a:spAutoFit/>
          </a:bodyPr>
          <a:lstStyle>
            <a:lvl1pPr marL="342900" indent="-342900" algn="l" rtl="0" eaLnBrk="0" fontAlgn="base" hangingPunct="0">
              <a:spcBef>
                <a:spcPct val="20000"/>
              </a:spcBef>
              <a:spcAft>
                <a:spcPct val="0"/>
              </a:spcAft>
              <a:buChar char="•"/>
              <a:defRPr sz="3200">
                <a:solidFill>
                  <a:srgbClr val="666699"/>
                </a:solidFill>
                <a:latin typeface="+mn-lt"/>
                <a:ea typeface="+mn-ea"/>
                <a:cs typeface="+mn-cs"/>
              </a:defRPr>
            </a:lvl1pPr>
            <a:lvl2pPr marL="742950" indent="-285750" algn="l" rtl="0" eaLnBrk="0" fontAlgn="base" hangingPunct="0">
              <a:spcBef>
                <a:spcPct val="20000"/>
              </a:spcBef>
              <a:spcAft>
                <a:spcPct val="0"/>
              </a:spcAft>
              <a:buChar char="–"/>
              <a:defRPr sz="2800">
                <a:solidFill>
                  <a:srgbClr val="666699"/>
                </a:solidFill>
                <a:latin typeface="+mn-lt"/>
                <a:ea typeface="+mn-ea"/>
              </a:defRPr>
            </a:lvl2pPr>
            <a:lvl3pPr marL="1143000" indent="-228600" algn="l" rtl="0" eaLnBrk="0" fontAlgn="base" hangingPunct="0">
              <a:spcBef>
                <a:spcPct val="20000"/>
              </a:spcBef>
              <a:spcAft>
                <a:spcPct val="0"/>
              </a:spcAft>
              <a:buChar char="•"/>
              <a:defRPr sz="2400">
                <a:solidFill>
                  <a:srgbClr val="666699"/>
                </a:solidFill>
                <a:latin typeface="+mn-lt"/>
                <a:ea typeface="+mn-ea"/>
              </a:defRPr>
            </a:lvl3pPr>
            <a:lvl4pPr marL="1600200" indent="-228600" algn="l" rtl="0" eaLnBrk="0" fontAlgn="base" hangingPunct="0">
              <a:spcBef>
                <a:spcPct val="20000"/>
              </a:spcBef>
              <a:spcAft>
                <a:spcPct val="0"/>
              </a:spcAft>
              <a:buChar char="–"/>
              <a:defRPr sz="2000">
                <a:solidFill>
                  <a:srgbClr val="666699"/>
                </a:solidFill>
                <a:latin typeface="+mn-lt"/>
                <a:ea typeface="+mn-ea"/>
              </a:defRPr>
            </a:lvl4pPr>
            <a:lvl5pPr marL="2057400" indent="-228600" algn="l" rtl="0" eaLnBrk="0" fontAlgn="base" hangingPunct="0">
              <a:spcBef>
                <a:spcPct val="20000"/>
              </a:spcBef>
              <a:spcAft>
                <a:spcPct val="0"/>
              </a:spcAft>
              <a:buChar char="»"/>
              <a:defRPr sz="2000">
                <a:solidFill>
                  <a:srgbClr val="666699"/>
                </a:solidFill>
                <a:latin typeface="+mn-lt"/>
                <a:ea typeface="+mn-ea"/>
              </a:defRPr>
            </a:lvl5pPr>
          </a:lstStyle>
          <a:p>
            <a:pPr marL="0" lvl="0" indent="0" eaLnBrk="1" hangingPunct="1">
              <a:spcBef>
                <a:spcPct val="0"/>
              </a:spcBef>
              <a:buNone/>
            </a:pPr>
            <a:r>
              <a:rPr lang="zh-CN" altLang="en-US" sz="2400" b="1" dirty="0">
                <a:solidFill>
                  <a:schemeClr val="tx1"/>
                </a:solidFill>
              </a:rPr>
              <a:t>由以上两例看到,补码加法的特点:</a:t>
            </a:r>
            <a:endParaRPr lang="zh-CN" altLang="en-US" sz="2400" b="1" dirty="0">
              <a:solidFill>
                <a:schemeClr val="tx1"/>
              </a:solidFill>
            </a:endParaRPr>
          </a:p>
          <a:p>
            <a:pPr marL="0" lvl="0" indent="0" eaLnBrk="1" hangingPunct="1">
              <a:spcBef>
                <a:spcPct val="0"/>
              </a:spcBef>
              <a:buNone/>
            </a:pPr>
            <a:r>
              <a:rPr lang="zh-CN" altLang="en-US" sz="2400" b="1" dirty="0">
                <a:solidFill>
                  <a:schemeClr val="tx1"/>
                </a:solidFill>
              </a:rPr>
              <a:t>一是符号位要作为数的一部分一起参加运算。</a:t>
            </a:r>
            <a:endParaRPr lang="zh-CN" altLang="en-US" sz="2400" b="1" dirty="0">
              <a:solidFill>
                <a:schemeClr val="tx1"/>
              </a:solidFill>
            </a:endParaRPr>
          </a:p>
          <a:p>
            <a:pPr marL="0" lvl="0" indent="0" eaLnBrk="1" hangingPunct="1">
              <a:spcBef>
                <a:spcPct val="0"/>
              </a:spcBef>
              <a:buNone/>
            </a:pPr>
            <a:r>
              <a:rPr lang="zh-CN" altLang="en-US" sz="2400" b="1" dirty="0">
                <a:solidFill>
                  <a:schemeClr val="tx1"/>
                </a:solidFill>
              </a:rPr>
              <a:t>二是最高位的进位为模，要丢掉!</a:t>
            </a:r>
            <a:endParaRPr lang="zh-CN" altLang="en-US" sz="2400" b="1" dirty="0">
              <a:solidFill>
                <a:schemeClr val="tx1"/>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9220"/>
                                        </p:tgtEl>
                                        <p:attrNameLst>
                                          <p:attrName>style.visibility</p:attrName>
                                        </p:attrNameLst>
                                      </p:cBhvr>
                                      <p:to>
                                        <p:strVal val="visible"/>
                                      </p:to>
                                    </p:set>
                                    <p:animEffect transition="in" filter="dissolve">
                                      <p:cBhvr>
                                        <p:cTn id="7" dur="500"/>
                                        <p:tgtEl>
                                          <p:spTgt spid="9220"/>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nodeType="clickEffect">
                                  <p:stCondLst>
                                    <p:cond delay="0"/>
                                  </p:stCondLst>
                                  <p:childTnLst>
                                    <p:set>
                                      <p:cBhvr>
                                        <p:cTn id="11" dur="1" fill="hold">
                                          <p:stCondLst>
                                            <p:cond delay="0"/>
                                          </p:stCondLst>
                                        </p:cTn>
                                        <p:tgtEl>
                                          <p:spTgt spid="9221"/>
                                        </p:tgtEl>
                                        <p:attrNameLst>
                                          <p:attrName>style.visibility</p:attrName>
                                        </p:attrNameLst>
                                      </p:cBhvr>
                                      <p:to>
                                        <p:strVal val="visible"/>
                                      </p:to>
                                    </p:set>
                                    <p:animEffect transition="in" filter="dissolve">
                                      <p:cBhvr>
                                        <p:cTn id="12" dur="500"/>
                                        <p:tgtEl>
                                          <p:spTgt spid="9221"/>
                                        </p:tgtEl>
                                      </p:cBhvr>
                                    </p:animEffect>
                                  </p:childTnLst>
                                </p:cTn>
                              </p:par>
                            </p:childTnLst>
                          </p:cTn>
                        </p:par>
                      </p:childTnLst>
                    </p:cTn>
                  </p:par>
                  <p:par>
                    <p:cTn id="13" fill="hold">
                      <p:stCondLst>
                        <p:cond delay="indefinite"/>
                      </p:stCondLst>
                      <p:childTnLst>
                        <p:par>
                          <p:cTn id="14" fill="hold">
                            <p:stCondLst>
                              <p:cond delay="0"/>
                            </p:stCondLst>
                            <p:childTnLst>
                              <p:par>
                                <p:cTn id="15" presetID="9" presetClass="entr" presetSubtype="0" fill="hold" nodeType="clickEffect">
                                  <p:stCondLst>
                                    <p:cond delay="0"/>
                                  </p:stCondLst>
                                  <p:childTnLst>
                                    <p:set>
                                      <p:cBhvr>
                                        <p:cTn id="16" dur="1" fill="hold">
                                          <p:stCondLst>
                                            <p:cond delay="0"/>
                                          </p:stCondLst>
                                        </p:cTn>
                                        <p:tgtEl>
                                          <p:spTgt spid="9222"/>
                                        </p:tgtEl>
                                        <p:attrNameLst>
                                          <p:attrName>style.visibility</p:attrName>
                                        </p:attrNameLst>
                                      </p:cBhvr>
                                      <p:to>
                                        <p:strVal val="visible"/>
                                      </p:to>
                                    </p:set>
                                    <p:animEffect transition="in" filter="dissolve">
                                      <p:cBhvr>
                                        <p:cTn id="17" dur="500"/>
                                        <p:tgtEl>
                                          <p:spTgt spid="9222"/>
                                        </p:tgtEl>
                                      </p:cBhvr>
                                    </p:animEffect>
                                  </p:childTnLst>
                                </p:cTn>
                              </p:par>
                            </p:childTnLst>
                          </p:cTn>
                        </p:par>
                      </p:childTnLst>
                    </p:cTn>
                  </p:par>
                  <p:par>
                    <p:cTn id="18" fill="hold">
                      <p:stCondLst>
                        <p:cond delay="indefinite"/>
                      </p:stCondLst>
                      <p:childTnLst>
                        <p:par>
                          <p:cTn id="19" fill="hold">
                            <p:stCondLst>
                              <p:cond delay="0"/>
                            </p:stCondLst>
                            <p:childTnLst>
                              <p:par>
                                <p:cTn id="20" presetID="9" presetClass="entr" presetSubtype="0" fill="hold" nodeType="clickEffect">
                                  <p:stCondLst>
                                    <p:cond delay="0"/>
                                  </p:stCondLst>
                                  <p:childTnLst>
                                    <p:set>
                                      <p:cBhvr>
                                        <p:cTn id="21" dur="1" fill="hold">
                                          <p:stCondLst>
                                            <p:cond delay="0"/>
                                          </p:stCondLst>
                                        </p:cTn>
                                        <p:tgtEl>
                                          <p:spTgt spid="9223"/>
                                        </p:tgtEl>
                                        <p:attrNameLst>
                                          <p:attrName>style.visibility</p:attrName>
                                        </p:attrNameLst>
                                      </p:cBhvr>
                                      <p:to>
                                        <p:strVal val="visible"/>
                                      </p:to>
                                    </p:set>
                                    <p:animEffect transition="in" filter="dissolve">
                                      <p:cBhvr>
                                        <p:cTn id="22" dur="500"/>
                                        <p:tgtEl>
                                          <p:spTgt spid="9223"/>
                                        </p:tgtEl>
                                      </p:cBhvr>
                                    </p:animEffect>
                                  </p:childTnLst>
                                </p:cTn>
                              </p:par>
                            </p:childTnLst>
                          </p:cTn>
                        </p:par>
                      </p:childTnLst>
                    </p:cTn>
                  </p:par>
                  <p:par>
                    <p:cTn id="23" fill="hold">
                      <p:stCondLst>
                        <p:cond delay="indefinite"/>
                      </p:stCondLst>
                      <p:childTnLst>
                        <p:par>
                          <p:cTn id="24" fill="hold">
                            <p:stCondLst>
                              <p:cond delay="0"/>
                            </p:stCondLst>
                            <p:childTnLst>
                              <p:par>
                                <p:cTn id="25" presetID="9" presetClass="entr" presetSubtype="0" fill="hold" nodeType="clickEffect">
                                  <p:stCondLst>
                                    <p:cond delay="0"/>
                                  </p:stCondLst>
                                  <p:childTnLst>
                                    <p:set>
                                      <p:cBhvr>
                                        <p:cTn id="26" dur="1" fill="hold">
                                          <p:stCondLst>
                                            <p:cond delay="0"/>
                                          </p:stCondLst>
                                        </p:cTn>
                                        <p:tgtEl>
                                          <p:spTgt spid="9224"/>
                                        </p:tgtEl>
                                        <p:attrNameLst>
                                          <p:attrName>style.visibility</p:attrName>
                                        </p:attrNameLst>
                                      </p:cBhvr>
                                      <p:to>
                                        <p:strVal val="visible"/>
                                      </p:to>
                                    </p:set>
                                    <p:animEffect transition="in" filter="dissolve">
                                      <p:cBhvr>
                                        <p:cTn id="27" dur="500"/>
                                        <p:tgtEl>
                                          <p:spTgt spid="9224"/>
                                        </p:tgtEl>
                                      </p:cBhvr>
                                    </p:animEffect>
                                  </p:childTnLst>
                                </p:cTn>
                              </p:par>
                            </p:childTnLst>
                          </p:cTn>
                        </p:par>
                        <p:par>
                          <p:cTn id="28" fill="hold">
                            <p:stCondLst>
                              <p:cond delay="500"/>
                            </p:stCondLst>
                            <p:childTnLst>
                              <p:par>
                                <p:cTn id="29" presetID="9" presetClass="entr" presetSubtype="0" fill="hold" nodeType="afterEffect">
                                  <p:stCondLst>
                                    <p:cond delay="1000"/>
                                  </p:stCondLst>
                                  <p:childTnLst>
                                    <p:set>
                                      <p:cBhvr>
                                        <p:cTn id="30" dur="1" fill="hold">
                                          <p:stCondLst>
                                            <p:cond delay="0"/>
                                          </p:stCondLst>
                                        </p:cTn>
                                        <p:tgtEl>
                                          <p:spTgt spid="9225"/>
                                        </p:tgtEl>
                                        <p:attrNameLst>
                                          <p:attrName>style.visibility</p:attrName>
                                        </p:attrNameLst>
                                      </p:cBhvr>
                                      <p:to>
                                        <p:strVal val="visible"/>
                                      </p:to>
                                    </p:set>
                                    <p:animEffect transition="in" filter="dissolve">
                                      <p:cBhvr>
                                        <p:cTn id="31" dur="500"/>
                                        <p:tgtEl>
                                          <p:spTgt spid="9225"/>
                                        </p:tgtEl>
                                      </p:cBhvr>
                                    </p:animEffect>
                                  </p:childTnLst>
                                </p:cTn>
                              </p:par>
                            </p:childTnLst>
                          </p:cTn>
                        </p:par>
                        <p:par>
                          <p:cTn id="32" fill="hold">
                            <p:stCondLst>
                              <p:cond delay="2000"/>
                            </p:stCondLst>
                            <p:childTnLst>
                              <p:par>
                                <p:cTn id="33" presetID="15" presetClass="entr" presetSubtype="0" fill="hold" nodeType="afterEffect">
                                  <p:stCondLst>
                                    <p:cond delay="3000"/>
                                  </p:stCondLst>
                                  <p:childTnLst>
                                    <p:set>
                                      <p:cBhvr>
                                        <p:cTn id="34" dur="1" fill="hold">
                                          <p:stCondLst>
                                            <p:cond delay="0"/>
                                          </p:stCondLst>
                                        </p:cTn>
                                        <p:tgtEl>
                                          <p:spTgt spid="9226"/>
                                        </p:tgtEl>
                                        <p:attrNameLst>
                                          <p:attrName>style.visibility</p:attrName>
                                        </p:attrNameLst>
                                      </p:cBhvr>
                                      <p:to>
                                        <p:strVal val="visible"/>
                                      </p:to>
                                    </p:set>
                                    <p:anim calcmode="lin" valueType="num">
                                      <p:cBhvr>
                                        <p:cTn id="35" dur="1000" fill="hold"/>
                                        <p:tgtEl>
                                          <p:spTgt spid="9226"/>
                                        </p:tgtEl>
                                        <p:attrNameLst>
                                          <p:attrName>ppt_w</p:attrName>
                                        </p:attrNameLst>
                                      </p:cBhvr>
                                      <p:tavLst>
                                        <p:tav tm="0">
                                          <p:val>
                                            <p:fltVal val="0.000000"/>
                                          </p:val>
                                        </p:tav>
                                        <p:tav tm="100000">
                                          <p:val>
                                            <p:strVal val="#ppt_w"/>
                                          </p:val>
                                        </p:tav>
                                      </p:tavLst>
                                    </p:anim>
                                    <p:anim calcmode="lin" valueType="num">
                                      <p:cBhvr>
                                        <p:cTn id="36" dur="1000" fill="hold"/>
                                        <p:tgtEl>
                                          <p:spTgt spid="9226"/>
                                        </p:tgtEl>
                                        <p:attrNameLst>
                                          <p:attrName>ppt_h</p:attrName>
                                        </p:attrNameLst>
                                      </p:cBhvr>
                                      <p:tavLst>
                                        <p:tav tm="0">
                                          <p:val>
                                            <p:fltVal val="0.000000"/>
                                          </p:val>
                                        </p:tav>
                                        <p:tav tm="100000">
                                          <p:val>
                                            <p:strVal val="#ppt_h"/>
                                          </p:val>
                                        </p:tav>
                                      </p:tavLst>
                                    </p:anim>
                                    <p:anim calcmode="lin" valueType="num">
                                      <p:cBhvr>
                                        <p:cTn id="37" dur="1000" fill="hold"/>
                                        <p:tgtEl>
                                          <p:spTgt spid="9226"/>
                                        </p:tgtEl>
                                        <p:attrNameLst>
                                          <p:attrName>ppt_x</p:attrName>
                                        </p:attrNameLst>
                                      </p:cBhvr>
                                      <p:tavLst>
                                        <p:tav tm="0" fmla="#ppt_x+(cos(-2*pi*(1-$))*-#ppt_x-sin(-2*pi*(1-$))*(1-#ppt_y))*(1-$)">
                                          <p:val>
                                            <p:fltVal val="0.000000"/>
                                          </p:val>
                                        </p:tav>
                                        <p:tav tm="100000">
                                          <p:val>
                                            <p:fltVal val="1.000000"/>
                                          </p:val>
                                        </p:tav>
                                      </p:tavLst>
                                    </p:anim>
                                    <p:anim calcmode="lin" valueType="num">
                                      <p:cBhvr>
                                        <p:cTn id="38" dur="1000" fill="hold"/>
                                        <p:tgtEl>
                                          <p:spTgt spid="9226"/>
                                        </p:tgtEl>
                                        <p:attrNameLst>
                                          <p:attrName>ppt_y</p:attrName>
                                        </p:attrNameLst>
                                      </p:cBhvr>
                                      <p:tavLst>
                                        <p:tav tm="0" fmla="#ppt_y+(sin(-2*pi*(1-$))*-#ppt_x+cos(-2*pi*(1-$))*(1-#ppt_y))*(1-$)">
                                          <p:val>
                                            <p:fltVal val="0.000000"/>
                                          </p:val>
                                        </p:tav>
                                        <p:tav tm="100000">
                                          <p:val>
                                            <p:fltVal val="1.000000"/>
                                          </p:val>
                                        </p:tav>
                                      </p:tavLst>
                                    </p:anim>
                                  </p:childTnLst>
                                </p:cTn>
                              </p:par>
                            </p:childTnLst>
                          </p:cTn>
                        </p:par>
                      </p:childTnLst>
                    </p:cTn>
                  </p:par>
                  <p:par>
                    <p:cTn id="39" fill="hold">
                      <p:stCondLst>
                        <p:cond delay="indefinite"/>
                      </p:stCondLst>
                      <p:childTnLst>
                        <p:par>
                          <p:cTn id="40" fill="hold">
                            <p:stCondLst>
                              <p:cond delay="0"/>
                            </p:stCondLst>
                            <p:childTnLst>
                              <p:par>
                                <p:cTn id="41" presetID="2" presetClass="entr" presetSubtype="8" fill="hold" nodeType="clickEffect">
                                  <p:stCondLst>
                                    <p:cond delay="0"/>
                                  </p:stCondLst>
                                  <p:childTnLst>
                                    <p:set>
                                      <p:cBhvr>
                                        <p:cTn id="42" dur="1" fill="hold">
                                          <p:stCondLst>
                                            <p:cond delay="0"/>
                                          </p:stCondLst>
                                        </p:cTn>
                                        <p:tgtEl>
                                          <p:spTgt spid="9227">
                                            <p:txEl>
                                              <p:charRg st="0" end="17"/>
                                            </p:txEl>
                                          </p:spTgt>
                                        </p:tgtEl>
                                        <p:attrNameLst>
                                          <p:attrName>style.visibility</p:attrName>
                                        </p:attrNameLst>
                                      </p:cBhvr>
                                      <p:to>
                                        <p:strVal val="visible"/>
                                      </p:to>
                                    </p:set>
                                    <p:anim calcmode="lin" valueType="num">
                                      <p:cBhvr additive="base">
                                        <p:cTn id="43" dur="500" fill="hold"/>
                                        <p:tgtEl>
                                          <p:spTgt spid="9227">
                                            <p:txEl>
                                              <p:charRg st="0" end="17"/>
                                            </p:txEl>
                                          </p:spTgt>
                                        </p:tgtEl>
                                        <p:attrNameLst>
                                          <p:attrName>ppt_x</p:attrName>
                                        </p:attrNameLst>
                                      </p:cBhvr>
                                      <p:tavLst>
                                        <p:tav tm="0">
                                          <p:val>
                                            <p:strVal val="0-#ppt_w/2"/>
                                          </p:val>
                                        </p:tav>
                                        <p:tav tm="100000">
                                          <p:val>
                                            <p:strVal val="#ppt_x"/>
                                          </p:val>
                                        </p:tav>
                                      </p:tavLst>
                                    </p:anim>
                                    <p:anim calcmode="lin" valueType="num">
                                      <p:cBhvr additive="base">
                                        <p:cTn id="44" dur="500" fill="hold"/>
                                        <p:tgtEl>
                                          <p:spTgt spid="9227">
                                            <p:txEl>
                                              <p:charRg st="0" end="17"/>
                                            </p:txEl>
                                          </p:spTgt>
                                        </p:tgtEl>
                                        <p:attrNameLst>
                                          <p:attrName>ppt_y</p:attrName>
                                        </p:attrNameLst>
                                      </p:cBhvr>
                                      <p:tavLst>
                                        <p:tav tm="0">
                                          <p:val>
                                            <p:strVal val="#ppt_y"/>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2" presetClass="entr" presetSubtype="8" fill="hold" nodeType="clickEffect">
                                  <p:stCondLst>
                                    <p:cond delay="0"/>
                                  </p:stCondLst>
                                  <p:childTnLst>
                                    <p:set>
                                      <p:cBhvr>
                                        <p:cTn id="48" dur="1" fill="hold">
                                          <p:stCondLst>
                                            <p:cond delay="0"/>
                                          </p:stCondLst>
                                        </p:cTn>
                                        <p:tgtEl>
                                          <p:spTgt spid="9227">
                                            <p:txEl>
                                              <p:charRg st="17" end="38"/>
                                            </p:txEl>
                                          </p:spTgt>
                                        </p:tgtEl>
                                        <p:attrNameLst>
                                          <p:attrName>style.visibility</p:attrName>
                                        </p:attrNameLst>
                                      </p:cBhvr>
                                      <p:to>
                                        <p:strVal val="visible"/>
                                      </p:to>
                                    </p:set>
                                    <p:anim calcmode="lin" valueType="num">
                                      <p:cBhvr additive="base">
                                        <p:cTn id="49" dur="500" fill="hold"/>
                                        <p:tgtEl>
                                          <p:spTgt spid="9227">
                                            <p:txEl>
                                              <p:charRg st="17" end="38"/>
                                            </p:txEl>
                                          </p:spTgt>
                                        </p:tgtEl>
                                        <p:attrNameLst>
                                          <p:attrName>ppt_x</p:attrName>
                                        </p:attrNameLst>
                                      </p:cBhvr>
                                      <p:tavLst>
                                        <p:tav tm="0">
                                          <p:val>
                                            <p:strVal val="0-#ppt_w/2"/>
                                          </p:val>
                                        </p:tav>
                                        <p:tav tm="100000">
                                          <p:val>
                                            <p:strVal val="#ppt_x"/>
                                          </p:val>
                                        </p:tav>
                                      </p:tavLst>
                                    </p:anim>
                                    <p:anim calcmode="lin" valueType="num">
                                      <p:cBhvr additive="base">
                                        <p:cTn id="50" dur="500" fill="hold"/>
                                        <p:tgtEl>
                                          <p:spTgt spid="9227">
                                            <p:txEl>
                                              <p:charRg st="17" end="38"/>
                                            </p:txEl>
                                          </p:spTgt>
                                        </p:tgtEl>
                                        <p:attrNameLst>
                                          <p:attrName>ppt_y</p:attrName>
                                        </p:attrNameLst>
                                      </p:cBhvr>
                                      <p:tavLst>
                                        <p:tav tm="0">
                                          <p:val>
                                            <p:strVal val="#ppt_y"/>
                                          </p:val>
                                        </p:tav>
                                        <p:tav tm="100000">
                                          <p:val>
                                            <p:strVal val="#ppt_y"/>
                                          </p:val>
                                        </p:tav>
                                      </p:tavLst>
                                    </p:anim>
                                  </p:childTnLst>
                                </p:cTn>
                              </p:par>
                            </p:childTnLst>
                          </p:cTn>
                        </p:par>
                      </p:childTnLst>
                    </p:cTn>
                  </p:par>
                  <p:par>
                    <p:cTn id="51" fill="hold">
                      <p:stCondLst>
                        <p:cond delay="indefinite"/>
                      </p:stCondLst>
                      <p:childTnLst>
                        <p:par>
                          <p:cTn id="52" fill="hold">
                            <p:stCondLst>
                              <p:cond delay="0"/>
                            </p:stCondLst>
                            <p:childTnLst>
                              <p:par>
                                <p:cTn id="53" presetID="2" presetClass="entr" presetSubtype="8" fill="hold" nodeType="clickEffect">
                                  <p:stCondLst>
                                    <p:cond delay="0"/>
                                  </p:stCondLst>
                                  <p:childTnLst>
                                    <p:set>
                                      <p:cBhvr>
                                        <p:cTn id="54" dur="1" fill="hold">
                                          <p:stCondLst>
                                            <p:cond delay="0"/>
                                          </p:stCondLst>
                                        </p:cTn>
                                        <p:tgtEl>
                                          <p:spTgt spid="9227">
                                            <p:txEl>
                                              <p:charRg st="38" end="54"/>
                                            </p:txEl>
                                          </p:spTgt>
                                        </p:tgtEl>
                                        <p:attrNameLst>
                                          <p:attrName>style.visibility</p:attrName>
                                        </p:attrNameLst>
                                      </p:cBhvr>
                                      <p:to>
                                        <p:strVal val="visible"/>
                                      </p:to>
                                    </p:set>
                                    <p:anim calcmode="lin" valueType="num">
                                      <p:cBhvr additive="base">
                                        <p:cTn id="55" dur="500" fill="hold"/>
                                        <p:tgtEl>
                                          <p:spTgt spid="9227">
                                            <p:txEl>
                                              <p:charRg st="38" end="54"/>
                                            </p:txEl>
                                          </p:spTgt>
                                        </p:tgtEl>
                                        <p:attrNameLst>
                                          <p:attrName>ppt_x</p:attrName>
                                        </p:attrNameLst>
                                      </p:cBhvr>
                                      <p:tavLst>
                                        <p:tav tm="0">
                                          <p:val>
                                            <p:strVal val="0-#ppt_w/2"/>
                                          </p:val>
                                        </p:tav>
                                        <p:tav tm="100000">
                                          <p:val>
                                            <p:strVal val="#ppt_x"/>
                                          </p:val>
                                        </p:tav>
                                      </p:tavLst>
                                    </p:anim>
                                    <p:anim calcmode="lin" valueType="num">
                                      <p:cBhvr additive="base">
                                        <p:cTn id="56" dur="500" fill="hold"/>
                                        <p:tgtEl>
                                          <p:spTgt spid="9227">
                                            <p:txEl>
                                              <p:charRg st="38" end="54"/>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220" grpId="0"/>
      <p:bldP spid="9221" grpId="0"/>
      <p:bldP spid="9222" grpId="0"/>
      <p:bldP spid="9224" grpId="0" bldLvl="0" animBg="1"/>
      <p:bldP spid="9225" grpId="0"/>
      <p:bldP spid="9226" grpId="0"/>
      <p:bldP spid="9227" grpId="0" build="p"/>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242" name="Rectangle 2"/>
          <p:cNvSpPr>
            <a:spLocks noGrp="1"/>
          </p:cNvSpPr>
          <p:nvPr>
            <p:ph type="title"/>
          </p:nvPr>
        </p:nvSpPr>
        <p:spPr>
          <a:xfrm>
            <a:off x="468313" y="909638"/>
            <a:ext cx="7772400" cy="838200"/>
          </a:xfrm>
          <a:ln/>
        </p:spPr>
        <p:txBody>
          <a:bodyPr vert="horz" wrap="square" lIns="91440" tIns="45720" rIns="91440" bIns="45720" anchor="ctr" anchorCtr="0"/>
          <a:p>
            <a:pPr algn="l" eaLnBrk="1" hangingPunct="1"/>
            <a:r>
              <a:rPr lang="zh-CN" altLang="en-US" dirty="0"/>
              <a:t>补码定点加减法</a:t>
            </a:r>
            <a:endParaRPr lang="zh-CN" altLang="en-US" dirty="0"/>
          </a:p>
        </p:txBody>
      </p:sp>
      <p:sp>
        <p:nvSpPr>
          <p:cNvPr id="10243" name="Rectangle 3"/>
          <p:cNvSpPr>
            <a:spLocks noGrp="1"/>
          </p:cNvSpPr>
          <p:nvPr>
            <p:ph type="body"/>
          </p:nvPr>
        </p:nvSpPr>
        <p:spPr>
          <a:xfrm>
            <a:off x="323850" y="1981200"/>
            <a:ext cx="8286750" cy="4038600"/>
          </a:xfrm>
          <a:ln/>
        </p:spPr>
        <p:txBody>
          <a:bodyPr vert="horz" wrap="square" lIns="91440" tIns="45720" rIns="91440" bIns="45720" anchor="t" anchorCtr="0"/>
          <a:p>
            <a:pPr eaLnBrk="1" hangingPunct="1"/>
            <a:r>
              <a:rPr lang="zh-CN" altLang="en-US" b="1" dirty="0">
                <a:solidFill>
                  <a:srgbClr val="0000FF"/>
                </a:solidFill>
                <a:ea typeface="楷体_GB2312" pitchFamily="1" charset="-122"/>
              </a:rPr>
              <a:t>例:  </a:t>
            </a:r>
            <a:r>
              <a:rPr lang="zh-CN" altLang="en-US" b="1" dirty="0">
                <a:solidFill>
                  <a:srgbClr val="0000FF"/>
                </a:solidFill>
              </a:rPr>
              <a:t>X= - 0.1011 ，Y= - 0.0110，求 X－Y=？</a:t>
            </a:r>
            <a:endParaRPr lang="zh-CN" altLang="en-US" b="1" dirty="0">
              <a:solidFill>
                <a:srgbClr val="0000FF"/>
              </a:solidFill>
            </a:endParaRPr>
          </a:p>
          <a:p>
            <a:pPr eaLnBrk="1" hangingPunct="1">
              <a:buNone/>
            </a:pPr>
            <a:r>
              <a:rPr lang="zh-CN" altLang="en-US" b="1" dirty="0">
                <a:solidFill>
                  <a:schemeClr val="tx1"/>
                </a:solidFill>
                <a:ea typeface="楷体_GB2312" pitchFamily="1" charset="-122"/>
              </a:rPr>
              <a:t>   解:</a:t>
            </a:r>
            <a:endParaRPr lang="zh-CN" altLang="en-US" b="1" dirty="0">
              <a:solidFill>
                <a:schemeClr val="tx1"/>
              </a:solidFill>
            </a:endParaRPr>
          </a:p>
        </p:txBody>
      </p:sp>
      <p:sp>
        <p:nvSpPr>
          <p:cNvPr id="10244" name="Text Box 4"/>
          <p:cNvSpPr txBox="1"/>
          <p:nvPr/>
        </p:nvSpPr>
        <p:spPr>
          <a:xfrm>
            <a:off x="2895600" y="3352800"/>
            <a:ext cx="4419600" cy="517525"/>
          </a:xfrm>
          <a:prstGeom prst="rect">
            <a:avLst/>
          </a:prstGeom>
          <a:noFill/>
          <a:ln w="9525">
            <a:noFill/>
          </a:ln>
        </p:spPr>
        <p:txBody>
          <a:bodyPr>
            <a:spAutoFit/>
          </a:bodyPr>
          <a:lstStyle>
            <a:lvl1pPr marL="342900" indent="-342900" algn="l" rtl="0" eaLnBrk="0" fontAlgn="base" hangingPunct="0">
              <a:spcBef>
                <a:spcPct val="20000"/>
              </a:spcBef>
              <a:spcAft>
                <a:spcPct val="0"/>
              </a:spcAft>
              <a:buChar char="•"/>
              <a:defRPr sz="3200">
                <a:solidFill>
                  <a:srgbClr val="666699"/>
                </a:solidFill>
                <a:latin typeface="+mn-lt"/>
                <a:ea typeface="+mn-ea"/>
                <a:cs typeface="+mn-cs"/>
              </a:defRPr>
            </a:lvl1pPr>
            <a:lvl2pPr marL="742950" indent="-285750" algn="l" rtl="0" eaLnBrk="0" fontAlgn="base" hangingPunct="0">
              <a:spcBef>
                <a:spcPct val="20000"/>
              </a:spcBef>
              <a:spcAft>
                <a:spcPct val="0"/>
              </a:spcAft>
              <a:buChar char="–"/>
              <a:defRPr sz="2800">
                <a:solidFill>
                  <a:srgbClr val="666699"/>
                </a:solidFill>
                <a:latin typeface="+mn-lt"/>
                <a:ea typeface="+mn-ea"/>
              </a:defRPr>
            </a:lvl2pPr>
            <a:lvl3pPr marL="1143000" indent="-228600" algn="l" rtl="0" eaLnBrk="0" fontAlgn="base" hangingPunct="0">
              <a:spcBef>
                <a:spcPct val="20000"/>
              </a:spcBef>
              <a:spcAft>
                <a:spcPct val="0"/>
              </a:spcAft>
              <a:buChar char="•"/>
              <a:defRPr sz="2400">
                <a:solidFill>
                  <a:srgbClr val="666699"/>
                </a:solidFill>
                <a:latin typeface="+mn-lt"/>
                <a:ea typeface="+mn-ea"/>
              </a:defRPr>
            </a:lvl3pPr>
            <a:lvl4pPr marL="1600200" indent="-228600" algn="l" rtl="0" eaLnBrk="0" fontAlgn="base" hangingPunct="0">
              <a:spcBef>
                <a:spcPct val="20000"/>
              </a:spcBef>
              <a:spcAft>
                <a:spcPct val="0"/>
              </a:spcAft>
              <a:buChar char="–"/>
              <a:defRPr sz="2000">
                <a:solidFill>
                  <a:srgbClr val="666699"/>
                </a:solidFill>
                <a:latin typeface="+mn-lt"/>
                <a:ea typeface="+mn-ea"/>
              </a:defRPr>
            </a:lvl4pPr>
            <a:lvl5pPr marL="2057400" indent="-228600" algn="l" rtl="0" eaLnBrk="0" fontAlgn="base" hangingPunct="0">
              <a:spcBef>
                <a:spcPct val="20000"/>
              </a:spcBef>
              <a:spcAft>
                <a:spcPct val="0"/>
              </a:spcAft>
              <a:buChar char="»"/>
              <a:defRPr sz="2000">
                <a:solidFill>
                  <a:srgbClr val="666699"/>
                </a:solidFill>
                <a:latin typeface="+mn-lt"/>
                <a:ea typeface="+mn-ea"/>
              </a:defRPr>
            </a:lvl5pPr>
          </a:lstStyle>
          <a:p>
            <a:pPr marL="0" lvl="0" indent="0" eaLnBrk="1" hangingPunct="1">
              <a:spcBef>
                <a:spcPct val="50000"/>
              </a:spcBef>
              <a:buNone/>
            </a:pPr>
            <a:r>
              <a:rPr lang="zh-CN" altLang="en-US" sz="2400" b="1" dirty="0">
                <a:solidFill>
                  <a:schemeClr val="tx1"/>
                </a:solidFill>
                <a:latin typeface="Tahoma" panose="020B0604030504040204" pitchFamily="34" charset="0"/>
              </a:rPr>
              <a:t>[X]</a:t>
            </a:r>
            <a:r>
              <a:rPr lang="zh-CN" altLang="en-US" sz="2400" b="1" baseline="-25000" dirty="0">
                <a:solidFill>
                  <a:schemeClr val="tx1"/>
                </a:solidFill>
                <a:latin typeface="Tahoma" panose="020B0604030504040204" pitchFamily="34" charset="0"/>
              </a:rPr>
              <a:t>补</a:t>
            </a:r>
            <a:r>
              <a:rPr lang="zh-CN" altLang="en-US" sz="2400" b="1" dirty="0">
                <a:solidFill>
                  <a:schemeClr val="tx1"/>
                </a:solidFill>
                <a:latin typeface="Tahoma" panose="020B0604030504040204" pitchFamily="34" charset="0"/>
              </a:rPr>
              <a:t>=</a:t>
            </a:r>
            <a:r>
              <a:rPr lang="zh-CN" altLang="en-US" sz="2400" b="1" dirty="0">
                <a:solidFill>
                  <a:schemeClr val="tx1"/>
                </a:solidFill>
                <a:latin typeface="Tahoma" panose="020B0604030504040204" pitchFamily="34" charset="0"/>
                <a:sym typeface="Arial" panose="020B0604020202020204" pitchFamily="34" charset="0"/>
              </a:rPr>
              <a:t>1. 0 1 0 1</a:t>
            </a:r>
            <a:endParaRPr lang="zh-CN" altLang="en-US" sz="2400" b="1" dirty="0">
              <a:solidFill>
                <a:schemeClr val="tx1"/>
              </a:solidFill>
              <a:latin typeface="Tahoma" panose="020B0604030504040204" pitchFamily="34" charset="0"/>
              <a:sym typeface="Arial" panose="020B0604020202020204" pitchFamily="34" charset="0"/>
            </a:endParaRPr>
          </a:p>
        </p:txBody>
      </p:sp>
      <p:sp>
        <p:nvSpPr>
          <p:cNvPr id="10245" name="Text Box 5"/>
          <p:cNvSpPr txBox="1"/>
          <p:nvPr/>
        </p:nvSpPr>
        <p:spPr>
          <a:xfrm>
            <a:off x="2771775" y="3933825"/>
            <a:ext cx="2895600" cy="517525"/>
          </a:xfrm>
          <a:prstGeom prst="rect">
            <a:avLst/>
          </a:prstGeom>
          <a:noFill/>
          <a:ln w="9525">
            <a:noFill/>
          </a:ln>
        </p:spPr>
        <p:txBody>
          <a:bodyPr>
            <a:spAutoFit/>
          </a:bodyPr>
          <a:lstStyle>
            <a:lvl1pPr marL="342900" indent="-342900" algn="l" rtl="0" eaLnBrk="0" fontAlgn="base" hangingPunct="0">
              <a:spcBef>
                <a:spcPct val="20000"/>
              </a:spcBef>
              <a:spcAft>
                <a:spcPct val="0"/>
              </a:spcAft>
              <a:buChar char="•"/>
              <a:defRPr sz="3200">
                <a:solidFill>
                  <a:srgbClr val="666699"/>
                </a:solidFill>
                <a:latin typeface="+mn-lt"/>
                <a:ea typeface="+mn-ea"/>
                <a:cs typeface="+mn-cs"/>
              </a:defRPr>
            </a:lvl1pPr>
            <a:lvl2pPr marL="742950" indent="-285750" algn="l" rtl="0" eaLnBrk="0" fontAlgn="base" hangingPunct="0">
              <a:spcBef>
                <a:spcPct val="20000"/>
              </a:spcBef>
              <a:spcAft>
                <a:spcPct val="0"/>
              </a:spcAft>
              <a:buChar char="–"/>
              <a:defRPr sz="2800">
                <a:solidFill>
                  <a:srgbClr val="666699"/>
                </a:solidFill>
                <a:latin typeface="+mn-lt"/>
                <a:ea typeface="+mn-ea"/>
              </a:defRPr>
            </a:lvl2pPr>
            <a:lvl3pPr marL="1143000" indent="-228600" algn="l" rtl="0" eaLnBrk="0" fontAlgn="base" hangingPunct="0">
              <a:spcBef>
                <a:spcPct val="20000"/>
              </a:spcBef>
              <a:spcAft>
                <a:spcPct val="0"/>
              </a:spcAft>
              <a:buChar char="•"/>
              <a:defRPr sz="2400">
                <a:solidFill>
                  <a:srgbClr val="666699"/>
                </a:solidFill>
                <a:latin typeface="+mn-lt"/>
                <a:ea typeface="+mn-ea"/>
              </a:defRPr>
            </a:lvl3pPr>
            <a:lvl4pPr marL="1600200" indent="-228600" algn="l" rtl="0" eaLnBrk="0" fontAlgn="base" hangingPunct="0">
              <a:spcBef>
                <a:spcPct val="20000"/>
              </a:spcBef>
              <a:spcAft>
                <a:spcPct val="0"/>
              </a:spcAft>
              <a:buChar char="–"/>
              <a:defRPr sz="2000">
                <a:solidFill>
                  <a:srgbClr val="666699"/>
                </a:solidFill>
                <a:latin typeface="+mn-lt"/>
                <a:ea typeface="+mn-ea"/>
              </a:defRPr>
            </a:lvl4pPr>
            <a:lvl5pPr marL="2057400" indent="-228600" algn="l" rtl="0" eaLnBrk="0" fontAlgn="base" hangingPunct="0">
              <a:spcBef>
                <a:spcPct val="20000"/>
              </a:spcBef>
              <a:spcAft>
                <a:spcPct val="0"/>
              </a:spcAft>
              <a:buChar char="»"/>
              <a:defRPr sz="2000">
                <a:solidFill>
                  <a:srgbClr val="666699"/>
                </a:solidFill>
                <a:latin typeface="+mn-lt"/>
                <a:ea typeface="+mn-ea"/>
              </a:defRPr>
            </a:lvl5pPr>
          </a:lstStyle>
          <a:p>
            <a:pPr marL="0" lvl="0" indent="0" eaLnBrk="1" hangingPunct="1">
              <a:spcBef>
                <a:spcPct val="50000"/>
              </a:spcBef>
              <a:buNone/>
            </a:pPr>
            <a:r>
              <a:rPr lang="zh-CN" altLang="en-US" sz="2400" b="1" dirty="0">
                <a:solidFill>
                  <a:schemeClr val="tx1"/>
                </a:solidFill>
                <a:latin typeface="Tahoma" panose="020B0604030504040204" pitchFamily="34" charset="0"/>
              </a:rPr>
              <a:t>[-Y]</a:t>
            </a:r>
            <a:r>
              <a:rPr lang="zh-CN" altLang="en-US" sz="2400" b="1" baseline="-25000" dirty="0">
                <a:solidFill>
                  <a:schemeClr val="tx1"/>
                </a:solidFill>
                <a:latin typeface="Tahoma" panose="020B0604030504040204" pitchFamily="34" charset="0"/>
              </a:rPr>
              <a:t>补</a:t>
            </a:r>
            <a:r>
              <a:rPr lang="zh-CN" altLang="en-US" sz="2400" b="1" dirty="0">
                <a:solidFill>
                  <a:schemeClr val="tx1"/>
                </a:solidFill>
                <a:latin typeface="Tahoma" panose="020B0604030504040204" pitchFamily="34" charset="0"/>
              </a:rPr>
              <a:t>=</a:t>
            </a:r>
            <a:r>
              <a:rPr lang="zh-CN" altLang="en-US" sz="2400" b="1" dirty="0">
                <a:solidFill>
                  <a:schemeClr val="tx1"/>
                </a:solidFill>
                <a:latin typeface="Tahoma" panose="020B0604030504040204" pitchFamily="34" charset="0"/>
                <a:sym typeface="Arial" panose="020B0604020202020204" pitchFamily="34" charset="0"/>
              </a:rPr>
              <a:t>0. 0 1 1 0</a:t>
            </a:r>
            <a:endParaRPr lang="zh-CN" altLang="en-US" sz="2400" b="1" dirty="0">
              <a:solidFill>
                <a:schemeClr val="tx1"/>
              </a:solidFill>
              <a:latin typeface="Tahoma" panose="020B0604030504040204" pitchFamily="34" charset="0"/>
              <a:sym typeface="Arial" panose="020B0604020202020204" pitchFamily="34" charset="0"/>
            </a:endParaRPr>
          </a:p>
        </p:txBody>
      </p:sp>
      <p:sp>
        <p:nvSpPr>
          <p:cNvPr id="10246" name="Text Box 6"/>
          <p:cNvSpPr txBox="1"/>
          <p:nvPr/>
        </p:nvSpPr>
        <p:spPr>
          <a:xfrm>
            <a:off x="1905000" y="3810000"/>
            <a:ext cx="457200" cy="457200"/>
          </a:xfrm>
          <a:prstGeom prst="rect">
            <a:avLst/>
          </a:prstGeom>
          <a:noFill/>
          <a:ln w="9525">
            <a:noFill/>
          </a:ln>
        </p:spPr>
        <p:txBody>
          <a:bodyPr>
            <a:spAutoFit/>
          </a:bodyPr>
          <a:lstStyle>
            <a:lvl1pPr marL="342900" indent="-342900" algn="l" rtl="0" eaLnBrk="0" fontAlgn="base" hangingPunct="0">
              <a:spcBef>
                <a:spcPct val="20000"/>
              </a:spcBef>
              <a:spcAft>
                <a:spcPct val="0"/>
              </a:spcAft>
              <a:buChar char="•"/>
              <a:defRPr sz="3200">
                <a:solidFill>
                  <a:srgbClr val="666699"/>
                </a:solidFill>
                <a:latin typeface="+mn-lt"/>
                <a:ea typeface="+mn-ea"/>
                <a:cs typeface="+mn-cs"/>
              </a:defRPr>
            </a:lvl1pPr>
            <a:lvl2pPr marL="742950" indent="-285750" algn="l" rtl="0" eaLnBrk="0" fontAlgn="base" hangingPunct="0">
              <a:spcBef>
                <a:spcPct val="20000"/>
              </a:spcBef>
              <a:spcAft>
                <a:spcPct val="0"/>
              </a:spcAft>
              <a:buChar char="–"/>
              <a:defRPr sz="2800">
                <a:solidFill>
                  <a:srgbClr val="666699"/>
                </a:solidFill>
                <a:latin typeface="+mn-lt"/>
                <a:ea typeface="+mn-ea"/>
              </a:defRPr>
            </a:lvl2pPr>
            <a:lvl3pPr marL="1143000" indent="-228600" algn="l" rtl="0" eaLnBrk="0" fontAlgn="base" hangingPunct="0">
              <a:spcBef>
                <a:spcPct val="20000"/>
              </a:spcBef>
              <a:spcAft>
                <a:spcPct val="0"/>
              </a:spcAft>
              <a:buChar char="•"/>
              <a:defRPr sz="2400">
                <a:solidFill>
                  <a:srgbClr val="666699"/>
                </a:solidFill>
                <a:latin typeface="+mn-lt"/>
                <a:ea typeface="+mn-ea"/>
              </a:defRPr>
            </a:lvl3pPr>
            <a:lvl4pPr marL="1600200" indent="-228600" algn="l" rtl="0" eaLnBrk="0" fontAlgn="base" hangingPunct="0">
              <a:spcBef>
                <a:spcPct val="20000"/>
              </a:spcBef>
              <a:spcAft>
                <a:spcPct val="0"/>
              </a:spcAft>
              <a:buChar char="–"/>
              <a:defRPr sz="2000">
                <a:solidFill>
                  <a:srgbClr val="666699"/>
                </a:solidFill>
                <a:latin typeface="+mn-lt"/>
                <a:ea typeface="+mn-ea"/>
              </a:defRPr>
            </a:lvl4pPr>
            <a:lvl5pPr marL="2057400" indent="-228600" algn="l" rtl="0" eaLnBrk="0" fontAlgn="base" hangingPunct="0">
              <a:spcBef>
                <a:spcPct val="20000"/>
              </a:spcBef>
              <a:spcAft>
                <a:spcPct val="0"/>
              </a:spcAft>
              <a:buChar char="»"/>
              <a:defRPr sz="2000">
                <a:solidFill>
                  <a:srgbClr val="666699"/>
                </a:solidFill>
                <a:latin typeface="+mn-lt"/>
                <a:ea typeface="+mn-ea"/>
              </a:defRPr>
            </a:lvl5pPr>
          </a:lstStyle>
          <a:p>
            <a:pPr marL="0" lvl="0" indent="0" eaLnBrk="1" hangingPunct="1">
              <a:spcBef>
                <a:spcPct val="50000"/>
              </a:spcBef>
              <a:buNone/>
            </a:pPr>
            <a:r>
              <a:rPr lang="zh-CN" altLang="en-US" sz="2400" b="1" dirty="0">
                <a:solidFill>
                  <a:schemeClr val="tx1"/>
                </a:solidFill>
                <a:latin typeface="Tahoma" panose="020B0604030504040204" pitchFamily="34" charset="0"/>
              </a:rPr>
              <a:t>+</a:t>
            </a:r>
            <a:endParaRPr lang="zh-CN" altLang="en-US" sz="2400" b="1" dirty="0">
              <a:solidFill>
                <a:schemeClr val="tx1"/>
              </a:solidFill>
              <a:latin typeface="Tahoma" panose="020B0604030504040204" pitchFamily="34" charset="0"/>
            </a:endParaRPr>
          </a:p>
        </p:txBody>
      </p:sp>
      <p:sp>
        <p:nvSpPr>
          <p:cNvPr id="10247" name="Line 7"/>
          <p:cNvSpPr/>
          <p:nvPr/>
        </p:nvSpPr>
        <p:spPr>
          <a:xfrm>
            <a:off x="990600" y="4419600"/>
            <a:ext cx="5562600" cy="0"/>
          </a:xfrm>
          <a:prstGeom prst="line">
            <a:avLst/>
          </a:prstGeom>
          <a:ln w="9525" cap="flat" cmpd="sng">
            <a:solidFill>
              <a:schemeClr val="tx1"/>
            </a:solidFill>
            <a:prstDash val="solid"/>
            <a:headEnd type="none" w="med" len="med"/>
            <a:tailEnd type="none" w="med" len="med"/>
          </a:ln>
        </p:spPr>
      </p:sp>
      <p:sp>
        <p:nvSpPr>
          <p:cNvPr id="10248" name="Text Box 8"/>
          <p:cNvSpPr txBox="1"/>
          <p:nvPr/>
        </p:nvSpPr>
        <p:spPr>
          <a:xfrm>
            <a:off x="3582988" y="4495800"/>
            <a:ext cx="1998662" cy="457200"/>
          </a:xfrm>
          <a:prstGeom prst="rect">
            <a:avLst/>
          </a:prstGeom>
          <a:noFill/>
          <a:ln w="9525">
            <a:noFill/>
          </a:ln>
        </p:spPr>
        <p:txBody>
          <a:bodyPr>
            <a:spAutoFit/>
          </a:bodyPr>
          <a:lstStyle>
            <a:lvl1pPr marL="342900" indent="-342900" algn="l" rtl="0" eaLnBrk="0" fontAlgn="base" hangingPunct="0">
              <a:spcBef>
                <a:spcPct val="20000"/>
              </a:spcBef>
              <a:spcAft>
                <a:spcPct val="0"/>
              </a:spcAft>
              <a:buChar char="•"/>
              <a:defRPr sz="3200">
                <a:solidFill>
                  <a:srgbClr val="666699"/>
                </a:solidFill>
                <a:latin typeface="+mn-lt"/>
                <a:ea typeface="+mn-ea"/>
                <a:cs typeface="+mn-cs"/>
              </a:defRPr>
            </a:lvl1pPr>
            <a:lvl2pPr marL="742950" indent="-285750" algn="l" rtl="0" eaLnBrk="0" fontAlgn="base" hangingPunct="0">
              <a:spcBef>
                <a:spcPct val="20000"/>
              </a:spcBef>
              <a:spcAft>
                <a:spcPct val="0"/>
              </a:spcAft>
              <a:buChar char="–"/>
              <a:defRPr sz="2800">
                <a:solidFill>
                  <a:srgbClr val="666699"/>
                </a:solidFill>
                <a:latin typeface="+mn-lt"/>
                <a:ea typeface="+mn-ea"/>
              </a:defRPr>
            </a:lvl2pPr>
            <a:lvl3pPr marL="1143000" indent="-228600" algn="l" rtl="0" eaLnBrk="0" fontAlgn="base" hangingPunct="0">
              <a:spcBef>
                <a:spcPct val="20000"/>
              </a:spcBef>
              <a:spcAft>
                <a:spcPct val="0"/>
              </a:spcAft>
              <a:buChar char="•"/>
              <a:defRPr sz="2400">
                <a:solidFill>
                  <a:srgbClr val="666699"/>
                </a:solidFill>
                <a:latin typeface="+mn-lt"/>
                <a:ea typeface="+mn-ea"/>
              </a:defRPr>
            </a:lvl3pPr>
            <a:lvl4pPr marL="1600200" indent="-228600" algn="l" rtl="0" eaLnBrk="0" fontAlgn="base" hangingPunct="0">
              <a:spcBef>
                <a:spcPct val="20000"/>
              </a:spcBef>
              <a:spcAft>
                <a:spcPct val="0"/>
              </a:spcAft>
              <a:buChar char="–"/>
              <a:defRPr sz="2000">
                <a:solidFill>
                  <a:srgbClr val="666699"/>
                </a:solidFill>
                <a:latin typeface="+mn-lt"/>
                <a:ea typeface="+mn-ea"/>
              </a:defRPr>
            </a:lvl4pPr>
            <a:lvl5pPr marL="2057400" indent="-228600" algn="l" rtl="0" eaLnBrk="0" fontAlgn="base" hangingPunct="0">
              <a:spcBef>
                <a:spcPct val="20000"/>
              </a:spcBef>
              <a:spcAft>
                <a:spcPct val="0"/>
              </a:spcAft>
              <a:buChar char="»"/>
              <a:defRPr sz="2000">
                <a:solidFill>
                  <a:srgbClr val="666699"/>
                </a:solidFill>
                <a:latin typeface="+mn-lt"/>
                <a:ea typeface="+mn-ea"/>
              </a:defRPr>
            </a:lvl5pPr>
          </a:lstStyle>
          <a:p>
            <a:pPr marL="0" lvl="0" indent="0" eaLnBrk="1" hangingPunct="1">
              <a:spcBef>
                <a:spcPct val="50000"/>
              </a:spcBef>
              <a:buNone/>
            </a:pPr>
            <a:r>
              <a:rPr lang="zh-CN" altLang="en-US" sz="2400" b="1" dirty="0">
                <a:solidFill>
                  <a:schemeClr val="tx1"/>
                </a:solidFill>
                <a:latin typeface="Tahoma" panose="020B0604030504040204" pitchFamily="34" charset="0"/>
              </a:rPr>
              <a:t>   </a:t>
            </a:r>
            <a:r>
              <a:rPr lang="zh-CN" altLang="en-US" sz="2400" b="1" dirty="0">
                <a:solidFill>
                  <a:schemeClr val="tx1"/>
                </a:solidFill>
                <a:latin typeface="Tahoma" panose="020B0604030504040204" pitchFamily="34" charset="0"/>
                <a:sym typeface="Arial" panose="020B0604020202020204" pitchFamily="34" charset="0"/>
              </a:rPr>
              <a:t>1. 1 0 1 1  </a:t>
            </a:r>
            <a:endParaRPr lang="zh-CN" altLang="en-US" sz="2400" b="1" dirty="0">
              <a:solidFill>
                <a:schemeClr val="tx1"/>
              </a:solidFill>
              <a:latin typeface="Tahoma" panose="020B0604030504040204" pitchFamily="34" charset="0"/>
              <a:sym typeface="Arial" panose="020B0604020202020204" pitchFamily="34" charset="0"/>
            </a:endParaRPr>
          </a:p>
        </p:txBody>
      </p:sp>
      <p:sp>
        <p:nvSpPr>
          <p:cNvPr id="10249" name="Text Box 9"/>
          <p:cNvSpPr txBox="1"/>
          <p:nvPr/>
        </p:nvSpPr>
        <p:spPr>
          <a:xfrm>
            <a:off x="1116013" y="5229225"/>
            <a:ext cx="4800600" cy="1006475"/>
          </a:xfrm>
          <a:prstGeom prst="rect">
            <a:avLst/>
          </a:prstGeom>
          <a:noFill/>
          <a:ln w="9525">
            <a:noFill/>
          </a:ln>
        </p:spPr>
        <p:txBody>
          <a:bodyPr>
            <a:spAutoFit/>
          </a:bodyPr>
          <a:lstStyle>
            <a:lvl1pPr marL="342900" indent="-342900" algn="l" rtl="0" eaLnBrk="0" fontAlgn="base" hangingPunct="0">
              <a:spcBef>
                <a:spcPct val="20000"/>
              </a:spcBef>
              <a:spcAft>
                <a:spcPct val="0"/>
              </a:spcAft>
              <a:buChar char="•"/>
              <a:defRPr sz="3200">
                <a:solidFill>
                  <a:srgbClr val="666699"/>
                </a:solidFill>
                <a:latin typeface="+mn-lt"/>
                <a:ea typeface="+mn-ea"/>
                <a:cs typeface="+mn-cs"/>
              </a:defRPr>
            </a:lvl1pPr>
            <a:lvl2pPr marL="742950" indent="-285750" algn="l" rtl="0" eaLnBrk="0" fontAlgn="base" hangingPunct="0">
              <a:spcBef>
                <a:spcPct val="20000"/>
              </a:spcBef>
              <a:spcAft>
                <a:spcPct val="0"/>
              </a:spcAft>
              <a:buChar char="–"/>
              <a:defRPr sz="2800">
                <a:solidFill>
                  <a:srgbClr val="666699"/>
                </a:solidFill>
                <a:latin typeface="+mn-lt"/>
                <a:ea typeface="+mn-ea"/>
              </a:defRPr>
            </a:lvl2pPr>
            <a:lvl3pPr marL="1143000" indent="-228600" algn="l" rtl="0" eaLnBrk="0" fontAlgn="base" hangingPunct="0">
              <a:spcBef>
                <a:spcPct val="20000"/>
              </a:spcBef>
              <a:spcAft>
                <a:spcPct val="0"/>
              </a:spcAft>
              <a:buChar char="•"/>
              <a:defRPr sz="2400">
                <a:solidFill>
                  <a:srgbClr val="666699"/>
                </a:solidFill>
                <a:latin typeface="+mn-lt"/>
                <a:ea typeface="+mn-ea"/>
              </a:defRPr>
            </a:lvl3pPr>
            <a:lvl4pPr marL="1600200" indent="-228600" algn="l" rtl="0" eaLnBrk="0" fontAlgn="base" hangingPunct="0">
              <a:spcBef>
                <a:spcPct val="20000"/>
              </a:spcBef>
              <a:spcAft>
                <a:spcPct val="0"/>
              </a:spcAft>
              <a:buChar char="–"/>
              <a:defRPr sz="2000">
                <a:solidFill>
                  <a:srgbClr val="666699"/>
                </a:solidFill>
                <a:latin typeface="+mn-lt"/>
                <a:ea typeface="+mn-ea"/>
              </a:defRPr>
            </a:lvl4pPr>
            <a:lvl5pPr marL="2057400" indent="-228600" algn="l" rtl="0" eaLnBrk="0" fontAlgn="base" hangingPunct="0">
              <a:spcBef>
                <a:spcPct val="20000"/>
              </a:spcBef>
              <a:spcAft>
                <a:spcPct val="0"/>
              </a:spcAft>
              <a:buChar char="»"/>
              <a:defRPr sz="2000">
                <a:solidFill>
                  <a:srgbClr val="666699"/>
                </a:solidFill>
                <a:latin typeface="+mn-lt"/>
                <a:ea typeface="+mn-ea"/>
              </a:defRPr>
            </a:lvl5pPr>
          </a:lstStyle>
          <a:p>
            <a:pPr marL="0" lvl="0" indent="0" eaLnBrk="1" hangingPunct="1">
              <a:spcBef>
                <a:spcPct val="50000"/>
              </a:spcBef>
              <a:buNone/>
            </a:pPr>
            <a:r>
              <a:rPr lang="zh-CN" altLang="en-US" sz="2400" b="1" dirty="0">
                <a:solidFill>
                  <a:schemeClr val="tx1"/>
                </a:solidFill>
                <a:latin typeface="Tahoma" panose="020B0604030504040204" pitchFamily="34" charset="0"/>
              </a:rPr>
              <a:t>[X－Y]</a:t>
            </a:r>
            <a:r>
              <a:rPr lang="zh-CN" altLang="en-US" sz="2400" b="1" baseline="-25000" dirty="0">
                <a:solidFill>
                  <a:schemeClr val="tx1"/>
                </a:solidFill>
                <a:latin typeface="Tahoma" panose="020B0604030504040204" pitchFamily="34" charset="0"/>
              </a:rPr>
              <a:t>补</a:t>
            </a:r>
            <a:r>
              <a:rPr lang="zh-CN" altLang="en-US" sz="2400" b="1" dirty="0">
                <a:solidFill>
                  <a:schemeClr val="tx1"/>
                </a:solidFill>
                <a:latin typeface="Tahoma" panose="020B0604030504040204" pitchFamily="34" charset="0"/>
              </a:rPr>
              <a:t>=</a:t>
            </a:r>
            <a:r>
              <a:rPr lang="zh-CN" altLang="en-US" sz="2400" b="1" dirty="0">
                <a:solidFill>
                  <a:schemeClr val="tx1"/>
                </a:solidFill>
                <a:latin typeface="Tahoma" panose="020B0604030504040204" pitchFamily="34" charset="0"/>
                <a:sym typeface="Arial" panose="020B0604020202020204" pitchFamily="34" charset="0"/>
              </a:rPr>
              <a:t>1.1011</a:t>
            </a:r>
            <a:endParaRPr lang="zh-CN" altLang="en-US" sz="2400" b="1" dirty="0">
              <a:solidFill>
                <a:schemeClr val="tx1"/>
              </a:solidFill>
              <a:latin typeface="Tahoma" panose="020B0604030504040204" pitchFamily="34" charset="0"/>
              <a:sym typeface="Arial" panose="020B0604020202020204" pitchFamily="34" charset="0"/>
            </a:endParaRPr>
          </a:p>
          <a:p>
            <a:pPr marL="0" lvl="0" indent="0" eaLnBrk="1" hangingPunct="1">
              <a:spcBef>
                <a:spcPct val="50000"/>
              </a:spcBef>
              <a:buNone/>
            </a:pPr>
            <a:r>
              <a:rPr lang="zh-CN" altLang="en-US" sz="2400" b="1" dirty="0">
                <a:solidFill>
                  <a:schemeClr val="tx1"/>
                </a:solidFill>
                <a:latin typeface="Tahoma" panose="020B0604030504040204" pitchFamily="34" charset="0"/>
              </a:rPr>
              <a:t> X－Y=</a:t>
            </a:r>
            <a:r>
              <a:rPr lang="zh-CN" altLang="en-US" sz="2400" b="1" dirty="0">
                <a:solidFill>
                  <a:schemeClr val="tx1"/>
                </a:solidFill>
                <a:latin typeface="Tahoma" panose="020B0604030504040204" pitchFamily="34" charset="0"/>
                <a:sym typeface="Arial" panose="020B0604020202020204" pitchFamily="34" charset="0"/>
              </a:rPr>
              <a:t>-0.0101</a:t>
            </a:r>
            <a:endParaRPr lang="zh-CN" altLang="en-US" sz="2400" b="1" dirty="0">
              <a:solidFill>
                <a:schemeClr val="tx1"/>
              </a:solidFill>
              <a:latin typeface="Tahoma" panose="020B0604030504040204" pitchFamily="34" charset="0"/>
              <a:sym typeface="Arial" panose="020B0604020202020204" pitchFamily="34"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10244"/>
                                        </p:tgtEl>
                                        <p:attrNameLst>
                                          <p:attrName>style.visibility</p:attrName>
                                        </p:attrNameLst>
                                      </p:cBhvr>
                                      <p:to>
                                        <p:strVal val="visible"/>
                                      </p:to>
                                    </p:set>
                                    <p:animEffect transition="in" filter="dissolve">
                                      <p:cBhvr>
                                        <p:cTn id="7" dur="500"/>
                                        <p:tgtEl>
                                          <p:spTgt spid="10244"/>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nodeType="clickEffect">
                                  <p:stCondLst>
                                    <p:cond delay="0"/>
                                  </p:stCondLst>
                                  <p:childTnLst>
                                    <p:set>
                                      <p:cBhvr>
                                        <p:cTn id="11" dur="1" fill="hold">
                                          <p:stCondLst>
                                            <p:cond delay="0"/>
                                          </p:stCondLst>
                                        </p:cTn>
                                        <p:tgtEl>
                                          <p:spTgt spid="10245"/>
                                        </p:tgtEl>
                                        <p:attrNameLst>
                                          <p:attrName>style.visibility</p:attrName>
                                        </p:attrNameLst>
                                      </p:cBhvr>
                                      <p:to>
                                        <p:strVal val="visible"/>
                                      </p:to>
                                    </p:set>
                                    <p:animEffect transition="in" filter="dissolve">
                                      <p:cBhvr>
                                        <p:cTn id="12" dur="500"/>
                                        <p:tgtEl>
                                          <p:spTgt spid="10245"/>
                                        </p:tgtEl>
                                      </p:cBhvr>
                                    </p:animEffect>
                                  </p:childTnLst>
                                </p:cTn>
                              </p:par>
                            </p:childTnLst>
                          </p:cTn>
                        </p:par>
                      </p:childTnLst>
                    </p:cTn>
                  </p:par>
                  <p:par>
                    <p:cTn id="13" fill="hold">
                      <p:stCondLst>
                        <p:cond delay="indefinite"/>
                      </p:stCondLst>
                      <p:childTnLst>
                        <p:par>
                          <p:cTn id="14" fill="hold">
                            <p:stCondLst>
                              <p:cond delay="0"/>
                            </p:stCondLst>
                            <p:childTnLst>
                              <p:par>
                                <p:cTn id="15" presetID="9" presetClass="entr" presetSubtype="0" fill="hold" nodeType="clickEffect">
                                  <p:stCondLst>
                                    <p:cond delay="0"/>
                                  </p:stCondLst>
                                  <p:childTnLst>
                                    <p:set>
                                      <p:cBhvr>
                                        <p:cTn id="16" dur="1" fill="hold">
                                          <p:stCondLst>
                                            <p:cond delay="0"/>
                                          </p:stCondLst>
                                        </p:cTn>
                                        <p:tgtEl>
                                          <p:spTgt spid="10246"/>
                                        </p:tgtEl>
                                        <p:attrNameLst>
                                          <p:attrName>style.visibility</p:attrName>
                                        </p:attrNameLst>
                                      </p:cBhvr>
                                      <p:to>
                                        <p:strVal val="visible"/>
                                      </p:to>
                                    </p:set>
                                    <p:animEffect transition="in" filter="dissolve">
                                      <p:cBhvr>
                                        <p:cTn id="17" dur="500"/>
                                        <p:tgtEl>
                                          <p:spTgt spid="10246"/>
                                        </p:tgtEl>
                                      </p:cBhvr>
                                    </p:animEffect>
                                  </p:childTnLst>
                                </p:cTn>
                              </p:par>
                            </p:childTnLst>
                          </p:cTn>
                        </p:par>
                      </p:childTnLst>
                    </p:cTn>
                  </p:par>
                  <p:par>
                    <p:cTn id="18" fill="hold">
                      <p:stCondLst>
                        <p:cond delay="indefinite"/>
                      </p:stCondLst>
                      <p:childTnLst>
                        <p:par>
                          <p:cTn id="19" fill="hold">
                            <p:stCondLst>
                              <p:cond delay="0"/>
                            </p:stCondLst>
                            <p:childTnLst>
                              <p:par>
                                <p:cTn id="20" presetID="9" presetClass="entr" presetSubtype="0" fill="hold" nodeType="clickEffect">
                                  <p:stCondLst>
                                    <p:cond delay="0"/>
                                  </p:stCondLst>
                                  <p:childTnLst>
                                    <p:set>
                                      <p:cBhvr>
                                        <p:cTn id="21" dur="1" fill="hold">
                                          <p:stCondLst>
                                            <p:cond delay="0"/>
                                          </p:stCondLst>
                                        </p:cTn>
                                        <p:tgtEl>
                                          <p:spTgt spid="10247"/>
                                        </p:tgtEl>
                                        <p:attrNameLst>
                                          <p:attrName>style.visibility</p:attrName>
                                        </p:attrNameLst>
                                      </p:cBhvr>
                                      <p:to>
                                        <p:strVal val="visible"/>
                                      </p:to>
                                    </p:set>
                                    <p:animEffect transition="in" filter="dissolve">
                                      <p:cBhvr>
                                        <p:cTn id="22" dur="500"/>
                                        <p:tgtEl>
                                          <p:spTgt spid="10247"/>
                                        </p:tgtEl>
                                      </p:cBhvr>
                                    </p:animEffect>
                                  </p:childTnLst>
                                </p:cTn>
                              </p:par>
                            </p:childTnLst>
                          </p:cTn>
                        </p:par>
                      </p:childTnLst>
                    </p:cTn>
                  </p:par>
                  <p:par>
                    <p:cTn id="23" fill="hold">
                      <p:stCondLst>
                        <p:cond delay="indefinite"/>
                      </p:stCondLst>
                      <p:childTnLst>
                        <p:par>
                          <p:cTn id="24" fill="hold">
                            <p:stCondLst>
                              <p:cond delay="0"/>
                            </p:stCondLst>
                            <p:childTnLst>
                              <p:par>
                                <p:cTn id="25" presetID="9" presetClass="entr" presetSubtype="0" fill="hold" nodeType="clickEffect">
                                  <p:stCondLst>
                                    <p:cond delay="0"/>
                                  </p:stCondLst>
                                  <p:childTnLst>
                                    <p:set>
                                      <p:cBhvr>
                                        <p:cTn id="26" dur="1" fill="hold">
                                          <p:stCondLst>
                                            <p:cond delay="0"/>
                                          </p:stCondLst>
                                        </p:cTn>
                                        <p:tgtEl>
                                          <p:spTgt spid="10248"/>
                                        </p:tgtEl>
                                        <p:attrNameLst>
                                          <p:attrName>style.visibility</p:attrName>
                                        </p:attrNameLst>
                                      </p:cBhvr>
                                      <p:to>
                                        <p:strVal val="visible"/>
                                      </p:to>
                                    </p:set>
                                    <p:animEffect transition="in" filter="dissolve">
                                      <p:cBhvr>
                                        <p:cTn id="27" dur="500"/>
                                        <p:tgtEl>
                                          <p:spTgt spid="10248"/>
                                        </p:tgtEl>
                                      </p:cBhvr>
                                    </p:animEffect>
                                  </p:childTnLst>
                                </p:cTn>
                              </p:par>
                            </p:childTnLst>
                          </p:cTn>
                        </p:par>
                        <p:par>
                          <p:cTn id="28" fill="hold">
                            <p:stCondLst>
                              <p:cond delay="500"/>
                            </p:stCondLst>
                            <p:childTnLst>
                              <p:par>
                                <p:cTn id="29" presetID="18" presetClass="entr" presetSubtype="12" fill="hold" nodeType="afterEffect">
                                  <p:stCondLst>
                                    <p:cond delay="3000"/>
                                  </p:stCondLst>
                                  <p:childTnLst>
                                    <p:set>
                                      <p:cBhvr>
                                        <p:cTn id="30" dur="1" fill="hold">
                                          <p:stCondLst>
                                            <p:cond delay="0"/>
                                          </p:stCondLst>
                                        </p:cTn>
                                        <p:tgtEl>
                                          <p:spTgt spid="10249"/>
                                        </p:tgtEl>
                                        <p:attrNameLst>
                                          <p:attrName>style.visibility</p:attrName>
                                        </p:attrNameLst>
                                      </p:cBhvr>
                                      <p:to>
                                        <p:strVal val="visible"/>
                                      </p:to>
                                    </p:set>
                                    <p:animEffect transition="in" filter="strips(downLeft)">
                                      <p:cBhvr>
                                        <p:cTn id="31" dur="500"/>
                                        <p:tgtEl>
                                          <p:spTgt spid="10249"/>
                                        </p:tgtEl>
                                      </p:cBhvr>
                                    </p:animEffect>
                                  </p:childTnLst>
                                  <p:subTnLst>
                                    <p:audio>
                                      <p:cMediaNode>
                                        <p:cTn display="0" masterRel="sameClick">
                                          <p:stCondLst>
                                            <p:cond evt="begin" delay="0">
                                              <p:tn val="29"/>
                                            </p:cond>
                                          </p:stCondLst>
                                          <p:endCondLst>
                                            <p:cond evt="onStopAudio" delay="0">
                                              <p:tgtEl>
                                                <p:sldTgt/>
                                              </p:tgtEl>
                                            </p:cond>
                                          </p:endCondLst>
                                        </p:cTn>
                                        <p:tgtEl>
                                          <p:sndTgt r:embed="rId1" name="whoosh.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244" grpId="0"/>
      <p:bldP spid="10245" grpId="0"/>
      <p:bldP spid="10246" grpId="0"/>
      <p:bldP spid="10248" grpId="0"/>
      <p:bldP spid="10249"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Rectangle 2"/>
          <p:cNvSpPr txBox="1">
            <a:spLocks noChangeArrowheads="1"/>
          </p:cNvSpPr>
          <p:nvPr/>
        </p:nvSpPr>
        <p:spPr bwMode="auto">
          <a:xfrm>
            <a:off x="685800" y="1066800"/>
            <a:ext cx="7620000" cy="685800"/>
          </a:xfrm>
          <a:prstGeom prst="rect">
            <a:avLst/>
          </a:prstGeom>
          <a:noFill/>
          <a:ln>
            <a:noFill/>
          </a:ln>
        </p:spPr>
        <p:txBody>
          <a:bodyPr anchor="ctr"/>
          <a:lstStyle>
            <a:lvl1pPr algn="ctr" rtl="0" eaLnBrk="0" fontAlgn="base" hangingPunct="0">
              <a:spcBef>
                <a:spcPct val="0"/>
              </a:spcBef>
              <a:spcAft>
                <a:spcPct val="0"/>
              </a:spcAft>
              <a:defRPr sz="3600" b="1">
                <a:solidFill>
                  <a:schemeClr val="tx2"/>
                </a:solidFill>
                <a:latin typeface="+mj-lt"/>
                <a:ea typeface="+mj-ea"/>
                <a:cs typeface="+mj-cs"/>
              </a:defRPr>
            </a:lvl1pPr>
            <a:lvl2pPr algn="ctr" rtl="0" eaLnBrk="0" fontAlgn="base" hangingPunct="0">
              <a:spcBef>
                <a:spcPct val="0"/>
              </a:spcBef>
              <a:spcAft>
                <a:spcPct val="0"/>
              </a:spcAft>
              <a:defRPr sz="3600" b="1">
                <a:solidFill>
                  <a:schemeClr val="tx2"/>
                </a:solidFill>
                <a:latin typeface="Times New Roman" panose="02020603050405020304" pitchFamily="18" charset="0"/>
                <a:ea typeface="宋体" panose="02010600030101010101" pitchFamily="2" charset="-122"/>
              </a:defRPr>
            </a:lvl2pPr>
            <a:lvl3pPr algn="ctr" rtl="0" eaLnBrk="0" fontAlgn="base" hangingPunct="0">
              <a:spcBef>
                <a:spcPct val="0"/>
              </a:spcBef>
              <a:spcAft>
                <a:spcPct val="0"/>
              </a:spcAft>
              <a:defRPr sz="3600" b="1">
                <a:solidFill>
                  <a:schemeClr val="tx2"/>
                </a:solidFill>
                <a:latin typeface="Times New Roman" panose="02020603050405020304" pitchFamily="18" charset="0"/>
                <a:ea typeface="宋体" panose="02010600030101010101" pitchFamily="2" charset="-122"/>
              </a:defRPr>
            </a:lvl3pPr>
            <a:lvl4pPr algn="ctr" rtl="0" eaLnBrk="0" fontAlgn="base" hangingPunct="0">
              <a:spcBef>
                <a:spcPct val="0"/>
              </a:spcBef>
              <a:spcAft>
                <a:spcPct val="0"/>
              </a:spcAft>
              <a:defRPr sz="3600" b="1">
                <a:solidFill>
                  <a:schemeClr val="tx2"/>
                </a:solidFill>
                <a:latin typeface="Times New Roman" panose="02020603050405020304" pitchFamily="18" charset="0"/>
                <a:ea typeface="宋体" panose="02010600030101010101" pitchFamily="2" charset="-122"/>
              </a:defRPr>
            </a:lvl4pPr>
            <a:lvl5pPr algn="ctr" rtl="0" eaLnBrk="0" fontAlgn="base" hangingPunct="0">
              <a:spcBef>
                <a:spcPct val="0"/>
              </a:spcBef>
              <a:spcAft>
                <a:spcPct val="0"/>
              </a:spcAft>
              <a:defRPr sz="3600" b="1">
                <a:solidFill>
                  <a:schemeClr val="tx2"/>
                </a:solidFill>
                <a:latin typeface="Times New Roman" panose="02020603050405020304" pitchFamily="18" charset="0"/>
                <a:ea typeface="宋体" panose="02010600030101010101" pitchFamily="2" charset="-122"/>
              </a:defRPr>
            </a:lvl5pPr>
            <a:lvl6pPr marL="457200" algn="ctr" rtl="0" eaLnBrk="0" fontAlgn="base" hangingPunct="0">
              <a:spcBef>
                <a:spcPct val="0"/>
              </a:spcBef>
              <a:spcAft>
                <a:spcPct val="0"/>
              </a:spcAft>
              <a:defRPr sz="3600" b="1">
                <a:solidFill>
                  <a:schemeClr val="tx2"/>
                </a:solidFill>
                <a:latin typeface="Times New Roman" panose="02020603050405020304" pitchFamily="18" charset="0"/>
                <a:ea typeface="宋体" panose="02010600030101010101" pitchFamily="2" charset="-122"/>
              </a:defRPr>
            </a:lvl6pPr>
            <a:lvl7pPr marL="914400" algn="ctr" rtl="0" eaLnBrk="0" fontAlgn="base" hangingPunct="0">
              <a:spcBef>
                <a:spcPct val="0"/>
              </a:spcBef>
              <a:spcAft>
                <a:spcPct val="0"/>
              </a:spcAft>
              <a:defRPr sz="3600" b="1">
                <a:solidFill>
                  <a:schemeClr val="tx2"/>
                </a:solidFill>
                <a:latin typeface="Times New Roman" panose="02020603050405020304" pitchFamily="18" charset="0"/>
                <a:ea typeface="宋体" panose="02010600030101010101" pitchFamily="2" charset="-122"/>
              </a:defRPr>
            </a:lvl7pPr>
            <a:lvl8pPr marL="1371600" algn="ctr" rtl="0" eaLnBrk="0" fontAlgn="base" hangingPunct="0">
              <a:spcBef>
                <a:spcPct val="0"/>
              </a:spcBef>
              <a:spcAft>
                <a:spcPct val="0"/>
              </a:spcAft>
              <a:defRPr sz="3600" b="1">
                <a:solidFill>
                  <a:schemeClr val="tx2"/>
                </a:solidFill>
                <a:latin typeface="Times New Roman" panose="02020603050405020304" pitchFamily="18" charset="0"/>
                <a:ea typeface="宋体" panose="02010600030101010101" pitchFamily="2" charset="-122"/>
              </a:defRPr>
            </a:lvl8pPr>
            <a:lvl9pPr marL="1828800" algn="ctr" rtl="0" eaLnBrk="0" fontAlgn="base" hangingPunct="0">
              <a:spcBef>
                <a:spcPct val="0"/>
              </a:spcBef>
              <a:spcAft>
                <a:spcPct val="0"/>
              </a:spcAft>
              <a:defRPr sz="3600" b="1">
                <a:solidFill>
                  <a:schemeClr val="tx2"/>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zh-CN" altLang="en-US" sz="3600" b="1" i="0" u="none" strike="noStrike" kern="0" cap="none" spc="0" normalizeH="0" baseline="0" noProof="0">
                <a:ln>
                  <a:noFill/>
                </a:ln>
                <a:solidFill>
                  <a:schemeClr val="tx2"/>
                </a:solidFill>
                <a:effectLst/>
                <a:uLnTx/>
                <a:uFillTx/>
                <a:latin typeface="+mj-lt"/>
                <a:ea typeface="+mj-ea"/>
                <a:cs typeface="+mj-cs"/>
              </a:rPr>
              <a:t>补码定点加、减法运算的特点：</a:t>
            </a:r>
            <a:endParaRPr kumimoji="0" lang="zh-CN" altLang="en-US" sz="3600" b="1" i="0" u="none" strike="noStrike" kern="0" cap="none" spc="0" normalizeH="0" baseline="0" noProof="0" dirty="0">
              <a:ln>
                <a:noFill/>
              </a:ln>
              <a:solidFill>
                <a:schemeClr val="tx2"/>
              </a:solidFill>
              <a:effectLst/>
              <a:uLnTx/>
              <a:uFillTx/>
              <a:latin typeface="+mj-lt"/>
              <a:ea typeface="+mj-ea"/>
              <a:cs typeface="+mj-cs"/>
            </a:endParaRPr>
          </a:p>
        </p:txBody>
      </p:sp>
      <p:sp>
        <p:nvSpPr>
          <p:cNvPr id="3" name="Rectangle 3"/>
          <p:cNvSpPr txBox="1">
            <a:spLocks noChangeArrowheads="1"/>
          </p:cNvSpPr>
          <p:nvPr/>
        </p:nvSpPr>
        <p:spPr bwMode="auto">
          <a:xfrm>
            <a:off x="685800" y="1981200"/>
            <a:ext cx="7772400" cy="4114800"/>
          </a:xfrm>
          <a:prstGeom prst="rect">
            <a:avLst/>
          </a:prstGeom>
          <a:noFill/>
          <a:ln>
            <a:noFill/>
          </a:ln>
        </p:spPr>
        <p:txBody>
          <a:bodyPr/>
          <a:lstStyle>
            <a:lvl1pPr marL="342900" indent="-342900" algn="l" rtl="0" eaLnBrk="0" fontAlgn="base" hangingPunct="0">
              <a:spcBef>
                <a:spcPct val="20000"/>
              </a:spcBef>
              <a:spcAft>
                <a:spcPct val="0"/>
              </a:spcAft>
              <a:buChar char="•"/>
              <a:defRPr sz="3200">
                <a:solidFill>
                  <a:srgbClr val="666699"/>
                </a:solidFill>
                <a:latin typeface="+mn-lt"/>
                <a:ea typeface="+mn-ea"/>
                <a:cs typeface="+mn-cs"/>
              </a:defRPr>
            </a:lvl1pPr>
            <a:lvl2pPr marL="742950" indent="-285750" algn="l" rtl="0" eaLnBrk="0" fontAlgn="base" hangingPunct="0">
              <a:spcBef>
                <a:spcPct val="20000"/>
              </a:spcBef>
              <a:spcAft>
                <a:spcPct val="0"/>
              </a:spcAft>
              <a:buChar char="–"/>
              <a:defRPr sz="2800">
                <a:solidFill>
                  <a:srgbClr val="666699"/>
                </a:solidFill>
                <a:latin typeface="+mn-lt"/>
                <a:ea typeface="+mn-ea"/>
              </a:defRPr>
            </a:lvl2pPr>
            <a:lvl3pPr marL="1143000" indent="-228600" algn="l" rtl="0" eaLnBrk="0" fontAlgn="base" hangingPunct="0">
              <a:spcBef>
                <a:spcPct val="20000"/>
              </a:spcBef>
              <a:spcAft>
                <a:spcPct val="0"/>
              </a:spcAft>
              <a:buChar char="•"/>
              <a:defRPr sz="2400">
                <a:solidFill>
                  <a:srgbClr val="666699"/>
                </a:solidFill>
                <a:latin typeface="+mn-lt"/>
                <a:ea typeface="+mn-ea"/>
              </a:defRPr>
            </a:lvl3pPr>
            <a:lvl4pPr marL="1600200" indent="-228600" algn="l" rtl="0" eaLnBrk="0" fontAlgn="base" hangingPunct="0">
              <a:spcBef>
                <a:spcPct val="20000"/>
              </a:spcBef>
              <a:spcAft>
                <a:spcPct val="0"/>
              </a:spcAft>
              <a:buChar char="–"/>
              <a:defRPr sz="2000">
                <a:solidFill>
                  <a:srgbClr val="666699"/>
                </a:solidFill>
                <a:latin typeface="+mn-lt"/>
                <a:ea typeface="+mn-ea"/>
              </a:defRPr>
            </a:lvl4pPr>
            <a:lvl5pPr marL="2057400" indent="-228600" algn="l" rtl="0" eaLnBrk="0" fontAlgn="base" hangingPunct="0">
              <a:spcBef>
                <a:spcPct val="20000"/>
              </a:spcBef>
              <a:spcAft>
                <a:spcPct val="0"/>
              </a:spcAft>
              <a:buChar char="»"/>
              <a:defRPr sz="2000">
                <a:solidFill>
                  <a:srgbClr val="666699"/>
                </a:solidFill>
                <a:latin typeface="+mn-lt"/>
                <a:ea typeface="+mn-ea"/>
              </a:defRPr>
            </a:lvl5pPr>
            <a:lvl6pPr marL="2514600" indent="-228600" algn="l" rtl="0" eaLnBrk="0" fontAlgn="base" hangingPunct="0">
              <a:spcBef>
                <a:spcPct val="20000"/>
              </a:spcBef>
              <a:spcAft>
                <a:spcPct val="0"/>
              </a:spcAft>
              <a:buChar char="»"/>
              <a:defRPr sz="2000">
                <a:solidFill>
                  <a:srgbClr val="666699"/>
                </a:solidFill>
                <a:latin typeface="+mn-lt"/>
                <a:ea typeface="+mn-ea"/>
              </a:defRPr>
            </a:lvl6pPr>
            <a:lvl7pPr marL="2971800" indent="-228600" algn="l" rtl="0" eaLnBrk="0" fontAlgn="base" hangingPunct="0">
              <a:spcBef>
                <a:spcPct val="20000"/>
              </a:spcBef>
              <a:spcAft>
                <a:spcPct val="0"/>
              </a:spcAft>
              <a:buChar char="»"/>
              <a:defRPr sz="2000">
                <a:solidFill>
                  <a:srgbClr val="666699"/>
                </a:solidFill>
                <a:latin typeface="+mn-lt"/>
                <a:ea typeface="+mn-ea"/>
              </a:defRPr>
            </a:lvl7pPr>
            <a:lvl8pPr marL="3429000" indent="-228600" algn="l" rtl="0" eaLnBrk="0" fontAlgn="base" hangingPunct="0">
              <a:spcBef>
                <a:spcPct val="20000"/>
              </a:spcBef>
              <a:spcAft>
                <a:spcPct val="0"/>
              </a:spcAft>
              <a:buChar char="»"/>
              <a:defRPr sz="2000">
                <a:solidFill>
                  <a:srgbClr val="666699"/>
                </a:solidFill>
                <a:latin typeface="+mn-lt"/>
                <a:ea typeface="+mn-ea"/>
              </a:defRPr>
            </a:lvl8pPr>
            <a:lvl9pPr marL="3886200" indent="-228600" algn="l" rtl="0" eaLnBrk="0" fontAlgn="base" hangingPunct="0">
              <a:spcBef>
                <a:spcPct val="20000"/>
              </a:spcBef>
              <a:spcAft>
                <a:spcPct val="0"/>
              </a:spcAft>
              <a:buChar char="»"/>
              <a:defRPr sz="2000">
                <a:solidFill>
                  <a:srgbClr val="666699"/>
                </a:solidFill>
                <a:latin typeface="+mn-lt"/>
                <a:ea typeface="+mn-ea"/>
              </a:defRPr>
            </a:lvl9pPr>
          </a:lstStyle>
          <a:p>
            <a:pPr marL="514350" marR="0" lvl="0" indent="-514350" algn="l" defTabSz="914400" rtl="0" eaLnBrk="1" fontAlgn="base" latinLnBrk="0" hangingPunct="1">
              <a:lnSpc>
                <a:spcPct val="100000"/>
              </a:lnSpc>
              <a:spcBef>
                <a:spcPct val="20000"/>
              </a:spcBef>
              <a:spcAft>
                <a:spcPct val="0"/>
              </a:spcAft>
              <a:buClrTx/>
              <a:buSzTx/>
              <a:buFontTx/>
              <a:buAutoNum type="arabicPeriod"/>
              <a:defRPr/>
            </a:pPr>
            <a:r>
              <a:rPr kumimoji="0" lang="zh-CN" altLang="en-US" sz="3200" b="1" i="0" u="none" strike="noStrike" kern="0" cap="none" spc="0" normalizeH="0" baseline="0" noProof="0">
                <a:ln>
                  <a:noFill/>
                </a:ln>
                <a:solidFill>
                  <a:srgbClr val="0000FF"/>
                </a:solidFill>
                <a:effectLst/>
                <a:uLnTx/>
                <a:uFillTx/>
                <a:latin typeface="+mn-lt"/>
                <a:ea typeface="+mn-ea"/>
                <a:cs typeface="+mn-cs"/>
              </a:rPr>
              <a:t>参与运算的数均用补码表示。</a:t>
            </a:r>
            <a:endParaRPr kumimoji="0" lang="zh-CN" altLang="en-US" sz="3200" b="1" i="0" u="none" strike="noStrike" kern="0" cap="none" spc="0" normalizeH="0" baseline="0" noProof="0">
              <a:ln>
                <a:noFill/>
              </a:ln>
              <a:solidFill>
                <a:srgbClr val="0000FF"/>
              </a:solidFill>
              <a:effectLst/>
              <a:uLnTx/>
              <a:uFillTx/>
              <a:latin typeface="+mn-lt"/>
              <a:ea typeface="+mn-ea"/>
              <a:cs typeface="+mn-cs"/>
            </a:endParaRPr>
          </a:p>
          <a:p>
            <a:pPr marL="514350" marR="0" lvl="0" indent="-514350" algn="l" defTabSz="914400" rtl="0" eaLnBrk="1" fontAlgn="base" latinLnBrk="0" hangingPunct="1">
              <a:lnSpc>
                <a:spcPct val="100000"/>
              </a:lnSpc>
              <a:spcBef>
                <a:spcPct val="20000"/>
              </a:spcBef>
              <a:spcAft>
                <a:spcPct val="0"/>
              </a:spcAft>
              <a:buClrTx/>
              <a:buSzTx/>
              <a:buFontTx/>
              <a:buAutoNum type="arabicPeriod"/>
              <a:defRPr/>
            </a:pPr>
            <a:r>
              <a:rPr kumimoji="0" lang="zh-CN" altLang="en-US" sz="3200" b="1" i="0" u="none" strike="noStrike" kern="0" cap="none" spc="0" normalizeH="0" baseline="0" noProof="0">
                <a:ln>
                  <a:noFill/>
                </a:ln>
                <a:solidFill>
                  <a:srgbClr val="0000FF"/>
                </a:solidFill>
                <a:effectLst/>
                <a:uLnTx/>
                <a:uFillTx/>
                <a:latin typeface="+mn-lt"/>
                <a:ea typeface="+mn-ea"/>
                <a:cs typeface="+mn-cs"/>
              </a:rPr>
              <a:t>按二进制运算规则运算，逢二进一。</a:t>
            </a:r>
            <a:endParaRPr kumimoji="0" lang="zh-CN" altLang="en-US" sz="3200" b="1" i="0" u="none" strike="noStrike" kern="0" cap="none" spc="0" normalizeH="0" baseline="0" noProof="0">
              <a:ln>
                <a:noFill/>
              </a:ln>
              <a:solidFill>
                <a:srgbClr val="0000FF"/>
              </a:solidFill>
              <a:effectLst/>
              <a:uLnTx/>
              <a:uFillTx/>
              <a:latin typeface="+mn-lt"/>
              <a:ea typeface="+mn-ea"/>
              <a:cs typeface="+mn-cs"/>
            </a:endParaRPr>
          </a:p>
          <a:p>
            <a:pPr marL="514350" marR="0" lvl="0" indent="-514350" algn="l" defTabSz="914400" rtl="0" eaLnBrk="1" fontAlgn="base" latinLnBrk="0" hangingPunct="1">
              <a:lnSpc>
                <a:spcPct val="100000"/>
              </a:lnSpc>
              <a:spcBef>
                <a:spcPct val="20000"/>
              </a:spcBef>
              <a:spcAft>
                <a:spcPct val="0"/>
              </a:spcAft>
              <a:buClrTx/>
              <a:buSzTx/>
              <a:buFontTx/>
              <a:buAutoNum type="arabicPeriod"/>
              <a:defRPr/>
            </a:pPr>
            <a:r>
              <a:rPr kumimoji="0" lang="zh-CN" altLang="en-US" sz="3200" b="1" i="0" u="none" strike="noStrike" kern="0" cap="none" spc="0" normalizeH="0" baseline="0" noProof="0">
                <a:ln>
                  <a:noFill/>
                </a:ln>
                <a:solidFill>
                  <a:srgbClr val="0000FF"/>
                </a:solidFill>
                <a:effectLst/>
                <a:uLnTx/>
                <a:uFillTx/>
                <a:latin typeface="+mn-lt"/>
                <a:ea typeface="+mn-ea"/>
                <a:cs typeface="+mn-cs"/>
              </a:rPr>
              <a:t>符号位与数值位按同样规则一起参与运算，符号位运算产生的进位要丢掉，结果的符号位由运算得出。</a:t>
            </a:r>
            <a:endParaRPr kumimoji="0" lang="zh-CN" altLang="en-US" sz="3200" b="1" i="0" u="none" strike="noStrike" kern="0" cap="none" spc="0" normalizeH="0" baseline="0" noProof="0">
              <a:ln>
                <a:noFill/>
              </a:ln>
              <a:solidFill>
                <a:srgbClr val="0000FF"/>
              </a:solidFill>
              <a:effectLst/>
              <a:uLnTx/>
              <a:uFillTx/>
              <a:latin typeface="+mn-lt"/>
              <a:ea typeface="+mn-ea"/>
              <a:cs typeface="+mn-cs"/>
            </a:endParaRPr>
          </a:p>
          <a:p>
            <a:pPr marL="514350" marR="0" lvl="0" indent="-514350" algn="l" defTabSz="914400" rtl="0" eaLnBrk="1" fontAlgn="base" latinLnBrk="0" hangingPunct="1">
              <a:lnSpc>
                <a:spcPct val="100000"/>
              </a:lnSpc>
              <a:spcBef>
                <a:spcPct val="20000"/>
              </a:spcBef>
              <a:spcAft>
                <a:spcPct val="0"/>
              </a:spcAft>
              <a:buClrTx/>
              <a:buSzTx/>
              <a:buFontTx/>
              <a:buAutoNum type="arabicPeriod"/>
              <a:defRPr/>
            </a:pPr>
            <a:r>
              <a:rPr kumimoji="0" lang="zh-CN" altLang="en-US" sz="3200" b="1" i="0" u="none" strike="noStrike" kern="0" cap="none" spc="0" normalizeH="0" baseline="0" noProof="0">
                <a:ln>
                  <a:noFill/>
                </a:ln>
                <a:solidFill>
                  <a:srgbClr val="0000FF"/>
                </a:solidFill>
                <a:effectLst/>
                <a:uLnTx/>
                <a:uFillTx/>
                <a:latin typeface="+mn-lt"/>
                <a:ea typeface="+mn-ea"/>
                <a:cs typeface="+mn-cs"/>
              </a:rPr>
              <a:t>补码运算的结果还是补码。</a:t>
            </a:r>
            <a:endParaRPr kumimoji="0" lang="zh-CN" altLang="en-US" sz="3200" b="1" i="0" u="none" strike="noStrike" kern="0" cap="none" spc="0" normalizeH="0" baseline="0" noProof="0" dirty="0">
              <a:ln>
                <a:noFill/>
              </a:ln>
              <a:solidFill>
                <a:srgbClr val="0000FF"/>
              </a:solidFill>
              <a:effectLst/>
              <a:uLnTx/>
              <a:uFillTx/>
              <a:latin typeface="+mn-lt"/>
              <a:ea typeface="+mn-ea"/>
              <a:cs typeface="+mn-cs"/>
            </a:endParaRPr>
          </a:p>
        </p:txBody>
      </p:sp>
    </p:spTree>
  </p:cSld>
  <p:clrMapOvr>
    <a:masterClrMapping/>
  </p:clrMapOvr>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2290" name="Rectangle 2"/>
          <p:cNvSpPr>
            <a:spLocks noGrp="1"/>
          </p:cNvSpPr>
          <p:nvPr>
            <p:ph type="title"/>
          </p:nvPr>
        </p:nvSpPr>
        <p:spPr>
          <a:xfrm>
            <a:off x="323850" y="981075"/>
            <a:ext cx="7772400" cy="838200"/>
          </a:xfrm>
          <a:ln/>
        </p:spPr>
        <p:txBody>
          <a:bodyPr vert="horz" wrap="square" lIns="91440" tIns="45720" rIns="91440" bIns="45720" anchor="ctr" anchorCtr="0"/>
          <a:p>
            <a:pPr eaLnBrk="1" hangingPunct="1"/>
            <a:r>
              <a:rPr lang="zh-CN" altLang="en-US" sz="3200" dirty="0"/>
              <a:t>2.2.3  溢出概念与检测方法</a:t>
            </a:r>
            <a:endParaRPr lang="zh-CN" altLang="en-US" sz="3200" dirty="0"/>
          </a:p>
        </p:txBody>
      </p:sp>
      <p:sp>
        <p:nvSpPr>
          <p:cNvPr id="12291" name="Rectangle 3"/>
          <p:cNvSpPr>
            <a:spLocks noGrp="1"/>
          </p:cNvSpPr>
          <p:nvPr>
            <p:ph type="body"/>
          </p:nvPr>
        </p:nvSpPr>
        <p:spPr>
          <a:ln/>
        </p:spPr>
        <p:txBody>
          <a:bodyPr vert="horz" wrap="square" lIns="91440" tIns="45720" rIns="91440" bIns="45720" anchor="t" anchorCtr="0"/>
          <a:p>
            <a:pPr marL="0" indent="0" eaLnBrk="1" hangingPunct="1">
              <a:buNone/>
            </a:pPr>
            <a:r>
              <a:rPr lang="zh-CN" altLang="en-US" b="1" dirty="0">
                <a:latin typeface="宋体" panose="02010600030101010101" pitchFamily="2" charset="-122"/>
              </a:rPr>
              <a:t>    在计算机中，由于机器码的尾数通常是给定的（如16位字长，32位字长），因此，在计算机中数的表示范围是有限的，若两数进行加减</a:t>
            </a:r>
            <a:r>
              <a:rPr lang="zh-CN" altLang="en-US" b="1" dirty="0">
                <a:solidFill>
                  <a:srgbClr val="800000"/>
                </a:solidFill>
                <a:latin typeface="宋体" panose="02010600030101010101" pitchFamily="2" charset="-122"/>
              </a:rPr>
              <a:t>运算的结果超出了给定的取值范围</a:t>
            </a:r>
            <a:r>
              <a:rPr lang="zh-CN" altLang="en-US" b="1" dirty="0">
                <a:latin typeface="宋体" panose="02010600030101010101" pitchFamily="2" charset="-122"/>
              </a:rPr>
              <a:t>，就称为</a:t>
            </a:r>
            <a:r>
              <a:rPr lang="zh-CN" altLang="en-US" b="1" dirty="0">
                <a:solidFill>
                  <a:srgbClr val="800000"/>
                </a:solidFill>
                <a:latin typeface="宋体" panose="02010600030101010101" pitchFamily="2" charset="-122"/>
              </a:rPr>
              <a:t>溢出</a:t>
            </a:r>
            <a:r>
              <a:rPr lang="zh-CN" altLang="en-US" b="1" dirty="0">
                <a:latin typeface="宋体" panose="02010600030101010101" pitchFamily="2" charset="-122"/>
              </a:rPr>
              <a:t>。一旦出现溢出，必须及时处理，否则会出现错误。</a:t>
            </a:r>
            <a:endParaRPr lang="zh-CN" altLang="en-US" b="1"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3314" name="Text Box 2"/>
          <p:cNvSpPr txBox="1"/>
          <p:nvPr/>
        </p:nvSpPr>
        <p:spPr>
          <a:xfrm>
            <a:off x="323850" y="1125538"/>
            <a:ext cx="2520950" cy="517525"/>
          </a:xfrm>
          <a:prstGeom prst="rect">
            <a:avLst/>
          </a:prstGeom>
          <a:noFill/>
          <a:ln w="9525">
            <a:noFill/>
          </a:ln>
        </p:spPr>
        <p:txBody>
          <a:bodyPr>
            <a:spAutoFit/>
          </a:bodyPr>
          <a:lstStyle>
            <a:lvl1pPr marL="342900" indent="-342900" algn="l" rtl="0" eaLnBrk="0" fontAlgn="base" hangingPunct="0">
              <a:spcBef>
                <a:spcPct val="20000"/>
              </a:spcBef>
              <a:spcAft>
                <a:spcPct val="0"/>
              </a:spcAft>
              <a:buChar char="•"/>
              <a:defRPr sz="3200">
                <a:solidFill>
                  <a:srgbClr val="666699"/>
                </a:solidFill>
                <a:latin typeface="+mn-lt"/>
                <a:ea typeface="+mn-ea"/>
                <a:cs typeface="+mn-cs"/>
              </a:defRPr>
            </a:lvl1pPr>
            <a:lvl2pPr marL="742950" indent="-285750" algn="l" rtl="0" eaLnBrk="0" fontAlgn="base" hangingPunct="0">
              <a:spcBef>
                <a:spcPct val="20000"/>
              </a:spcBef>
              <a:spcAft>
                <a:spcPct val="0"/>
              </a:spcAft>
              <a:buChar char="–"/>
              <a:defRPr sz="2800">
                <a:solidFill>
                  <a:srgbClr val="666699"/>
                </a:solidFill>
                <a:latin typeface="+mn-lt"/>
                <a:ea typeface="+mn-ea"/>
              </a:defRPr>
            </a:lvl2pPr>
            <a:lvl3pPr marL="1143000" indent="-228600" algn="l" rtl="0" eaLnBrk="0" fontAlgn="base" hangingPunct="0">
              <a:spcBef>
                <a:spcPct val="20000"/>
              </a:spcBef>
              <a:spcAft>
                <a:spcPct val="0"/>
              </a:spcAft>
              <a:buChar char="•"/>
              <a:defRPr sz="2400">
                <a:solidFill>
                  <a:srgbClr val="666699"/>
                </a:solidFill>
                <a:latin typeface="+mn-lt"/>
                <a:ea typeface="+mn-ea"/>
              </a:defRPr>
            </a:lvl3pPr>
            <a:lvl4pPr marL="1600200" indent="-228600" algn="l" rtl="0" eaLnBrk="0" fontAlgn="base" hangingPunct="0">
              <a:spcBef>
                <a:spcPct val="20000"/>
              </a:spcBef>
              <a:spcAft>
                <a:spcPct val="0"/>
              </a:spcAft>
              <a:buChar char="–"/>
              <a:defRPr sz="2000">
                <a:solidFill>
                  <a:srgbClr val="666699"/>
                </a:solidFill>
                <a:latin typeface="+mn-lt"/>
                <a:ea typeface="+mn-ea"/>
              </a:defRPr>
            </a:lvl4pPr>
            <a:lvl5pPr marL="2057400" indent="-228600" algn="l" rtl="0" eaLnBrk="0" fontAlgn="base" hangingPunct="0">
              <a:spcBef>
                <a:spcPct val="20000"/>
              </a:spcBef>
              <a:spcAft>
                <a:spcPct val="0"/>
              </a:spcAft>
              <a:buChar char="»"/>
              <a:defRPr sz="2000">
                <a:solidFill>
                  <a:srgbClr val="666699"/>
                </a:solidFill>
                <a:latin typeface="+mn-lt"/>
                <a:ea typeface="+mn-ea"/>
              </a:defRPr>
            </a:lvl5pPr>
          </a:lstStyle>
          <a:p>
            <a:pPr marL="0" lvl="0" indent="0" eaLnBrk="1" hangingPunct="1">
              <a:spcBef>
                <a:spcPct val="50000"/>
              </a:spcBef>
              <a:buNone/>
            </a:pPr>
            <a:r>
              <a:rPr lang="zh-CN" altLang="en-US" sz="2800" b="1" dirty="0">
                <a:solidFill>
                  <a:schemeClr val="tx1"/>
                </a:solidFill>
                <a:latin typeface="Tahoma" panose="020B0604030504040204" pitchFamily="34" charset="0"/>
              </a:rPr>
              <a:t>1、溢出现象</a:t>
            </a:r>
            <a:endParaRPr lang="zh-CN" altLang="en-US" sz="2800" b="1" dirty="0">
              <a:solidFill>
                <a:schemeClr val="tx1"/>
              </a:solidFill>
              <a:latin typeface="Tahoma" panose="020B0604030504040204" pitchFamily="34" charset="0"/>
            </a:endParaRPr>
          </a:p>
        </p:txBody>
      </p:sp>
      <p:sp>
        <p:nvSpPr>
          <p:cNvPr id="13315" name="Text Box 3"/>
          <p:cNvSpPr txBox="1"/>
          <p:nvPr/>
        </p:nvSpPr>
        <p:spPr>
          <a:xfrm>
            <a:off x="3060700" y="981075"/>
            <a:ext cx="5327650" cy="365125"/>
          </a:xfrm>
          <a:prstGeom prst="rect">
            <a:avLst/>
          </a:prstGeom>
          <a:noFill/>
          <a:ln w="9525">
            <a:noFill/>
          </a:ln>
        </p:spPr>
        <p:txBody>
          <a:bodyPr>
            <a:spAutoFit/>
          </a:bodyPr>
          <a:lstStyle>
            <a:lvl1pPr marL="342900" indent="-342900" algn="l" rtl="0" eaLnBrk="0" fontAlgn="base" hangingPunct="0">
              <a:spcBef>
                <a:spcPct val="20000"/>
              </a:spcBef>
              <a:spcAft>
                <a:spcPct val="0"/>
              </a:spcAft>
              <a:buChar char="•"/>
              <a:defRPr sz="3200">
                <a:solidFill>
                  <a:srgbClr val="666699"/>
                </a:solidFill>
                <a:latin typeface="+mn-lt"/>
                <a:ea typeface="+mn-ea"/>
                <a:cs typeface="+mn-cs"/>
              </a:defRPr>
            </a:lvl1pPr>
            <a:lvl2pPr marL="742950" indent="-285750" algn="l" rtl="0" eaLnBrk="0" fontAlgn="base" hangingPunct="0">
              <a:spcBef>
                <a:spcPct val="20000"/>
              </a:spcBef>
              <a:spcAft>
                <a:spcPct val="0"/>
              </a:spcAft>
              <a:buChar char="–"/>
              <a:defRPr sz="2800">
                <a:solidFill>
                  <a:srgbClr val="666699"/>
                </a:solidFill>
                <a:latin typeface="+mn-lt"/>
                <a:ea typeface="+mn-ea"/>
              </a:defRPr>
            </a:lvl2pPr>
            <a:lvl3pPr marL="1143000" indent="-228600" algn="l" rtl="0" eaLnBrk="0" fontAlgn="base" hangingPunct="0">
              <a:spcBef>
                <a:spcPct val="20000"/>
              </a:spcBef>
              <a:spcAft>
                <a:spcPct val="0"/>
              </a:spcAft>
              <a:buChar char="•"/>
              <a:defRPr sz="2400">
                <a:solidFill>
                  <a:srgbClr val="666699"/>
                </a:solidFill>
                <a:latin typeface="+mn-lt"/>
                <a:ea typeface="+mn-ea"/>
              </a:defRPr>
            </a:lvl3pPr>
            <a:lvl4pPr marL="1600200" indent="-228600" algn="l" rtl="0" eaLnBrk="0" fontAlgn="base" hangingPunct="0">
              <a:spcBef>
                <a:spcPct val="20000"/>
              </a:spcBef>
              <a:spcAft>
                <a:spcPct val="0"/>
              </a:spcAft>
              <a:buChar char="–"/>
              <a:defRPr sz="2000">
                <a:solidFill>
                  <a:srgbClr val="666699"/>
                </a:solidFill>
                <a:latin typeface="+mn-lt"/>
                <a:ea typeface="+mn-ea"/>
              </a:defRPr>
            </a:lvl4pPr>
            <a:lvl5pPr marL="2057400" indent="-228600" algn="l" rtl="0" eaLnBrk="0" fontAlgn="base" hangingPunct="0">
              <a:spcBef>
                <a:spcPct val="20000"/>
              </a:spcBef>
              <a:spcAft>
                <a:spcPct val="0"/>
              </a:spcAft>
              <a:buChar char="»"/>
              <a:defRPr sz="2000">
                <a:solidFill>
                  <a:srgbClr val="666699"/>
                </a:solidFill>
                <a:latin typeface="+mn-lt"/>
                <a:ea typeface="+mn-ea"/>
              </a:defRPr>
            </a:lvl5pPr>
          </a:lstStyle>
          <a:p>
            <a:pPr marL="0" lvl="0" indent="0" eaLnBrk="1" hangingPunct="1">
              <a:spcBef>
                <a:spcPct val="50000"/>
              </a:spcBef>
              <a:buNone/>
            </a:pPr>
            <a:r>
              <a:rPr lang="zh-CN" altLang="en-US" sz="1800" dirty="0">
                <a:solidFill>
                  <a:schemeClr val="tx1"/>
                </a:solidFill>
                <a:latin typeface="Tahoma" panose="020B0604030504040204" pitchFamily="34" charset="0"/>
              </a:rPr>
              <a:t>例1：X=1010      Y=1001   求  X+Y</a:t>
            </a:r>
            <a:endParaRPr lang="zh-CN" altLang="en-US" sz="1800" dirty="0">
              <a:solidFill>
                <a:schemeClr val="tx1"/>
              </a:solidFill>
              <a:latin typeface="Tahoma" panose="020B0604030504040204" pitchFamily="34" charset="0"/>
            </a:endParaRPr>
          </a:p>
        </p:txBody>
      </p:sp>
      <p:sp>
        <p:nvSpPr>
          <p:cNvPr id="13316" name="Text Box 4"/>
          <p:cNvSpPr txBox="1"/>
          <p:nvPr/>
        </p:nvSpPr>
        <p:spPr>
          <a:xfrm>
            <a:off x="3492500" y="1557338"/>
            <a:ext cx="4464050" cy="776287"/>
          </a:xfrm>
          <a:prstGeom prst="rect">
            <a:avLst/>
          </a:prstGeom>
          <a:noFill/>
          <a:ln w="9525">
            <a:noFill/>
          </a:ln>
        </p:spPr>
        <p:txBody>
          <a:bodyPr>
            <a:spAutoFit/>
          </a:bodyPr>
          <a:lstStyle>
            <a:lvl1pPr marL="342900" indent="-342900" algn="l" rtl="0" eaLnBrk="0" fontAlgn="base" hangingPunct="0">
              <a:spcBef>
                <a:spcPct val="20000"/>
              </a:spcBef>
              <a:spcAft>
                <a:spcPct val="0"/>
              </a:spcAft>
              <a:buChar char="•"/>
              <a:defRPr sz="3200">
                <a:solidFill>
                  <a:srgbClr val="666699"/>
                </a:solidFill>
                <a:latin typeface="+mn-lt"/>
                <a:ea typeface="+mn-ea"/>
                <a:cs typeface="+mn-cs"/>
              </a:defRPr>
            </a:lvl1pPr>
            <a:lvl2pPr marL="742950" indent="-285750" algn="l" rtl="0" eaLnBrk="0" fontAlgn="base" hangingPunct="0">
              <a:spcBef>
                <a:spcPct val="20000"/>
              </a:spcBef>
              <a:spcAft>
                <a:spcPct val="0"/>
              </a:spcAft>
              <a:buChar char="–"/>
              <a:defRPr sz="2800">
                <a:solidFill>
                  <a:srgbClr val="666699"/>
                </a:solidFill>
                <a:latin typeface="+mn-lt"/>
                <a:ea typeface="+mn-ea"/>
              </a:defRPr>
            </a:lvl2pPr>
            <a:lvl3pPr marL="1143000" indent="-228600" algn="l" rtl="0" eaLnBrk="0" fontAlgn="base" hangingPunct="0">
              <a:spcBef>
                <a:spcPct val="20000"/>
              </a:spcBef>
              <a:spcAft>
                <a:spcPct val="0"/>
              </a:spcAft>
              <a:buChar char="•"/>
              <a:defRPr sz="2400">
                <a:solidFill>
                  <a:srgbClr val="666699"/>
                </a:solidFill>
                <a:latin typeface="+mn-lt"/>
                <a:ea typeface="+mn-ea"/>
              </a:defRPr>
            </a:lvl3pPr>
            <a:lvl4pPr marL="1600200" indent="-228600" algn="l" rtl="0" eaLnBrk="0" fontAlgn="base" hangingPunct="0">
              <a:spcBef>
                <a:spcPct val="20000"/>
              </a:spcBef>
              <a:spcAft>
                <a:spcPct val="0"/>
              </a:spcAft>
              <a:buChar char="–"/>
              <a:defRPr sz="2000">
                <a:solidFill>
                  <a:srgbClr val="666699"/>
                </a:solidFill>
                <a:latin typeface="+mn-lt"/>
                <a:ea typeface="+mn-ea"/>
              </a:defRPr>
            </a:lvl4pPr>
            <a:lvl5pPr marL="2057400" indent="-228600" algn="l" rtl="0" eaLnBrk="0" fontAlgn="base" hangingPunct="0">
              <a:spcBef>
                <a:spcPct val="20000"/>
              </a:spcBef>
              <a:spcAft>
                <a:spcPct val="0"/>
              </a:spcAft>
              <a:buChar char="»"/>
              <a:defRPr sz="2000">
                <a:solidFill>
                  <a:srgbClr val="666699"/>
                </a:solidFill>
                <a:latin typeface="+mn-lt"/>
                <a:ea typeface="+mn-ea"/>
              </a:defRPr>
            </a:lvl5pPr>
          </a:lstStyle>
          <a:p>
            <a:pPr marL="0" lvl="0" indent="0" eaLnBrk="1" hangingPunct="1">
              <a:spcBef>
                <a:spcPct val="50000"/>
              </a:spcBef>
              <a:buNone/>
            </a:pPr>
            <a:r>
              <a:rPr lang="zh-CN" altLang="en-US" sz="1800" dirty="0">
                <a:solidFill>
                  <a:schemeClr val="tx1"/>
                </a:solidFill>
                <a:latin typeface="Tahoma" panose="020B0604030504040204" pitchFamily="34" charset="0"/>
              </a:rPr>
              <a:t>解：  [X]补= 0  1 0 1 0</a:t>
            </a:r>
            <a:endParaRPr lang="zh-CN" altLang="en-US" sz="1800" dirty="0">
              <a:solidFill>
                <a:schemeClr val="tx1"/>
              </a:solidFill>
              <a:latin typeface="Tahoma" panose="020B0604030504040204" pitchFamily="34" charset="0"/>
            </a:endParaRPr>
          </a:p>
          <a:p>
            <a:pPr marL="0" lvl="0" indent="0" eaLnBrk="1" hangingPunct="1">
              <a:spcBef>
                <a:spcPct val="50000"/>
              </a:spcBef>
              <a:buNone/>
            </a:pPr>
            <a:r>
              <a:rPr lang="zh-CN" altLang="en-US" sz="1800" dirty="0">
                <a:solidFill>
                  <a:schemeClr val="tx1"/>
                </a:solidFill>
                <a:latin typeface="Tahoma" panose="020B0604030504040204" pitchFamily="34" charset="0"/>
              </a:rPr>
              <a:t>+      [Y]补= 0  1 0 0 1 </a:t>
            </a:r>
            <a:endParaRPr lang="zh-CN" altLang="en-US" sz="1800" dirty="0">
              <a:solidFill>
                <a:schemeClr val="tx1"/>
              </a:solidFill>
              <a:latin typeface="Tahoma" panose="020B0604030504040204" pitchFamily="34" charset="0"/>
            </a:endParaRPr>
          </a:p>
        </p:txBody>
      </p:sp>
      <p:sp>
        <p:nvSpPr>
          <p:cNvPr id="13317" name="Line 5"/>
          <p:cNvSpPr/>
          <p:nvPr/>
        </p:nvSpPr>
        <p:spPr>
          <a:xfrm>
            <a:off x="3635375" y="2420938"/>
            <a:ext cx="2438400" cy="0"/>
          </a:xfrm>
          <a:prstGeom prst="line">
            <a:avLst/>
          </a:prstGeom>
          <a:ln w="9525" cap="flat" cmpd="sng">
            <a:solidFill>
              <a:schemeClr val="tx1"/>
            </a:solidFill>
            <a:prstDash val="solid"/>
            <a:headEnd type="none" w="med" len="med"/>
            <a:tailEnd type="none" w="med" len="med"/>
          </a:ln>
        </p:spPr>
      </p:sp>
      <p:sp>
        <p:nvSpPr>
          <p:cNvPr id="13318" name="Text Box 6"/>
          <p:cNvSpPr txBox="1"/>
          <p:nvPr/>
        </p:nvSpPr>
        <p:spPr>
          <a:xfrm>
            <a:off x="4857750" y="2492375"/>
            <a:ext cx="1692275" cy="368300"/>
          </a:xfrm>
          <a:prstGeom prst="rect">
            <a:avLst/>
          </a:prstGeom>
          <a:noFill/>
          <a:ln w="9525">
            <a:noFill/>
          </a:ln>
        </p:spPr>
        <p:txBody>
          <a:bodyPr>
            <a:spAutoFit/>
          </a:bodyPr>
          <a:lstStyle>
            <a:lvl1pPr marL="342900" indent="-342900" algn="l" rtl="0" eaLnBrk="0" fontAlgn="base" hangingPunct="0">
              <a:spcBef>
                <a:spcPct val="20000"/>
              </a:spcBef>
              <a:spcAft>
                <a:spcPct val="0"/>
              </a:spcAft>
              <a:buChar char="•"/>
              <a:defRPr sz="3200">
                <a:solidFill>
                  <a:srgbClr val="666699"/>
                </a:solidFill>
                <a:latin typeface="+mn-lt"/>
                <a:ea typeface="+mn-ea"/>
                <a:cs typeface="+mn-cs"/>
              </a:defRPr>
            </a:lvl1pPr>
            <a:lvl2pPr marL="742950" indent="-285750" algn="l" rtl="0" eaLnBrk="0" fontAlgn="base" hangingPunct="0">
              <a:spcBef>
                <a:spcPct val="20000"/>
              </a:spcBef>
              <a:spcAft>
                <a:spcPct val="0"/>
              </a:spcAft>
              <a:buChar char="–"/>
              <a:defRPr sz="2800">
                <a:solidFill>
                  <a:srgbClr val="666699"/>
                </a:solidFill>
                <a:latin typeface="+mn-lt"/>
                <a:ea typeface="+mn-ea"/>
              </a:defRPr>
            </a:lvl2pPr>
            <a:lvl3pPr marL="1143000" indent="-228600" algn="l" rtl="0" eaLnBrk="0" fontAlgn="base" hangingPunct="0">
              <a:spcBef>
                <a:spcPct val="20000"/>
              </a:spcBef>
              <a:spcAft>
                <a:spcPct val="0"/>
              </a:spcAft>
              <a:buChar char="•"/>
              <a:defRPr sz="2400">
                <a:solidFill>
                  <a:srgbClr val="666699"/>
                </a:solidFill>
                <a:latin typeface="+mn-lt"/>
                <a:ea typeface="+mn-ea"/>
              </a:defRPr>
            </a:lvl3pPr>
            <a:lvl4pPr marL="1600200" indent="-228600" algn="l" rtl="0" eaLnBrk="0" fontAlgn="base" hangingPunct="0">
              <a:spcBef>
                <a:spcPct val="20000"/>
              </a:spcBef>
              <a:spcAft>
                <a:spcPct val="0"/>
              </a:spcAft>
              <a:buChar char="–"/>
              <a:defRPr sz="2000">
                <a:solidFill>
                  <a:srgbClr val="666699"/>
                </a:solidFill>
                <a:latin typeface="+mn-lt"/>
                <a:ea typeface="+mn-ea"/>
              </a:defRPr>
            </a:lvl4pPr>
            <a:lvl5pPr marL="2057400" indent="-228600" algn="l" rtl="0" eaLnBrk="0" fontAlgn="base" hangingPunct="0">
              <a:spcBef>
                <a:spcPct val="20000"/>
              </a:spcBef>
              <a:spcAft>
                <a:spcPct val="0"/>
              </a:spcAft>
              <a:buChar char="»"/>
              <a:defRPr sz="2000">
                <a:solidFill>
                  <a:srgbClr val="666699"/>
                </a:solidFill>
                <a:latin typeface="+mn-lt"/>
                <a:ea typeface="+mn-ea"/>
              </a:defRPr>
            </a:lvl5pPr>
          </a:lstStyle>
          <a:p>
            <a:pPr marL="0" lvl="0" indent="0" eaLnBrk="1" hangingPunct="1">
              <a:spcBef>
                <a:spcPct val="50000"/>
              </a:spcBef>
              <a:buNone/>
            </a:pPr>
            <a:r>
              <a:rPr lang="zh-CN" altLang="en-US" sz="1800" dirty="0">
                <a:solidFill>
                  <a:schemeClr val="tx1"/>
                </a:solidFill>
                <a:latin typeface="Tahoma" panose="020B0604030504040204" pitchFamily="34" charset="0"/>
              </a:rPr>
              <a:t>1  0 0 1 1</a:t>
            </a:r>
            <a:endParaRPr lang="zh-CN" altLang="en-US" sz="1800" dirty="0">
              <a:solidFill>
                <a:schemeClr val="tx1"/>
              </a:solidFill>
              <a:latin typeface="Tahoma" panose="020B0604030504040204" pitchFamily="34" charset="0"/>
            </a:endParaRPr>
          </a:p>
        </p:txBody>
      </p:sp>
      <p:sp>
        <p:nvSpPr>
          <p:cNvPr id="13319" name="Line 7"/>
          <p:cNvSpPr/>
          <p:nvPr/>
        </p:nvSpPr>
        <p:spPr>
          <a:xfrm>
            <a:off x="4860925" y="2565400"/>
            <a:ext cx="0" cy="228600"/>
          </a:xfrm>
          <a:prstGeom prst="line">
            <a:avLst/>
          </a:prstGeom>
          <a:ln w="31750" cap="flat" cmpd="sng">
            <a:solidFill>
              <a:srgbClr val="FF0000"/>
            </a:solidFill>
            <a:prstDash val="solid"/>
            <a:headEnd type="none" w="med" len="med"/>
            <a:tailEnd type="none" w="med" len="med"/>
          </a:ln>
        </p:spPr>
      </p:sp>
      <p:sp>
        <p:nvSpPr>
          <p:cNvPr id="13320" name="Line 8"/>
          <p:cNvSpPr/>
          <p:nvPr/>
        </p:nvSpPr>
        <p:spPr>
          <a:xfrm>
            <a:off x="4860925" y="2781300"/>
            <a:ext cx="304800" cy="0"/>
          </a:xfrm>
          <a:prstGeom prst="line">
            <a:avLst/>
          </a:prstGeom>
          <a:ln w="31750" cap="flat" cmpd="sng">
            <a:solidFill>
              <a:srgbClr val="FF0000"/>
            </a:solidFill>
            <a:prstDash val="solid"/>
            <a:headEnd type="none" w="med" len="med"/>
            <a:tailEnd type="none" w="med" len="med"/>
          </a:ln>
        </p:spPr>
      </p:sp>
      <p:sp>
        <p:nvSpPr>
          <p:cNvPr id="13321" name="Line 9"/>
          <p:cNvSpPr/>
          <p:nvPr/>
        </p:nvSpPr>
        <p:spPr>
          <a:xfrm flipV="1">
            <a:off x="5148263" y="2565400"/>
            <a:ext cx="0" cy="228600"/>
          </a:xfrm>
          <a:prstGeom prst="line">
            <a:avLst/>
          </a:prstGeom>
          <a:ln w="31750" cap="flat" cmpd="sng">
            <a:solidFill>
              <a:srgbClr val="FF0000"/>
            </a:solidFill>
            <a:prstDash val="solid"/>
            <a:headEnd type="none" w="med" len="med"/>
            <a:tailEnd type="none" w="med" len="med"/>
          </a:ln>
        </p:spPr>
      </p:sp>
      <p:sp>
        <p:nvSpPr>
          <p:cNvPr id="13322" name="Line 10"/>
          <p:cNvSpPr/>
          <p:nvPr/>
        </p:nvSpPr>
        <p:spPr>
          <a:xfrm>
            <a:off x="4860925" y="2565400"/>
            <a:ext cx="304800" cy="0"/>
          </a:xfrm>
          <a:prstGeom prst="line">
            <a:avLst/>
          </a:prstGeom>
          <a:ln w="31750" cap="flat" cmpd="sng">
            <a:solidFill>
              <a:srgbClr val="FF0000"/>
            </a:solidFill>
            <a:prstDash val="solid"/>
            <a:headEnd type="none" w="med" len="med"/>
            <a:tailEnd type="none" w="med" len="med"/>
          </a:ln>
        </p:spPr>
      </p:sp>
      <p:sp>
        <p:nvSpPr>
          <p:cNvPr id="13323" name="Text Box 11"/>
          <p:cNvSpPr txBox="1"/>
          <p:nvPr/>
        </p:nvSpPr>
        <p:spPr>
          <a:xfrm>
            <a:off x="1371600" y="4038600"/>
            <a:ext cx="6248400" cy="366713"/>
          </a:xfrm>
          <a:prstGeom prst="rect">
            <a:avLst/>
          </a:prstGeom>
          <a:noFill/>
          <a:ln w="9525">
            <a:noFill/>
          </a:ln>
        </p:spPr>
        <p:txBody>
          <a:bodyPr>
            <a:spAutoFit/>
          </a:bodyPr>
          <a:lstStyle>
            <a:lvl1pPr marL="342900" indent="-342900" algn="l" rtl="0" eaLnBrk="0" fontAlgn="base" hangingPunct="0">
              <a:spcBef>
                <a:spcPct val="20000"/>
              </a:spcBef>
              <a:spcAft>
                <a:spcPct val="0"/>
              </a:spcAft>
              <a:buChar char="•"/>
              <a:defRPr sz="3200">
                <a:solidFill>
                  <a:srgbClr val="666699"/>
                </a:solidFill>
                <a:latin typeface="+mn-lt"/>
                <a:ea typeface="+mn-ea"/>
                <a:cs typeface="+mn-cs"/>
              </a:defRPr>
            </a:lvl1pPr>
            <a:lvl2pPr marL="742950" indent="-285750" algn="l" rtl="0" eaLnBrk="0" fontAlgn="base" hangingPunct="0">
              <a:spcBef>
                <a:spcPct val="20000"/>
              </a:spcBef>
              <a:spcAft>
                <a:spcPct val="0"/>
              </a:spcAft>
              <a:buChar char="–"/>
              <a:defRPr sz="2800">
                <a:solidFill>
                  <a:srgbClr val="666699"/>
                </a:solidFill>
                <a:latin typeface="+mn-lt"/>
                <a:ea typeface="+mn-ea"/>
              </a:defRPr>
            </a:lvl2pPr>
            <a:lvl3pPr marL="1143000" indent="-228600" algn="l" rtl="0" eaLnBrk="0" fontAlgn="base" hangingPunct="0">
              <a:spcBef>
                <a:spcPct val="20000"/>
              </a:spcBef>
              <a:spcAft>
                <a:spcPct val="0"/>
              </a:spcAft>
              <a:buChar char="•"/>
              <a:defRPr sz="2400">
                <a:solidFill>
                  <a:srgbClr val="666699"/>
                </a:solidFill>
                <a:latin typeface="+mn-lt"/>
                <a:ea typeface="+mn-ea"/>
              </a:defRPr>
            </a:lvl3pPr>
            <a:lvl4pPr marL="1600200" indent="-228600" algn="l" rtl="0" eaLnBrk="0" fontAlgn="base" hangingPunct="0">
              <a:spcBef>
                <a:spcPct val="20000"/>
              </a:spcBef>
              <a:spcAft>
                <a:spcPct val="0"/>
              </a:spcAft>
              <a:buChar char="–"/>
              <a:defRPr sz="2000">
                <a:solidFill>
                  <a:srgbClr val="666699"/>
                </a:solidFill>
                <a:latin typeface="+mn-lt"/>
                <a:ea typeface="+mn-ea"/>
              </a:defRPr>
            </a:lvl4pPr>
            <a:lvl5pPr marL="2057400" indent="-228600" algn="l" rtl="0" eaLnBrk="0" fontAlgn="base" hangingPunct="0">
              <a:spcBef>
                <a:spcPct val="20000"/>
              </a:spcBef>
              <a:spcAft>
                <a:spcPct val="0"/>
              </a:spcAft>
              <a:buChar char="»"/>
              <a:defRPr sz="2000">
                <a:solidFill>
                  <a:srgbClr val="666699"/>
                </a:solidFill>
                <a:latin typeface="+mn-lt"/>
                <a:ea typeface="+mn-ea"/>
              </a:defRPr>
            </a:lvl5pPr>
          </a:lstStyle>
          <a:p>
            <a:pPr marL="0" lvl="0" indent="0" eaLnBrk="1" hangingPunct="1">
              <a:spcBef>
                <a:spcPct val="50000"/>
              </a:spcBef>
              <a:buNone/>
            </a:pPr>
            <a:r>
              <a:rPr lang="zh-CN" altLang="en-US" sz="1800" dirty="0">
                <a:solidFill>
                  <a:schemeClr val="tx1"/>
                </a:solidFill>
                <a:latin typeface="Tahoma" panose="020B0604030504040204" pitchFamily="34" charset="0"/>
              </a:rPr>
              <a:t>例2：X=-1010      Y=-1011   求  X+Y</a:t>
            </a:r>
            <a:endParaRPr lang="zh-CN" altLang="en-US" sz="1800" dirty="0">
              <a:solidFill>
                <a:schemeClr val="tx1"/>
              </a:solidFill>
              <a:latin typeface="Tahoma" panose="020B0604030504040204" pitchFamily="34" charset="0"/>
            </a:endParaRPr>
          </a:p>
        </p:txBody>
      </p:sp>
      <p:sp>
        <p:nvSpPr>
          <p:cNvPr id="13324" name="Text Box 12"/>
          <p:cNvSpPr txBox="1"/>
          <p:nvPr/>
        </p:nvSpPr>
        <p:spPr>
          <a:xfrm>
            <a:off x="1524000" y="4495800"/>
            <a:ext cx="5562600" cy="779463"/>
          </a:xfrm>
          <a:prstGeom prst="rect">
            <a:avLst/>
          </a:prstGeom>
          <a:noFill/>
          <a:ln w="9525">
            <a:noFill/>
          </a:ln>
        </p:spPr>
        <p:txBody>
          <a:bodyPr>
            <a:spAutoFit/>
          </a:bodyPr>
          <a:lstStyle>
            <a:lvl1pPr marL="342900" indent="-342900" algn="l" rtl="0" eaLnBrk="0" fontAlgn="base" hangingPunct="0">
              <a:spcBef>
                <a:spcPct val="20000"/>
              </a:spcBef>
              <a:spcAft>
                <a:spcPct val="0"/>
              </a:spcAft>
              <a:buChar char="•"/>
              <a:defRPr sz="3200">
                <a:solidFill>
                  <a:srgbClr val="666699"/>
                </a:solidFill>
                <a:latin typeface="+mn-lt"/>
                <a:ea typeface="+mn-ea"/>
                <a:cs typeface="+mn-cs"/>
              </a:defRPr>
            </a:lvl1pPr>
            <a:lvl2pPr marL="742950" indent="-285750" algn="l" rtl="0" eaLnBrk="0" fontAlgn="base" hangingPunct="0">
              <a:spcBef>
                <a:spcPct val="20000"/>
              </a:spcBef>
              <a:spcAft>
                <a:spcPct val="0"/>
              </a:spcAft>
              <a:buChar char="–"/>
              <a:defRPr sz="2800">
                <a:solidFill>
                  <a:srgbClr val="666699"/>
                </a:solidFill>
                <a:latin typeface="+mn-lt"/>
                <a:ea typeface="+mn-ea"/>
              </a:defRPr>
            </a:lvl2pPr>
            <a:lvl3pPr marL="1143000" indent="-228600" algn="l" rtl="0" eaLnBrk="0" fontAlgn="base" hangingPunct="0">
              <a:spcBef>
                <a:spcPct val="20000"/>
              </a:spcBef>
              <a:spcAft>
                <a:spcPct val="0"/>
              </a:spcAft>
              <a:buChar char="•"/>
              <a:defRPr sz="2400">
                <a:solidFill>
                  <a:srgbClr val="666699"/>
                </a:solidFill>
                <a:latin typeface="+mn-lt"/>
                <a:ea typeface="+mn-ea"/>
              </a:defRPr>
            </a:lvl3pPr>
            <a:lvl4pPr marL="1600200" indent="-228600" algn="l" rtl="0" eaLnBrk="0" fontAlgn="base" hangingPunct="0">
              <a:spcBef>
                <a:spcPct val="20000"/>
              </a:spcBef>
              <a:spcAft>
                <a:spcPct val="0"/>
              </a:spcAft>
              <a:buChar char="–"/>
              <a:defRPr sz="2000">
                <a:solidFill>
                  <a:srgbClr val="666699"/>
                </a:solidFill>
                <a:latin typeface="+mn-lt"/>
                <a:ea typeface="+mn-ea"/>
              </a:defRPr>
            </a:lvl4pPr>
            <a:lvl5pPr marL="2057400" indent="-228600" algn="l" rtl="0" eaLnBrk="0" fontAlgn="base" hangingPunct="0">
              <a:spcBef>
                <a:spcPct val="20000"/>
              </a:spcBef>
              <a:spcAft>
                <a:spcPct val="0"/>
              </a:spcAft>
              <a:buChar char="»"/>
              <a:defRPr sz="2000">
                <a:solidFill>
                  <a:srgbClr val="666699"/>
                </a:solidFill>
                <a:latin typeface="+mn-lt"/>
                <a:ea typeface="+mn-ea"/>
              </a:defRPr>
            </a:lvl5pPr>
          </a:lstStyle>
          <a:p>
            <a:pPr marL="0" lvl="0" indent="0" eaLnBrk="1" hangingPunct="1">
              <a:spcBef>
                <a:spcPct val="50000"/>
              </a:spcBef>
              <a:buNone/>
            </a:pPr>
            <a:r>
              <a:rPr lang="zh-CN" altLang="en-US" sz="1800" dirty="0">
                <a:solidFill>
                  <a:schemeClr val="tx1"/>
                </a:solidFill>
                <a:latin typeface="Tahoma" panose="020B0604030504040204" pitchFamily="34" charset="0"/>
              </a:rPr>
              <a:t>解：  [X]补= 1  0 1 1 0</a:t>
            </a:r>
            <a:endParaRPr lang="zh-CN" altLang="en-US" sz="1800" dirty="0">
              <a:solidFill>
                <a:schemeClr val="tx1"/>
              </a:solidFill>
              <a:latin typeface="Tahoma" panose="020B0604030504040204" pitchFamily="34" charset="0"/>
            </a:endParaRPr>
          </a:p>
          <a:p>
            <a:pPr marL="0" lvl="0" indent="0" eaLnBrk="1" hangingPunct="1">
              <a:spcBef>
                <a:spcPct val="50000"/>
              </a:spcBef>
              <a:buNone/>
            </a:pPr>
            <a:r>
              <a:rPr lang="zh-CN" altLang="en-US" sz="1800" dirty="0">
                <a:solidFill>
                  <a:schemeClr val="tx1"/>
                </a:solidFill>
                <a:latin typeface="Tahoma" panose="020B0604030504040204" pitchFamily="34" charset="0"/>
              </a:rPr>
              <a:t>+      [Y]补= 1  0 1 0 1 </a:t>
            </a:r>
            <a:endParaRPr lang="zh-CN" altLang="en-US" sz="1800" dirty="0">
              <a:solidFill>
                <a:schemeClr val="tx1"/>
              </a:solidFill>
              <a:latin typeface="Tahoma" panose="020B0604030504040204" pitchFamily="34" charset="0"/>
            </a:endParaRPr>
          </a:p>
        </p:txBody>
      </p:sp>
      <p:sp>
        <p:nvSpPr>
          <p:cNvPr id="13325" name="Line 13"/>
          <p:cNvSpPr/>
          <p:nvPr/>
        </p:nvSpPr>
        <p:spPr>
          <a:xfrm>
            <a:off x="1600200" y="5257800"/>
            <a:ext cx="2438400" cy="0"/>
          </a:xfrm>
          <a:prstGeom prst="line">
            <a:avLst/>
          </a:prstGeom>
          <a:ln w="9525" cap="flat" cmpd="sng">
            <a:solidFill>
              <a:schemeClr val="tx1"/>
            </a:solidFill>
            <a:prstDash val="solid"/>
            <a:headEnd type="none" w="med" len="med"/>
            <a:tailEnd type="none" w="med" len="med"/>
          </a:ln>
        </p:spPr>
      </p:sp>
      <p:sp>
        <p:nvSpPr>
          <p:cNvPr id="13326" name="Text Box 14"/>
          <p:cNvSpPr txBox="1"/>
          <p:nvPr/>
        </p:nvSpPr>
        <p:spPr>
          <a:xfrm>
            <a:off x="2895600" y="5334000"/>
            <a:ext cx="1692275" cy="366713"/>
          </a:xfrm>
          <a:prstGeom prst="rect">
            <a:avLst/>
          </a:prstGeom>
          <a:noFill/>
          <a:ln w="9525">
            <a:noFill/>
          </a:ln>
        </p:spPr>
        <p:txBody>
          <a:bodyPr>
            <a:spAutoFit/>
          </a:bodyPr>
          <a:lstStyle>
            <a:lvl1pPr marL="342900" indent="-342900" algn="l" rtl="0" eaLnBrk="0" fontAlgn="base" hangingPunct="0">
              <a:spcBef>
                <a:spcPct val="20000"/>
              </a:spcBef>
              <a:spcAft>
                <a:spcPct val="0"/>
              </a:spcAft>
              <a:buChar char="•"/>
              <a:defRPr sz="3200">
                <a:solidFill>
                  <a:srgbClr val="666699"/>
                </a:solidFill>
                <a:latin typeface="+mn-lt"/>
                <a:ea typeface="+mn-ea"/>
                <a:cs typeface="+mn-cs"/>
              </a:defRPr>
            </a:lvl1pPr>
            <a:lvl2pPr marL="742950" indent="-285750" algn="l" rtl="0" eaLnBrk="0" fontAlgn="base" hangingPunct="0">
              <a:spcBef>
                <a:spcPct val="20000"/>
              </a:spcBef>
              <a:spcAft>
                <a:spcPct val="0"/>
              </a:spcAft>
              <a:buChar char="–"/>
              <a:defRPr sz="2800">
                <a:solidFill>
                  <a:srgbClr val="666699"/>
                </a:solidFill>
                <a:latin typeface="+mn-lt"/>
                <a:ea typeface="+mn-ea"/>
              </a:defRPr>
            </a:lvl2pPr>
            <a:lvl3pPr marL="1143000" indent="-228600" algn="l" rtl="0" eaLnBrk="0" fontAlgn="base" hangingPunct="0">
              <a:spcBef>
                <a:spcPct val="20000"/>
              </a:spcBef>
              <a:spcAft>
                <a:spcPct val="0"/>
              </a:spcAft>
              <a:buChar char="•"/>
              <a:defRPr sz="2400">
                <a:solidFill>
                  <a:srgbClr val="666699"/>
                </a:solidFill>
                <a:latin typeface="+mn-lt"/>
                <a:ea typeface="+mn-ea"/>
              </a:defRPr>
            </a:lvl3pPr>
            <a:lvl4pPr marL="1600200" indent="-228600" algn="l" rtl="0" eaLnBrk="0" fontAlgn="base" hangingPunct="0">
              <a:spcBef>
                <a:spcPct val="20000"/>
              </a:spcBef>
              <a:spcAft>
                <a:spcPct val="0"/>
              </a:spcAft>
              <a:buChar char="–"/>
              <a:defRPr sz="2000">
                <a:solidFill>
                  <a:srgbClr val="666699"/>
                </a:solidFill>
                <a:latin typeface="+mn-lt"/>
                <a:ea typeface="+mn-ea"/>
              </a:defRPr>
            </a:lvl4pPr>
            <a:lvl5pPr marL="2057400" indent="-228600" algn="l" rtl="0" eaLnBrk="0" fontAlgn="base" hangingPunct="0">
              <a:spcBef>
                <a:spcPct val="20000"/>
              </a:spcBef>
              <a:spcAft>
                <a:spcPct val="0"/>
              </a:spcAft>
              <a:buChar char="»"/>
              <a:defRPr sz="2000">
                <a:solidFill>
                  <a:srgbClr val="666699"/>
                </a:solidFill>
                <a:latin typeface="+mn-lt"/>
                <a:ea typeface="+mn-ea"/>
              </a:defRPr>
            </a:lvl5pPr>
          </a:lstStyle>
          <a:p>
            <a:pPr marL="0" lvl="0" indent="0" eaLnBrk="1" hangingPunct="1">
              <a:spcBef>
                <a:spcPct val="50000"/>
              </a:spcBef>
              <a:buNone/>
            </a:pPr>
            <a:r>
              <a:rPr lang="zh-CN" altLang="en-US" sz="1800" dirty="0">
                <a:solidFill>
                  <a:schemeClr val="tx1"/>
                </a:solidFill>
                <a:latin typeface="Tahoma" panose="020B0604030504040204" pitchFamily="34" charset="0"/>
              </a:rPr>
              <a:t>0  1 0 1 1</a:t>
            </a:r>
            <a:endParaRPr lang="zh-CN" altLang="en-US" sz="1800" dirty="0">
              <a:solidFill>
                <a:schemeClr val="tx1"/>
              </a:solidFill>
              <a:latin typeface="Tahoma" panose="020B0604030504040204" pitchFamily="34" charset="0"/>
            </a:endParaRPr>
          </a:p>
        </p:txBody>
      </p:sp>
      <p:sp>
        <p:nvSpPr>
          <p:cNvPr id="13327" name="Line 15"/>
          <p:cNvSpPr/>
          <p:nvPr/>
        </p:nvSpPr>
        <p:spPr>
          <a:xfrm>
            <a:off x="2895600" y="5410200"/>
            <a:ext cx="0" cy="228600"/>
          </a:xfrm>
          <a:prstGeom prst="line">
            <a:avLst/>
          </a:prstGeom>
          <a:ln w="31750" cap="flat" cmpd="sng">
            <a:solidFill>
              <a:srgbClr val="FF0000"/>
            </a:solidFill>
            <a:prstDash val="solid"/>
            <a:headEnd type="none" w="med" len="med"/>
            <a:tailEnd type="none" w="med" len="med"/>
          </a:ln>
        </p:spPr>
      </p:sp>
      <p:sp>
        <p:nvSpPr>
          <p:cNvPr id="13328" name="Line 16"/>
          <p:cNvSpPr/>
          <p:nvPr/>
        </p:nvSpPr>
        <p:spPr>
          <a:xfrm>
            <a:off x="2895600" y="5638800"/>
            <a:ext cx="304800" cy="0"/>
          </a:xfrm>
          <a:prstGeom prst="line">
            <a:avLst/>
          </a:prstGeom>
          <a:ln w="31750" cap="flat" cmpd="sng">
            <a:solidFill>
              <a:srgbClr val="FF0000"/>
            </a:solidFill>
            <a:prstDash val="solid"/>
            <a:headEnd type="none" w="med" len="med"/>
            <a:tailEnd type="none" w="med" len="med"/>
          </a:ln>
        </p:spPr>
      </p:sp>
      <p:sp>
        <p:nvSpPr>
          <p:cNvPr id="13329" name="Line 17"/>
          <p:cNvSpPr/>
          <p:nvPr/>
        </p:nvSpPr>
        <p:spPr>
          <a:xfrm flipV="1">
            <a:off x="3200400" y="5410200"/>
            <a:ext cx="0" cy="228600"/>
          </a:xfrm>
          <a:prstGeom prst="line">
            <a:avLst/>
          </a:prstGeom>
          <a:ln w="31750" cap="flat" cmpd="sng">
            <a:solidFill>
              <a:srgbClr val="FF0000"/>
            </a:solidFill>
            <a:prstDash val="solid"/>
            <a:headEnd type="none" w="med" len="med"/>
            <a:tailEnd type="none" w="med" len="med"/>
          </a:ln>
        </p:spPr>
      </p:sp>
      <p:sp>
        <p:nvSpPr>
          <p:cNvPr id="13330" name="Line 18"/>
          <p:cNvSpPr/>
          <p:nvPr/>
        </p:nvSpPr>
        <p:spPr>
          <a:xfrm>
            <a:off x="2895600" y="5410200"/>
            <a:ext cx="304800" cy="0"/>
          </a:xfrm>
          <a:prstGeom prst="line">
            <a:avLst/>
          </a:prstGeom>
          <a:ln w="31750" cap="flat" cmpd="sng">
            <a:solidFill>
              <a:srgbClr val="FF0000"/>
            </a:solidFill>
            <a:prstDash val="solid"/>
            <a:headEnd type="none" w="med" len="med"/>
            <a:tailEnd type="none" w="med" len="med"/>
          </a:ln>
        </p:spPr>
      </p:sp>
      <p:sp>
        <p:nvSpPr>
          <p:cNvPr id="13331" name="AutoShape 19"/>
          <p:cNvSpPr/>
          <p:nvPr/>
        </p:nvSpPr>
        <p:spPr>
          <a:xfrm>
            <a:off x="541338" y="2492375"/>
            <a:ext cx="3349625" cy="1127125"/>
          </a:xfrm>
          <a:prstGeom prst="cloudCallout">
            <a:avLst>
              <a:gd name="adj1" fmla="val 71856"/>
              <a:gd name="adj2" fmla="val -18250"/>
            </a:avLst>
          </a:prstGeom>
          <a:solidFill>
            <a:srgbClr val="FFFFCC"/>
          </a:solidFill>
          <a:ln w="9525" cap="flat" cmpd="sng">
            <a:solidFill>
              <a:schemeClr val="tx1"/>
            </a:solidFill>
            <a:prstDash val="solid"/>
            <a:headEnd type="none" w="med" len="med"/>
            <a:tailEnd type="none" w="med" len="med"/>
          </a:ln>
        </p:spPr>
        <p:txBody>
          <a:bodyPr/>
          <a:lstStyle>
            <a:lvl1pPr marL="342900" indent="-342900" algn="l" rtl="0" eaLnBrk="0" fontAlgn="base" hangingPunct="0">
              <a:spcBef>
                <a:spcPct val="20000"/>
              </a:spcBef>
              <a:spcAft>
                <a:spcPct val="0"/>
              </a:spcAft>
              <a:buChar char="•"/>
              <a:defRPr sz="3200">
                <a:solidFill>
                  <a:srgbClr val="666699"/>
                </a:solidFill>
                <a:latin typeface="+mn-lt"/>
                <a:ea typeface="+mn-ea"/>
                <a:cs typeface="+mn-cs"/>
              </a:defRPr>
            </a:lvl1pPr>
            <a:lvl2pPr marL="742950" indent="-285750" algn="l" rtl="0" eaLnBrk="0" fontAlgn="base" hangingPunct="0">
              <a:spcBef>
                <a:spcPct val="20000"/>
              </a:spcBef>
              <a:spcAft>
                <a:spcPct val="0"/>
              </a:spcAft>
              <a:buChar char="–"/>
              <a:defRPr sz="2800">
                <a:solidFill>
                  <a:srgbClr val="666699"/>
                </a:solidFill>
                <a:latin typeface="+mn-lt"/>
                <a:ea typeface="+mn-ea"/>
              </a:defRPr>
            </a:lvl2pPr>
            <a:lvl3pPr marL="1143000" indent="-228600" algn="l" rtl="0" eaLnBrk="0" fontAlgn="base" hangingPunct="0">
              <a:spcBef>
                <a:spcPct val="20000"/>
              </a:spcBef>
              <a:spcAft>
                <a:spcPct val="0"/>
              </a:spcAft>
              <a:buChar char="•"/>
              <a:defRPr sz="2400">
                <a:solidFill>
                  <a:srgbClr val="666699"/>
                </a:solidFill>
                <a:latin typeface="+mn-lt"/>
                <a:ea typeface="+mn-ea"/>
              </a:defRPr>
            </a:lvl3pPr>
            <a:lvl4pPr marL="1600200" indent="-228600" algn="l" rtl="0" eaLnBrk="0" fontAlgn="base" hangingPunct="0">
              <a:spcBef>
                <a:spcPct val="20000"/>
              </a:spcBef>
              <a:spcAft>
                <a:spcPct val="0"/>
              </a:spcAft>
              <a:buChar char="–"/>
              <a:defRPr sz="2000">
                <a:solidFill>
                  <a:srgbClr val="666699"/>
                </a:solidFill>
                <a:latin typeface="+mn-lt"/>
                <a:ea typeface="+mn-ea"/>
              </a:defRPr>
            </a:lvl4pPr>
            <a:lvl5pPr marL="2057400" indent="-228600" algn="l" rtl="0" eaLnBrk="0" fontAlgn="base" hangingPunct="0">
              <a:spcBef>
                <a:spcPct val="20000"/>
              </a:spcBef>
              <a:spcAft>
                <a:spcPct val="0"/>
              </a:spcAft>
              <a:buChar char="»"/>
              <a:defRPr sz="2000">
                <a:solidFill>
                  <a:srgbClr val="666699"/>
                </a:solidFill>
                <a:latin typeface="+mn-lt"/>
                <a:ea typeface="+mn-ea"/>
              </a:defRPr>
            </a:lvl5pPr>
          </a:lstStyle>
          <a:p>
            <a:pPr marL="0" lvl="0" indent="0" algn="ctr" eaLnBrk="1" hangingPunct="1">
              <a:spcBef>
                <a:spcPct val="0"/>
              </a:spcBef>
              <a:buNone/>
            </a:pPr>
            <a:r>
              <a:rPr lang="zh-CN" altLang="en-US" sz="2000" dirty="0">
                <a:solidFill>
                  <a:schemeClr val="tx1"/>
                </a:solidFill>
                <a:latin typeface="Tahoma" panose="020B0604030504040204" pitchFamily="34" charset="0"/>
              </a:rPr>
              <a:t>较大正数相加产生进位，影响符号位</a:t>
            </a:r>
            <a:endParaRPr lang="zh-CN" altLang="en-US" sz="2000" dirty="0">
              <a:solidFill>
                <a:schemeClr val="tx1"/>
              </a:solidFill>
              <a:latin typeface="Tahoma" panose="020B0604030504040204" pitchFamily="34" charset="0"/>
            </a:endParaRPr>
          </a:p>
          <a:p>
            <a:pPr marL="0" lvl="0" indent="0" algn="ctr" eaLnBrk="1" hangingPunct="1">
              <a:spcBef>
                <a:spcPct val="0"/>
              </a:spcBef>
              <a:buNone/>
            </a:pPr>
            <a:endParaRPr lang="zh-CN" altLang="en-US" sz="2000" dirty="0">
              <a:solidFill>
                <a:schemeClr val="tx1"/>
              </a:solidFill>
              <a:latin typeface="Tahoma" panose="020B0604030504040204" pitchFamily="34" charset="0"/>
            </a:endParaRPr>
          </a:p>
        </p:txBody>
      </p:sp>
      <p:sp>
        <p:nvSpPr>
          <p:cNvPr id="13332" name="AutoShape 20"/>
          <p:cNvSpPr/>
          <p:nvPr/>
        </p:nvSpPr>
        <p:spPr>
          <a:xfrm>
            <a:off x="5365750" y="5229225"/>
            <a:ext cx="3167063" cy="1079500"/>
          </a:xfrm>
          <a:prstGeom prst="cloudCallout">
            <a:avLst>
              <a:gd name="adj1" fmla="val -120694"/>
              <a:gd name="adj2" fmla="val 5412"/>
            </a:avLst>
          </a:prstGeom>
          <a:solidFill>
            <a:srgbClr val="FFFFCC"/>
          </a:solidFill>
          <a:ln w="9525" cap="flat" cmpd="sng">
            <a:solidFill>
              <a:schemeClr val="tx1"/>
            </a:solidFill>
            <a:prstDash val="solid"/>
            <a:headEnd type="none" w="med" len="med"/>
            <a:tailEnd type="none" w="med" len="med"/>
          </a:ln>
        </p:spPr>
        <p:txBody>
          <a:bodyPr/>
          <a:lstStyle>
            <a:lvl1pPr marL="342900" indent="-342900" algn="l" rtl="0" eaLnBrk="0" fontAlgn="base" hangingPunct="0">
              <a:spcBef>
                <a:spcPct val="20000"/>
              </a:spcBef>
              <a:spcAft>
                <a:spcPct val="0"/>
              </a:spcAft>
              <a:buChar char="•"/>
              <a:defRPr sz="3200">
                <a:solidFill>
                  <a:srgbClr val="666699"/>
                </a:solidFill>
                <a:latin typeface="+mn-lt"/>
                <a:ea typeface="+mn-ea"/>
                <a:cs typeface="+mn-cs"/>
              </a:defRPr>
            </a:lvl1pPr>
            <a:lvl2pPr marL="742950" indent="-285750" algn="l" rtl="0" eaLnBrk="0" fontAlgn="base" hangingPunct="0">
              <a:spcBef>
                <a:spcPct val="20000"/>
              </a:spcBef>
              <a:spcAft>
                <a:spcPct val="0"/>
              </a:spcAft>
              <a:buChar char="–"/>
              <a:defRPr sz="2800">
                <a:solidFill>
                  <a:srgbClr val="666699"/>
                </a:solidFill>
                <a:latin typeface="+mn-lt"/>
                <a:ea typeface="+mn-ea"/>
              </a:defRPr>
            </a:lvl2pPr>
            <a:lvl3pPr marL="1143000" indent="-228600" algn="l" rtl="0" eaLnBrk="0" fontAlgn="base" hangingPunct="0">
              <a:spcBef>
                <a:spcPct val="20000"/>
              </a:spcBef>
              <a:spcAft>
                <a:spcPct val="0"/>
              </a:spcAft>
              <a:buChar char="•"/>
              <a:defRPr sz="2400">
                <a:solidFill>
                  <a:srgbClr val="666699"/>
                </a:solidFill>
                <a:latin typeface="+mn-lt"/>
                <a:ea typeface="+mn-ea"/>
              </a:defRPr>
            </a:lvl3pPr>
            <a:lvl4pPr marL="1600200" indent="-228600" algn="l" rtl="0" eaLnBrk="0" fontAlgn="base" hangingPunct="0">
              <a:spcBef>
                <a:spcPct val="20000"/>
              </a:spcBef>
              <a:spcAft>
                <a:spcPct val="0"/>
              </a:spcAft>
              <a:buChar char="–"/>
              <a:defRPr sz="2000">
                <a:solidFill>
                  <a:srgbClr val="666699"/>
                </a:solidFill>
                <a:latin typeface="+mn-lt"/>
                <a:ea typeface="+mn-ea"/>
              </a:defRPr>
            </a:lvl4pPr>
            <a:lvl5pPr marL="2057400" indent="-228600" algn="l" rtl="0" eaLnBrk="0" fontAlgn="base" hangingPunct="0">
              <a:spcBef>
                <a:spcPct val="20000"/>
              </a:spcBef>
              <a:spcAft>
                <a:spcPct val="0"/>
              </a:spcAft>
              <a:buChar char="»"/>
              <a:defRPr sz="2000">
                <a:solidFill>
                  <a:srgbClr val="666699"/>
                </a:solidFill>
                <a:latin typeface="+mn-lt"/>
                <a:ea typeface="+mn-ea"/>
              </a:defRPr>
            </a:lvl5pPr>
          </a:lstStyle>
          <a:p>
            <a:pPr marL="0" lvl="0" indent="0" algn="ctr" eaLnBrk="1" hangingPunct="1">
              <a:spcBef>
                <a:spcPct val="0"/>
              </a:spcBef>
              <a:buNone/>
            </a:pPr>
            <a:r>
              <a:rPr lang="zh-CN" altLang="en-US" sz="1800" dirty="0">
                <a:solidFill>
                  <a:schemeClr val="tx1"/>
                </a:solidFill>
                <a:latin typeface="Tahoma" panose="020B0604030504040204" pitchFamily="34" charset="0"/>
              </a:rPr>
              <a:t>两个负数相加结果的符号位却为正了</a:t>
            </a:r>
            <a:endParaRPr lang="zh-CN" altLang="en-US" sz="1800" dirty="0">
              <a:solidFill>
                <a:schemeClr val="tx1"/>
              </a:solidFill>
              <a:latin typeface="Tahoma" panose="020B0604030504040204" pitchFamily="34" charset="0"/>
            </a:endParaRPr>
          </a:p>
          <a:p>
            <a:pPr marL="0" lvl="0" indent="0" algn="ctr" eaLnBrk="1" hangingPunct="1">
              <a:spcBef>
                <a:spcPct val="0"/>
              </a:spcBef>
              <a:buNone/>
            </a:pPr>
            <a:endParaRPr lang="zh-CN" altLang="en-US" sz="1800" dirty="0">
              <a:solidFill>
                <a:schemeClr val="tx1"/>
              </a:solidFill>
              <a:latin typeface="Tahoma" panose="020B0604030504040204" pitchFamily="34"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499"/>
                                          </p:stCondLst>
                                        </p:cTn>
                                        <p:tgtEl>
                                          <p:spTgt spid="13316"/>
                                        </p:tgtEl>
                                        <p:attrNameLst>
                                          <p:attrName>style.visibility</p:attrName>
                                        </p:attrNameLst>
                                      </p:cBhvr>
                                      <p:to>
                                        <p:strVal val="visible"/>
                                      </p:to>
                                    </p:set>
                                  </p:childTnLst>
                                </p:cTn>
                              </p:par>
                            </p:childTnLst>
                          </p:cTn>
                        </p:par>
                        <p:par>
                          <p:cTn id="7" fill="hold">
                            <p:stCondLst>
                              <p:cond delay="500"/>
                            </p:stCondLst>
                            <p:childTnLst>
                              <p:par>
                                <p:cTn id="8" presetID="1" presetClass="entr" presetSubtype="0" fill="hold" nodeType="afterEffect">
                                  <p:stCondLst>
                                    <p:cond delay="0"/>
                                  </p:stCondLst>
                                  <p:childTnLst>
                                    <p:set>
                                      <p:cBhvr>
                                        <p:cTn id="9" dur="1" fill="hold">
                                          <p:stCondLst>
                                            <p:cond delay="499"/>
                                          </p:stCondLst>
                                        </p:cTn>
                                        <p:tgtEl>
                                          <p:spTgt spid="13317"/>
                                        </p:tgtEl>
                                        <p:attrNameLst>
                                          <p:attrName>style.visibility</p:attrName>
                                        </p:attrNameLst>
                                      </p:cBhvr>
                                      <p:to>
                                        <p:strVal val="visible"/>
                                      </p:to>
                                    </p:set>
                                  </p:childTnLst>
                                </p:cTn>
                              </p:par>
                            </p:childTnLst>
                          </p:cTn>
                        </p:par>
                      </p:childTnLst>
                    </p:cTn>
                  </p:par>
                  <p:par>
                    <p:cTn id="10" fill="hold">
                      <p:stCondLst>
                        <p:cond delay="indefinite"/>
                      </p:stCondLst>
                      <p:childTnLst>
                        <p:par>
                          <p:cTn id="11" fill="hold">
                            <p:stCondLst>
                              <p:cond delay="0"/>
                            </p:stCondLst>
                            <p:childTnLst>
                              <p:par>
                                <p:cTn id="12" presetID="1" presetClass="entr" presetSubtype="0" fill="hold" nodeType="clickEffect">
                                  <p:stCondLst>
                                    <p:cond delay="0"/>
                                  </p:stCondLst>
                                  <p:childTnLst>
                                    <p:set>
                                      <p:cBhvr>
                                        <p:cTn id="13" dur="1" fill="hold">
                                          <p:stCondLst>
                                            <p:cond delay="499"/>
                                          </p:stCondLst>
                                        </p:cTn>
                                        <p:tgtEl>
                                          <p:spTgt spid="13318"/>
                                        </p:tgtEl>
                                        <p:attrNameLst>
                                          <p:attrName>style.visibility</p:attrName>
                                        </p:attrNameLst>
                                      </p:cBhvr>
                                      <p:to>
                                        <p:strVal val="visible"/>
                                      </p:to>
                                    </p:set>
                                  </p:childTnLst>
                                </p:cTn>
                              </p:par>
                            </p:childTnLst>
                          </p:cTn>
                        </p:par>
                        <p:par>
                          <p:cTn id="14" fill="hold">
                            <p:stCondLst>
                              <p:cond delay="500"/>
                            </p:stCondLst>
                            <p:childTnLst>
                              <p:par>
                                <p:cTn id="15" presetID="1" presetClass="entr" presetSubtype="0" fill="hold" nodeType="afterEffect">
                                  <p:stCondLst>
                                    <p:cond delay="0"/>
                                  </p:stCondLst>
                                  <p:childTnLst>
                                    <p:set>
                                      <p:cBhvr>
                                        <p:cTn id="16" dur="1" fill="hold">
                                          <p:stCondLst>
                                            <p:cond delay="499"/>
                                          </p:stCondLst>
                                        </p:cTn>
                                        <p:tgtEl>
                                          <p:spTgt spid="13319"/>
                                        </p:tgtEl>
                                        <p:attrNameLst>
                                          <p:attrName>style.visibility</p:attrName>
                                        </p:attrNameLst>
                                      </p:cBhvr>
                                      <p:to>
                                        <p:strVal val="visible"/>
                                      </p:to>
                                    </p:set>
                                  </p:childTnLst>
                                </p:cTn>
                              </p:par>
                            </p:childTnLst>
                          </p:cTn>
                        </p:par>
                        <p:par>
                          <p:cTn id="17" fill="hold">
                            <p:stCondLst>
                              <p:cond delay="1000"/>
                            </p:stCondLst>
                            <p:childTnLst>
                              <p:par>
                                <p:cTn id="18" presetID="1" presetClass="entr" presetSubtype="0" fill="hold" nodeType="afterEffect">
                                  <p:stCondLst>
                                    <p:cond delay="0"/>
                                  </p:stCondLst>
                                  <p:childTnLst>
                                    <p:set>
                                      <p:cBhvr>
                                        <p:cTn id="19" dur="1" fill="hold">
                                          <p:stCondLst>
                                            <p:cond delay="499"/>
                                          </p:stCondLst>
                                        </p:cTn>
                                        <p:tgtEl>
                                          <p:spTgt spid="13320"/>
                                        </p:tgtEl>
                                        <p:attrNameLst>
                                          <p:attrName>style.visibility</p:attrName>
                                        </p:attrNameLst>
                                      </p:cBhvr>
                                      <p:to>
                                        <p:strVal val="visible"/>
                                      </p:to>
                                    </p:set>
                                  </p:childTnLst>
                                </p:cTn>
                              </p:par>
                            </p:childTnLst>
                          </p:cTn>
                        </p:par>
                        <p:par>
                          <p:cTn id="20" fill="hold">
                            <p:stCondLst>
                              <p:cond delay="1500"/>
                            </p:stCondLst>
                            <p:childTnLst>
                              <p:par>
                                <p:cTn id="21" presetID="1" presetClass="entr" presetSubtype="0" fill="hold" nodeType="afterEffect">
                                  <p:stCondLst>
                                    <p:cond delay="0"/>
                                  </p:stCondLst>
                                  <p:childTnLst>
                                    <p:set>
                                      <p:cBhvr>
                                        <p:cTn id="22" dur="1" fill="hold">
                                          <p:stCondLst>
                                            <p:cond delay="499"/>
                                          </p:stCondLst>
                                        </p:cTn>
                                        <p:tgtEl>
                                          <p:spTgt spid="13321"/>
                                        </p:tgtEl>
                                        <p:attrNameLst>
                                          <p:attrName>style.visibility</p:attrName>
                                        </p:attrNameLst>
                                      </p:cBhvr>
                                      <p:to>
                                        <p:strVal val="visible"/>
                                      </p:to>
                                    </p:set>
                                  </p:childTnLst>
                                </p:cTn>
                              </p:par>
                            </p:childTnLst>
                          </p:cTn>
                        </p:par>
                        <p:par>
                          <p:cTn id="23" fill="hold">
                            <p:stCondLst>
                              <p:cond delay="2000"/>
                            </p:stCondLst>
                            <p:childTnLst>
                              <p:par>
                                <p:cTn id="24" presetID="1" presetClass="entr" presetSubtype="0" fill="hold" nodeType="afterEffect">
                                  <p:stCondLst>
                                    <p:cond delay="0"/>
                                  </p:stCondLst>
                                  <p:childTnLst>
                                    <p:set>
                                      <p:cBhvr>
                                        <p:cTn id="25" dur="1" fill="hold">
                                          <p:stCondLst>
                                            <p:cond delay="499"/>
                                          </p:stCondLst>
                                        </p:cTn>
                                        <p:tgtEl>
                                          <p:spTgt spid="13322"/>
                                        </p:tgtEl>
                                        <p:attrNameLst>
                                          <p:attrName>style.visibility</p:attrName>
                                        </p:attrNameLst>
                                      </p:cBhvr>
                                      <p:to>
                                        <p:strVal val="visible"/>
                                      </p:to>
                                    </p:set>
                                  </p:childTnLst>
                                </p:cTn>
                              </p:par>
                            </p:childTnLst>
                          </p:cTn>
                        </p:par>
                        <p:par>
                          <p:cTn id="26" fill="hold">
                            <p:stCondLst>
                              <p:cond delay="2500"/>
                            </p:stCondLst>
                            <p:childTnLst>
                              <p:par>
                                <p:cTn id="27" presetID="1" presetClass="entr" presetSubtype="0" fill="hold" nodeType="afterEffect">
                                  <p:stCondLst>
                                    <p:cond delay="0"/>
                                  </p:stCondLst>
                                  <p:childTnLst>
                                    <p:set>
                                      <p:cBhvr>
                                        <p:cTn id="28" dur="1" fill="hold">
                                          <p:stCondLst>
                                            <p:cond delay="499"/>
                                          </p:stCondLst>
                                        </p:cTn>
                                        <p:tgtEl>
                                          <p:spTgt spid="13331"/>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nodeType="clickEffect">
                                  <p:stCondLst>
                                    <p:cond delay="0"/>
                                  </p:stCondLst>
                                  <p:childTnLst>
                                    <p:set>
                                      <p:cBhvr>
                                        <p:cTn id="32" dur="1" fill="hold">
                                          <p:stCondLst>
                                            <p:cond delay="499"/>
                                          </p:stCondLst>
                                        </p:cTn>
                                        <p:tgtEl>
                                          <p:spTgt spid="13323"/>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nodeType="clickEffect">
                                  <p:stCondLst>
                                    <p:cond delay="0"/>
                                  </p:stCondLst>
                                  <p:childTnLst>
                                    <p:set>
                                      <p:cBhvr>
                                        <p:cTn id="36" dur="1" fill="hold">
                                          <p:stCondLst>
                                            <p:cond delay="499"/>
                                          </p:stCondLst>
                                        </p:cTn>
                                        <p:tgtEl>
                                          <p:spTgt spid="13324"/>
                                        </p:tgtEl>
                                        <p:attrNameLst>
                                          <p:attrName>style.visibility</p:attrName>
                                        </p:attrNameLst>
                                      </p:cBhvr>
                                      <p:to>
                                        <p:strVal val="visible"/>
                                      </p:to>
                                    </p:set>
                                  </p:childTnLst>
                                </p:cTn>
                              </p:par>
                            </p:childTnLst>
                          </p:cTn>
                        </p:par>
                        <p:par>
                          <p:cTn id="37" fill="hold">
                            <p:stCondLst>
                              <p:cond delay="500"/>
                            </p:stCondLst>
                            <p:childTnLst>
                              <p:par>
                                <p:cTn id="38" presetID="1" presetClass="entr" presetSubtype="0" fill="hold" nodeType="afterEffect">
                                  <p:stCondLst>
                                    <p:cond delay="0"/>
                                  </p:stCondLst>
                                  <p:childTnLst>
                                    <p:set>
                                      <p:cBhvr>
                                        <p:cTn id="39" dur="1" fill="hold">
                                          <p:stCondLst>
                                            <p:cond delay="499"/>
                                          </p:stCondLst>
                                        </p:cTn>
                                        <p:tgtEl>
                                          <p:spTgt spid="13325"/>
                                        </p:tgtEl>
                                        <p:attrNameLst>
                                          <p:attrName>style.visibility</p:attrName>
                                        </p:attrNameLst>
                                      </p:cBhvr>
                                      <p:to>
                                        <p:strVal val="visible"/>
                                      </p:to>
                                    </p:set>
                                  </p:childTnLst>
                                </p:cTn>
                              </p:par>
                            </p:childTnLst>
                          </p:cTn>
                        </p:par>
                      </p:childTnLst>
                    </p:cTn>
                  </p:par>
                  <p:par>
                    <p:cTn id="40" fill="hold">
                      <p:stCondLst>
                        <p:cond delay="indefinite"/>
                      </p:stCondLst>
                      <p:childTnLst>
                        <p:par>
                          <p:cTn id="41" fill="hold">
                            <p:stCondLst>
                              <p:cond delay="0"/>
                            </p:stCondLst>
                            <p:childTnLst>
                              <p:par>
                                <p:cTn id="42" presetID="1" presetClass="entr" presetSubtype="0" fill="hold" nodeType="clickEffect">
                                  <p:stCondLst>
                                    <p:cond delay="0"/>
                                  </p:stCondLst>
                                  <p:childTnLst>
                                    <p:set>
                                      <p:cBhvr>
                                        <p:cTn id="43" dur="1" fill="hold">
                                          <p:stCondLst>
                                            <p:cond delay="499"/>
                                          </p:stCondLst>
                                        </p:cTn>
                                        <p:tgtEl>
                                          <p:spTgt spid="13326"/>
                                        </p:tgtEl>
                                        <p:attrNameLst>
                                          <p:attrName>style.visibility</p:attrName>
                                        </p:attrNameLst>
                                      </p:cBhvr>
                                      <p:to>
                                        <p:strVal val="visible"/>
                                      </p:to>
                                    </p:set>
                                  </p:childTnLst>
                                </p:cTn>
                              </p:par>
                            </p:childTnLst>
                          </p:cTn>
                        </p:par>
                        <p:par>
                          <p:cTn id="44" fill="hold">
                            <p:stCondLst>
                              <p:cond delay="500"/>
                            </p:stCondLst>
                            <p:childTnLst>
                              <p:par>
                                <p:cTn id="45" presetID="1" presetClass="entr" presetSubtype="0" fill="hold" nodeType="afterEffect">
                                  <p:stCondLst>
                                    <p:cond delay="0"/>
                                  </p:stCondLst>
                                  <p:childTnLst>
                                    <p:set>
                                      <p:cBhvr>
                                        <p:cTn id="46" dur="1" fill="hold">
                                          <p:stCondLst>
                                            <p:cond delay="499"/>
                                          </p:stCondLst>
                                        </p:cTn>
                                        <p:tgtEl>
                                          <p:spTgt spid="13327"/>
                                        </p:tgtEl>
                                        <p:attrNameLst>
                                          <p:attrName>style.visibility</p:attrName>
                                        </p:attrNameLst>
                                      </p:cBhvr>
                                      <p:to>
                                        <p:strVal val="visible"/>
                                      </p:to>
                                    </p:set>
                                  </p:childTnLst>
                                </p:cTn>
                              </p:par>
                            </p:childTnLst>
                          </p:cTn>
                        </p:par>
                        <p:par>
                          <p:cTn id="47" fill="hold">
                            <p:stCondLst>
                              <p:cond delay="1000"/>
                            </p:stCondLst>
                            <p:childTnLst>
                              <p:par>
                                <p:cTn id="48" presetID="1" presetClass="entr" presetSubtype="0" fill="hold" nodeType="afterEffect">
                                  <p:stCondLst>
                                    <p:cond delay="0"/>
                                  </p:stCondLst>
                                  <p:childTnLst>
                                    <p:set>
                                      <p:cBhvr>
                                        <p:cTn id="49" dur="1" fill="hold">
                                          <p:stCondLst>
                                            <p:cond delay="499"/>
                                          </p:stCondLst>
                                        </p:cTn>
                                        <p:tgtEl>
                                          <p:spTgt spid="13328"/>
                                        </p:tgtEl>
                                        <p:attrNameLst>
                                          <p:attrName>style.visibility</p:attrName>
                                        </p:attrNameLst>
                                      </p:cBhvr>
                                      <p:to>
                                        <p:strVal val="visible"/>
                                      </p:to>
                                    </p:set>
                                  </p:childTnLst>
                                </p:cTn>
                              </p:par>
                            </p:childTnLst>
                          </p:cTn>
                        </p:par>
                        <p:par>
                          <p:cTn id="50" fill="hold">
                            <p:stCondLst>
                              <p:cond delay="1500"/>
                            </p:stCondLst>
                            <p:childTnLst>
                              <p:par>
                                <p:cTn id="51" presetID="1" presetClass="entr" presetSubtype="0" fill="hold" nodeType="afterEffect">
                                  <p:stCondLst>
                                    <p:cond delay="0"/>
                                  </p:stCondLst>
                                  <p:childTnLst>
                                    <p:set>
                                      <p:cBhvr>
                                        <p:cTn id="52" dur="1" fill="hold">
                                          <p:stCondLst>
                                            <p:cond delay="499"/>
                                          </p:stCondLst>
                                        </p:cTn>
                                        <p:tgtEl>
                                          <p:spTgt spid="13329"/>
                                        </p:tgtEl>
                                        <p:attrNameLst>
                                          <p:attrName>style.visibility</p:attrName>
                                        </p:attrNameLst>
                                      </p:cBhvr>
                                      <p:to>
                                        <p:strVal val="visible"/>
                                      </p:to>
                                    </p:set>
                                  </p:childTnLst>
                                </p:cTn>
                              </p:par>
                            </p:childTnLst>
                          </p:cTn>
                        </p:par>
                        <p:par>
                          <p:cTn id="53" fill="hold">
                            <p:stCondLst>
                              <p:cond delay="2000"/>
                            </p:stCondLst>
                            <p:childTnLst>
                              <p:par>
                                <p:cTn id="54" presetID="1" presetClass="entr" presetSubtype="0" fill="hold" nodeType="afterEffect">
                                  <p:stCondLst>
                                    <p:cond delay="0"/>
                                  </p:stCondLst>
                                  <p:childTnLst>
                                    <p:set>
                                      <p:cBhvr>
                                        <p:cTn id="55" dur="1" fill="hold">
                                          <p:stCondLst>
                                            <p:cond delay="499"/>
                                          </p:stCondLst>
                                        </p:cTn>
                                        <p:tgtEl>
                                          <p:spTgt spid="13330"/>
                                        </p:tgtEl>
                                        <p:attrNameLst>
                                          <p:attrName>style.visibility</p:attrName>
                                        </p:attrNameLst>
                                      </p:cBhvr>
                                      <p:to>
                                        <p:strVal val="visible"/>
                                      </p:to>
                                    </p:set>
                                  </p:childTnLst>
                                </p:cTn>
                              </p:par>
                            </p:childTnLst>
                          </p:cTn>
                        </p:par>
                        <p:par>
                          <p:cTn id="56" fill="hold">
                            <p:stCondLst>
                              <p:cond delay="2500"/>
                            </p:stCondLst>
                            <p:childTnLst>
                              <p:par>
                                <p:cTn id="57" presetID="1" presetClass="entr" presetSubtype="0" fill="hold" nodeType="afterEffect">
                                  <p:stCondLst>
                                    <p:cond delay="0"/>
                                  </p:stCondLst>
                                  <p:childTnLst>
                                    <p:set>
                                      <p:cBhvr>
                                        <p:cTn id="58" dur="1" fill="hold">
                                          <p:stCondLst>
                                            <p:cond delay="499"/>
                                          </p:stCondLst>
                                        </p:cTn>
                                        <p:tgtEl>
                                          <p:spTgt spid="1333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316" grpId="0"/>
      <p:bldP spid="13318" grpId="0"/>
      <p:bldP spid="13323" grpId="0"/>
      <p:bldP spid="13324" grpId="0"/>
      <p:bldP spid="13326" grpId="0"/>
      <p:bldP spid="13331" grpId="0" bldLvl="0" animBg="1"/>
      <p:bldP spid="13332" grpId="0" bldLvl="0" animBg="1"/>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4338" name="Text Box 2"/>
          <p:cNvSpPr txBox="1"/>
          <p:nvPr/>
        </p:nvSpPr>
        <p:spPr>
          <a:xfrm>
            <a:off x="468313" y="1196975"/>
            <a:ext cx="7993062" cy="1981200"/>
          </a:xfrm>
          <a:prstGeom prst="rect">
            <a:avLst/>
          </a:prstGeom>
          <a:noFill/>
          <a:ln w="9525">
            <a:noFill/>
          </a:ln>
        </p:spPr>
        <p:txBody>
          <a:bodyPr>
            <a:spAutoFit/>
          </a:bodyPr>
          <a:lstStyle>
            <a:lvl1pPr marL="342900" indent="-342900" algn="l" rtl="0" eaLnBrk="0" fontAlgn="base" hangingPunct="0">
              <a:spcBef>
                <a:spcPct val="20000"/>
              </a:spcBef>
              <a:spcAft>
                <a:spcPct val="0"/>
              </a:spcAft>
              <a:buChar char="•"/>
              <a:defRPr sz="3200">
                <a:solidFill>
                  <a:srgbClr val="666699"/>
                </a:solidFill>
                <a:latin typeface="+mn-lt"/>
                <a:ea typeface="+mn-ea"/>
                <a:cs typeface="+mn-cs"/>
              </a:defRPr>
            </a:lvl1pPr>
            <a:lvl2pPr marL="742950" indent="-285750" algn="l" rtl="0" eaLnBrk="0" fontAlgn="base" hangingPunct="0">
              <a:spcBef>
                <a:spcPct val="20000"/>
              </a:spcBef>
              <a:spcAft>
                <a:spcPct val="0"/>
              </a:spcAft>
              <a:buChar char="–"/>
              <a:defRPr sz="2800">
                <a:solidFill>
                  <a:srgbClr val="666699"/>
                </a:solidFill>
                <a:latin typeface="+mn-lt"/>
                <a:ea typeface="+mn-ea"/>
              </a:defRPr>
            </a:lvl2pPr>
            <a:lvl3pPr marL="1143000" indent="-228600" algn="l" rtl="0" eaLnBrk="0" fontAlgn="base" hangingPunct="0">
              <a:spcBef>
                <a:spcPct val="20000"/>
              </a:spcBef>
              <a:spcAft>
                <a:spcPct val="0"/>
              </a:spcAft>
              <a:buChar char="•"/>
              <a:defRPr sz="2400">
                <a:solidFill>
                  <a:srgbClr val="666699"/>
                </a:solidFill>
                <a:latin typeface="+mn-lt"/>
                <a:ea typeface="+mn-ea"/>
              </a:defRPr>
            </a:lvl3pPr>
            <a:lvl4pPr marL="1600200" indent="-228600" algn="l" rtl="0" eaLnBrk="0" fontAlgn="base" hangingPunct="0">
              <a:spcBef>
                <a:spcPct val="20000"/>
              </a:spcBef>
              <a:spcAft>
                <a:spcPct val="0"/>
              </a:spcAft>
              <a:buChar char="–"/>
              <a:defRPr sz="2000">
                <a:solidFill>
                  <a:srgbClr val="666699"/>
                </a:solidFill>
                <a:latin typeface="+mn-lt"/>
                <a:ea typeface="+mn-ea"/>
              </a:defRPr>
            </a:lvl4pPr>
            <a:lvl5pPr marL="2057400" indent="-228600" algn="l" rtl="0" eaLnBrk="0" fontAlgn="base" hangingPunct="0">
              <a:spcBef>
                <a:spcPct val="20000"/>
              </a:spcBef>
              <a:spcAft>
                <a:spcPct val="0"/>
              </a:spcAft>
              <a:buChar char="»"/>
              <a:defRPr sz="2000">
                <a:solidFill>
                  <a:srgbClr val="666699"/>
                </a:solidFill>
                <a:latin typeface="+mn-lt"/>
                <a:ea typeface="+mn-ea"/>
              </a:defRPr>
            </a:lvl5pPr>
          </a:lstStyle>
          <a:p>
            <a:pPr marL="0" lvl="0" indent="0" eaLnBrk="1" hangingPunct="1">
              <a:spcBef>
                <a:spcPct val="50000"/>
              </a:spcBef>
              <a:buNone/>
            </a:pPr>
            <a:r>
              <a:rPr lang="zh-CN" altLang="en-US" sz="2800" b="1" dirty="0">
                <a:solidFill>
                  <a:schemeClr val="tx1"/>
                </a:solidFill>
                <a:latin typeface="Tahoma" panose="020B0604030504040204" pitchFamily="34" charset="0"/>
              </a:rPr>
              <a:t>2、溢出原因：</a:t>
            </a:r>
            <a:endParaRPr lang="zh-CN" altLang="en-US" sz="2800" b="1" dirty="0">
              <a:solidFill>
                <a:schemeClr val="tx1"/>
              </a:solidFill>
              <a:latin typeface="Tahoma" panose="020B0604030504040204" pitchFamily="34" charset="0"/>
            </a:endParaRPr>
          </a:p>
          <a:p>
            <a:pPr marL="0" lvl="0" indent="0" eaLnBrk="1" hangingPunct="1">
              <a:spcBef>
                <a:spcPct val="50000"/>
              </a:spcBef>
              <a:buNone/>
            </a:pPr>
            <a:r>
              <a:rPr lang="zh-CN" altLang="en-US" sz="2400" b="1" dirty="0">
                <a:solidFill>
                  <a:schemeClr val="tx1"/>
                </a:solidFill>
                <a:latin typeface="Tahoma" panose="020B0604030504040204" pitchFamily="34" charset="0"/>
              </a:rPr>
              <a:t> 1）两个正数太大：</a:t>
            </a:r>
            <a:r>
              <a:rPr lang="zh-CN" altLang="en-US" sz="2400" dirty="0">
                <a:solidFill>
                  <a:schemeClr val="tx1"/>
                </a:solidFill>
                <a:latin typeface="Tahoma" panose="020B0604030504040204" pitchFamily="34" charset="0"/>
              </a:rPr>
              <a:t>产生进位而改变了符号位；</a:t>
            </a:r>
            <a:endParaRPr lang="zh-CN" altLang="en-US" sz="2400" dirty="0">
              <a:solidFill>
                <a:schemeClr val="tx1"/>
              </a:solidFill>
              <a:latin typeface="Tahoma" panose="020B0604030504040204" pitchFamily="34" charset="0"/>
            </a:endParaRPr>
          </a:p>
          <a:p>
            <a:pPr marL="0" lvl="0" indent="0" eaLnBrk="1" hangingPunct="1">
              <a:spcBef>
                <a:spcPct val="50000"/>
              </a:spcBef>
              <a:buNone/>
            </a:pPr>
            <a:r>
              <a:rPr lang="zh-CN" altLang="en-US" sz="2400" b="1" dirty="0">
                <a:solidFill>
                  <a:schemeClr val="tx1"/>
                </a:solidFill>
                <a:latin typeface="Tahoma" panose="020B0604030504040204" pitchFamily="34" charset="0"/>
              </a:rPr>
              <a:t> 2）两个负数绝对值太大：</a:t>
            </a:r>
            <a:r>
              <a:rPr lang="zh-CN" altLang="en-US" sz="2400" dirty="0">
                <a:solidFill>
                  <a:schemeClr val="tx1"/>
                </a:solidFill>
                <a:latin typeface="Tahoma" panose="020B0604030504040204" pitchFamily="34" charset="0"/>
              </a:rPr>
              <a:t>对应的补码太小，不能向符号位产生进位，使符号位相加后，向前产生进位。</a:t>
            </a:r>
            <a:endParaRPr lang="zh-CN" altLang="en-US" sz="2400" dirty="0">
              <a:solidFill>
                <a:schemeClr val="tx1"/>
              </a:solidFill>
              <a:latin typeface="Tahoma" panose="020B0604030504040204" pitchFamily="34" charset="0"/>
            </a:endParaRPr>
          </a:p>
        </p:txBody>
      </p:sp>
      <p:sp>
        <p:nvSpPr>
          <p:cNvPr id="14339" name="Rectangle 3"/>
          <p:cNvSpPr/>
          <p:nvPr/>
        </p:nvSpPr>
        <p:spPr>
          <a:xfrm>
            <a:off x="754063" y="4149725"/>
            <a:ext cx="7410450" cy="2054225"/>
          </a:xfrm>
          <a:prstGeom prst="rect">
            <a:avLst/>
          </a:prstGeom>
          <a:noFill/>
          <a:ln w="9525">
            <a:noFill/>
          </a:ln>
        </p:spPr>
        <p:txBody>
          <a:bodyPr>
            <a:spAutoFit/>
          </a:bodyPr>
          <a:lstStyle>
            <a:lvl1pPr marL="342900" indent="-342900" algn="l" rtl="0" eaLnBrk="0" fontAlgn="base" hangingPunct="0">
              <a:spcBef>
                <a:spcPct val="20000"/>
              </a:spcBef>
              <a:spcAft>
                <a:spcPct val="0"/>
              </a:spcAft>
              <a:buChar char="•"/>
              <a:defRPr sz="3200">
                <a:solidFill>
                  <a:srgbClr val="666699"/>
                </a:solidFill>
                <a:latin typeface="+mn-lt"/>
                <a:ea typeface="+mn-ea"/>
                <a:cs typeface="+mn-cs"/>
              </a:defRPr>
            </a:lvl1pPr>
            <a:lvl2pPr marL="742950" indent="-285750" algn="l" rtl="0" eaLnBrk="0" fontAlgn="base" hangingPunct="0">
              <a:spcBef>
                <a:spcPct val="20000"/>
              </a:spcBef>
              <a:spcAft>
                <a:spcPct val="0"/>
              </a:spcAft>
              <a:buChar char="–"/>
              <a:defRPr sz="2800">
                <a:solidFill>
                  <a:srgbClr val="666699"/>
                </a:solidFill>
                <a:latin typeface="+mn-lt"/>
                <a:ea typeface="+mn-ea"/>
              </a:defRPr>
            </a:lvl2pPr>
            <a:lvl3pPr marL="1143000" indent="-228600" algn="l" rtl="0" eaLnBrk="0" fontAlgn="base" hangingPunct="0">
              <a:spcBef>
                <a:spcPct val="20000"/>
              </a:spcBef>
              <a:spcAft>
                <a:spcPct val="0"/>
              </a:spcAft>
              <a:buChar char="•"/>
              <a:defRPr sz="2400">
                <a:solidFill>
                  <a:srgbClr val="666699"/>
                </a:solidFill>
                <a:latin typeface="+mn-lt"/>
                <a:ea typeface="+mn-ea"/>
              </a:defRPr>
            </a:lvl3pPr>
            <a:lvl4pPr marL="1600200" indent="-228600" algn="l" rtl="0" eaLnBrk="0" fontAlgn="base" hangingPunct="0">
              <a:spcBef>
                <a:spcPct val="20000"/>
              </a:spcBef>
              <a:spcAft>
                <a:spcPct val="0"/>
              </a:spcAft>
              <a:buChar char="–"/>
              <a:defRPr sz="2000">
                <a:solidFill>
                  <a:srgbClr val="666699"/>
                </a:solidFill>
                <a:latin typeface="+mn-lt"/>
                <a:ea typeface="+mn-ea"/>
              </a:defRPr>
            </a:lvl4pPr>
            <a:lvl5pPr marL="2057400" indent="-228600" algn="l" rtl="0" eaLnBrk="0" fontAlgn="base" hangingPunct="0">
              <a:spcBef>
                <a:spcPct val="20000"/>
              </a:spcBef>
              <a:spcAft>
                <a:spcPct val="0"/>
              </a:spcAft>
              <a:buChar char="»"/>
              <a:defRPr sz="2000">
                <a:solidFill>
                  <a:srgbClr val="666699"/>
                </a:solidFill>
                <a:latin typeface="+mn-lt"/>
                <a:ea typeface="+mn-ea"/>
              </a:defRPr>
            </a:lvl5pPr>
          </a:lstStyle>
          <a:p>
            <a:pPr marL="0" lvl="0" indent="0" eaLnBrk="1" hangingPunct="1">
              <a:buClr>
                <a:schemeClr val="folHlink"/>
              </a:buClr>
              <a:buSzPct val="60000"/>
              <a:buFont typeface="Wingdings" panose="05000000000000000000" pitchFamily="2" charset="2"/>
              <a:buNone/>
            </a:pPr>
            <a:r>
              <a:rPr lang="zh-CN" altLang="en-US" sz="2800" b="1" dirty="0">
                <a:solidFill>
                  <a:schemeClr val="tx1"/>
                </a:solidFill>
                <a:latin typeface="Tahoma" panose="020B0604030504040204" pitchFamily="34" charset="0"/>
                <a:ea typeface="楷体_GB2312" pitchFamily="1" charset="-122"/>
              </a:rPr>
              <a:t>1</a:t>
            </a:r>
            <a:r>
              <a:rPr lang="zh-CN" altLang="en-US" sz="2800" dirty="0">
                <a:solidFill>
                  <a:schemeClr val="tx1"/>
                </a:solidFill>
                <a:latin typeface="Tahoma" panose="020B0604030504040204" pitchFamily="34" charset="0"/>
                <a:ea typeface="楷体_GB2312" pitchFamily="1" charset="-122"/>
              </a:rPr>
              <a:t>、</a:t>
            </a:r>
            <a:r>
              <a:rPr lang="zh-CN" altLang="en-US" sz="2800" b="1" dirty="0">
                <a:solidFill>
                  <a:schemeClr val="tx1"/>
                </a:solidFill>
                <a:latin typeface="Tahoma" panose="020B0604030504040204" pitchFamily="34" charset="0"/>
                <a:ea typeface="楷体_GB2312" pitchFamily="1" charset="-122"/>
              </a:rPr>
              <a:t>两异号数相加或两同号数相减是否</a:t>
            </a:r>
            <a:endParaRPr lang="zh-CN" altLang="en-US" sz="2800" b="1" dirty="0">
              <a:solidFill>
                <a:schemeClr val="tx1"/>
              </a:solidFill>
              <a:latin typeface="Tahoma" panose="020B0604030504040204" pitchFamily="34" charset="0"/>
              <a:ea typeface="楷体_GB2312" pitchFamily="1" charset="-122"/>
            </a:endParaRPr>
          </a:p>
          <a:p>
            <a:pPr marL="0" lvl="0" indent="0" eaLnBrk="1" hangingPunct="1">
              <a:buClr>
                <a:schemeClr val="folHlink"/>
              </a:buClr>
              <a:buSzPct val="60000"/>
              <a:buFont typeface="Wingdings" panose="05000000000000000000" pitchFamily="2" charset="2"/>
              <a:buNone/>
            </a:pPr>
            <a:r>
              <a:rPr lang="zh-CN" altLang="en-US" sz="2800" b="1" dirty="0">
                <a:solidFill>
                  <a:schemeClr val="tx1"/>
                </a:solidFill>
                <a:latin typeface="Tahoma" panose="020B0604030504040204" pitchFamily="34" charset="0"/>
                <a:ea typeface="楷体_GB2312" pitchFamily="1" charset="-122"/>
              </a:rPr>
              <a:t>     会产生溢出？</a:t>
            </a:r>
            <a:endParaRPr lang="zh-CN" altLang="en-US" sz="2800" b="1" dirty="0">
              <a:solidFill>
                <a:schemeClr val="tx1"/>
              </a:solidFill>
              <a:latin typeface="Tahoma" panose="020B0604030504040204" pitchFamily="34" charset="0"/>
              <a:ea typeface="楷体_GB2312" pitchFamily="1" charset="-122"/>
            </a:endParaRPr>
          </a:p>
          <a:p>
            <a:pPr marL="0" lvl="0" indent="0" eaLnBrk="1" hangingPunct="1">
              <a:buClr>
                <a:schemeClr val="folHlink"/>
              </a:buClr>
              <a:buSzPct val="60000"/>
              <a:buFont typeface="Wingdings" panose="05000000000000000000" pitchFamily="2" charset="2"/>
              <a:buNone/>
            </a:pPr>
            <a:r>
              <a:rPr lang="zh-CN" altLang="en-US" sz="2800" b="1" dirty="0">
                <a:solidFill>
                  <a:schemeClr val="tx1"/>
                </a:solidFill>
                <a:latin typeface="Tahoma" panose="020B0604030504040204" pitchFamily="34" charset="0"/>
                <a:ea typeface="楷体_GB2312" pitchFamily="1" charset="-122"/>
              </a:rPr>
              <a:t>2、仅当两同号数相加或两异号数相减</a:t>
            </a:r>
            <a:endParaRPr lang="zh-CN" altLang="en-US" sz="2800" b="1" dirty="0">
              <a:solidFill>
                <a:schemeClr val="tx1"/>
              </a:solidFill>
              <a:latin typeface="Tahoma" panose="020B0604030504040204" pitchFamily="34" charset="0"/>
              <a:ea typeface="楷体_GB2312" pitchFamily="1" charset="-122"/>
            </a:endParaRPr>
          </a:p>
          <a:p>
            <a:pPr marL="0" lvl="0" indent="0" eaLnBrk="1" hangingPunct="1">
              <a:buClr>
                <a:schemeClr val="folHlink"/>
              </a:buClr>
              <a:buSzPct val="60000"/>
              <a:buFont typeface="Wingdings" panose="05000000000000000000" pitchFamily="2" charset="2"/>
              <a:buNone/>
            </a:pPr>
            <a:r>
              <a:rPr lang="zh-CN" altLang="en-US" sz="2800" b="1" dirty="0">
                <a:solidFill>
                  <a:schemeClr val="tx1"/>
                </a:solidFill>
                <a:latin typeface="Tahoma" panose="020B0604030504040204" pitchFamily="34" charset="0"/>
                <a:ea typeface="楷体_GB2312" pitchFamily="1" charset="-122"/>
              </a:rPr>
              <a:t>     时才有可能产生溢出？</a:t>
            </a:r>
            <a:endParaRPr lang="zh-CN" altLang="en-US" sz="2800" b="1" dirty="0">
              <a:solidFill>
                <a:schemeClr val="tx1"/>
              </a:solidFill>
              <a:latin typeface="Tahoma" panose="020B0604030504040204" pitchFamily="34" charset="0"/>
              <a:ea typeface="楷体_GB2312" pitchFamily="1" charset="-122"/>
            </a:endParaRPr>
          </a:p>
        </p:txBody>
      </p:sp>
      <p:sp>
        <p:nvSpPr>
          <p:cNvPr id="14340" name="Text Box 4"/>
          <p:cNvSpPr txBox="1"/>
          <p:nvPr/>
        </p:nvSpPr>
        <p:spPr>
          <a:xfrm>
            <a:off x="755650" y="3502025"/>
            <a:ext cx="4176713" cy="579438"/>
          </a:xfrm>
          <a:prstGeom prst="rect">
            <a:avLst/>
          </a:prstGeom>
          <a:noFill/>
          <a:ln w="9525">
            <a:noFill/>
          </a:ln>
        </p:spPr>
        <p:txBody>
          <a:bodyPr>
            <a:spAutoFit/>
          </a:bodyPr>
          <a:lstStyle>
            <a:lvl1pPr marL="342900" indent="-342900" algn="l" rtl="0" eaLnBrk="0" fontAlgn="base" hangingPunct="0">
              <a:spcBef>
                <a:spcPct val="20000"/>
              </a:spcBef>
              <a:spcAft>
                <a:spcPct val="0"/>
              </a:spcAft>
              <a:buChar char="•"/>
              <a:defRPr sz="3200">
                <a:solidFill>
                  <a:srgbClr val="666699"/>
                </a:solidFill>
                <a:latin typeface="+mn-lt"/>
                <a:ea typeface="+mn-ea"/>
                <a:cs typeface="+mn-cs"/>
              </a:defRPr>
            </a:lvl1pPr>
            <a:lvl2pPr marL="742950" indent="-285750" algn="l" rtl="0" eaLnBrk="0" fontAlgn="base" hangingPunct="0">
              <a:spcBef>
                <a:spcPct val="20000"/>
              </a:spcBef>
              <a:spcAft>
                <a:spcPct val="0"/>
              </a:spcAft>
              <a:buChar char="–"/>
              <a:defRPr sz="2800">
                <a:solidFill>
                  <a:srgbClr val="666699"/>
                </a:solidFill>
                <a:latin typeface="+mn-lt"/>
                <a:ea typeface="+mn-ea"/>
              </a:defRPr>
            </a:lvl2pPr>
            <a:lvl3pPr marL="1143000" indent="-228600" algn="l" rtl="0" eaLnBrk="0" fontAlgn="base" hangingPunct="0">
              <a:spcBef>
                <a:spcPct val="20000"/>
              </a:spcBef>
              <a:spcAft>
                <a:spcPct val="0"/>
              </a:spcAft>
              <a:buChar char="•"/>
              <a:defRPr sz="2400">
                <a:solidFill>
                  <a:srgbClr val="666699"/>
                </a:solidFill>
                <a:latin typeface="+mn-lt"/>
                <a:ea typeface="+mn-ea"/>
              </a:defRPr>
            </a:lvl3pPr>
            <a:lvl4pPr marL="1600200" indent="-228600" algn="l" rtl="0" eaLnBrk="0" fontAlgn="base" hangingPunct="0">
              <a:spcBef>
                <a:spcPct val="20000"/>
              </a:spcBef>
              <a:spcAft>
                <a:spcPct val="0"/>
              </a:spcAft>
              <a:buChar char="–"/>
              <a:defRPr sz="2000">
                <a:solidFill>
                  <a:srgbClr val="666699"/>
                </a:solidFill>
                <a:latin typeface="+mn-lt"/>
                <a:ea typeface="+mn-ea"/>
              </a:defRPr>
            </a:lvl4pPr>
            <a:lvl5pPr marL="2057400" indent="-228600" algn="l" rtl="0" eaLnBrk="0" fontAlgn="base" hangingPunct="0">
              <a:spcBef>
                <a:spcPct val="20000"/>
              </a:spcBef>
              <a:spcAft>
                <a:spcPct val="0"/>
              </a:spcAft>
              <a:buChar char="»"/>
              <a:defRPr sz="2000">
                <a:solidFill>
                  <a:srgbClr val="666699"/>
                </a:solidFill>
                <a:latin typeface="+mn-lt"/>
                <a:ea typeface="+mn-ea"/>
              </a:defRPr>
            </a:lvl5pPr>
          </a:lstStyle>
          <a:p>
            <a:pPr marL="0" lvl="0" indent="0" eaLnBrk="1" hangingPunct="1">
              <a:spcBef>
                <a:spcPct val="50000"/>
              </a:spcBef>
              <a:buNone/>
            </a:pPr>
            <a:r>
              <a:rPr lang="zh-CN" altLang="en-US" sz="2800" b="1" dirty="0">
                <a:solidFill>
                  <a:schemeClr val="tx1"/>
                </a:solidFill>
                <a:latin typeface="Tahoma" panose="020B0604030504040204" pitchFamily="34" charset="0"/>
              </a:rPr>
              <a:t>怎样会产生溢出</a:t>
            </a:r>
            <a:r>
              <a:rPr lang="zh-CN" altLang="en-US" b="1" dirty="0">
                <a:solidFill>
                  <a:schemeClr val="tx1"/>
                </a:solidFill>
                <a:latin typeface="Tahoma" panose="020B0604030504040204" pitchFamily="34" charset="0"/>
              </a:rPr>
              <a:t>：</a:t>
            </a:r>
            <a:endParaRPr lang="zh-CN" altLang="en-US" b="1" dirty="0">
              <a:solidFill>
                <a:schemeClr val="tx1"/>
              </a:solidFill>
              <a:latin typeface="Tahoma" panose="020B0604030504040204" pitchFamily="34" charset="0"/>
            </a:endParaRPr>
          </a:p>
        </p:txBody>
      </p:sp>
      <p:sp>
        <p:nvSpPr>
          <p:cNvPr id="14341" name="Text Box 5"/>
          <p:cNvSpPr txBox="1"/>
          <p:nvPr/>
        </p:nvSpPr>
        <p:spPr>
          <a:xfrm>
            <a:off x="3587750" y="4635500"/>
            <a:ext cx="2971800" cy="457200"/>
          </a:xfrm>
          <a:prstGeom prst="rect">
            <a:avLst/>
          </a:prstGeom>
          <a:noFill/>
          <a:ln w="9525">
            <a:noFill/>
          </a:ln>
        </p:spPr>
        <p:txBody>
          <a:bodyPr>
            <a:spAutoFit/>
          </a:bodyPr>
          <a:lstStyle>
            <a:lvl1pPr marL="342900" indent="-342900" algn="l" rtl="0" eaLnBrk="0" fontAlgn="base" hangingPunct="0">
              <a:spcBef>
                <a:spcPct val="20000"/>
              </a:spcBef>
              <a:spcAft>
                <a:spcPct val="0"/>
              </a:spcAft>
              <a:buChar char="•"/>
              <a:defRPr sz="3200">
                <a:solidFill>
                  <a:srgbClr val="666699"/>
                </a:solidFill>
                <a:latin typeface="+mn-lt"/>
                <a:ea typeface="+mn-ea"/>
                <a:cs typeface="+mn-cs"/>
              </a:defRPr>
            </a:lvl1pPr>
            <a:lvl2pPr marL="742950" indent="-285750" algn="l" rtl="0" eaLnBrk="0" fontAlgn="base" hangingPunct="0">
              <a:spcBef>
                <a:spcPct val="20000"/>
              </a:spcBef>
              <a:spcAft>
                <a:spcPct val="0"/>
              </a:spcAft>
              <a:buChar char="–"/>
              <a:defRPr sz="2800">
                <a:solidFill>
                  <a:srgbClr val="666699"/>
                </a:solidFill>
                <a:latin typeface="+mn-lt"/>
                <a:ea typeface="+mn-ea"/>
              </a:defRPr>
            </a:lvl2pPr>
            <a:lvl3pPr marL="1143000" indent="-228600" algn="l" rtl="0" eaLnBrk="0" fontAlgn="base" hangingPunct="0">
              <a:spcBef>
                <a:spcPct val="20000"/>
              </a:spcBef>
              <a:spcAft>
                <a:spcPct val="0"/>
              </a:spcAft>
              <a:buChar char="•"/>
              <a:defRPr sz="2400">
                <a:solidFill>
                  <a:srgbClr val="666699"/>
                </a:solidFill>
                <a:latin typeface="+mn-lt"/>
                <a:ea typeface="+mn-ea"/>
              </a:defRPr>
            </a:lvl3pPr>
            <a:lvl4pPr marL="1600200" indent="-228600" algn="l" rtl="0" eaLnBrk="0" fontAlgn="base" hangingPunct="0">
              <a:spcBef>
                <a:spcPct val="20000"/>
              </a:spcBef>
              <a:spcAft>
                <a:spcPct val="0"/>
              </a:spcAft>
              <a:buChar char="–"/>
              <a:defRPr sz="2000">
                <a:solidFill>
                  <a:srgbClr val="666699"/>
                </a:solidFill>
                <a:latin typeface="+mn-lt"/>
                <a:ea typeface="+mn-ea"/>
              </a:defRPr>
            </a:lvl4pPr>
            <a:lvl5pPr marL="2057400" indent="-228600" algn="l" rtl="0" eaLnBrk="0" fontAlgn="base" hangingPunct="0">
              <a:spcBef>
                <a:spcPct val="20000"/>
              </a:spcBef>
              <a:spcAft>
                <a:spcPct val="0"/>
              </a:spcAft>
              <a:buChar char="»"/>
              <a:defRPr sz="2000">
                <a:solidFill>
                  <a:srgbClr val="666699"/>
                </a:solidFill>
                <a:latin typeface="+mn-lt"/>
                <a:ea typeface="+mn-ea"/>
              </a:defRPr>
            </a:lvl5pPr>
          </a:lstStyle>
          <a:p>
            <a:pPr marL="0" lvl="0" indent="0" eaLnBrk="1" hangingPunct="1">
              <a:spcBef>
                <a:spcPct val="50000"/>
              </a:spcBef>
              <a:buNone/>
            </a:pPr>
            <a:r>
              <a:rPr lang="zh-CN" altLang="en-US" sz="2400" b="1" dirty="0">
                <a:solidFill>
                  <a:srgbClr val="FF0000"/>
                </a:solidFill>
                <a:latin typeface="Tahoma" panose="020B0604030504040204" pitchFamily="34" charset="0"/>
              </a:rPr>
              <a:t>决不会产生溢出</a:t>
            </a:r>
            <a:endParaRPr lang="zh-CN" altLang="en-US" sz="2400" b="1" dirty="0">
              <a:solidFill>
                <a:srgbClr val="FF0000"/>
              </a:solidFill>
              <a:latin typeface="Tahoma" panose="020B0604030504040204" pitchFamily="34" charset="0"/>
            </a:endParaRPr>
          </a:p>
        </p:txBody>
      </p:sp>
      <p:sp>
        <p:nvSpPr>
          <p:cNvPr id="14342" name="Text Box 6"/>
          <p:cNvSpPr txBox="1"/>
          <p:nvPr/>
        </p:nvSpPr>
        <p:spPr>
          <a:xfrm>
            <a:off x="4959350" y="5702300"/>
            <a:ext cx="1524000" cy="457200"/>
          </a:xfrm>
          <a:prstGeom prst="rect">
            <a:avLst/>
          </a:prstGeom>
          <a:noFill/>
          <a:ln w="9525">
            <a:noFill/>
          </a:ln>
        </p:spPr>
        <p:txBody>
          <a:bodyPr>
            <a:spAutoFit/>
          </a:bodyPr>
          <a:lstStyle>
            <a:lvl1pPr marL="342900" indent="-342900" algn="l" rtl="0" eaLnBrk="0" fontAlgn="base" hangingPunct="0">
              <a:spcBef>
                <a:spcPct val="20000"/>
              </a:spcBef>
              <a:spcAft>
                <a:spcPct val="0"/>
              </a:spcAft>
              <a:buChar char="•"/>
              <a:defRPr sz="3200">
                <a:solidFill>
                  <a:srgbClr val="666699"/>
                </a:solidFill>
                <a:latin typeface="+mn-lt"/>
                <a:ea typeface="+mn-ea"/>
                <a:cs typeface="+mn-cs"/>
              </a:defRPr>
            </a:lvl1pPr>
            <a:lvl2pPr marL="742950" indent="-285750" algn="l" rtl="0" eaLnBrk="0" fontAlgn="base" hangingPunct="0">
              <a:spcBef>
                <a:spcPct val="20000"/>
              </a:spcBef>
              <a:spcAft>
                <a:spcPct val="0"/>
              </a:spcAft>
              <a:buChar char="–"/>
              <a:defRPr sz="2800">
                <a:solidFill>
                  <a:srgbClr val="666699"/>
                </a:solidFill>
                <a:latin typeface="+mn-lt"/>
                <a:ea typeface="+mn-ea"/>
              </a:defRPr>
            </a:lvl2pPr>
            <a:lvl3pPr marL="1143000" indent="-228600" algn="l" rtl="0" eaLnBrk="0" fontAlgn="base" hangingPunct="0">
              <a:spcBef>
                <a:spcPct val="20000"/>
              </a:spcBef>
              <a:spcAft>
                <a:spcPct val="0"/>
              </a:spcAft>
              <a:buChar char="•"/>
              <a:defRPr sz="2400">
                <a:solidFill>
                  <a:srgbClr val="666699"/>
                </a:solidFill>
                <a:latin typeface="+mn-lt"/>
                <a:ea typeface="+mn-ea"/>
              </a:defRPr>
            </a:lvl3pPr>
            <a:lvl4pPr marL="1600200" indent="-228600" algn="l" rtl="0" eaLnBrk="0" fontAlgn="base" hangingPunct="0">
              <a:spcBef>
                <a:spcPct val="20000"/>
              </a:spcBef>
              <a:spcAft>
                <a:spcPct val="0"/>
              </a:spcAft>
              <a:buChar char="–"/>
              <a:defRPr sz="2000">
                <a:solidFill>
                  <a:srgbClr val="666699"/>
                </a:solidFill>
                <a:latin typeface="+mn-lt"/>
                <a:ea typeface="+mn-ea"/>
              </a:defRPr>
            </a:lvl4pPr>
            <a:lvl5pPr marL="2057400" indent="-228600" algn="l" rtl="0" eaLnBrk="0" fontAlgn="base" hangingPunct="0">
              <a:spcBef>
                <a:spcPct val="20000"/>
              </a:spcBef>
              <a:spcAft>
                <a:spcPct val="0"/>
              </a:spcAft>
              <a:buChar char="»"/>
              <a:defRPr sz="2000">
                <a:solidFill>
                  <a:srgbClr val="666699"/>
                </a:solidFill>
                <a:latin typeface="+mn-lt"/>
                <a:ea typeface="+mn-ea"/>
              </a:defRPr>
            </a:lvl5pPr>
          </a:lstStyle>
          <a:p>
            <a:pPr marL="0" lvl="0" indent="0" eaLnBrk="1" hangingPunct="1">
              <a:spcBef>
                <a:spcPct val="50000"/>
              </a:spcBef>
              <a:buNone/>
            </a:pPr>
            <a:r>
              <a:rPr lang="zh-CN" altLang="en-US" sz="2400" b="1" dirty="0">
                <a:solidFill>
                  <a:srgbClr val="FF0000"/>
                </a:solidFill>
                <a:latin typeface="Tahoma" panose="020B0604030504040204" pitchFamily="34" charset="0"/>
              </a:rPr>
              <a:t>正确</a:t>
            </a:r>
            <a:endParaRPr lang="zh-CN" altLang="en-US" sz="2400" b="1" dirty="0">
              <a:solidFill>
                <a:srgbClr val="FF0000"/>
              </a:solidFill>
              <a:latin typeface="Tahoma" panose="020B0604030504040204" pitchFamily="34"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14341"/>
                                        </p:tgtEl>
                                        <p:attrNameLst>
                                          <p:attrName>style.visibility</p:attrName>
                                        </p:attrNameLst>
                                      </p:cBhvr>
                                      <p:to>
                                        <p:strVal val="visible"/>
                                      </p:to>
                                    </p:set>
                                    <p:animEffect transition="in" filter="dissolve">
                                      <p:cBhvr>
                                        <p:cTn id="7" dur="500"/>
                                        <p:tgtEl>
                                          <p:spTgt spid="14341"/>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nodeType="clickEffect">
                                  <p:stCondLst>
                                    <p:cond delay="0"/>
                                  </p:stCondLst>
                                  <p:childTnLst>
                                    <p:set>
                                      <p:cBhvr>
                                        <p:cTn id="11" dur="1" fill="hold">
                                          <p:stCondLst>
                                            <p:cond delay="0"/>
                                          </p:stCondLst>
                                        </p:cTn>
                                        <p:tgtEl>
                                          <p:spTgt spid="14342"/>
                                        </p:tgtEl>
                                        <p:attrNameLst>
                                          <p:attrName>style.visibility</p:attrName>
                                        </p:attrNameLst>
                                      </p:cBhvr>
                                      <p:to>
                                        <p:strVal val="visible"/>
                                      </p:to>
                                    </p:set>
                                    <p:animEffect transition="in" filter="dissolve">
                                      <p:cBhvr>
                                        <p:cTn id="12" dur="500"/>
                                        <p:tgtEl>
                                          <p:spTgt spid="1434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341" grpId="0"/>
      <p:bldP spid="14342"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5362" name="Rectangle 2"/>
          <p:cNvSpPr>
            <a:spLocks noGrp="1"/>
          </p:cNvSpPr>
          <p:nvPr>
            <p:ph type="body"/>
          </p:nvPr>
        </p:nvSpPr>
        <p:spPr>
          <a:xfrm>
            <a:off x="685800" y="2362200"/>
            <a:ext cx="7924800" cy="4114800"/>
          </a:xfrm>
          <a:ln/>
        </p:spPr>
        <p:txBody>
          <a:bodyPr vert="horz" wrap="square" lIns="91440" tIns="45720" rIns="91440" bIns="45720" anchor="t" anchorCtr="0"/>
          <a:p>
            <a:pPr eaLnBrk="1" hangingPunct="1"/>
            <a:r>
              <a:rPr lang="zh-CN" altLang="en-US" b="1" dirty="0">
                <a:ea typeface="楷体_GB2312" pitchFamily="1" charset="-122"/>
              </a:rPr>
              <a:t>例:  X＝-0.100  Y＝-0.101，求 X+Y＝？</a:t>
            </a:r>
            <a:endParaRPr lang="zh-CN" altLang="en-US" b="1" dirty="0">
              <a:ea typeface="楷体_GB2312" pitchFamily="1" charset="-122"/>
            </a:endParaRPr>
          </a:p>
          <a:p>
            <a:pPr eaLnBrk="1" hangingPunct="1">
              <a:buNone/>
            </a:pPr>
            <a:r>
              <a:rPr lang="zh-CN" altLang="en-US" b="1" dirty="0">
                <a:ea typeface="楷体_GB2312" pitchFamily="1" charset="-122"/>
              </a:rPr>
              <a:t>   解:</a:t>
            </a:r>
            <a:endParaRPr lang="zh-CN" altLang="en-US" b="1" dirty="0"/>
          </a:p>
        </p:txBody>
      </p:sp>
      <p:sp>
        <p:nvSpPr>
          <p:cNvPr id="15363" name="Text Box 3"/>
          <p:cNvSpPr txBox="1"/>
          <p:nvPr/>
        </p:nvSpPr>
        <p:spPr>
          <a:xfrm>
            <a:off x="2895600" y="3352800"/>
            <a:ext cx="4419600" cy="517525"/>
          </a:xfrm>
          <a:prstGeom prst="rect">
            <a:avLst/>
          </a:prstGeom>
          <a:noFill/>
          <a:ln w="9525">
            <a:noFill/>
          </a:ln>
        </p:spPr>
        <p:txBody>
          <a:bodyPr>
            <a:spAutoFit/>
          </a:bodyPr>
          <a:lstStyle>
            <a:lvl1pPr marL="342900" indent="-342900" algn="l" rtl="0" eaLnBrk="0" fontAlgn="base" hangingPunct="0">
              <a:spcBef>
                <a:spcPct val="20000"/>
              </a:spcBef>
              <a:spcAft>
                <a:spcPct val="0"/>
              </a:spcAft>
              <a:buChar char="•"/>
              <a:defRPr sz="3200">
                <a:solidFill>
                  <a:srgbClr val="666699"/>
                </a:solidFill>
                <a:latin typeface="+mn-lt"/>
                <a:ea typeface="+mn-ea"/>
                <a:cs typeface="+mn-cs"/>
              </a:defRPr>
            </a:lvl1pPr>
            <a:lvl2pPr marL="742950" indent="-285750" algn="l" rtl="0" eaLnBrk="0" fontAlgn="base" hangingPunct="0">
              <a:spcBef>
                <a:spcPct val="20000"/>
              </a:spcBef>
              <a:spcAft>
                <a:spcPct val="0"/>
              </a:spcAft>
              <a:buChar char="–"/>
              <a:defRPr sz="2800">
                <a:solidFill>
                  <a:srgbClr val="666699"/>
                </a:solidFill>
                <a:latin typeface="+mn-lt"/>
                <a:ea typeface="+mn-ea"/>
              </a:defRPr>
            </a:lvl2pPr>
            <a:lvl3pPr marL="1143000" indent="-228600" algn="l" rtl="0" eaLnBrk="0" fontAlgn="base" hangingPunct="0">
              <a:spcBef>
                <a:spcPct val="20000"/>
              </a:spcBef>
              <a:spcAft>
                <a:spcPct val="0"/>
              </a:spcAft>
              <a:buChar char="•"/>
              <a:defRPr sz="2400">
                <a:solidFill>
                  <a:srgbClr val="666699"/>
                </a:solidFill>
                <a:latin typeface="+mn-lt"/>
                <a:ea typeface="+mn-ea"/>
              </a:defRPr>
            </a:lvl3pPr>
            <a:lvl4pPr marL="1600200" indent="-228600" algn="l" rtl="0" eaLnBrk="0" fontAlgn="base" hangingPunct="0">
              <a:spcBef>
                <a:spcPct val="20000"/>
              </a:spcBef>
              <a:spcAft>
                <a:spcPct val="0"/>
              </a:spcAft>
              <a:buChar char="–"/>
              <a:defRPr sz="2000">
                <a:solidFill>
                  <a:srgbClr val="666699"/>
                </a:solidFill>
                <a:latin typeface="+mn-lt"/>
                <a:ea typeface="+mn-ea"/>
              </a:defRPr>
            </a:lvl4pPr>
            <a:lvl5pPr marL="2057400" indent="-228600" algn="l" rtl="0" eaLnBrk="0" fontAlgn="base" hangingPunct="0">
              <a:spcBef>
                <a:spcPct val="20000"/>
              </a:spcBef>
              <a:spcAft>
                <a:spcPct val="0"/>
              </a:spcAft>
              <a:buChar char="»"/>
              <a:defRPr sz="2000">
                <a:solidFill>
                  <a:srgbClr val="666699"/>
                </a:solidFill>
                <a:latin typeface="+mn-lt"/>
                <a:ea typeface="+mn-ea"/>
              </a:defRPr>
            </a:lvl5pPr>
          </a:lstStyle>
          <a:p>
            <a:pPr marL="0" lvl="0" indent="0" eaLnBrk="1" hangingPunct="1">
              <a:spcBef>
                <a:spcPct val="50000"/>
              </a:spcBef>
              <a:buNone/>
            </a:pPr>
            <a:r>
              <a:rPr lang="zh-CN" altLang="en-US" sz="2400" b="1" dirty="0">
                <a:solidFill>
                  <a:schemeClr val="tx1"/>
                </a:solidFill>
                <a:latin typeface="Tahoma" panose="020B0604030504040204" pitchFamily="34" charset="0"/>
              </a:rPr>
              <a:t>[X]</a:t>
            </a:r>
            <a:r>
              <a:rPr lang="zh-CN" altLang="en-US" sz="2400" b="1" baseline="-25000" dirty="0">
                <a:solidFill>
                  <a:schemeClr val="tx1"/>
                </a:solidFill>
                <a:latin typeface="Tahoma" panose="020B0604030504040204" pitchFamily="34" charset="0"/>
              </a:rPr>
              <a:t>补</a:t>
            </a:r>
            <a:r>
              <a:rPr lang="zh-CN" altLang="en-US" sz="2400" b="1" dirty="0">
                <a:solidFill>
                  <a:schemeClr val="tx1"/>
                </a:solidFill>
                <a:latin typeface="Tahoma" panose="020B0604030504040204" pitchFamily="34" charset="0"/>
              </a:rPr>
              <a:t>=1. 1 0 0</a:t>
            </a:r>
            <a:endParaRPr lang="zh-CN" altLang="en-US" sz="2400" b="1" dirty="0">
              <a:solidFill>
                <a:schemeClr val="tx1"/>
              </a:solidFill>
              <a:latin typeface="Tahoma" panose="020B0604030504040204" pitchFamily="34" charset="0"/>
            </a:endParaRPr>
          </a:p>
        </p:txBody>
      </p:sp>
      <p:sp>
        <p:nvSpPr>
          <p:cNvPr id="15364" name="Text Box 4"/>
          <p:cNvSpPr txBox="1"/>
          <p:nvPr/>
        </p:nvSpPr>
        <p:spPr>
          <a:xfrm>
            <a:off x="2895600" y="3886200"/>
            <a:ext cx="2590800" cy="517525"/>
          </a:xfrm>
          <a:prstGeom prst="rect">
            <a:avLst/>
          </a:prstGeom>
          <a:noFill/>
          <a:ln w="9525">
            <a:noFill/>
          </a:ln>
        </p:spPr>
        <p:txBody>
          <a:bodyPr>
            <a:spAutoFit/>
          </a:bodyPr>
          <a:lstStyle>
            <a:lvl1pPr marL="342900" indent="-342900" algn="l" rtl="0" eaLnBrk="0" fontAlgn="base" hangingPunct="0">
              <a:spcBef>
                <a:spcPct val="20000"/>
              </a:spcBef>
              <a:spcAft>
                <a:spcPct val="0"/>
              </a:spcAft>
              <a:buChar char="•"/>
              <a:defRPr sz="3200">
                <a:solidFill>
                  <a:srgbClr val="666699"/>
                </a:solidFill>
                <a:latin typeface="+mn-lt"/>
                <a:ea typeface="+mn-ea"/>
                <a:cs typeface="+mn-cs"/>
              </a:defRPr>
            </a:lvl1pPr>
            <a:lvl2pPr marL="742950" indent="-285750" algn="l" rtl="0" eaLnBrk="0" fontAlgn="base" hangingPunct="0">
              <a:spcBef>
                <a:spcPct val="20000"/>
              </a:spcBef>
              <a:spcAft>
                <a:spcPct val="0"/>
              </a:spcAft>
              <a:buChar char="–"/>
              <a:defRPr sz="2800">
                <a:solidFill>
                  <a:srgbClr val="666699"/>
                </a:solidFill>
                <a:latin typeface="+mn-lt"/>
                <a:ea typeface="+mn-ea"/>
              </a:defRPr>
            </a:lvl2pPr>
            <a:lvl3pPr marL="1143000" indent="-228600" algn="l" rtl="0" eaLnBrk="0" fontAlgn="base" hangingPunct="0">
              <a:spcBef>
                <a:spcPct val="20000"/>
              </a:spcBef>
              <a:spcAft>
                <a:spcPct val="0"/>
              </a:spcAft>
              <a:buChar char="•"/>
              <a:defRPr sz="2400">
                <a:solidFill>
                  <a:srgbClr val="666699"/>
                </a:solidFill>
                <a:latin typeface="+mn-lt"/>
                <a:ea typeface="+mn-ea"/>
              </a:defRPr>
            </a:lvl3pPr>
            <a:lvl4pPr marL="1600200" indent="-228600" algn="l" rtl="0" eaLnBrk="0" fontAlgn="base" hangingPunct="0">
              <a:spcBef>
                <a:spcPct val="20000"/>
              </a:spcBef>
              <a:spcAft>
                <a:spcPct val="0"/>
              </a:spcAft>
              <a:buChar char="–"/>
              <a:defRPr sz="2000">
                <a:solidFill>
                  <a:srgbClr val="666699"/>
                </a:solidFill>
                <a:latin typeface="+mn-lt"/>
                <a:ea typeface="+mn-ea"/>
              </a:defRPr>
            </a:lvl4pPr>
            <a:lvl5pPr marL="2057400" indent="-228600" algn="l" rtl="0" eaLnBrk="0" fontAlgn="base" hangingPunct="0">
              <a:spcBef>
                <a:spcPct val="20000"/>
              </a:spcBef>
              <a:spcAft>
                <a:spcPct val="0"/>
              </a:spcAft>
              <a:buChar char="»"/>
              <a:defRPr sz="2000">
                <a:solidFill>
                  <a:srgbClr val="666699"/>
                </a:solidFill>
                <a:latin typeface="+mn-lt"/>
                <a:ea typeface="+mn-ea"/>
              </a:defRPr>
            </a:lvl5pPr>
          </a:lstStyle>
          <a:p>
            <a:pPr marL="0" lvl="0" indent="0" eaLnBrk="1" hangingPunct="1">
              <a:spcBef>
                <a:spcPct val="50000"/>
              </a:spcBef>
              <a:buNone/>
            </a:pPr>
            <a:r>
              <a:rPr lang="zh-CN" altLang="en-US" sz="2400" b="1" dirty="0">
                <a:solidFill>
                  <a:schemeClr val="tx1"/>
                </a:solidFill>
                <a:latin typeface="Tahoma" panose="020B0604030504040204" pitchFamily="34" charset="0"/>
              </a:rPr>
              <a:t>[Y]</a:t>
            </a:r>
            <a:r>
              <a:rPr lang="zh-CN" altLang="en-US" sz="2400" b="1" baseline="-25000" dirty="0">
                <a:solidFill>
                  <a:schemeClr val="tx1"/>
                </a:solidFill>
                <a:latin typeface="Tahoma" panose="020B0604030504040204" pitchFamily="34" charset="0"/>
              </a:rPr>
              <a:t>补</a:t>
            </a:r>
            <a:r>
              <a:rPr lang="zh-CN" altLang="en-US" sz="2400" b="1" dirty="0">
                <a:solidFill>
                  <a:schemeClr val="tx1"/>
                </a:solidFill>
                <a:latin typeface="Tahoma" panose="020B0604030504040204" pitchFamily="34" charset="0"/>
              </a:rPr>
              <a:t>=1. 0 1 1</a:t>
            </a:r>
            <a:endParaRPr lang="zh-CN" altLang="en-US" sz="2400" b="1" dirty="0">
              <a:solidFill>
                <a:schemeClr val="tx1"/>
              </a:solidFill>
              <a:latin typeface="Tahoma" panose="020B0604030504040204" pitchFamily="34" charset="0"/>
            </a:endParaRPr>
          </a:p>
        </p:txBody>
      </p:sp>
      <p:sp>
        <p:nvSpPr>
          <p:cNvPr id="15365" name="Text Box 5"/>
          <p:cNvSpPr txBox="1"/>
          <p:nvPr/>
        </p:nvSpPr>
        <p:spPr>
          <a:xfrm>
            <a:off x="1905000" y="3810000"/>
            <a:ext cx="457200" cy="457200"/>
          </a:xfrm>
          <a:prstGeom prst="rect">
            <a:avLst/>
          </a:prstGeom>
          <a:noFill/>
          <a:ln w="9525">
            <a:noFill/>
          </a:ln>
        </p:spPr>
        <p:txBody>
          <a:bodyPr>
            <a:spAutoFit/>
          </a:bodyPr>
          <a:lstStyle>
            <a:lvl1pPr marL="342900" indent="-342900" algn="l" rtl="0" eaLnBrk="0" fontAlgn="base" hangingPunct="0">
              <a:spcBef>
                <a:spcPct val="20000"/>
              </a:spcBef>
              <a:spcAft>
                <a:spcPct val="0"/>
              </a:spcAft>
              <a:buChar char="•"/>
              <a:defRPr sz="3200">
                <a:solidFill>
                  <a:srgbClr val="666699"/>
                </a:solidFill>
                <a:latin typeface="+mn-lt"/>
                <a:ea typeface="+mn-ea"/>
                <a:cs typeface="+mn-cs"/>
              </a:defRPr>
            </a:lvl1pPr>
            <a:lvl2pPr marL="742950" indent="-285750" algn="l" rtl="0" eaLnBrk="0" fontAlgn="base" hangingPunct="0">
              <a:spcBef>
                <a:spcPct val="20000"/>
              </a:spcBef>
              <a:spcAft>
                <a:spcPct val="0"/>
              </a:spcAft>
              <a:buChar char="–"/>
              <a:defRPr sz="2800">
                <a:solidFill>
                  <a:srgbClr val="666699"/>
                </a:solidFill>
                <a:latin typeface="+mn-lt"/>
                <a:ea typeface="+mn-ea"/>
              </a:defRPr>
            </a:lvl2pPr>
            <a:lvl3pPr marL="1143000" indent="-228600" algn="l" rtl="0" eaLnBrk="0" fontAlgn="base" hangingPunct="0">
              <a:spcBef>
                <a:spcPct val="20000"/>
              </a:spcBef>
              <a:spcAft>
                <a:spcPct val="0"/>
              </a:spcAft>
              <a:buChar char="•"/>
              <a:defRPr sz="2400">
                <a:solidFill>
                  <a:srgbClr val="666699"/>
                </a:solidFill>
                <a:latin typeface="+mn-lt"/>
                <a:ea typeface="+mn-ea"/>
              </a:defRPr>
            </a:lvl3pPr>
            <a:lvl4pPr marL="1600200" indent="-228600" algn="l" rtl="0" eaLnBrk="0" fontAlgn="base" hangingPunct="0">
              <a:spcBef>
                <a:spcPct val="20000"/>
              </a:spcBef>
              <a:spcAft>
                <a:spcPct val="0"/>
              </a:spcAft>
              <a:buChar char="–"/>
              <a:defRPr sz="2000">
                <a:solidFill>
                  <a:srgbClr val="666699"/>
                </a:solidFill>
                <a:latin typeface="+mn-lt"/>
                <a:ea typeface="+mn-ea"/>
              </a:defRPr>
            </a:lvl4pPr>
            <a:lvl5pPr marL="2057400" indent="-228600" algn="l" rtl="0" eaLnBrk="0" fontAlgn="base" hangingPunct="0">
              <a:spcBef>
                <a:spcPct val="20000"/>
              </a:spcBef>
              <a:spcAft>
                <a:spcPct val="0"/>
              </a:spcAft>
              <a:buChar char="»"/>
              <a:defRPr sz="2000">
                <a:solidFill>
                  <a:srgbClr val="666699"/>
                </a:solidFill>
                <a:latin typeface="+mn-lt"/>
                <a:ea typeface="+mn-ea"/>
              </a:defRPr>
            </a:lvl5pPr>
          </a:lstStyle>
          <a:p>
            <a:pPr marL="0" lvl="0" indent="0" eaLnBrk="1" hangingPunct="1">
              <a:spcBef>
                <a:spcPct val="50000"/>
              </a:spcBef>
              <a:buNone/>
            </a:pPr>
            <a:r>
              <a:rPr lang="zh-CN" altLang="en-US" sz="2400" dirty="0">
                <a:solidFill>
                  <a:schemeClr val="tx1"/>
                </a:solidFill>
                <a:latin typeface="Tahoma" panose="020B0604030504040204" pitchFamily="34" charset="0"/>
              </a:rPr>
              <a:t>+</a:t>
            </a:r>
            <a:endParaRPr lang="zh-CN" altLang="en-US" sz="2400" dirty="0">
              <a:solidFill>
                <a:schemeClr val="tx1"/>
              </a:solidFill>
              <a:latin typeface="Tahoma" panose="020B0604030504040204" pitchFamily="34" charset="0"/>
            </a:endParaRPr>
          </a:p>
        </p:txBody>
      </p:sp>
      <p:sp>
        <p:nvSpPr>
          <p:cNvPr id="15366" name="Line 6"/>
          <p:cNvSpPr/>
          <p:nvPr/>
        </p:nvSpPr>
        <p:spPr>
          <a:xfrm>
            <a:off x="990600" y="4419600"/>
            <a:ext cx="5562600" cy="0"/>
          </a:xfrm>
          <a:prstGeom prst="line">
            <a:avLst/>
          </a:prstGeom>
          <a:ln w="9525" cap="flat" cmpd="sng">
            <a:solidFill>
              <a:schemeClr val="tx1"/>
            </a:solidFill>
            <a:prstDash val="solid"/>
            <a:headEnd type="none" w="med" len="med"/>
            <a:tailEnd type="none" w="med" len="med"/>
          </a:ln>
        </p:spPr>
      </p:sp>
      <p:sp>
        <p:nvSpPr>
          <p:cNvPr id="15367" name="Text Box 7"/>
          <p:cNvSpPr txBox="1"/>
          <p:nvPr/>
        </p:nvSpPr>
        <p:spPr>
          <a:xfrm>
            <a:off x="3505200" y="4495800"/>
            <a:ext cx="3227388" cy="457200"/>
          </a:xfrm>
          <a:prstGeom prst="rect">
            <a:avLst/>
          </a:prstGeom>
          <a:noFill/>
          <a:ln w="9525">
            <a:noFill/>
          </a:ln>
        </p:spPr>
        <p:txBody>
          <a:bodyPr>
            <a:spAutoFit/>
          </a:bodyPr>
          <a:lstStyle>
            <a:lvl1pPr marL="342900" indent="-342900" algn="l" rtl="0" eaLnBrk="0" fontAlgn="base" hangingPunct="0">
              <a:spcBef>
                <a:spcPct val="20000"/>
              </a:spcBef>
              <a:spcAft>
                <a:spcPct val="0"/>
              </a:spcAft>
              <a:buChar char="•"/>
              <a:defRPr sz="3200">
                <a:solidFill>
                  <a:srgbClr val="666699"/>
                </a:solidFill>
                <a:latin typeface="+mn-lt"/>
                <a:ea typeface="+mn-ea"/>
                <a:cs typeface="+mn-cs"/>
              </a:defRPr>
            </a:lvl1pPr>
            <a:lvl2pPr marL="742950" indent="-285750" algn="l" rtl="0" eaLnBrk="0" fontAlgn="base" hangingPunct="0">
              <a:spcBef>
                <a:spcPct val="20000"/>
              </a:spcBef>
              <a:spcAft>
                <a:spcPct val="0"/>
              </a:spcAft>
              <a:buChar char="–"/>
              <a:defRPr sz="2800">
                <a:solidFill>
                  <a:srgbClr val="666699"/>
                </a:solidFill>
                <a:latin typeface="+mn-lt"/>
                <a:ea typeface="+mn-ea"/>
              </a:defRPr>
            </a:lvl2pPr>
            <a:lvl3pPr marL="1143000" indent="-228600" algn="l" rtl="0" eaLnBrk="0" fontAlgn="base" hangingPunct="0">
              <a:spcBef>
                <a:spcPct val="20000"/>
              </a:spcBef>
              <a:spcAft>
                <a:spcPct val="0"/>
              </a:spcAft>
              <a:buChar char="•"/>
              <a:defRPr sz="2400">
                <a:solidFill>
                  <a:srgbClr val="666699"/>
                </a:solidFill>
                <a:latin typeface="+mn-lt"/>
                <a:ea typeface="+mn-ea"/>
              </a:defRPr>
            </a:lvl3pPr>
            <a:lvl4pPr marL="1600200" indent="-228600" algn="l" rtl="0" eaLnBrk="0" fontAlgn="base" hangingPunct="0">
              <a:spcBef>
                <a:spcPct val="20000"/>
              </a:spcBef>
              <a:spcAft>
                <a:spcPct val="0"/>
              </a:spcAft>
              <a:buChar char="–"/>
              <a:defRPr sz="2000">
                <a:solidFill>
                  <a:srgbClr val="666699"/>
                </a:solidFill>
                <a:latin typeface="+mn-lt"/>
                <a:ea typeface="+mn-ea"/>
              </a:defRPr>
            </a:lvl4pPr>
            <a:lvl5pPr marL="2057400" indent="-228600" algn="l" rtl="0" eaLnBrk="0" fontAlgn="base" hangingPunct="0">
              <a:spcBef>
                <a:spcPct val="20000"/>
              </a:spcBef>
              <a:spcAft>
                <a:spcPct val="0"/>
              </a:spcAft>
              <a:buChar char="»"/>
              <a:defRPr sz="2000">
                <a:solidFill>
                  <a:srgbClr val="666699"/>
                </a:solidFill>
                <a:latin typeface="+mn-lt"/>
                <a:ea typeface="+mn-ea"/>
              </a:defRPr>
            </a:lvl5pPr>
          </a:lstStyle>
          <a:p>
            <a:pPr marL="0" lvl="0" indent="0" eaLnBrk="1" hangingPunct="1">
              <a:spcBef>
                <a:spcPct val="50000"/>
              </a:spcBef>
              <a:buNone/>
            </a:pPr>
            <a:r>
              <a:rPr lang="zh-CN" altLang="en-US" sz="2400" b="1" dirty="0">
                <a:solidFill>
                  <a:srgbClr val="FF0000"/>
                </a:solidFill>
                <a:latin typeface="Tahoma" panose="020B0604030504040204" pitchFamily="34" charset="0"/>
              </a:rPr>
              <a:t>1</a:t>
            </a:r>
            <a:r>
              <a:rPr lang="zh-CN" altLang="en-US" sz="2400" b="1" dirty="0">
                <a:solidFill>
                  <a:schemeClr val="tx1"/>
                </a:solidFill>
                <a:latin typeface="Tahoma" panose="020B0604030504040204" pitchFamily="34" charset="0"/>
              </a:rPr>
              <a:t> 0. 1 1 1</a:t>
            </a:r>
            <a:endParaRPr lang="zh-CN" altLang="en-US" sz="2400" b="1" dirty="0">
              <a:solidFill>
                <a:schemeClr val="tx1"/>
              </a:solidFill>
              <a:latin typeface="Tahoma" panose="020B0604030504040204" pitchFamily="34" charset="0"/>
            </a:endParaRPr>
          </a:p>
        </p:txBody>
      </p:sp>
      <p:sp>
        <p:nvSpPr>
          <p:cNvPr id="15368" name="AutoShape 8"/>
          <p:cNvSpPr/>
          <p:nvPr/>
        </p:nvSpPr>
        <p:spPr>
          <a:xfrm>
            <a:off x="1116013" y="4652963"/>
            <a:ext cx="1584325" cy="533400"/>
          </a:xfrm>
          <a:prstGeom prst="wedgeEllipseCallout">
            <a:avLst>
              <a:gd name="adj1" fmla="val 105412"/>
              <a:gd name="adj2" fmla="val -35713"/>
            </a:avLst>
          </a:prstGeom>
          <a:solidFill>
            <a:schemeClr val="accent1"/>
          </a:solidFill>
          <a:ln w="9525" cap="flat" cmpd="sng">
            <a:solidFill>
              <a:schemeClr val="tx1"/>
            </a:solidFill>
            <a:prstDash val="solid"/>
            <a:miter/>
            <a:headEnd type="none" w="med" len="med"/>
            <a:tailEnd type="none" w="med" len="med"/>
          </a:ln>
        </p:spPr>
        <p:txBody>
          <a:bodyPr/>
          <a:lstStyle>
            <a:lvl1pPr marL="342900" indent="-342900" algn="l" rtl="0" eaLnBrk="0" fontAlgn="base" hangingPunct="0">
              <a:spcBef>
                <a:spcPct val="20000"/>
              </a:spcBef>
              <a:spcAft>
                <a:spcPct val="0"/>
              </a:spcAft>
              <a:buChar char="•"/>
              <a:defRPr sz="3200">
                <a:solidFill>
                  <a:srgbClr val="666699"/>
                </a:solidFill>
                <a:latin typeface="+mn-lt"/>
                <a:ea typeface="+mn-ea"/>
                <a:cs typeface="+mn-cs"/>
              </a:defRPr>
            </a:lvl1pPr>
            <a:lvl2pPr marL="742950" indent="-285750" algn="l" rtl="0" eaLnBrk="0" fontAlgn="base" hangingPunct="0">
              <a:spcBef>
                <a:spcPct val="20000"/>
              </a:spcBef>
              <a:spcAft>
                <a:spcPct val="0"/>
              </a:spcAft>
              <a:buChar char="–"/>
              <a:defRPr sz="2800">
                <a:solidFill>
                  <a:srgbClr val="666699"/>
                </a:solidFill>
                <a:latin typeface="+mn-lt"/>
                <a:ea typeface="+mn-ea"/>
              </a:defRPr>
            </a:lvl2pPr>
            <a:lvl3pPr marL="1143000" indent="-228600" algn="l" rtl="0" eaLnBrk="0" fontAlgn="base" hangingPunct="0">
              <a:spcBef>
                <a:spcPct val="20000"/>
              </a:spcBef>
              <a:spcAft>
                <a:spcPct val="0"/>
              </a:spcAft>
              <a:buChar char="•"/>
              <a:defRPr sz="2400">
                <a:solidFill>
                  <a:srgbClr val="666699"/>
                </a:solidFill>
                <a:latin typeface="+mn-lt"/>
                <a:ea typeface="+mn-ea"/>
              </a:defRPr>
            </a:lvl3pPr>
            <a:lvl4pPr marL="1600200" indent="-228600" algn="l" rtl="0" eaLnBrk="0" fontAlgn="base" hangingPunct="0">
              <a:spcBef>
                <a:spcPct val="20000"/>
              </a:spcBef>
              <a:spcAft>
                <a:spcPct val="0"/>
              </a:spcAft>
              <a:buChar char="–"/>
              <a:defRPr sz="2000">
                <a:solidFill>
                  <a:srgbClr val="666699"/>
                </a:solidFill>
                <a:latin typeface="+mn-lt"/>
                <a:ea typeface="+mn-ea"/>
              </a:defRPr>
            </a:lvl4pPr>
            <a:lvl5pPr marL="2057400" indent="-228600" algn="l" rtl="0" eaLnBrk="0" fontAlgn="base" hangingPunct="0">
              <a:spcBef>
                <a:spcPct val="20000"/>
              </a:spcBef>
              <a:spcAft>
                <a:spcPct val="0"/>
              </a:spcAft>
              <a:buChar char="»"/>
              <a:defRPr sz="2000">
                <a:solidFill>
                  <a:srgbClr val="666699"/>
                </a:solidFill>
                <a:latin typeface="+mn-lt"/>
                <a:ea typeface="+mn-ea"/>
              </a:defRPr>
            </a:lvl5pPr>
          </a:lstStyle>
          <a:p>
            <a:pPr marL="0" lvl="0" indent="0" algn="ctr" eaLnBrk="1" hangingPunct="1">
              <a:spcBef>
                <a:spcPct val="0"/>
              </a:spcBef>
              <a:buNone/>
            </a:pPr>
            <a:r>
              <a:rPr lang="zh-CN" altLang="en-US" sz="1800" dirty="0">
                <a:solidFill>
                  <a:schemeClr val="tx1"/>
                </a:solidFill>
                <a:latin typeface="Tahoma" panose="020B0604030504040204" pitchFamily="34" charset="0"/>
              </a:rPr>
              <a:t>模，丢到</a:t>
            </a:r>
            <a:endParaRPr lang="zh-CN" altLang="en-US" sz="1800" dirty="0">
              <a:solidFill>
                <a:schemeClr val="tx1"/>
              </a:solidFill>
              <a:latin typeface="Tahoma" panose="020B0604030504040204" pitchFamily="34" charset="0"/>
            </a:endParaRPr>
          </a:p>
        </p:txBody>
      </p:sp>
      <p:sp>
        <p:nvSpPr>
          <p:cNvPr id="15369" name="Text Box 9"/>
          <p:cNvSpPr txBox="1"/>
          <p:nvPr/>
        </p:nvSpPr>
        <p:spPr>
          <a:xfrm>
            <a:off x="5940425" y="2927350"/>
            <a:ext cx="3238500" cy="1568450"/>
          </a:xfrm>
          <a:prstGeom prst="rect">
            <a:avLst/>
          </a:prstGeom>
          <a:noFill/>
          <a:ln w="9525">
            <a:noFill/>
          </a:ln>
        </p:spPr>
        <p:txBody>
          <a:bodyPr>
            <a:spAutoFit/>
          </a:bodyPr>
          <a:lstStyle>
            <a:lvl1pPr marL="342900" indent="-342900" algn="l" rtl="0" eaLnBrk="0" fontAlgn="base" hangingPunct="0">
              <a:spcBef>
                <a:spcPct val="20000"/>
              </a:spcBef>
              <a:spcAft>
                <a:spcPct val="0"/>
              </a:spcAft>
              <a:buChar char="•"/>
              <a:defRPr sz="3200">
                <a:solidFill>
                  <a:srgbClr val="666699"/>
                </a:solidFill>
                <a:latin typeface="+mn-lt"/>
                <a:ea typeface="+mn-ea"/>
                <a:cs typeface="+mn-cs"/>
              </a:defRPr>
            </a:lvl1pPr>
            <a:lvl2pPr marL="742950" indent="-285750" algn="l" rtl="0" eaLnBrk="0" fontAlgn="base" hangingPunct="0">
              <a:spcBef>
                <a:spcPct val="20000"/>
              </a:spcBef>
              <a:spcAft>
                <a:spcPct val="0"/>
              </a:spcAft>
              <a:buChar char="–"/>
              <a:defRPr sz="2800">
                <a:solidFill>
                  <a:srgbClr val="666699"/>
                </a:solidFill>
                <a:latin typeface="+mn-lt"/>
                <a:ea typeface="+mn-ea"/>
              </a:defRPr>
            </a:lvl2pPr>
            <a:lvl3pPr marL="1143000" indent="-228600" algn="l" rtl="0" eaLnBrk="0" fontAlgn="base" hangingPunct="0">
              <a:spcBef>
                <a:spcPct val="20000"/>
              </a:spcBef>
              <a:spcAft>
                <a:spcPct val="0"/>
              </a:spcAft>
              <a:buChar char="•"/>
              <a:defRPr sz="2400">
                <a:solidFill>
                  <a:srgbClr val="666699"/>
                </a:solidFill>
                <a:latin typeface="+mn-lt"/>
                <a:ea typeface="+mn-ea"/>
              </a:defRPr>
            </a:lvl3pPr>
            <a:lvl4pPr marL="1600200" indent="-228600" algn="l" rtl="0" eaLnBrk="0" fontAlgn="base" hangingPunct="0">
              <a:spcBef>
                <a:spcPct val="20000"/>
              </a:spcBef>
              <a:spcAft>
                <a:spcPct val="0"/>
              </a:spcAft>
              <a:buChar char="–"/>
              <a:defRPr sz="2000">
                <a:solidFill>
                  <a:srgbClr val="666699"/>
                </a:solidFill>
                <a:latin typeface="+mn-lt"/>
                <a:ea typeface="+mn-ea"/>
              </a:defRPr>
            </a:lvl4pPr>
            <a:lvl5pPr marL="2057400" indent="-228600" algn="l" rtl="0" eaLnBrk="0" fontAlgn="base" hangingPunct="0">
              <a:spcBef>
                <a:spcPct val="20000"/>
              </a:spcBef>
              <a:spcAft>
                <a:spcPct val="0"/>
              </a:spcAft>
              <a:buChar char="»"/>
              <a:defRPr sz="2000">
                <a:solidFill>
                  <a:srgbClr val="666699"/>
                </a:solidFill>
                <a:latin typeface="+mn-lt"/>
                <a:ea typeface="+mn-ea"/>
              </a:defRPr>
            </a:lvl5pPr>
          </a:lstStyle>
          <a:p>
            <a:pPr marL="0" lvl="0" indent="0" eaLnBrk="1" hangingPunct="1">
              <a:spcBef>
                <a:spcPct val="50000"/>
              </a:spcBef>
              <a:buNone/>
            </a:pPr>
            <a:r>
              <a:rPr lang="zh-CN" altLang="en-US" sz="2400" b="1" dirty="0">
                <a:solidFill>
                  <a:schemeClr val="hlink"/>
                </a:solidFill>
                <a:latin typeface="Tahoma" panose="020B0604030504040204" pitchFamily="34" charset="0"/>
                <a:ea typeface="楷体_GB2312" pitchFamily="1" charset="-122"/>
              </a:rPr>
              <a:t>两负数相加，结果应为负数，但运算结果为正数，表明有溢出发生</a:t>
            </a:r>
            <a:r>
              <a:rPr lang="zh-CN" altLang="en-US" sz="2400" b="1" dirty="0">
                <a:solidFill>
                  <a:schemeClr val="hlink"/>
                </a:solidFill>
                <a:latin typeface="Tahoma" panose="020B0604030504040204" pitchFamily="34" charset="0"/>
              </a:rPr>
              <a:t>。</a:t>
            </a:r>
            <a:endParaRPr lang="zh-CN" altLang="en-US" sz="2400" b="1" dirty="0">
              <a:solidFill>
                <a:schemeClr val="hlink"/>
              </a:solidFill>
              <a:latin typeface="Tahoma" panose="020B0604030504040204" pitchFamily="34" charset="0"/>
              <a:ea typeface="楷体_GB2312" pitchFamily="1" charset="-122"/>
            </a:endParaRPr>
          </a:p>
        </p:txBody>
      </p:sp>
      <p:sp>
        <p:nvSpPr>
          <p:cNvPr id="15370" name="Rectangle 10"/>
          <p:cNvSpPr>
            <a:spLocks noGrp="1"/>
          </p:cNvSpPr>
          <p:nvPr>
            <p:ph type="title"/>
          </p:nvPr>
        </p:nvSpPr>
        <p:spPr>
          <a:xfrm>
            <a:off x="381000" y="1143000"/>
            <a:ext cx="2971800" cy="465138"/>
          </a:xfrm>
          <a:ln/>
        </p:spPr>
        <p:txBody>
          <a:bodyPr vert="horz" wrap="square" lIns="91440" tIns="45720" rIns="91440" bIns="45720" anchor="b" anchorCtr="0"/>
          <a:p>
            <a:pPr algn="l" eaLnBrk="1" hangingPunct="1"/>
            <a:r>
              <a:rPr lang="zh-CN" altLang="en-US" sz="2800" dirty="0">
                <a:solidFill>
                  <a:schemeClr val="tx1"/>
                </a:solidFill>
                <a:latin typeface="Tahoma" panose="020B0604030504040204" pitchFamily="34" charset="0"/>
                <a:sym typeface="Arial" panose="020B0604020202020204" pitchFamily="34" charset="0"/>
              </a:rPr>
              <a:t>3</a:t>
            </a:r>
            <a:r>
              <a:rPr lang="zh-CN" altLang="en-US" sz="2800" dirty="0"/>
              <a:t>、溢出的判断</a:t>
            </a:r>
            <a:endParaRPr lang="zh-CN" altLang="en-US" sz="2800" dirty="0"/>
          </a:p>
        </p:txBody>
      </p:sp>
      <p:sp>
        <p:nvSpPr>
          <p:cNvPr id="15371" name="Rectangle 11"/>
          <p:cNvSpPr/>
          <p:nvPr/>
        </p:nvSpPr>
        <p:spPr>
          <a:xfrm>
            <a:off x="914400" y="1828800"/>
            <a:ext cx="5029200" cy="496888"/>
          </a:xfrm>
          <a:prstGeom prst="rect">
            <a:avLst/>
          </a:prstGeom>
          <a:noFill/>
          <a:ln w="9525">
            <a:noFill/>
          </a:ln>
        </p:spPr>
        <p:txBody>
          <a:bodyPr/>
          <a:lstStyle>
            <a:lvl1pPr marL="342900" indent="-342900" algn="l" rtl="0" eaLnBrk="0" fontAlgn="base" hangingPunct="0">
              <a:spcBef>
                <a:spcPct val="20000"/>
              </a:spcBef>
              <a:spcAft>
                <a:spcPct val="0"/>
              </a:spcAft>
              <a:buChar char="•"/>
              <a:defRPr sz="3200">
                <a:solidFill>
                  <a:srgbClr val="666699"/>
                </a:solidFill>
                <a:latin typeface="+mn-lt"/>
                <a:ea typeface="+mn-ea"/>
                <a:cs typeface="+mn-cs"/>
              </a:defRPr>
            </a:lvl1pPr>
            <a:lvl2pPr marL="742950" indent="-285750" algn="l" rtl="0" eaLnBrk="0" fontAlgn="base" hangingPunct="0">
              <a:spcBef>
                <a:spcPct val="20000"/>
              </a:spcBef>
              <a:spcAft>
                <a:spcPct val="0"/>
              </a:spcAft>
              <a:buChar char="–"/>
              <a:defRPr sz="2800">
                <a:solidFill>
                  <a:srgbClr val="666699"/>
                </a:solidFill>
                <a:latin typeface="+mn-lt"/>
                <a:ea typeface="+mn-ea"/>
              </a:defRPr>
            </a:lvl2pPr>
            <a:lvl3pPr marL="1143000" indent="-228600" algn="l" rtl="0" eaLnBrk="0" fontAlgn="base" hangingPunct="0">
              <a:spcBef>
                <a:spcPct val="20000"/>
              </a:spcBef>
              <a:spcAft>
                <a:spcPct val="0"/>
              </a:spcAft>
              <a:buChar char="•"/>
              <a:defRPr sz="2400">
                <a:solidFill>
                  <a:srgbClr val="666699"/>
                </a:solidFill>
                <a:latin typeface="+mn-lt"/>
                <a:ea typeface="+mn-ea"/>
              </a:defRPr>
            </a:lvl3pPr>
            <a:lvl4pPr marL="1600200" indent="-228600" algn="l" rtl="0" eaLnBrk="0" fontAlgn="base" hangingPunct="0">
              <a:spcBef>
                <a:spcPct val="20000"/>
              </a:spcBef>
              <a:spcAft>
                <a:spcPct val="0"/>
              </a:spcAft>
              <a:buChar char="–"/>
              <a:defRPr sz="2000">
                <a:solidFill>
                  <a:srgbClr val="666699"/>
                </a:solidFill>
                <a:latin typeface="+mn-lt"/>
                <a:ea typeface="+mn-ea"/>
              </a:defRPr>
            </a:lvl4pPr>
            <a:lvl5pPr marL="2057400" indent="-228600" algn="l" rtl="0" eaLnBrk="0" fontAlgn="base" hangingPunct="0">
              <a:spcBef>
                <a:spcPct val="20000"/>
              </a:spcBef>
              <a:spcAft>
                <a:spcPct val="0"/>
              </a:spcAft>
              <a:buChar char="»"/>
              <a:defRPr sz="2000">
                <a:solidFill>
                  <a:srgbClr val="666699"/>
                </a:solidFill>
                <a:latin typeface="+mn-lt"/>
                <a:ea typeface="+mn-ea"/>
              </a:defRPr>
            </a:lvl5pPr>
          </a:lstStyle>
          <a:p>
            <a:pPr marL="342900" lvl="0" indent="-342900" algn="just" eaLnBrk="1" hangingPunct="1">
              <a:lnSpc>
                <a:spcPct val="90000"/>
              </a:lnSpc>
              <a:buClr>
                <a:schemeClr val="folHlink"/>
              </a:buClr>
              <a:buSzPct val="60000"/>
              <a:buFont typeface="Wingdings" panose="05000000000000000000" pitchFamily="2" charset="2"/>
              <a:buNone/>
            </a:pPr>
            <a:r>
              <a:rPr lang="zh-CN" altLang="en-US" sz="2800" b="1" dirty="0">
                <a:solidFill>
                  <a:schemeClr val="tx1"/>
                </a:solidFill>
              </a:rPr>
              <a:t> 1）采用</a:t>
            </a:r>
            <a:r>
              <a:rPr lang="zh-CN" altLang="en-US" sz="2800" b="1" dirty="0">
                <a:solidFill>
                  <a:schemeClr val="hlink"/>
                </a:solidFill>
              </a:rPr>
              <a:t>单符号位</a:t>
            </a:r>
            <a:r>
              <a:rPr lang="zh-CN" altLang="en-US" sz="2800" b="1" dirty="0">
                <a:solidFill>
                  <a:schemeClr val="tx1"/>
                </a:solidFill>
              </a:rPr>
              <a:t>的判断方法</a:t>
            </a:r>
            <a:endParaRPr lang="zh-CN" altLang="en-US" sz="2800" b="1" dirty="0">
              <a:solidFill>
                <a:schemeClr val="tx1"/>
              </a:solidFill>
              <a:ea typeface="Times New Roman" panose="02020603050405020304" pitchFamily="18" charset="0"/>
            </a:endParaRPr>
          </a:p>
        </p:txBody>
      </p:sp>
      <p:sp>
        <p:nvSpPr>
          <p:cNvPr id="15372" name="Text Box 12"/>
          <p:cNvSpPr txBox="1"/>
          <p:nvPr/>
        </p:nvSpPr>
        <p:spPr>
          <a:xfrm>
            <a:off x="323850" y="5468938"/>
            <a:ext cx="8496300" cy="823912"/>
          </a:xfrm>
          <a:prstGeom prst="rect">
            <a:avLst/>
          </a:prstGeom>
          <a:noFill/>
          <a:ln w="9525">
            <a:noFill/>
          </a:ln>
        </p:spPr>
        <p:txBody>
          <a:bodyPr>
            <a:spAutoFit/>
          </a:bodyPr>
          <a:lstStyle>
            <a:lvl1pPr marL="342900" indent="-342900" algn="l" rtl="0" eaLnBrk="0" fontAlgn="base" hangingPunct="0">
              <a:spcBef>
                <a:spcPct val="20000"/>
              </a:spcBef>
              <a:spcAft>
                <a:spcPct val="0"/>
              </a:spcAft>
              <a:buChar char="•"/>
              <a:defRPr sz="3200">
                <a:solidFill>
                  <a:srgbClr val="666699"/>
                </a:solidFill>
                <a:latin typeface="+mn-lt"/>
                <a:ea typeface="+mn-ea"/>
                <a:cs typeface="+mn-cs"/>
              </a:defRPr>
            </a:lvl1pPr>
            <a:lvl2pPr marL="742950" indent="-285750" algn="l" rtl="0" eaLnBrk="0" fontAlgn="base" hangingPunct="0">
              <a:spcBef>
                <a:spcPct val="20000"/>
              </a:spcBef>
              <a:spcAft>
                <a:spcPct val="0"/>
              </a:spcAft>
              <a:buChar char="–"/>
              <a:defRPr sz="2800">
                <a:solidFill>
                  <a:srgbClr val="666699"/>
                </a:solidFill>
                <a:latin typeface="+mn-lt"/>
                <a:ea typeface="+mn-ea"/>
              </a:defRPr>
            </a:lvl2pPr>
            <a:lvl3pPr marL="1143000" indent="-228600" algn="l" rtl="0" eaLnBrk="0" fontAlgn="base" hangingPunct="0">
              <a:spcBef>
                <a:spcPct val="20000"/>
              </a:spcBef>
              <a:spcAft>
                <a:spcPct val="0"/>
              </a:spcAft>
              <a:buChar char="•"/>
              <a:defRPr sz="2400">
                <a:solidFill>
                  <a:srgbClr val="666699"/>
                </a:solidFill>
                <a:latin typeface="+mn-lt"/>
                <a:ea typeface="+mn-ea"/>
              </a:defRPr>
            </a:lvl3pPr>
            <a:lvl4pPr marL="1600200" indent="-228600" algn="l" rtl="0" eaLnBrk="0" fontAlgn="base" hangingPunct="0">
              <a:spcBef>
                <a:spcPct val="20000"/>
              </a:spcBef>
              <a:spcAft>
                <a:spcPct val="0"/>
              </a:spcAft>
              <a:buChar char="–"/>
              <a:defRPr sz="2000">
                <a:solidFill>
                  <a:srgbClr val="666699"/>
                </a:solidFill>
                <a:latin typeface="+mn-lt"/>
                <a:ea typeface="+mn-ea"/>
              </a:defRPr>
            </a:lvl4pPr>
            <a:lvl5pPr marL="2057400" indent="-228600" algn="l" rtl="0" eaLnBrk="0" fontAlgn="base" hangingPunct="0">
              <a:spcBef>
                <a:spcPct val="20000"/>
              </a:spcBef>
              <a:spcAft>
                <a:spcPct val="0"/>
              </a:spcAft>
              <a:buChar char="»"/>
              <a:defRPr sz="2000">
                <a:solidFill>
                  <a:srgbClr val="666699"/>
                </a:solidFill>
                <a:latin typeface="+mn-lt"/>
                <a:ea typeface="+mn-ea"/>
              </a:defRPr>
            </a:lvl5pPr>
          </a:lstStyle>
          <a:p>
            <a:pPr marL="0" lvl="0" indent="0" eaLnBrk="1" hangingPunct="1">
              <a:spcBef>
                <a:spcPct val="0"/>
              </a:spcBef>
              <a:buNone/>
            </a:pPr>
            <a:r>
              <a:rPr lang="zh-CN" altLang="en-US" sz="2400" b="1" dirty="0">
                <a:solidFill>
                  <a:schemeClr val="tx1"/>
                </a:solidFill>
              </a:rPr>
              <a:t>方法：</a:t>
            </a:r>
            <a:r>
              <a:rPr lang="zh-CN" altLang="en-US" sz="2400" b="1" dirty="0">
                <a:solidFill>
                  <a:srgbClr val="0000FF"/>
                </a:solidFill>
              </a:rPr>
              <a:t>根据运算的符号逻辑关系进行判断</a:t>
            </a:r>
            <a:r>
              <a:rPr lang="zh-CN" altLang="en-US" sz="2400" b="1" dirty="0">
                <a:solidFill>
                  <a:schemeClr val="tx1"/>
                </a:solidFill>
              </a:rPr>
              <a:t>。两个正数相加，结果也应当是一个正数；两个负数相加，结果应当是一个负数。</a:t>
            </a:r>
            <a:endParaRPr lang="zh-CN" altLang="en-US" sz="2400" b="1" dirty="0">
              <a:solidFill>
                <a:schemeClr val="tx1"/>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15363"/>
                                        </p:tgtEl>
                                        <p:attrNameLst>
                                          <p:attrName>style.visibility</p:attrName>
                                        </p:attrNameLst>
                                      </p:cBhvr>
                                      <p:to>
                                        <p:strVal val="visible"/>
                                      </p:to>
                                    </p:set>
                                    <p:animEffect transition="in" filter="dissolve">
                                      <p:cBhvr>
                                        <p:cTn id="7" dur="500"/>
                                        <p:tgtEl>
                                          <p:spTgt spid="15363"/>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nodeType="clickEffect">
                                  <p:stCondLst>
                                    <p:cond delay="0"/>
                                  </p:stCondLst>
                                  <p:childTnLst>
                                    <p:set>
                                      <p:cBhvr>
                                        <p:cTn id="11" dur="1" fill="hold">
                                          <p:stCondLst>
                                            <p:cond delay="0"/>
                                          </p:stCondLst>
                                        </p:cTn>
                                        <p:tgtEl>
                                          <p:spTgt spid="15364"/>
                                        </p:tgtEl>
                                        <p:attrNameLst>
                                          <p:attrName>style.visibility</p:attrName>
                                        </p:attrNameLst>
                                      </p:cBhvr>
                                      <p:to>
                                        <p:strVal val="visible"/>
                                      </p:to>
                                    </p:set>
                                    <p:animEffect transition="in" filter="dissolve">
                                      <p:cBhvr>
                                        <p:cTn id="12" dur="500"/>
                                        <p:tgtEl>
                                          <p:spTgt spid="15364"/>
                                        </p:tgtEl>
                                      </p:cBhvr>
                                    </p:animEffect>
                                  </p:childTnLst>
                                </p:cTn>
                              </p:par>
                            </p:childTnLst>
                          </p:cTn>
                        </p:par>
                      </p:childTnLst>
                    </p:cTn>
                  </p:par>
                  <p:par>
                    <p:cTn id="13" fill="hold">
                      <p:stCondLst>
                        <p:cond delay="indefinite"/>
                      </p:stCondLst>
                      <p:childTnLst>
                        <p:par>
                          <p:cTn id="14" fill="hold">
                            <p:stCondLst>
                              <p:cond delay="0"/>
                            </p:stCondLst>
                            <p:childTnLst>
                              <p:par>
                                <p:cTn id="15" presetID="9" presetClass="entr" presetSubtype="0" fill="hold" nodeType="clickEffect">
                                  <p:stCondLst>
                                    <p:cond delay="0"/>
                                  </p:stCondLst>
                                  <p:childTnLst>
                                    <p:set>
                                      <p:cBhvr>
                                        <p:cTn id="16" dur="1" fill="hold">
                                          <p:stCondLst>
                                            <p:cond delay="0"/>
                                          </p:stCondLst>
                                        </p:cTn>
                                        <p:tgtEl>
                                          <p:spTgt spid="15365"/>
                                        </p:tgtEl>
                                        <p:attrNameLst>
                                          <p:attrName>style.visibility</p:attrName>
                                        </p:attrNameLst>
                                      </p:cBhvr>
                                      <p:to>
                                        <p:strVal val="visible"/>
                                      </p:to>
                                    </p:set>
                                    <p:animEffect transition="in" filter="dissolve">
                                      <p:cBhvr>
                                        <p:cTn id="17" dur="500"/>
                                        <p:tgtEl>
                                          <p:spTgt spid="15365"/>
                                        </p:tgtEl>
                                      </p:cBhvr>
                                    </p:animEffect>
                                  </p:childTnLst>
                                </p:cTn>
                              </p:par>
                            </p:childTnLst>
                          </p:cTn>
                        </p:par>
                      </p:childTnLst>
                    </p:cTn>
                  </p:par>
                  <p:par>
                    <p:cTn id="18" fill="hold">
                      <p:stCondLst>
                        <p:cond delay="indefinite"/>
                      </p:stCondLst>
                      <p:childTnLst>
                        <p:par>
                          <p:cTn id="19" fill="hold">
                            <p:stCondLst>
                              <p:cond delay="0"/>
                            </p:stCondLst>
                            <p:childTnLst>
                              <p:par>
                                <p:cTn id="20" presetID="9" presetClass="entr" presetSubtype="0" fill="hold" nodeType="clickEffect">
                                  <p:stCondLst>
                                    <p:cond delay="0"/>
                                  </p:stCondLst>
                                  <p:childTnLst>
                                    <p:set>
                                      <p:cBhvr>
                                        <p:cTn id="21" dur="1" fill="hold">
                                          <p:stCondLst>
                                            <p:cond delay="0"/>
                                          </p:stCondLst>
                                        </p:cTn>
                                        <p:tgtEl>
                                          <p:spTgt spid="15366"/>
                                        </p:tgtEl>
                                        <p:attrNameLst>
                                          <p:attrName>style.visibility</p:attrName>
                                        </p:attrNameLst>
                                      </p:cBhvr>
                                      <p:to>
                                        <p:strVal val="visible"/>
                                      </p:to>
                                    </p:set>
                                    <p:animEffect transition="in" filter="dissolve">
                                      <p:cBhvr>
                                        <p:cTn id="22" dur="500"/>
                                        <p:tgtEl>
                                          <p:spTgt spid="15366"/>
                                        </p:tgtEl>
                                      </p:cBhvr>
                                    </p:animEffect>
                                  </p:childTnLst>
                                </p:cTn>
                              </p:par>
                            </p:childTnLst>
                          </p:cTn>
                        </p:par>
                      </p:childTnLst>
                    </p:cTn>
                  </p:par>
                  <p:par>
                    <p:cTn id="23" fill="hold">
                      <p:stCondLst>
                        <p:cond delay="indefinite"/>
                      </p:stCondLst>
                      <p:childTnLst>
                        <p:par>
                          <p:cTn id="24" fill="hold">
                            <p:stCondLst>
                              <p:cond delay="0"/>
                            </p:stCondLst>
                            <p:childTnLst>
                              <p:par>
                                <p:cTn id="25" presetID="9" presetClass="entr" presetSubtype="0" fill="hold" nodeType="clickEffect">
                                  <p:stCondLst>
                                    <p:cond delay="0"/>
                                  </p:stCondLst>
                                  <p:childTnLst>
                                    <p:set>
                                      <p:cBhvr>
                                        <p:cTn id="26" dur="1" fill="hold">
                                          <p:stCondLst>
                                            <p:cond delay="0"/>
                                          </p:stCondLst>
                                        </p:cTn>
                                        <p:tgtEl>
                                          <p:spTgt spid="15367"/>
                                        </p:tgtEl>
                                        <p:attrNameLst>
                                          <p:attrName>style.visibility</p:attrName>
                                        </p:attrNameLst>
                                      </p:cBhvr>
                                      <p:to>
                                        <p:strVal val="visible"/>
                                      </p:to>
                                    </p:set>
                                    <p:animEffect transition="in" filter="dissolve">
                                      <p:cBhvr>
                                        <p:cTn id="27" dur="500"/>
                                        <p:tgtEl>
                                          <p:spTgt spid="15367"/>
                                        </p:tgtEl>
                                      </p:cBhvr>
                                    </p:animEffect>
                                  </p:childTnLst>
                                </p:cTn>
                              </p:par>
                            </p:childTnLst>
                          </p:cTn>
                        </p:par>
                      </p:childTnLst>
                    </p:cTn>
                  </p:par>
                  <p:par>
                    <p:cTn id="28" fill="hold">
                      <p:stCondLst>
                        <p:cond delay="indefinite"/>
                      </p:stCondLst>
                      <p:childTnLst>
                        <p:par>
                          <p:cTn id="29" fill="hold">
                            <p:stCondLst>
                              <p:cond delay="0"/>
                            </p:stCondLst>
                            <p:childTnLst>
                              <p:par>
                                <p:cTn id="30" presetID="9" presetClass="entr" presetSubtype="0" fill="hold" nodeType="clickEffect">
                                  <p:stCondLst>
                                    <p:cond delay="0"/>
                                  </p:stCondLst>
                                  <p:childTnLst>
                                    <p:set>
                                      <p:cBhvr>
                                        <p:cTn id="31" dur="1" fill="hold">
                                          <p:stCondLst>
                                            <p:cond delay="0"/>
                                          </p:stCondLst>
                                        </p:cTn>
                                        <p:tgtEl>
                                          <p:spTgt spid="15368"/>
                                        </p:tgtEl>
                                        <p:attrNameLst>
                                          <p:attrName>style.visibility</p:attrName>
                                        </p:attrNameLst>
                                      </p:cBhvr>
                                      <p:to>
                                        <p:strVal val="visible"/>
                                      </p:to>
                                    </p:set>
                                    <p:animEffect transition="in" filter="dissolve">
                                      <p:cBhvr>
                                        <p:cTn id="32" dur="500"/>
                                        <p:tgtEl>
                                          <p:spTgt spid="15368"/>
                                        </p:tgtEl>
                                      </p:cBhvr>
                                    </p:animEffect>
                                  </p:childTnLst>
                                </p:cTn>
                              </p:par>
                            </p:childTnLst>
                          </p:cTn>
                        </p:par>
                        <p:par>
                          <p:cTn id="33" fill="hold">
                            <p:stCondLst>
                              <p:cond delay="500"/>
                            </p:stCondLst>
                            <p:childTnLst>
                              <p:par>
                                <p:cTn id="34" presetID="19" presetClass="entr" presetSubtype="10" fill="hold" nodeType="afterEffect">
                                  <p:stCondLst>
                                    <p:cond delay="3000"/>
                                  </p:stCondLst>
                                  <p:childTnLst>
                                    <p:set>
                                      <p:cBhvr>
                                        <p:cTn id="35" dur="1" fill="hold">
                                          <p:stCondLst>
                                            <p:cond delay="0"/>
                                          </p:stCondLst>
                                        </p:cTn>
                                        <p:tgtEl>
                                          <p:spTgt spid="15369"/>
                                        </p:tgtEl>
                                        <p:attrNameLst>
                                          <p:attrName>style.visibility</p:attrName>
                                        </p:attrNameLst>
                                      </p:cBhvr>
                                      <p:to>
                                        <p:strVal val="visible"/>
                                      </p:to>
                                    </p:set>
                                    <p:anim calcmode="lin" valueType="num">
                                      <p:cBhvr>
                                        <p:cTn id="36" dur="2000" fill="hold"/>
                                        <p:tgtEl>
                                          <p:spTgt spid="15369"/>
                                        </p:tgtEl>
                                        <p:attrNameLst>
                                          <p:attrName>ppt_w</p:attrName>
                                        </p:attrNameLst>
                                      </p:cBhvr>
                                      <p:tavLst>
                                        <p:tav tm="0" fmla="#ppt_w*sin(2.5*pi*$)">
                                          <p:val>
                                            <p:fltVal val="0.000000"/>
                                          </p:val>
                                        </p:tav>
                                        <p:tav tm="100000">
                                          <p:val>
                                            <p:fltVal val="1.000000"/>
                                          </p:val>
                                        </p:tav>
                                      </p:tavLst>
                                    </p:anim>
                                    <p:anim calcmode="lin" valueType="num">
                                      <p:cBhvr>
                                        <p:cTn id="37" dur="2000" fill="hold"/>
                                        <p:tgtEl>
                                          <p:spTgt spid="15369"/>
                                        </p:tgtEl>
                                        <p:attrNameLst>
                                          <p:attrName>ppt_h</p:attrName>
                                        </p:attrNameLst>
                                      </p:cBhvr>
                                      <p:tavLst>
                                        <p:tav tm="0">
                                          <p:val>
                                            <p:strVal val="#ppt_h"/>
                                          </p:val>
                                        </p:tav>
                                        <p:tav tm="100000">
                                          <p:val>
                                            <p:strVal val="#ppt_h"/>
                                          </p:val>
                                        </p:tav>
                                      </p:tavLst>
                                    </p:anim>
                                  </p:childTnLst>
                                </p:cTn>
                              </p:par>
                            </p:childTnLst>
                          </p:cTn>
                        </p:par>
                      </p:childTnLst>
                    </p:cTn>
                  </p:par>
                  <p:par>
                    <p:cTn id="38" fill="hold">
                      <p:stCondLst>
                        <p:cond delay="indefinite"/>
                      </p:stCondLst>
                      <p:childTnLst>
                        <p:par>
                          <p:cTn id="39" fill="hold">
                            <p:stCondLst>
                              <p:cond delay="0"/>
                            </p:stCondLst>
                            <p:childTnLst>
                              <p:par>
                                <p:cTn id="40" presetID="1" presetClass="entr" presetSubtype="0" fill="hold" nodeType="clickEffect">
                                  <p:stCondLst>
                                    <p:cond delay="0"/>
                                  </p:stCondLst>
                                  <p:childTnLst>
                                    <p:set>
                                      <p:cBhvr>
                                        <p:cTn id="41" dur="1" fill="hold">
                                          <p:stCondLst>
                                            <p:cond delay="0"/>
                                          </p:stCondLst>
                                        </p:cTn>
                                        <p:tgtEl>
                                          <p:spTgt spid="15372">
                                            <p:txEl>
                                              <p:charRg st="0" end="5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363" grpId="0"/>
      <p:bldP spid="15364" grpId="0"/>
      <p:bldP spid="15365" grpId="0"/>
      <p:bldP spid="15367" grpId="0"/>
      <p:bldP spid="15368" grpId="0" bldLvl="0" animBg="1"/>
      <p:bldP spid="15369"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6386" name="Rectangle 2"/>
          <p:cNvSpPr>
            <a:spLocks noGrp="1"/>
          </p:cNvSpPr>
          <p:nvPr>
            <p:ph type="title"/>
          </p:nvPr>
        </p:nvSpPr>
        <p:spPr>
          <a:ln/>
        </p:spPr>
        <p:txBody>
          <a:bodyPr vert="horz" wrap="square" lIns="91440" tIns="45720" rIns="91440" bIns="45720" anchor="ctr" anchorCtr="0"/>
          <a:p>
            <a:pPr algn="l" eaLnBrk="1" hangingPunct="1"/>
            <a:r>
              <a:rPr lang="zh-CN" altLang="en-US" dirty="0"/>
              <a:t> </a:t>
            </a:r>
            <a:r>
              <a:rPr lang="zh-CN" altLang="en-US" sz="3200" dirty="0"/>
              <a:t>2）进位判别法</a:t>
            </a:r>
            <a:endParaRPr lang="zh-CN" altLang="en-US" sz="3200" dirty="0"/>
          </a:p>
        </p:txBody>
      </p:sp>
      <p:sp>
        <p:nvSpPr>
          <p:cNvPr id="16387" name="Rectangle 3"/>
          <p:cNvSpPr>
            <a:spLocks noGrp="1"/>
          </p:cNvSpPr>
          <p:nvPr>
            <p:ph type="body"/>
          </p:nvPr>
        </p:nvSpPr>
        <p:spPr>
          <a:ln/>
        </p:spPr>
        <p:txBody>
          <a:bodyPr vert="horz" wrap="square" lIns="91440" tIns="45720" rIns="91440" bIns="45720" anchor="t" anchorCtr="0"/>
          <a:p>
            <a:pPr eaLnBrk="1" hangingPunct="1"/>
            <a:r>
              <a:rPr lang="zh-CN" altLang="en-US" b="1" dirty="0">
                <a:solidFill>
                  <a:srgbClr val="0000FF"/>
                </a:solidFill>
              </a:rPr>
              <a:t>方法：如果符号位进位值与最高数值位产生的进位值相同，则表明运算无溢出产生；若不相同，则有溢出。</a:t>
            </a:r>
            <a:endParaRPr lang="zh-CN" altLang="en-US" dirty="0"/>
          </a:p>
          <a:p>
            <a:pPr eaLnBrk="1" hangingPunct="1">
              <a:buNone/>
            </a:pPr>
            <a:r>
              <a:rPr lang="zh-CN" altLang="en-US" b="1" dirty="0">
                <a:ea typeface="楷体_GB2312" pitchFamily="1" charset="-122"/>
              </a:rPr>
              <a:t>   例:  X＝-0.100  Y＝-0.101，求 X+Y＝？</a:t>
            </a:r>
            <a:endParaRPr lang="zh-CN" altLang="en-US" b="1" dirty="0">
              <a:ea typeface="楷体_GB2312" pitchFamily="1" charset="-122"/>
            </a:endParaRPr>
          </a:p>
          <a:p>
            <a:pPr eaLnBrk="1" hangingPunct="1">
              <a:buNone/>
            </a:pPr>
            <a:r>
              <a:rPr lang="zh-CN" altLang="en-US" b="1" dirty="0">
                <a:ea typeface="楷体_GB2312" pitchFamily="1" charset="-122"/>
              </a:rPr>
              <a:t>   解:</a:t>
            </a:r>
            <a:endParaRPr lang="zh-CN" altLang="en-US" b="1" dirty="0"/>
          </a:p>
          <a:p>
            <a:pPr eaLnBrk="1" hangingPunct="1"/>
            <a:endParaRPr lang="zh-CN" altLang="en-US" b="1" dirty="0"/>
          </a:p>
        </p:txBody>
      </p:sp>
      <p:sp>
        <p:nvSpPr>
          <p:cNvPr id="16388" name="Text Box 4"/>
          <p:cNvSpPr txBox="1"/>
          <p:nvPr/>
        </p:nvSpPr>
        <p:spPr>
          <a:xfrm>
            <a:off x="3708400" y="4221163"/>
            <a:ext cx="3600450" cy="2652712"/>
          </a:xfrm>
          <a:prstGeom prst="rect">
            <a:avLst/>
          </a:prstGeom>
          <a:noFill/>
          <a:ln w="9525">
            <a:noFill/>
          </a:ln>
        </p:spPr>
        <p:txBody>
          <a:bodyPr>
            <a:spAutoFit/>
          </a:bodyPr>
          <a:lstStyle>
            <a:lvl1pPr marL="342900" indent="-342900" algn="l" rtl="0" eaLnBrk="0" fontAlgn="base" hangingPunct="0">
              <a:spcBef>
                <a:spcPct val="20000"/>
              </a:spcBef>
              <a:spcAft>
                <a:spcPct val="0"/>
              </a:spcAft>
              <a:buChar char="•"/>
              <a:defRPr sz="3200">
                <a:solidFill>
                  <a:srgbClr val="666699"/>
                </a:solidFill>
                <a:latin typeface="+mn-lt"/>
                <a:ea typeface="+mn-ea"/>
                <a:cs typeface="+mn-cs"/>
              </a:defRPr>
            </a:lvl1pPr>
            <a:lvl2pPr marL="742950" indent="-285750" algn="l" rtl="0" eaLnBrk="0" fontAlgn="base" hangingPunct="0">
              <a:spcBef>
                <a:spcPct val="20000"/>
              </a:spcBef>
              <a:spcAft>
                <a:spcPct val="0"/>
              </a:spcAft>
              <a:buChar char="–"/>
              <a:defRPr sz="2800">
                <a:solidFill>
                  <a:srgbClr val="666699"/>
                </a:solidFill>
                <a:latin typeface="+mn-lt"/>
                <a:ea typeface="+mn-ea"/>
              </a:defRPr>
            </a:lvl2pPr>
            <a:lvl3pPr marL="1143000" indent="-228600" algn="l" rtl="0" eaLnBrk="0" fontAlgn="base" hangingPunct="0">
              <a:spcBef>
                <a:spcPct val="20000"/>
              </a:spcBef>
              <a:spcAft>
                <a:spcPct val="0"/>
              </a:spcAft>
              <a:buChar char="•"/>
              <a:defRPr sz="2400">
                <a:solidFill>
                  <a:srgbClr val="666699"/>
                </a:solidFill>
                <a:latin typeface="+mn-lt"/>
                <a:ea typeface="+mn-ea"/>
              </a:defRPr>
            </a:lvl3pPr>
            <a:lvl4pPr marL="1600200" indent="-228600" algn="l" rtl="0" eaLnBrk="0" fontAlgn="base" hangingPunct="0">
              <a:spcBef>
                <a:spcPct val="20000"/>
              </a:spcBef>
              <a:spcAft>
                <a:spcPct val="0"/>
              </a:spcAft>
              <a:buChar char="–"/>
              <a:defRPr sz="2000">
                <a:solidFill>
                  <a:srgbClr val="666699"/>
                </a:solidFill>
                <a:latin typeface="+mn-lt"/>
                <a:ea typeface="+mn-ea"/>
              </a:defRPr>
            </a:lvl4pPr>
            <a:lvl5pPr marL="2057400" indent="-228600" algn="l" rtl="0" eaLnBrk="0" fontAlgn="base" hangingPunct="0">
              <a:spcBef>
                <a:spcPct val="20000"/>
              </a:spcBef>
              <a:spcAft>
                <a:spcPct val="0"/>
              </a:spcAft>
              <a:buChar char="»"/>
              <a:defRPr sz="2000">
                <a:solidFill>
                  <a:srgbClr val="666699"/>
                </a:solidFill>
                <a:latin typeface="+mn-lt"/>
                <a:ea typeface="+mn-ea"/>
              </a:defRPr>
            </a:lvl5pPr>
          </a:lstStyle>
          <a:p>
            <a:pPr marL="0" lvl="0" indent="0" algn="ctr" eaLnBrk="1" hangingPunct="1">
              <a:spcBef>
                <a:spcPct val="50000"/>
              </a:spcBef>
              <a:buNone/>
            </a:pPr>
            <a:r>
              <a:rPr lang="zh-CN" altLang="en-US" sz="2400" dirty="0">
                <a:solidFill>
                  <a:schemeClr val="tx1"/>
                </a:solidFill>
                <a:latin typeface="Tahoma" panose="020B0604030504040204" pitchFamily="34" charset="0"/>
              </a:rPr>
              <a:t>[X]</a:t>
            </a:r>
            <a:r>
              <a:rPr lang="zh-CN" altLang="en-US" sz="2400" baseline="-25000" dirty="0">
                <a:solidFill>
                  <a:schemeClr val="tx1"/>
                </a:solidFill>
                <a:latin typeface="Tahoma" panose="020B0604030504040204" pitchFamily="34" charset="0"/>
              </a:rPr>
              <a:t>补</a:t>
            </a:r>
            <a:r>
              <a:rPr lang="zh-CN" altLang="en-US" sz="2400" dirty="0">
                <a:solidFill>
                  <a:schemeClr val="tx1"/>
                </a:solidFill>
                <a:latin typeface="Tahoma" panose="020B0604030504040204" pitchFamily="34" charset="0"/>
              </a:rPr>
              <a:t>= </a:t>
            </a:r>
            <a:r>
              <a:rPr lang="zh-CN" altLang="en-US" sz="2400" b="1" dirty="0">
                <a:solidFill>
                  <a:schemeClr val="tx1"/>
                </a:solidFill>
                <a:latin typeface="Tahoma" panose="020B0604030504040204" pitchFamily="34" charset="0"/>
              </a:rPr>
              <a:t>1. 1 0 0</a:t>
            </a:r>
            <a:endParaRPr lang="zh-CN" altLang="en-US" sz="2400" b="1" dirty="0">
              <a:solidFill>
                <a:schemeClr val="tx1"/>
              </a:solidFill>
              <a:latin typeface="Tahoma" panose="020B0604030504040204" pitchFamily="34" charset="0"/>
            </a:endParaRPr>
          </a:p>
          <a:p>
            <a:pPr marL="0" lvl="0" indent="0" eaLnBrk="1" hangingPunct="1">
              <a:spcBef>
                <a:spcPct val="50000"/>
              </a:spcBef>
              <a:buNone/>
            </a:pPr>
            <a:r>
              <a:rPr lang="zh-CN" altLang="en-US" sz="2400" dirty="0">
                <a:solidFill>
                  <a:schemeClr val="tx1"/>
                </a:solidFill>
                <a:latin typeface="Tahoma" panose="020B0604030504040204" pitchFamily="34" charset="0"/>
              </a:rPr>
              <a:t>  +   [Y]</a:t>
            </a:r>
            <a:r>
              <a:rPr lang="zh-CN" altLang="en-US" sz="2400" baseline="-25000" dirty="0">
                <a:solidFill>
                  <a:schemeClr val="tx1"/>
                </a:solidFill>
                <a:latin typeface="Tahoma" panose="020B0604030504040204" pitchFamily="34" charset="0"/>
              </a:rPr>
              <a:t>补</a:t>
            </a:r>
            <a:r>
              <a:rPr lang="zh-CN" altLang="en-US" sz="2400" dirty="0">
                <a:solidFill>
                  <a:schemeClr val="tx1"/>
                </a:solidFill>
                <a:latin typeface="Tahoma" panose="020B0604030504040204" pitchFamily="34" charset="0"/>
              </a:rPr>
              <a:t>= </a:t>
            </a:r>
            <a:r>
              <a:rPr lang="zh-CN" altLang="en-US" sz="2400" b="1" dirty="0">
                <a:solidFill>
                  <a:schemeClr val="tx1"/>
                </a:solidFill>
                <a:latin typeface="Tahoma" panose="020B0604030504040204" pitchFamily="34" charset="0"/>
              </a:rPr>
              <a:t>1. 0 1 1</a:t>
            </a:r>
            <a:endParaRPr lang="zh-CN" altLang="en-US" sz="2400" b="1" dirty="0">
              <a:solidFill>
                <a:schemeClr val="tx1"/>
              </a:solidFill>
              <a:latin typeface="Tahoma" panose="020B0604030504040204" pitchFamily="34" charset="0"/>
            </a:endParaRPr>
          </a:p>
          <a:p>
            <a:pPr marL="0" lvl="0" indent="0" eaLnBrk="1" hangingPunct="1">
              <a:spcBef>
                <a:spcPct val="50000"/>
              </a:spcBef>
              <a:buNone/>
            </a:pPr>
            <a:r>
              <a:rPr lang="zh-CN" altLang="en-US" sz="2400" dirty="0">
                <a:solidFill>
                  <a:schemeClr val="tx1"/>
                </a:solidFill>
                <a:latin typeface="Tahoma" panose="020B0604030504040204" pitchFamily="34" charset="0"/>
              </a:rPr>
              <a:t>              </a:t>
            </a:r>
            <a:r>
              <a:rPr lang="zh-CN" altLang="en-US" sz="2400" b="1" dirty="0">
                <a:solidFill>
                  <a:srgbClr val="FF0000"/>
                </a:solidFill>
                <a:latin typeface="Tahoma" panose="020B0604030504040204" pitchFamily="34" charset="0"/>
              </a:rPr>
              <a:t>1 </a:t>
            </a:r>
            <a:r>
              <a:rPr lang="zh-CN" altLang="en-US" sz="2400" b="1" dirty="0">
                <a:solidFill>
                  <a:schemeClr val="tx1"/>
                </a:solidFill>
                <a:latin typeface="Tahoma" panose="020B0604030504040204" pitchFamily="34" charset="0"/>
              </a:rPr>
              <a:t>0. 1 1 1</a:t>
            </a:r>
            <a:endParaRPr lang="zh-CN" altLang="en-US" sz="2400" b="1" dirty="0">
              <a:solidFill>
                <a:schemeClr val="tx1"/>
              </a:solidFill>
              <a:latin typeface="Tahoma" panose="020B0604030504040204" pitchFamily="34" charset="0"/>
            </a:endParaRPr>
          </a:p>
          <a:p>
            <a:pPr marL="0" lvl="0" indent="0" eaLnBrk="1" hangingPunct="1">
              <a:spcBef>
                <a:spcPct val="50000"/>
              </a:spcBef>
              <a:buNone/>
            </a:pPr>
            <a:endParaRPr lang="zh-CN" altLang="en-US" sz="2400" b="1" dirty="0">
              <a:solidFill>
                <a:schemeClr val="tx1"/>
              </a:solidFill>
              <a:latin typeface="Tahoma" panose="020B0604030504040204" pitchFamily="34" charset="0"/>
            </a:endParaRPr>
          </a:p>
          <a:p>
            <a:pPr marL="0" lvl="0" indent="0" eaLnBrk="1" hangingPunct="1">
              <a:spcBef>
                <a:spcPct val="50000"/>
              </a:spcBef>
              <a:buNone/>
            </a:pPr>
            <a:endParaRPr lang="zh-CN" altLang="en-US" sz="2400" dirty="0">
              <a:solidFill>
                <a:schemeClr val="tx1"/>
              </a:solidFill>
              <a:latin typeface="Tahoma" panose="020B0604030504040204" pitchFamily="34" charset="0"/>
            </a:endParaRPr>
          </a:p>
        </p:txBody>
      </p:sp>
      <p:sp>
        <p:nvSpPr>
          <p:cNvPr id="16389" name="Line 5"/>
          <p:cNvSpPr/>
          <p:nvPr/>
        </p:nvSpPr>
        <p:spPr>
          <a:xfrm flipV="1">
            <a:off x="3563938" y="5373688"/>
            <a:ext cx="3529012" cy="0"/>
          </a:xfrm>
          <a:prstGeom prst="line">
            <a:avLst/>
          </a:prstGeom>
          <a:ln w="9525" cap="flat" cmpd="sng">
            <a:solidFill>
              <a:schemeClr val="tx1"/>
            </a:solidFill>
            <a:prstDash val="solid"/>
            <a:headEnd type="none" w="med" len="med"/>
            <a:tailEnd type="none" w="med" len="med"/>
          </a:ln>
        </p:spPr>
      </p:sp>
      <p:sp>
        <p:nvSpPr>
          <p:cNvPr id="16390" name="AutoShape 6"/>
          <p:cNvSpPr/>
          <p:nvPr/>
        </p:nvSpPr>
        <p:spPr>
          <a:xfrm>
            <a:off x="2628900" y="5446713"/>
            <a:ext cx="1582738" cy="533400"/>
          </a:xfrm>
          <a:prstGeom prst="wedgeEllipseCallout">
            <a:avLst>
              <a:gd name="adj1" fmla="val 105412"/>
              <a:gd name="adj2" fmla="val -35713"/>
            </a:avLst>
          </a:prstGeom>
          <a:solidFill>
            <a:schemeClr val="accent1"/>
          </a:solidFill>
          <a:ln w="9525" cap="flat" cmpd="sng">
            <a:solidFill>
              <a:schemeClr val="tx1"/>
            </a:solidFill>
            <a:prstDash val="solid"/>
            <a:miter/>
            <a:headEnd type="none" w="med" len="med"/>
            <a:tailEnd type="none" w="med" len="med"/>
          </a:ln>
        </p:spPr>
        <p:txBody>
          <a:bodyPr/>
          <a:lstStyle>
            <a:lvl1pPr marL="342900" indent="-342900" algn="l" rtl="0" eaLnBrk="0" fontAlgn="base" hangingPunct="0">
              <a:spcBef>
                <a:spcPct val="20000"/>
              </a:spcBef>
              <a:spcAft>
                <a:spcPct val="0"/>
              </a:spcAft>
              <a:buChar char="•"/>
              <a:defRPr sz="3200">
                <a:solidFill>
                  <a:srgbClr val="666699"/>
                </a:solidFill>
                <a:latin typeface="+mn-lt"/>
                <a:ea typeface="+mn-ea"/>
                <a:cs typeface="+mn-cs"/>
              </a:defRPr>
            </a:lvl1pPr>
            <a:lvl2pPr marL="742950" indent="-285750" algn="l" rtl="0" eaLnBrk="0" fontAlgn="base" hangingPunct="0">
              <a:spcBef>
                <a:spcPct val="20000"/>
              </a:spcBef>
              <a:spcAft>
                <a:spcPct val="0"/>
              </a:spcAft>
              <a:buChar char="–"/>
              <a:defRPr sz="2800">
                <a:solidFill>
                  <a:srgbClr val="666699"/>
                </a:solidFill>
                <a:latin typeface="+mn-lt"/>
                <a:ea typeface="+mn-ea"/>
              </a:defRPr>
            </a:lvl2pPr>
            <a:lvl3pPr marL="1143000" indent="-228600" algn="l" rtl="0" eaLnBrk="0" fontAlgn="base" hangingPunct="0">
              <a:spcBef>
                <a:spcPct val="20000"/>
              </a:spcBef>
              <a:spcAft>
                <a:spcPct val="0"/>
              </a:spcAft>
              <a:buChar char="•"/>
              <a:defRPr sz="2400">
                <a:solidFill>
                  <a:srgbClr val="666699"/>
                </a:solidFill>
                <a:latin typeface="+mn-lt"/>
                <a:ea typeface="+mn-ea"/>
              </a:defRPr>
            </a:lvl3pPr>
            <a:lvl4pPr marL="1600200" indent="-228600" algn="l" rtl="0" eaLnBrk="0" fontAlgn="base" hangingPunct="0">
              <a:spcBef>
                <a:spcPct val="20000"/>
              </a:spcBef>
              <a:spcAft>
                <a:spcPct val="0"/>
              </a:spcAft>
              <a:buChar char="–"/>
              <a:defRPr sz="2000">
                <a:solidFill>
                  <a:srgbClr val="666699"/>
                </a:solidFill>
                <a:latin typeface="+mn-lt"/>
                <a:ea typeface="+mn-ea"/>
              </a:defRPr>
            </a:lvl4pPr>
            <a:lvl5pPr marL="2057400" indent="-228600" algn="l" rtl="0" eaLnBrk="0" fontAlgn="base" hangingPunct="0">
              <a:spcBef>
                <a:spcPct val="20000"/>
              </a:spcBef>
              <a:spcAft>
                <a:spcPct val="0"/>
              </a:spcAft>
              <a:buChar char="»"/>
              <a:defRPr sz="2000">
                <a:solidFill>
                  <a:srgbClr val="666699"/>
                </a:solidFill>
                <a:latin typeface="+mn-lt"/>
                <a:ea typeface="+mn-ea"/>
              </a:defRPr>
            </a:lvl5pPr>
          </a:lstStyle>
          <a:p>
            <a:pPr marL="0" lvl="0" indent="0" algn="ctr" eaLnBrk="1" hangingPunct="1">
              <a:spcBef>
                <a:spcPct val="0"/>
              </a:spcBef>
              <a:buNone/>
            </a:pPr>
            <a:r>
              <a:rPr lang="zh-CN" altLang="en-US" sz="1800" dirty="0">
                <a:solidFill>
                  <a:schemeClr val="tx1"/>
                </a:solidFill>
                <a:latin typeface="Tahoma" panose="020B0604030504040204" pitchFamily="34" charset="0"/>
              </a:rPr>
              <a:t>模，丢到</a:t>
            </a:r>
            <a:endParaRPr lang="zh-CN" altLang="en-US" sz="1800" dirty="0">
              <a:solidFill>
                <a:schemeClr val="tx1"/>
              </a:solidFill>
              <a:latin typeface="Tahoma" panose="020B0604030504040204" pitchFamily="34" charset="0"/>
            </a:endParaRPr>
          </a:p>
        </p:txBody>
      </p:sp>
      <p:sp>
        <p:nvSpPr>
          <p:cNvPr id="16391" name="Text Box 7"/>
          <p:cNvSpPr txBox="1"/>
          <p:nvPr/>
        </p:nvSpPr>
        <p:spPr>
          <a:xfrm>
            <a:off x="395288" y="6083300"/>
            <a:ext cx="8280400" cy="457200"/>
          </a:xfrm>
          <a:prstGeom prst="rect">
            <a:avLst/>
          </a:prstGeom>
          <a:noFill/>
          <a:ln w="9525">
            <a:noFill/>
          </a:ln>
        </p:spPr>
        <p:txBody>
          <a:bodyPr>
            <a:spAutoFit/>
          </a:bodyPr>
          <a:lstStyle>
            <a:lvl1pPr marL="342900" indent="-342900" algn="l" rtl="0" eaLnBrk="0" fontAlgn="base" hangingPunct="0">
              <a:spcBef>
                <a:spcPct val="20000"/>
              </a:spcBef>
              <a:spcAft>
                <a:spcPct val="0"/>
              </a:spcAft>
              <a:buChar char="•"/>
              <a:defRPr sz="3200">
                <a:solidFill>
                  <a:srgbClr val="666699"/>
                </a:solidFill>
                <a:latin typeface="+mn-lt"/>
                <a:ea typeface="+mn-ea"/>
                <a:cs typeface="+mn-cs"/>
              </a:defRPr>
            </a:lvl1pPr>
            <a:lvl2pPr marL="742950" indent="-285750" algn="l" rtl="0" eaLnBrk="0" fontAlgn="base" hangingPunct="0">
              <a:spcBef>
                <a:spcPct val="20000"/>
              </a:spcBef>
              <a:spcAft>
                <a:spcPct val="0"/>
              </a:spcAft>
              <a:buChar char="–"/>
              <a:defRPr sz="2800">
                <a:solidFill>
                  <a:srgbClr val="666699"/>
                </a:solidFill>
                <a:latin typeface="+mn-lt"/>
                <a:ea typeface="+mn-ea"/>
              </a:defRPr>
            </a:lvl2pPr>
            <a:lvl3pPr marL="1143000" indent="-228600" algn="l" rtl="0" eaLnBrk="0" fontAlgn="base" hangingPunct="0">
              <a:spcBef>
                <a:spcPct val="20000"/>
              </a:spcBef>
              <a:spcAft>
                <a:spcPct val="0"/>
              </a:spcAft>
              <a:buChar char="•"/>
              <a:defRPr sz="2400">
                <a:solidFill>
                  <a:srgbClr val="666699"/>
                </a:solidFill>
                <a:latin typeface="+mn-lt"/>
                <a:ea typeface="+mn-ea"/>
              </a:defRPr>
            </a:lvl3pPr>
            <a:lvl4pPr marL="1600200" indent="-228600" algn="l" rtl="0" eaLnBrk="0" fontAlgn="base" hangingPunct="0">
              <a:spcBef>
                <a:spcPct val="20000"/>
              </a:spcBef>
              <a:spcAft>
                <a:spcPct val="0"/>
              </a:spcAft>
              <a:buChar char="–"/>
              <a:defRPr sz="2000">
                <a:solidFill>
                  <a:srgbClr val="666699"/>
                </a:solidFill>
                <a:latin typeface="+mn-lt"/>
                <a:ea typeface="+mn-ea"/>
              </a:defRPr>
            </a:lvl4pPr>
            <a:lvl5pPr marL="2057400" indent="-228600" algn="l" rtl="0" eaLnBrk="0" fontAlgn="base" hangingPunct="0">
              <a:spcBef>
                <a:spcPct val="20000"/>
              </a:spcBef>
              <a:spcAft>
                <a:spcPct val="0"/>
              </a:spcAft>
              <a:buChar char="»"/>
              <a:defRPr sz="2000">
                <a:solidFill>
                  <a:srgbClr val="666699"/>
                </a:solidFill>
                <a:latin typeface="+mn-lt"/>
                <a:ea typeface="+mn-ea"/>
              </a:defRPr>
            </a:lvl5pPr>
          </a:lstStyle>
          <a:p>
            <a:pPr marL="0" lvl="0" indent="0" eaLnBrk="1" hangingPunct="1">
              <a:spcBef>
                <a:spcPct val="0"/>
              </a:spcBef>
              <a:buNone/>
            </a:pPr>
            <a:r>
              <a:rPr lang="zh-CN" altLang="en-US" sz="2400" b="1" dirty="0">
                <a:solidFill>
                  <a:schemeClr val="tx1"/>
                </a:solidFill>
              </a:rPr>
              <a:t>符号位有进位，最高数值位无进位，进位不相同，有溢出！  </a:t>
            </a:r>
            <a:endParaRPr lang="zh-CN" altLang="en-US" sz="2400" b="1" dirty="0">
              <a:solidFill>
                <a:schemeClr val="tx1"/>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16388"/>
                                        </p:tgtEl>
                                        <p:attrNameLst>
                                          <p:attrName>style.visibility</p:attrName>
                                        </p:attrNameLst>
                                      </p:cBhvr>
                                      <p:to>
                                        <p:strVal val="visible"/>
                                      </p:to>
                                    </p:set>
                                    <p:animEffect transition="in" filter="dissolve">
                                      <p:cBhvr>
                                        <p:cTn id="7" dur="500"/>
                                        <p:tgtEl>
                                          <p:spTgt spid="16388"/>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nodeType="clickEffect">
                                  <p:stCondLst>
                                    <p:cond delay="0"/>
                                  </p:stCondLst>
                                  <p:childTnLst>
                                    <p:set>
                                      <p:cBhvr>
                                        <p:cTn id="11" dur="1" fill="hold">
                                          <p:stCondLst>
                                            <p:cond delay="0"/>
                                          </p:stCondLst>
                                        </p:cTn>
                                        <p:tgtEl>
                                          <p:spTgt spid="16389"/>
                                        </p:tgtEl>
                                        <p:attrNameLst>
                                          <p:attrName>style.visibility</p:attrName>
                                        </p:attrNameLst>
                                      </p:cBhvr>
                                      <p:to>
                                        <p:strVal val="visible"/>
                                      </p:to>
                                    </p:set>
                                    <p:animEffect transition="in" filter="dissolve">
                                      <p:cBhvr>
                                        <p:cTn id="12" dur="500"/>
                                        <p:tgtEl>
                                          <p:spTgt spid="16389"/>
                                        </p:tgtEl>
                                      </p:cBhvr>
                                    </p:animEffect>
                                  </p:childTnLst>
                                </p:cTn>
                              </p:par>
                            </p:childTnLst>
                          </p:cTn>
                        </p:par>
                      </p:childTnLst>
                    </p:cTn>
                  </p:par>
                  <p:par>
                    <p:cTn id="13" fill="hold">
                      <p:stCondLst>
                        <p:cond delay="indefinite"/>
                      </p:stCondLst>
                      <p:childTnLst>
                        <p:par>
                          <p:cTn id="14" fill="hold">
                            <p:stCondLst>
                              <p:cond delay="0"/>
                            </p:stCondLst>
                            <p:childTnLst>
                              <p:par>
                                <p:cTn id="15" presetID="9" presetClass="entr" presetSubtype="0" fill="hold" nodeType="clickEffect">
                                  <p:stCondLst>
                                    <p:cond delay="0"/>
                                  </p:stCondLst>
                                  <p:childTnLst>
                                    <p:set>
                                      <p:cBhvr>
                                        <p:cTn id="16" dur="1" fill="hold">
                                          <p:stCondLst>
                                            <p:cond delay="0"/>
                                          </p:stCondLst>
                                        </p:cTn>
                                        <p:tgtEl>
                                          <p:spTgt spid="16390"/>
                                        </p:tgtEl>
                                        <p:attrNameLst>
                                          <p:attrName>style.visibility</p:attrName>
                                        </p:attrNameLst>
                                      </p:cBhvr>
                                      <p:to>
                                        <p:strVal val="visible"/>
                                      </p:to>
                                    </p:set>
                                    <p:animEffect transition="in" filter="dissolve">
                                      <p:cBhvr>
                                        <p:cTn id="17" dur="500"/>
                                        <p:tgtEl>
                                          <p:spTgt spid="1639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388" grpId="0"/>
      <p:bldP spid="16390" grpId="0" bldLvl="0" animBg="1"/>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7410" name="Rectangle 2"/>
          <p:cNvSpPr>
            <a:spLocks noGrp="1"/>
          </p:cNvSpPr>
          <p:nvPr>
            <p:ph type="body"/>
          </p:nvPr>
        </p:nvSpPr>
        <p:spPr>
          <a:xfrm>
            <a:off x="685800" y="1219200"/>
            <a:ext cx="8458200" cy="4114800"/>
          </a:xfrm>
          <a:ln/>
        </p:spPr>
        <p:txBody>
          <a:bodyPr vert="horz" wrap="square" lIns="91440" tIns="45720" rIns="91440" bIns="45720" anchor="t" anchorCtr="0"/>
          <a:p>
            <a:pPr eaLnBrk="1" hangingPunct="1"/>
            <a:r>
              <a:rPr lang="zh-CN" altLang="en-US" b="1" dirty="0">
                <a:solidFill>
                  <a:srgbClr val="0000FF"/>
                </a:solidFill>
                <a:ea typeface="楷体_GB2312" pitchFamily="1" charset="-122"/>
              </a:rPr>
              <a:t>例:  X＝100 ，Y＝</a:t>
            </a:r>
            <a:r>
              <a:rPr lang="zh-CN" altLang="en-US" b="1" dirty="0">
                <a:solidFill>
                  <a:srgbClr val="0000FF"/>
                </a:solidFill>
              </a:rPr>
              <a:t>-110</a:t>
            </a:r>
            <a:r>
              <a:rPr lang="zh-CN" altLang="en-US" b="1" dirty="0">
                <a:solidFill>
                  <a:srgbClr val="0000FF"/>
                </a:solidFill>
                <a:ea typeface="楷体_GB2312" pitchFamily="1" charset="-122"/>
              </a:rPr>
              <a:t>，求 X-Y＝？</a:t>
            </a:r>
            <a:endParaRPr lang="zh-CN" altLang="en-US" b="1" dirty="0">
              <a:solidFill>
                <a:srgbClr val="0000FF"/>
              </a:solidFill>
              <a:ea typeface="楷体_GB2312" pitchFamily="1" charset="-122"/>
            </a:endParaRPr>
          </a:p>
          <a:p>
            <a:pPr eaLnBrk="1" hangingPunct="1">
              <a:buNone/>
            </a:pPr>
            <a:r>
              <a:rPr lang="zh-CN" altLang="en-US" dirty="0">
                <a:ea typeface="楷体_GB2312" pitchFamily="1" charset="-122"/>
              </a:rPr>
              <a:t>   解:</a:t>
            </a:r>
            <a:endParaRPr lang="zh-CN" altLang="en-US" dirty="0"/>
          </a:p>
        </p:txBody>
      </p:sp>
      <p:sp>
        <p:nvSpPr>
          <p:cNvPr id="17411" name="Text Box 3"/>
          <p:cNvSpPr txBox="1"/>
          <p:nvPr/>
        </p:nvSpPr>
        <p:spPr>
          <a:xfrm>
            <a:off x="2819400" y="1981200"/>
            <a:ext cx="4419600" cy="457200"/>
          </a:xfrm>
          <a:prstGeom prst="rect">
            <a:avLst/>
          </a:prstGeom>
          <a:noFill/>
          <a:ln w="9525">
            <a:noFill/>
          </a:ln>
        </p:spPr>
        <p:txBody>
          <a:bodyPr>
            <a:spAutoFit/>
          </a:bodyPr>
          <a:lstStyle>
            <a:lvl1pPr marL="342900" indent="-342900" algn="l" rtl="0" eaLnBrk="0" fontAlgn="base" hangingPunct="0">
              <a:spcBef>
                <a:spcPct val="20000"/>
              </a:spcBef>
              <a:spcAft>
                <a:spcPct val="0"/>
              </a:spcAft>
              <a:buChar char="•"/>
              <a:defRPr sz="3200">
                <a:solidFill>
                  <a:srgbClr val="666699"/>
                </a:solidFill>
                <a:latin typeface="+mn-lt"/>
                <a:ea typeface="+mn-ea"/>
                <a:cs typeface="+mn-cs"/>
              </a:defRPr>
            </a:lvl1pPr>
            <a:lvl2pPr marL="742950" indent="-285750" algn="l" rtl="0" eaLnBrk="0" fontAlgn="base" hangingPunct="0">
              <a:spcBef>
                <a:spcPct val="20000"/>
              </a:spcBef>
              <a:spcAft>
                <a:spcPct val="0"/>
              </a:spcAft>
              <a:buChar char="–"/>
              <a:defRPr sz="2800">
                <a:solidFill>
                  <a:srgbClr val="666699"/>
                </a:solidFill>
                <a:latin typeface="+mn-lt"/>
                <a:ea typeface="+mn-ea"/>
              </a:defRPr>
            </a:lvl2pPr>
            <a:lvl3pPr marL="1143000" indent="-228600" algn="l" rtl="0" eaLnBrk="0" fontAlgn="base" hangingPunct="0">
              <a:spcBef>
                <a:spcPct val="20000"/>
              </a:spcBef>
              <a:spcAft>
                <a:spcPct val="0"/>
              </a:spcAft>
              <a:buChar char="•"/>
              <a:defRPr sz="2400">
                <a:solidFill>
                  <a:srgbClr val="666699"/>
                </a:solidFill>
                <a:latin typeface="+mn-lt"/>
                <a:ea typeface="+mn-ea"/>
              </a:defRPr>
            </a:lvl3pPr>
            <a:lvl4pPr marL="1600200" indent="-228600" algn="l" rtl="0" eaLnBrk="0" fontAlgn="base" hangingPunct="0">
              <a:spcBef>
                <a:spcPct val="20000"/>
              </a:spcBef>
              <a:spcAft>
                <a:spcPct val="0"/>
              </a:spcAft>
              <a:buChar char="–"/>
              <a:defRPr sz="2000">
                <a:solidFill>
                  <a:srgbClr val="666699"/>
                </a:solidFill>
                <a:latin typeface="+mn-lt"/>
                <a:ea typeface="+mn-ea"/>
              </a:defRPr>
            </a:lvl4pPr>
            <a:lvl5pPr marL="2057400" indent="-228600" algn="l" rtl="0" eaLnBrk="0" fontAlgn="base" hangingPunct="0">
              <a:spcBef>
                <a:spcPct val="20000"/>
              </a:spcBef>
              <a:spcAft>
                <a:spcPct val="0"/>
              </a:spcAft>
              <a:buChar char="»"/>
              <a:defRPr sz="2000">
                <a:solidFill>
                  <a:srgbClr val="666699"/>
                </a:solidFill>
                <a:latin typeface="+mn-lt"/>
                <a:ea typeface="+mn-ea"/>
              </a:defRPr>
            </a:lvl5pPr>
          </a:lstStyle>
          <a:p>
            <a:pPr marL="0" lvl="0" indent="0" eaLnBrk="1" hangingPunct="1">
              <a:spcBef>
                <a:spcPct val="50000"/>
              </a:spcBef>
              <a:buNone/>
            </a:pPr>
            <a:r>
              <a:rPr lang="zh-CN" altLang="en-US" sz="2400" dirty="0">
                <a:solidFill>
                  <a:schemeClr val="tx1"/>
                </a:solidFill>
                <a:latin typeface="Tahoma" panose="020B0604030504040204" pitchFamily="34" charset="0"/>
              </a:rPr>
              <a:t>[X]</a:t>
            </a:r>
            <a:r>
              <a:rPr lang="zh-CN" altLang="en-US" sz="2400" baseline="-25000" dirty="0">
                <a:solidFill>
                  <a:schemeClr val="tx1"/>
                </a:solidFill>
                <a:latin typeface="Tahoma" panose="020B0604030504040204" pitchFamily="34" charset="0"/>
              </a:rPr>
              <a:t>补</a:t>
            </a:r>
            <a:r>
              <a:rPr lang="zh-CN" altLang="en-US" sz="2400" dirty="0">
                <a:solidFill>
                  <a:schemeClr val="tx1"/>
                </a:solidFill>
                <a:latin typeface="Tahoma" panose="020B0604030504040204" pitchFamily="34" charset="0"/>
              </a:rPr>
              <a:t>=0 1 0 0 </a:t>
            </a:r>
            <a:endParaRPr lang="zh-CN" altLang="en-US" sz="2400" dirty="0">
              <a:solidFill>
                <a:schemeClr val="tx1"/>
              </a:solidFill>
              <a:latin typeface="Tahoma" panose="020B0604030504040204" pitchFamily="34" charset="0"/>
            </a:endParaRPr>
          </a:p>
        </p:txBody>
      </p:sp>
      <p:sp>
        <p:nvSpPr>
          <p:cNvPr id="17412" name="Text Box 4"/>
          <p:cNvSpPr txBox="1"/>
          <p:nvPr/>
        </p:nvSpPr>
        <p:spPr>
          <a:xfrm>
            <a:off x="2743200" y="2514600"/>
            <a:ext cx="2590800" cy="457200"/>
          </a:xfrm>
          <a:prstGeom prst="rect">
            <a:avLst/>
          </a:prstGeom>
          <a:noFill/>
          <a:ln w="9525">
            <a:noFill/>
          </a:ln>
        </p:spPr>
        <p:txBody>
          <a:bodyPr>
            <a:spAutoFit/>
          </a:bodyPr>
          <a:lstStyle>
            <a:lvl1pPr marL="342900" indent="-342900" algn="l" rtl="0" eaLnBrk="0" fontAlgn="base" hangingPunct="0">
              <a:spcBef>
                <a:spcPct val="20000"/>
              </a:spcBef>
              <a:spcAft>
                <a:spcPct val="0"/>
              </a:spcAft>
              <a:buChar char="•"/>
              <a:defRPr sz="3200">
                <a:solidFill>
                  <a:srgbClr val="666699"/>
                </a:solidFill>
                <a:latin typeface="+mn-lt"/>
                <a:ea typeface="+mn-ea"/>
                <a:cs typeface="+mn-cs"/>
              </a:defRPr>
            </a:lvl1pPr>
            <a:lvl2pPr marL="742950" indent="-285750" algn="l" rtl="0" eaLnBrk="0" fontAlgn="base" hangingPunct="0">
              <a:spcBef>
                <a:spcPct val="20000"/>
              </a:spcBef>
              <a:spcAft>
                <a:spcPct val="0"/>
              </a:spcAft>
              <a:buChar char="–"/>
              <a:defRPr sz="2800">
                <a:solidFill>
                  <a:srgbClr val="666699"/>
                </a:solidFill>
                <a:latin typeface="+mn-lt"/>
                <a:ea typeface="+mn-ea"/>
              </a:defRPr>
            </a:lvl2pPr>
            <a:lvl3pPr marL="1143000" indent="-228600" algn="l" rtl="0" eaLnBrk="0" fontAlgn="base" hangingPunct="0">
              <a:spcBef>
                <a:spcPct val="20000"/>
              </a:spcBef>
              <a:spcAft>
                <a:spcPct val="0"/>
              </a:spcAft>
              <a:buChar char="•"/>
              <a:defRPr sz="2400">
                <a:solidFill>
                  <a:srgbClr val="666699"/>
                </a:solidFill>
                <a:latin typeface="+mn-lt"/>
                <a:ea typeface="+mn-ea"/>
              </a:defRPr>
            </a:lvl3pPr>
            <a:lvl4pPr marL="1600200" indent="-228600" algn="l" rtl="0" eaLnBrk="0" fontAlgn="base" hangingPunct="0">
              <a:spcBef>
                <a:spcPct val="20000"/>
              </a:spcBef>
              <a:spcAft>
                <a:spcPct val="0"/>
              </a:spcAft>
              <a:buChar char="–"/>
              <a:defRPr sz="2000">
                <a:solidFill>
                  <a:srgbClr val="666699"/>
                </a:solidFill>
                <a:latin typeface="+mn-lt"/>
                <a:ea typeface="+mn-ea"/>
              </a:defRPr>
            </a:lvl4pPr>
            <a:lvl5pPr marL="2057400" indent="-228600" algn="l" rtl="0" eaLnBrk="0" fontAlgn="base" hangingPunct="0">
              <a:spcBef>
                <a:spcPct val="20000"/>
              </a:spcBef>
              <a:spcAft>
                <a:spcPct val="0"/>
              </a:spcAft>
              <a:buChar char="»"/>
              <a:defRPr sz="2000">
                <a:solidFill>
                  <a:srgbClr val="666699"/>
                </a:solidFill>
                <a:latin typeface="+mn-lt"/>
                <a:ea typeface="+mn-ea"/>
              </a:defRPr>
            </a:lvl5pPr>
          </a:lstStyle>
          <a:p>
            <a:pPr marL="0" lvl="0" indent="0" eaLnBrk="1" hangingPunct="1">
              <a:spcBef>
                <a:spcPct val="50000"/>
              </a:spcBef>
              <a:buNone/>
            </a:pPr>
            <a:r>
              <a:rPr lang="zh-CN" altLang="en-US" sz="2400" dirty="0">
                <a:solidFill>
                  <a:schemeClr val="tx1"/>
                </a:solidFill>
                <a:latin typeface="Tahoma" panose="020B0604030504040204" pitchFamily="34" charset="0"/>
              </a:rPr>
              <a:t>[-Y]</a:t>
            </a:r>
            <a:r>
              <a:rPr lang="zh-CN" altLang="en-US" sz="2400" baseline="-25000" dirty="0">
                <a:solidFill>
                  <a:schemeClr val="tx1"/>
                </a:solidFill>
                <a:latin typeface="Tahoma" panose="020B0604030504040204" pitchFamily="34" charset="0"/>
              </a:rPr>
              <a:t>补</a:t>
            </a:r>
            <a:r>
              <a:rPr lang="zh-CN" altLang="en-US" sz="2400" dirty="0">
                <a:solidFill>
                  <a:schemeClr val="tx1"/>
                </a:solidFill>
                <a:latin typeface="Tahoma" panose="020B0604030504040204" pitchFamily="34" charset="0"/>
              </a:rPr>
              <a:t>=0 1 1 0</a:t>
            </a:r>
            <a:endParaRPr lang="zh-CN" altLang="en-US" sz="2400" dirty="0">
              <a:solidFill>
                <a:schemeClr val="tx1"/>
              </a:solidFill>
              <a:latin typeface="Tahoma" panose="020B0604030504040204" pitchFamily="34" charset="0"/>
            </a:endParaRPr>
          </a:p>
        </p:txBody>
      </p:sp>
      <p:sp>
        <p:nvSpPr>
          <p:cNvPr id="17413" name="Text Box 5"/>
          <p:cNvSpPr txBox="1"/>
          <p:nvPr/>
        </p:nvSpPr>
        <p:spPr>
          <a:xfrm>
            <a:off x="1828800" y="2438400"/>
            <a:ext cx="457200" cy="457200"/>
          </a:xfrm>
          <a:prstGeom prst="rect">
            <a:avLst/>
          </a:prstGeom>
          <a:noFill/>
          <a:ln w="9525">
            <a:noFill/>
          </a:ln>
        </p:spPr>
        <p:txBody>
          <a:bodyPr>
            <a:spAutoFit/>
          </a:bodyPr>
          <a:lstStyle>
            <a:lvl1pPr marL="342900" indent="-342900" algn="l" rtl="0" eaLnBrk="0" fontAlgn="base" hangingPunct="0">
              <a:spcBef>
                <a:spcPct val="20000"/>
              </a:spcBef>
              <a:spcAft>
                <a:spcPct val="0"/>
              </a:spcAft>
              <a:buChar char="•"/>
              <a:defRPr sz="3200">
                <a:solidFill>
                  <a:srgbClr val="666699"/>
                </a:solidFill>
                <a:latin typeface="+mn-lt"/>
                <a:ea typeface="+mn-ea"/>
                <a:cs typeface="+mn-cs"/>
              </a:defRPr>
            </a:lvl1pPr>
            <a:lvl2pPr marL="742950" indent="-285750" algn="l" rtl="0" eaLnBrk="0" fontAlgn="base" hangingPunct="0">
              <a:spcBef>
                <a:spcPct val="20000"/>
              </a:spcBef>
              <a:spcAft>
                <a:spcPct val="0"/>
              </a:spcAft>
              <a:buChar char="–"/>
              <a:defRPr sz="2800">
                <a:solidFill>
                  <a:srgbClr val="666699"/>
                </a:solidFill>
                <a:latin typeface="+mn-lt"/>
                <a:ea typeface="+mn-ea"/>
              </a:defRPr>
            </a:lvl2pPr>
            <a:lvl3pPr marL="1143000" indent="-228600" algn="l" rtl="0" eaLnBrk="0" fontAlgn="base" hangingPunct="0">
              <a:spcBef>
                <a:spcPct val="20000"/>
              </a:spcBef>
              <a:spcAft>
                <a:spcPct val="0"/>
              </a:spcAft>
              <a:buChar char="•"/>
              <a:defRPr sz="2400">
                <a:solidFill>
                  <a:srgbClr val="666699"/>
                </a:solidFill>
                <a:latin typeface="+mn-lt"/>
                <a:ea typeface="+mn-ea"/>
              </a:defRPr>
            </a:lvl3pPr>
            <a:lvl4pPr marL="1600200" indent="-228600" algn="l" rtl="0" eaLnBrk="0" fontAlgn="base" hangingPunct="0">
              <a:spcBef>
                <a:spcPct val="20000"/>
              </a:spcBef>
              <a:spcAft>
                <a:spcPct val="0"/>
              </a:spcAft>
              <a:buChar char="–"/>
              <a:defRPr sz="2000">
                <a:solidFill>
                  <a:srgbClr val="666699"/>
                </a:solidFill>
                <a:latin typeface="+mn-lt"/>
                <a:ea typeface="+mn-ea"/>
              </a:defRPr>
            </a:lvl4pPr>
            <a:lvl5pPr marL="2057400" indent="-228600" algn="l" rtl="0" eaLnBrk="0" fontAlgn="base" hangingPunct="0">
              <a:spcBef>
                <a:spcPct val="20000"/>
              </a:spcBef>
              <a:spcAft>
                <a:spcPct val="0"/>
              </a:spcAft>
              <a:buChar char="»"/>
              <a:defRPr sz="2000">
                <a:solidFill>
                  <a:srgbClr val="666699"/>
                </a:solidFill>
                <a:latin typeface="+mn-lt"/>
                <a:ea typeface="+mn-ea"/>
              </a:defRPr>
            </a:lvl5pPr>
          </a:lstStyle>
          <a:p>
            <a:pPr marL="0" lvl="0" indent="0" eaLnBrk="1" hangingPunct="1">
              <a:spcBef>
                <a:spcPct val="50000"/>
              </a:spcBef>
              <a:buNone/>
            </a:pPr>
            <a:r>
              <a:rPr lang="zh-CN" altLang="en-US" sz="2400" dirty="0">
                <a:solidFill>
                  <a:schemeClr val="tx1"/>
                </a:solidFill>
                <a:latin typeface="Tahoma" panose="020B0604030504040204" pitchFamily="34" charset="0"/>
              </a:rPr>
              <a:t>+</a:t>
            </a:r>
            <a:endParaRPr lang="zh-CN" altLang="en-US" sz="2400" dirty="0">
              <a:solidFill>
                <a:schemeClr val="tx1"/>
              </a:solidFill>
              <a:latin typeface="Tahoma" panose="020B0604030504040204" pitchFamily="34" charset="0"/>
            </a:endParaRPr>
          </a:p>
        </p:txBody>
      </p:sp>
      <p:sp>
        <p:nvSpPr>
          <p:cNvPr id="17414" name="Line 6"/>
          <p:cNvSpPr/>
          <p:nvPr/>
        </p:nvSpPr>
        <p:spPr>
          <a:xfrm>
            <a:off x="914400" y="3048000"/>
            <a:ext cx="5562600" cy="0"/>
          </a:xfrm>
          <a:prstGeom prst="line">
            <a:avLst/>
          </a:prstGeom>
          <a:ln w="9525" cap="flat" cmpd="sng">
            <a:solidFill>
              <a:schemeClr val="tx1"/>
            </a:solidFill>
            <a:prstDash val="solid"/>
            <a:headEnd type="none" w="med" len="med"/>
            <a:tailEnd type="none" w="med" len="med"/>
          </a:ln>
        </p:spPr>
      </p:sp>
      <p:sp>
        <p:nvSpPr>
          <p:cNvPr id="17415" name="Text Box 7"/>
          <p:cNvSpPr txBox="1"/>
          <p:nvPr/>
        </p:nvSpPr>
        <p:spPr>
          <a:xfrm>
            <a:off x="4495800" y="3124200"/>
            <a:ext cx="381000" cy="457200"/>
          </a:xfrm>
          <a:prstGeom prst="rect">
            <a:avLst/>
          </a:prstGeom>
          <a:noFill/>
          <a:ln w="9525">
            <a:noFill/>
          </a:ln>
        </p:spPr>
        <p:txBody>
          <a:bodyPr>
            <a:spAutoFit/>
          </a:bodyPr>
          <a:lstStyle>
            <a:lvl1pPr marL="342900" indent="-342900" algn="l" rtl="0" eaLnBrk="0" fontAlgn="base" hangingPunct="0">
              <a:spcBef>
                <a:spcPct val="20000"/>
              </a:spcBef>
              <a:spcAft>
                <a:spcPct val="0"/>
              </a:spcAft>
              <a:buChar char="•"/>
              <a:defRPr sz="3200">
                <a:solidFill>
                  <a:srgbClr val="666699"/>
                </a:solidFill>
                <a:latin typeface="+mn-lt"/>
                <a:ea typeface="+mn-ea"/>
                <a:cs typeface="+mn-cs"/>
              </a:defRPr>
            </a:lvl1pPr>
            <a:lvl2pPr marL="742950" indent="-285750" algn="l" rtl="0" eaLnBrk="0" fontAlgn="base" hangingPunct="0">
              <a:spcBef>
                <a:spcPct val="20000"/>
              </a:spcBef>
              <a:spcAft>
                <a:spcPct val="0"/>
              </a:spcAft>
              <a:buChar char="–"/>
              <a:defRPr sz="2800">
                <a:solidFill>
                  <a:srgbClr val="666699"/>
                </a:solidFill>
                <a:latin typeface="+mn-lt"/>
                <a:ea typeface="+mn-ea"/>
              </a:defRPr>
            </a:lvl2pPr>
            <a:lvl3pPr marL="1143000" indent="-228600" algn="l" rtl="0" eaLnBrk="0" fontAlgn="base" hangingPunct="0">
              <a:spcBef>
                <a:spcPct val="20000"/>
              </a:spcBef>
              <a:spcAft>
                <a:spcPct val="0"/>
              </a:spcAft>
              <a:buChar char="•"/>
              <a:defRPr sz="2400">
                <a:solidFill>
                  <a:srgbClr val="666699"/>
                </a:solidFill>
                <a:latin typeface="+mn-lt"/>
                <a:ea typeface="+mn-ea"/>
              </a:defRPr>
            </a:lvl3pPr>
            <a:lvl4pPr marL="1600200" indent="-228600" algn="l" rtl="0" eaLnBrk="0" fontAlgn="base" hangingPunct="0">
              <a:spcBef>
                <a:spcPct val="20000"/>
              </a:spcBef>
              <a:spcAft>
                <a:spcPct val="0"/>
              </a:spcAft>
              <a:buChar char="–"/>
              <a:defRPr sz="2000">
                <a:solidFill>
                  <a:srgbClr val="666699"/>
                </a:solidFill>
                <a:latin typeface="+mn-lt"/>
                <a:ea typeface="+mn-ea"/>
              </a:defRPr>
            </a:lvl4pPr>
            <a:lvl5pPr marL="2057400" indent="-228600" algn="l" rtl="0" eaLnBrk="0" fontAlgn="base" hangingPunct="0">
              <a:spcBef>
                <a:spcPct val="20000"/>
              </a:spcBef>
              <a:spcAft>
                <a:spcPct val="0"/>
              </a:spcAft>
              <a:buChar char="»"/>
              <a:defRPr sz="2000">
                <a:solidFill>
                  <a:srgbClr val="666699"/>
                </a:solidFill>
                <a:latin typeface="+mn-lt"/>
                <a:ea typeface="+mn-ea"/>
              </a:defRPr>
            </a:lvl5pPr>
          </a:lstStyle>
          <a:p>
            <a:pPr marL="0" lvl="0" indent="0" eaLnBrk="1" hangingPunct="1">
              <a:spcBef>
                <a:spcPct val="50000"/>
              </a:spcBef>
              <a:buNone/>
            </a:pPr>
            <a:r>
              <a:rPr lang="zh-CN" altLang="en-US" sz="2400" dirty="0">
                <a:solidFill>
                  <a:schemeClr val="tx1"/>
                </a:solidFill>
                <a:latin typeface="Tahoma" panose="020B0604030504040204" pitchFamily="34" charset="0"/>
              </a:rPr>
              <a:t>0</a:t>
            </a:r>
            <a:endParaRPr lang="zh-CN" altLang="en-US" sz="2400" dirty="0">
              <a:solidFill>
                <a:schemeClr val="tx1"/>
              </a:solidFill>
              <a:latin typeface="Tahoma" panose="020B0604030504040204" pitchFamily="34" charset="0"/>
            </a:endParaRPr>
          </a:p>
        </p:txBody>
      </p:sp>
      <p:sp>
        <p:nvSpPr>
          <p:cNvPr id="17416" name="Text Box 8"/>
          <p:cNvSpPr txBox="1"/>
          <p:nvPr/>
        </p:nvSpPr>
        <p:spPr>
          <a:xfrm>
            <a:off x="4191000" y="3124200"/>
            <a:ext cx="457200" cy="457200"/>
          </a:xfrm>
          <a:prstGeom prst="rect">
            <a:avLst/>
          </a:prstGeom>
          <a:noFill/>
          <a:ln w="9525">
            <a:noFill/>
          </a:ln>
        </p:spPr>
        <p:txBody>
          <a:bodyPr>
            <a:spAutoFit/>
          </a:bodyPr>
          <a:lstStyle>
            <a:lvl1pPr marL="342900" indent="-342900" algn="l" rtl="0" eaLnBrk="0" fontAlgn="base" hangingPunct="0">
              <a:spcBef>
                <a:spcPct val="20000"/>
              </a:spcBef>
              <a:spcAft>
                <a:spcPct val="0"/>
              </a:spcAft>
              <a:buChar char="•"/>
              <a:defRPr sz="3200">
                <a:solidFill>
                  <a:srgbClr val="666699"/>
                </a:solidFill>
                <a:latin typeface="+mn-lt"/>
                <a:ea typeface="+mn-ea"/>
                <a:cs typeface="+mn-cs"/>
              </a:defRPr>
            </a:lvl1pPr>
            <a:lvl2pPr marL="742950" indent="-285750" algn="l" rtl="0" eaLnBrk="0" fontAlgn="base" hangingPunct="0">
              <a:spcBef>
                <a:spcPct val="20000"/>
              </a:spcBef>
              <a:spcAft>
                <a:spcPct val="0"/>
              </a:spcAft>
              <a:buChar char="–"/>
              <a:defRPr sz="2800">
                <a:solidFill>
                  <a:srgbClr val="666699"/>
                </a:solidFill>
                <a:latin typeface="+mn-lt"/>
                <a:ea typeface="+mn-ea"/>
              </a:defRPr>
            </a:lvl2pPr>
            <a:lvl3pPr marL="1143000" indent="-228600" algn="l" rtl="0" eaLnBrk="0" fontAlgn="base" hangingPunct="0">
              <a:spcBef>
                <a:spcPct val="20000"/>
              </a:spcBef>
              <a:spcAft>
                <a:spcPct val="0"/>
              </a:spcAft>
              <a:buChar char="•"/>
              <a:defRPr sz="2400">
                <a:solidFill>
                  <a:srgbClr val="666699"/>
                </a:solidFill>
                <a:latin typeface="+mn-lt"/>
                <a:ea typeface="+mn-ea"/>
              </a:defRPr>
            </a:lvl3pPr>
            <a:lvl4pPr marL="1600200" indent="-228600" algn="l" rtl="0" eaLnBrk="0" fontAlgn="base" hangingPunct="0">
              <a:spcBef>
                <a:spcPct val="20000"/>
              </a:spcBef>
              <a:spcAft>
                <a:spcPct val="0"/>
              </a:spcAft>
              <a:buChar char="–"/>
              <a:defRPr sz="2000">
                <a:solidFill>
                  <a:srgbClr val="666699"/>
                </a:solidFill>
                <a:latin typeface="+mn-lt"/>
                <a:ea typeface="+mn-ea"/>
              </a:defRPr>
            </a:lvl4pPr>
            <a:lvl5pPr marL="2057400" indent="-228600" algn="l" rtl="0" eaLnBrk="0" fontAlgn="base" hangingPunct="0">
              <a:spcBef>
                <a:spcPct val="20000"/>
              </a:spcBef>
              <a:spcAft>
                <a:spcPct val="0"/>
              </a:spcAft>
              <a:buChar char="»"/>
              <a:defRPr sz="2000">
                <a:solidFill>
                  <a:srgbClr val="666699"/>
                </a:solidFill>
                <a:latin typeface="+mn-lt"/>
                <a:ea typeface="+mn-ea"/>
              </a:defRPr>
            </a:lvl5pPr>
          </a:lstStyle>
          <a:p>
            <a:pPr marL="0" lvl="0" indent="0" eaLnBrk="1" hangingPunct="1">
              <a:spcBef>
                <a:spcPct val="50000"/>
              </a:spcBef>
              <a:buNone/>
            </a:pPr>
            <a:r>
              <a:rPr lang="zh-CN" altLang="en-US" sz="2400" dirty="0">
                <a:solidFill>
                  <a:schemeClr val="tx1"/>
                </a:solidFill>
                <a:latin typeface="Tahoma" panose="020B0604030504040204" pitchFamily="34" charset="0"/>
              </a:rPr>
              <a:t>1</a:t>
            </a:r>
            <a:endParaRPr lang="zh-CN" altLang="en-US" sz="2400" dirty="0">
              <a:solidFill>
                <a:schemeClr val="tx1"/>
              </a:solidFill>
              <a:latin typeface="Tahoma" panose="020B0604030504040204" pitchFamily="34" charset="0"/>
            </a:endParaRPr>
          </a:p>
        </p:txBody>
      </p:sp>
      <p:sp>
        <p:nvSpPr>
          <p:cNvPr id="17417" name="Text Box 9"/>
          <p:cNvSpPr txBox="1"/>
          <p:nvPr/>
        </p:nvSpPr>
        <p:spPr>
          <a:xfrm>
            <a:off x="3352800" y="3124200"/>
            <a:ext cx="838200" cy="457200"/>
          </a:xfrm>
          <a:prstGeom prst="rect">
            <a:avLst/>
          </a:prstGeom>
          <a:noFill/>
          <a:ln w="9525">
            <a:noFill/>
          </a:ln>
        </p:spPr>
        <p:txBody>
          <a:bodyPr>
            <a:spAutoFit/>
          </a:bodyPr>
          <a:lstStyle>
            <a:lvl1pPr marL="342900" indent="-342900" algn="l" rtl="0" eaLnBrk="0" fontAlgn="base" hangingPunct="0">
              <a:spcBef>
                <a:spcPct val="20000"/>
              </a:spcBef>
              <a:spcAft>
                <a:spcPct val="0"/>
              </a:spcAft>
              <a:buChar char="•"/>
              <a:defRPr sz="3200">
                <a:solidFill>
                  <a:srgbClr val="666699"/>
                </a:solidFill>
                <a:latin typeface="+mn-lt"/>
                <a:ea typeface="+mn-ea"/>
                <a:cs typeface="+mn-cs"/>
              </a:defRPr>
            </a:lvl1pPr>
            <a:lvl2pPr marL="742950" indent="-285750" algn="l" rtl="0" eaLnBrk="0" fontAlgn="base" hangingPunct="0">
              <a:spcBef>
                <a:spcPct val="20000"/>
              </a:spcBef>
              <a:spcAft>
                <a:spcPct val="0"/>
              </a:spcAft>
              <a:buChar char="–"/>
              <a:defRPr sz="2800">
                <a:solidFill>
                  <a:srgbClr val="666699"/>
                </a:solidFill>
                <a:latin typeface="+mn-lt"/>
                <a:ea typeface="+mn-ea"/>
              </a:defRPr>
            </a:lvl2pPr>
            <a:lvl3pPr marL="1143000" indent="-228600" algn="l" rtl="0" eaLnBrk="0" fontAlgn="base" hangingPunct="0">
              <a:spcBef>
                <a:spcPct val="20000"/>
              </a:spcBef>
              <a:spcAft>
                <a:spcPct val="0"/>
              </a:spcAft>
              <a:buChar char="•"/>
              <a:defRPr sz="2400">
                <a:solidFill>
                  <a:srgbClr val="666699"/>
                </a:solidFill>
                <a:latin typeface="+mn-lt"/>
                <a:ea typeface="+mn-ea"/>
              </a:defRPr>
            </a:lvl3pPr>
            <a:lvl4pPr marL="1600200" indent="-228600" algn="l" rtl="0" eaLnBrk="0" fontAlgn="base" hangingPunct="0">
              <a:spcBef>
                <a:spcPct val="20000"/>
              </a:spcBef>
              <a:spcAft>
                <a:spcPct val="0"/>
              </a:spcAft>
              <a:buChar char="–"/>
              <a:defRPr sz="2000">
                <a:solidFill>
                  <a:srgbClr val="666699"/>
                </a:solidFill>
                <a:latin typeface="+mn-lt"/>
                <a:ea typeface="+mn-ea"/>
              </a:defRPr>
            </a:lvl4pPr>
            <a:lvl5pPr marL="2057400" indent="-228600" algn="l" rtl="0" eaLnBrk="0" fontAlgn="base" hangingPunct="0">
              <a:spcBef>
                <a:spcPct val="20000"/>
              </a:spcBef>
              <a:spcAft>
                <a:spcPct val="0"/>
              </a:spcAft>
              <a:buChar char="»"/>
              <a:defRPr sz="2000">
                <a:solidFill>
                  <a:srgbClr val="666699"/>
                </a:solidFill>
                <a:latin typeface="+mn-lt"/>
                <a:ea typeface="+mn-ea"/>
              </a:defRPr>
            </a:lvl5pPr>
          </a:lstStyle>
          <a:p>
            <a:pPr marL="0" lvl="0" indent="0" eaLnBrk="1" hangingPunct="1">
              <a:spcBef>
                <a:spcPct val="50000"/>
              </a:spcBef>
              <a:buNone/>
            </a:pPr>
            <a:r>
              <a:rPr lang="zh-CN" altLang="en-US" sz="2400" dirty="0">
                <a:solidFill>
                  <a:schemeClr val="tx1"/>
                </a:solidFill>
                <a:latin typeface="Tahoma" panose="020B0604030504040204" pitchFamily="34" charset="0"/>
              </a:rPr>
              <a:t>   1</a:t>
            </a:r>
            <a:endParaRPr lang="zh-CN" altLang="en-US" sz="2400" dirty="0">
              <a:solidFill>
                <a:schemeClr val="tx1"/>
              </a:solidFill>
              <a:latin typeface="Tahoma" panose="020B0604030504040204" pitchFamily="34" charset="0"/>
            </a:endParaRPr>
          </a:p>
        </p:txBody>
      </p:sp>
      <p:sp>
        <p:nvSpPr>
          <p:cNvPr id="17418" name="Text Box 10"/>
          <p:cNvSpPr txBox="1"/>
          <p:nvPr/>
        </p:nvSpPr>
        <p:spPr>
          <a:xfrm>
            <a:off x="323850" y="3581400"/>
            <a:ext cx="8497888" cy="1371600"/>
          </a:xfrm>
          <a:prstGeom prst="rect">
            <a:avLst/>
          </a:prstGeom>
          <a:noFill/>
          <a:ln w="9525">
            <a:noFill/>
          </a:ln>
        </p:spPr>
        <p:txBody>
          <a:bodyPr>
            <a:spAutoFit/>
          </a:bodyPr>
          <a:lstStyle>
            <a:lvl1pPr marL="342900" indent="-342900" algn="l" rtl="0" eaLnBrk="0" fontAlgn="base" hangingPunct="0">
              <a:spcBef>
                <a:spcPct val="20000"/>
              </a:spcBef>
              <a:spcAft>
                <a:spcPct val="0"/>
              </a:spcAft>
              <a:buChar char="•"/>
              <a:defRPr sz="3200">
                <a:solidFill>
                  <a:srgbClr val="666699"/>
                </a:solidFill>
                <a:latin typeface="+mn-lt"/>
                <a:ea typeface="+mn-ea"/>
                <a:cs typeface="+mn-cs"/>
              </a:defRPr>
            </a:lvl1pPr>
            <a:lvl2pPr marL="742950" indent="-285750" algn="l" rtl="0" eaLnBrk="0" fontAlgn="base" hangingPunct="0">
              <a:spcBef>
                <a:spcPct val="20000"/>
              </a:spcBef>
              <a:spcAft>
                <a:spcPct val="0"/>
              </a:spcAft>
              <a:buChar char="–"/>
              <a:defRPr sz="2800">
                <a:solidFill>
                  <a:srgbClr val="666699"/>
                </a:solidFill>
                <a:latin typeface="+mn-lt"/>
                <a:ea typeface="+mn-ea"/>
              </a:defRPr>
            </a:lvl2pPr>
            <a:lvl3pPr marL="1143000" indent="-228600" algn="l" rtl="0" eaLnBrk="0" fontAlgn="base" hangingPunct="0">
              <a:spcBef>
                <a:spcPct val="20000"/>
              </a:spcBef>
              <a:spcAft>
                <a:spcPct val="0"/>
              </a:spcAft>
              <a:buChar char="•"/>
              <a:defRPr sz="2400">
                <a:solidFill>
                  <a:srgbClr val="666699"/>
                </a:solidFill>
                <a:latin typeface="+mn-lt"/>
                <a:ea typeface="+mn-ea"/>
              </a:defRPr>
            </a:lvl3pPr>
            <a:lvl4pPr marL="1600200" indent="-228600" algn="l" rtl="0" eaLnBrk="0" fontAlgn="base" hangingPunct="0">
              <a:spcBef>
                <a:spcPct val="20000"/>
              </a:spcBef>
              <a:spcAft>
                <a:spcPct val="0"/>
              </a:spcAft>
              <a:buChar char="–"/>
              <a:defRPr sz="2000">
                <a:solidFill>
                  <a:srgbClr val="666699"/>
                </a:solidFill>
                <a:latin typeface="+mn-lt"/>
                <a:ea typeface="+mn-ea"/>
              </a:defRPr>
            </a:lvl4pPr>
            <a:lvl5pPr marL="2057400" indent="-228600" algn="l" rtl="0" eaLnBrk="0" fontAlgn="base" hangingPunct="0">
              <a:spcBef>
                <a:spcPct val="20000"/>
              </a:spcBef>
              <a:spcAft>
                <a:spcPct val="0"/>
              </a:spcAft>
              <a:buChar char="»"/>
              <a:defRPr sz="2000">
                <a:solidFill>
                  <a:srgbClr val="666699"/>
                </a:solidFill>
                <a:latin typeface="+mn-lt"/>
                <a:ea typeface="+mn-ea"/>
              </a:defRPr>
            </a:lvl5pPr>
          </a:lstStyle>
          <a:p>
            <a:pPr marL="0" lvl="0" indent="0" eaLnBrk="1" hangingPunct="1">
              <a:spcBef>
                <a:spcPct val="50000"/>
              </a:spcBef>
              <a:buNone/>
            </a:pPr>
            <a:r>
              <a:rPr lang="zh-CN" altLang="en-US" sz="2400" b="1" dirty="0">
                <a:solidFill>
                  <a:schemeClr val="hlink"/>
                </a:solidFill>
                <a:latin typeface="Tahoma" panose="020B0604030504040204" pitchFamily="34" charset="0"/>
                <a:ea typeface="楷体_GB2312" pitchFamily="1" charset="-122"/>
              </a:rPr>
              <a:t>单符号位法：一个正数减去一个负数，结果为正数，但计算结果为负数，表明有溢出发生，出错！</a:t>
            </a:r>
            <a:endParaRPr lang="zh-CN" altLang="en-US" sz="2400" b="1" dirty="0">
              <a:solidFill>
                <a:schemeClr val="hlink"/>
              </a:solidFill>
              <a:latin typeface="Tahoma" panose="020B0604030504040204" pitchFamily="34" charset="0"/>
              <a:ea typeface="楷体_GB2312" pitchFamily="1" charset="-122"/>
            </a:endParaRPr>
          </a:p>
          <a:p>
            <a:pPr marL="0" lvl="0" indent="0" eaLnBrk="1" hangingPunct="1">
              <a:spcBef>
                <a:spcPct val="50000"/>
              </a:spcBef>
              <a:buNone/>
            </a:pPr>
            <a:r>
              <a:rPr lang="zh-CN" altLang="en-US" sz="2400" b="1" dirty="0">
                <a:solidFill>
                  <a:schemeClr val="hlink"/>
                </a:solidFill>
                <a:latin typeface="Tahoma" panose="020B0604030504040204" pitchFamily="34" charset="0"/>
                <a:ea typeface="楷体_GB2312" pitchFamily="1" charset="-122"/>
              </a:rPr>
              <a:t>进位判别法：最高数值位向前有进位，符号位向前无进位。</a:t>
            </a:r>
            <a:endParaRPr lang="zh-CN" altLang="en-US" sz="2400" b="1" dirty="0">
              <a:solidFill>
                <a:schemeClr val="hlink"/>
              </a:solidFill>
              <a:latin typeface="Tahoma" panose="020B0604030504040204" pitchFamily="34" charset="0"/>
            </a:endParaRPr>
          </a:p>
        </p:txBody>
      </p:sp>
      <p:sp>
        <p:nvSpPr>
          <p:cNvPr id="17419" name="Text Box 11"/>
          <p:cNvSpPr txBox="1"/>
          <p:nvPr/>
        </p:nvSpPr>
        <p:spPr>
          <a:xfrm>
            <a:off x="3962400" y="3124200"/>
            <a:ext cx="381000" cy="457200"/>
          </a:xfrm>
          <a:prstGeom prst="rect">
            <a:avLst/>
          </a:prstGeom>
          <a:noFill/>
          <a:ln w="9525">
            <a:noFill/>
          </a:ln>
        </p:spPr>
        <p:txBody>
          <a:bodyPr>
            <a:spAutoFit/>
          </a:bodyPr>
          <a:lstStyle>
            <a:lvl1pPr marL="342900" indent="-342900" algn="l" rtl="0" eaLnBrk="0" fontAlgn="base" hangingPunct="0">
              <a:spcBef>
                <a:spcPct val="20000"/>
              </a:spcBef>
              <a:spcAft>
                <a:spcPct val="0"/>
              </a:spcAft>
              <a:buChar char="•"/>
              <a:defRPr sz="3200">
                <a:solidFill>
                  <a:srgbClr val="666699"/>
                </a:solidFill>
                <a:latin typeface="+mn-lt"/>
                <a:ea typeface="+mn-ea"/>
                <a:cs typeface="+mn-cs"/>
              </a:defRPr>
            </a:lvl1pPr>
            <a:lvl2pPr marL="742950" indent="-285750" algn="l" rtl="0" eaLnBrk="0" fontAlgn="base" hangingPunct="0">
              <a:spcBef>
                <a:spcPct val="20000"/>
              </a:spcBef>
              <a:spcAft>
                <a:spcPct val="0"/>
              </a:spcAft>
              <a:buChar char="–"/>
              <a:defRPr sz="2800">
                <a:solidFill>
                  <a:srgbClr val="666699"/>
                </a:solidFill>
                <a:latin typeface="+mn-lt"/>
                <a:ea typeface="+mn-ea"/>
              </a:defRPr>
            </a:lvl2pPr>
            <a:lvl3pPr marL="1143000" indent="-228600" algn="l" rtl="0" eaLnBrk="0" fontAlgn="base" hangingPunct="0">
              <a:spcBef>
                <a:spcPct val="20000"/>
              </a:spcBef>
              <a:spcAft>
                <a:spcPct val="0"/>
              </a:spcAft>
              <a:buChar char="•"/>
              <a:defRPr sz="2400">
                <a:solidFill>
                  <a:srgbClr val="666699"/>
                </a:solidFill>
                <a:latin typeface="+mn-lt"/>
                <a:ea typeface="+mn-ea"/>
              </a:defRPr>
            </a:lvl3pPr>
            <a:lvl4pPr marL="1600200" indent="-228600" algn="l" rtl="0" eaLnBrk="0" fontAlgn="base" hangingPunct="0">
              <a:spcBef>
                <a:spcPct val="20000"/>
              </a:spcBef>
              <a:spcAft>
                <a:spcPct val="0"/>
              </a:spcAft>
              <a:buChar char="–"/>
              <a:defRPr sz="2000">
                <a:solidFill>
                  <a:srgbClr val="666699"/>
                </a:solidFill>
                <a:latin typeface="+mn-lt"/>
                <a:ea typeface="+mn-ea"/>
              </a:defRPr>
            </a:lvl4pPr>
            <a:lvl5pPr marL="2057400" indent="-228600" algn="l" rtl="0" eaLnBrk="0" fontAlgn="base" hangingPunct="0">
              <a:spcBef>
                <a:spcPct val="20000"/>
              </a:spcBef>
              <a:spcAft>
                <a:spcPct val="0"/>
              </a:spcAft>
              <a:buChar char="»"/>
              <a:defRPr sz="2000">
                <a:solidFill>
                  <a:srgbClr val="666699"/>
                </a:solidFill>
                <a:latin typeface="+mn-lt"/>
                <a:ea typeface="+mn-ea"/>
              </a:defRPr>
            </a:lvl5pPr>
          </a:lstStyle>
          <a:p>
            <a:pPr marL="0" lvl="0" indent="0" eaLnBrk="1" hangingPunct="1">
              <a:spcBef>
                <a:spcPct val="50000"/>
              </a:spcBef>
              <a:buNone/>
            </a:pPr>
            <a:r>
              <a:rPr lang="zh-CN" altLang="en-US" sz="2400" dirty="0">
                <a:solidFill>
                  <a:schemeClr val="tx1"/>
                </a:solidFill>
                <a:latin typeface="Tahoma" panose="020B0604030504040204" pitchFamily="34" charset="0"/>
              </a:rPr>
              <a:t>0</a:t>
            </a:r>
            <a:endParaRPr lang="zh-CN" altLang="en-US" sz="2400" dirty="0">
              <a:solidFill>
                <a:schemeClr val="tx1"/>
              </a:solidFill>
              <a:latin typeface="Tahoma" panose="020B0604030504040204" pitchFamily="34" charset="0"/>
            </a:endParaRPr>
          </a:p>
        </p:txBody>
      </p:sp>
      <p:sp>
        <p:nvSpPr>
          <p:cNvPr id="17420" name="Text Box 12"/>
          <p:cNvSpPr txBox="1"/>
          <p:nvPr/>
        </p:nvSpPr>
        <p:spPr>
          <a:xfrm>
            <a:off x="179388" y="5302250"/>
            <a:ext cx="8642350" cy="1066800"/>
          </a:xfrm>
          <a:prstGeom prst="rect">
            <a:avLst/>
          </a:prstGeom>
          <a:noFill/>
          <a:ln w="9525">
            <a:noFill/>
          </a:ln>
        </p:spPr>
        <p:txBody>
          <a:bodyPr>
            <a:spAutoFit/>
          </a:bodyPr>
          <a:lstStyle>
            <a:lvl1pPr marL="342900" indent="-342900" algn="l" rtl="0" eaLnBrk="0" fontAlgn="base" hangingPunct="0">
              <a:spcBef>
                <a:spcPct val="20000"/>
              </a:spcBef>
              <a:spcAft>
                <a:spcPct val="0"/>
              </a:spcAft>
              <a:buChar char="•"/>
              <a:defRPr sz="3200">
                <a:solidFill>
                  <a:srgbClr val="666699"/>
                </a:solidFill>
                <a:latin typeface="+mn-lt"/>
                <a:ea typeface="+mn-ea"/>
                <a:cs typeface="+mn-cs"/>
              </a:defRPr>
            </a:lvl1pPr>
            <a:lvl2pPr marL="742950" indent="-285750" algn="l" rtl="0" eaLnBrk="0" fontAlgn="base" hangingPunct="0">
              <a:spcBef>
                <a:spcPct val="20000"/>
              </a:spcBef>
              <a:spcAft>
                <a:spcPct val="0"/>
              </a:spcAft>
              <a:buChar char="–"/>
              <a:defRPr sz="2800">
                <a:solidFill>
                  <a:srgbClr val="666699"/>
                </a:solidFill>
                <a:latin typeface="+mn-lt"/>
                <a:ea typeface="+mn-ea"/>
              </a:defRPr>
            </a:lvl2pPr>
            <a:lvl3pPr marL="1143000" indent="-228600" algn="l" rtl="0" eaLnBrk="0" fontAlgn="base" hangingPunct="0">
              <a:spcBef>
                <a:spcPct val="20000"/>
              </a:spcBef>
              <a:spcAft>
                <a:spcPct val="0"/>
              </a:spcAft>
              <a:buChar char="•"/>
              <a:defRPr sz="2400">
                <a:solidFill>
                  <a:srgbClr val="666699"/>
                </a:solidFill>
                <a:latin typeface="+mn-lt"/>
                <a:ea typeface="+mn-ea"/>
              </a:defRPr>
            </a:lvl3pPr>
            <a:lvl4pPr marL="1600200" indent="-228600" algn="l" rtl="0" eaLnBrk="0" fontAlgn="base" hangingPunct="0">
              <a:spcBef>
                <a:spcPct val="20000"/>
              </a:spcBef>
              <a:spcAft>
                <a:spcPct val="0"/>
              </a:spcAft>
              <a:buChar char="–"/>
              <a:defRPr sz="2000">
                <a:solidFill>
                  <a:srgbClr val="666699"/>
                </a:solidFill>
                <a:latin typeface="+mn-lt"/>
                <a:ea typeface="+mn-ea"/>
              </a:defRPr>
            </a:lvl4pPr>
            <a:lvl5pPr marL="2057400" indent="-228600" algn="l" rtl="0" eaLnBrk="0" fontAlgn="base" hangingPunct="0">
              <a:spcBef>
                <a:spcPct val="20000"/>
              </a:spcBef>
              <a:spcAft>
                <a:spcPct val="0"/>
              </a:spcAft>
              <a:buChar char="»"/>
              <a:defRPr sz="2000">
                <a:solidFill>
                  <a:srgbClr val="666699"/>
                </a:solidFill>
                <a:latin typeface="+mn-lt"/>
                <a:ea typeface="+mn-ea"/>
              </a:defRPr>
            </a:lvl5pPr>
          </a:lstStyle>
          <a:p>
            <a:pPr marL="0" lvl="0" indent="0" eaLnBrk="1" hangingPunct="1">
              <a:spcBef>
                <a:spcPct val="50000"/>
              </a:spcBef>
              <a:buNone/>
            </a:pPr>
            <a:r>
              <a:rPr lang="zh-CN" altLang="en-US" sz="2400" b="1" dirty="0">
                <a:solidFill>
                  <a:schemeClr val="tx1"/>
                </a:solidFill>
                <a:latin typeface="Tahoma" panose="020B0604030504040204" pitchFamily="34" charset="0"/>
              </a:rPr>
              <a:t>溢出逻辑表达式为</a:t>
            </a:r>
            <a:r>
              <a:rPr lang="zh-CN" altLang="en-US" sz="2400" dirty="0">
                <a:solidFill>
                  <a:schemeClr val="tx1"/>
                </a:solidFill>
                <a:latin typeface="Tahoma" panose="020B0604030504040204" pitchFamily="34" charset="0"/>
              </a:rPr>
              <a:t>：</a:t>
            </a:r>
            <a:r>
              <a:rPr lang="zh-CN" altLang="en-US" sz="2400" b="1" dirty="0">
                <a:solidFill>
                  <a:schemeClr val="tx1"/>
                </a:solidFill>
                <a:latin typeface="Tahoma" panose="020B0604030504040204" pitchFamily="34" charset="0"/>
              </a:rPr>
              <a:t>V=C</a:t>
            </a:r>
            <a:r>
              <a:rPr lang="zh-CN" altLang="en-US" sz="2400" b="1" baseline="-25000" dirty="0">
                <a:solidFill>
                  <a:schemeClr val="tx1"/>
                </a:solidFill>
                <a:latin typeface="Tahoma" panose="020B0604030504040204" pitchFamily="34" charset="0"/>
              </a:rPr>
              <a:t>f</a:t>
            </a:r>
            <a:r>
              <a:rPr lang="zh-CN" altLang="en-US" sz="2400" b="1" dirty="0">
                <a:solidFill>
                  <a:schemeClr val="tx1"/>
                </a:solidFill>
                <a:latin typeface="宋体" panose="02010600030101010101" pitchFamily="2" charset="-122"/>
              </a:rPr>
              <a:t>⊕</a:t>
            </a:r>
            <a:r>
              <a:rPr lang="zh-CN" altLang="en-US" sz="2400" b="1" dirty="0">
                <a:solidFill>
                  <a:schemeClr val="tx1"/>
                </a:solidFill>
                <a:latin typeface="Tahoma" panose="020B0604030504040204" pitchFamily="34" charset="0"/>
              </a:rPr>
              <a:t> C</a:t>
            </a:r>
            <a:r>
              <a:rPr lang="zh-CN" altLang="en-US" sz="2400" b="1" baseline="-25000" dirty="0">
                <a:solidFill>
                  <a:schemeClr val="tx1"/>
                </a:solidFill>
                <a:latin typeface="Tahoma" panose="020B0604030504040204" pitchFamily="34" charset="0"/>
              </a:rPr>
              <a:t>n-1</a:t>
            </a:r>
            <a:endParaRPr lang="zh-CN" altLang="en-US" sz="2400" b="1" baseline="-25000" dirty="0">
              <a:solidFill>
                <a:schemeClr val="tx1"/>
              </a:solidFill>
              <a:latin typeface="Tahoma" panose="020B0604030504040204" pitchFamily="34" charset="0"/>
            </a:endParaRPr>
          </a:p>
          <a:p>
            <a:pPr marL="0" lvl="0" indent="0" eaLnBrk="1" hangingPunct="1">
              <a:spcBef>
                <a:spcPct val="50000"/>
              </a:spcBef>
              <a:buNone/>
            </a:pPr>
            <a:r>
              <a:rPr lang="zh-CN" altLang="en-US" sz="2400" b="1" dirty="0">
                <a:solidFill>
                  <a:schemeClr val="tx1"/>
                </a:solidFill>
                <a:latin typeface="Tahoma" panose="020B0604030504040204" pitchFamily="34" charset="0"/>
              </a:rPr>
              <a:t>（其中C</a:t>
            </a:r>
            <a:r>
              <a:rPr lang="zh-CN" altLang="en-US" sz="2400" b="1" baseline="-25000" dirty="0">
                <a:solidFill>
                  <a:schemeClr val="tx1"/>
                </a:solidFill>
                <a:latin typeface="Tahoma" panose="020B0604030504040204" pitchFamily="34" charset="0"/>
              </a:rPr>
              <a:t>f</a:t>
            </a:r>
            <a:r>
              <a:rPr lang="zh-CN" altLang="en-US" sz="2400" b="1" dirty="0">
                <a:solidFill>
                  <a:schemeClr val="tx1"/>
                </a:solidFill>
                <a:latin typeface="Tahoma" panose="020B0604030504040204" pitchFamily="34" charset="0"/>
              </a:rPr>
              <a:t>为符号位产生的进位， C</a:t>
            </a:r>
            <a:r>
              <a:rPr lang="zh-CN" altLang="en-US" sz="2400" b="1" baseline="-25000" dirty="0">
                <a:solidFill>
                  <a:schemeClr val="tx1"/>
                </a:solidFill>
                <a:latin typeface="Tahoma" panose="020B0604030504040204" pitchFamily="34" charset="0"/>
              </a:rPr>
              <a:t>n-1</a:t>
            </a:r>
            <a:r>
              <a:rPr lang="zh-CN" altLang="en-US" sz="2400" b="1" dirty="0">
                <a:solidFill>
                  <a:schemeClr val="tx1"/>
                </a:solidFill>
                <a:latin typeface="Tahoma" panose="020B0604030504040204" pitchFamily="34" charset="0"/>
              </a:rPr>
              <a:t>为最高有效位产生的进位）</a:t>
            </a:r>
            <a:endParaRPr lang="zh-CN" altLang="en-US" sz="2400" b="1" dirty="0">
              <a:solidFill>
                <a:schemeClr val="tx1"/>
              </a:solidFill>
              <a:latin typeface="Tahoma" panose="020B0604030504040204" pitchFamily="34"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17411"/>
                                        </p:tgtEl>
                                        <p:attrNameLst>
                                          <p:attrName>style.visibility</p:attrName>
                                        </p:attrNameLst>
                                      </p:cBhvr>
                                      <p:to>
                                        <p:strVal val="visible"/>
                                      </p:to>
                                    </p:set>
                                    <p:animEffect transition="in" filter="dissolve">
                                      <p:cBhvr>
                                        <p:cTn id="7" dur="500"/>
                                        <p:tgtEl>
                                          <p:spTgt spid="17411"/>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nodeType="clickEffect">
                                  <p:stCondLst>
                                    <p:cond delay="0"/>
                                  </p:stCondLst>
                                  <p:childTnLst>
                                    <p:set>
                                      <p:cBhvr>
                                        <p:cTn id="11" dur="1" fill="hold">
                                          <p:stCondLst>
                                            <p:cond delay="0"/>
                                          </p:stCondLst>
                                        </p:cTn>
                                        <p:tgtEl>
                                          <p:spTgt spid="17412"/>
                                        </p:tgtEl>
                                        <p:attrNameLst>
                                          <p:attrName>style.visibility</p:attrName>
                                        </p:attrNameLst>
                                      </p:cBhvr>
                                      <p:to>
                                        <p:strVal val="visible"/>
                                      </p:to>
                                    </p:set>
                                    <p:animEffect transition="in" filter="dissolve">
                                      <p:cBhvr>
                                        <p:cTn id="12" dur="500"/>
                                        <p:tgtEl>
                                          <p:spTgt spid="17412"/>
                                        </p:tgtEl>
                                      </p:cBhvr>
                                    </p:animEffect>
                                  </p:childTnLst>
                                </p:cTn>
                              </p:par>
                            </p:childTnLst>
                          </p:cTn>
                        </p:par>
                      </p:childTnLst>
                    </p:cTn>
                  </p:par>
                  <p:par>
                    <p:cTn id="13" fill="hold">
                      <p:stCondLst>
                        <p:cond delay="indefinite"/>
                      </p:stCondLst>
                      <p:childTnLst>
                        <p:par>
                          <p:cTn id="14" fill="hold">
                            <p:stCondLst>
                              <p:cond delay="0"/>
                            </p:stCondLst>
                            <p:childTnLst>
                              <p:par>
                                <p:cTn id="15" presetID="9" presetClass="entr" presetSubtype="0" fill="hold" nodeType="clickEffect">
                                  <p:stCondLst>
                                    <p:cond delay="0"/>
                                  </p:stCondLst>
                                  <p:childTnLst>
                                    <p:set>
                                      <p:cBhvr>
                                        <p:cTn id="16" dur="1" fill="hold">
                                          <p:stCondLst>
                                            <p:cond delay="0"/>
                                          </p:stCondLst>
                                        </p:cTn>
                                        <p:tgtEl>
                                          <p:spTgt spid="17413"/>
                                        </p:tgtEl>
                                        <p:attrNameLst>
                                          <p:attrName>style.visibility</p:attrName>
                                        </p:attrNameLst>
                                      </p:cBhvr>
                                      <p:to>
                                        <p:strVal val="visible"/>
                                      </p:to>
                                    </p:set>
                                    <p:animEffect transition="in" filter="dissolve">
                                      <p:cBhvr>
                                        <p:cTn id="17" dur="500"/>
                                        <p:tgtEl>
                                          <p:spTgt spid="17413"/>
                                        </p:tgtEl>
                                      </p:cBhvr>
                                    </p:animEffect>
                                  </p:childTnLst>
                                </p:cTn>
                              </p:par>
                            </p:childTnLst>
                          </p:cTn>
                        </p:par>
                      </p:childTnLst>
                    </p:cTn>
                  </p:par>
                  <p:par>
                    <p:cTn id="18" fill="hold">
                      <p:stCondLst>
                        <p:cond delay="indefinite"/>
                      </p:stCondLst>
                      <p:childTnLst>
                        <p:par>
                          <p:cTn id="19" fill="hold">
                            <p:stCondLst>
                              <p:cond delay="0"/>
                            </p:stCondLst>
                            <p:childTnLst>
                              <p:par>
                                <p:cTn id="20" presetID="9" presetClass="entr" presetSubtype="0" fill="hold" nodeType="clickEffect">
                                  <p:stCondLst>
                                    <p:cond delay="0"/>
                                  </p:stCondLst>
                                  <p:childTnLst>
                                    <p:set>
                                      <p:cBhvr>
                                        <p:cTn id="21" dur="1" fill="hold">
                                          <p:stCondLst>
                                            <p:cond delay="0"/>
                                          </p:stCondLst>
                                        </p:cTn>
                                        <p:tgtEl>
                                          <p:spTgt spid="17414"/>
                                        </p:tgtEl>
                                        <p:attrNameLst>
                                          <p:attrName>style.visibility</p:attrName>
                                        </p:attrNameLst>
                                      </p:cBhvr>
                                      <p:to>
                                        <p:strVal val="visible"/>
                                      </p:to>
                                    </p:set>
                                    <p:animEffect transition="in" filter="dissolve">
                                      <p:cBhvr>
                                        <p:cTn id="22" dur="500"/>
                                        <p:tgtEl>
                                          <p:spTgt spid="17414"/>
                                        </p:tgtEl>
                                      </p:cBhvr>
                                    </p:animEffect>
                                  </p:childTnLst>
                                </p:cTn>
                              </p:par>
                            </p:childTnLst>
                          </p:cTn>
                        </p:par>
                      </p:childTnLst>
                    </p:cTn>
                  </p:par>
                  <p:par>
                    <p:cTn id="23" fill="hold">
                      <p:stCondLst>
                        <p:cond delay="indefinite"/>
                      </p:stCondLst>
                      <p:childTnLst>
                        <p:par>
                          <p:cTn id="24" fill="hold">
                            <p:stCondLst>
                              <p:cond delay="0"/>
                            </p:stCondLst>
                            <p:childTnLst>
                              <p:par>
                                <p:cTn id="25" presetID="9" presetClass="entr" presetSubtype="0" fill="hold" nodeType="clickEffect">
                                  <p:stCondLst>
                                    <p:cond delay="0"/>
                                  </p:stCondLst>
                                  <p:childTnLst>
                                    <p:set>
                                      <p:cBhvr>
                                        <p:cTn id="26" dur="1" fill="hold">
                                          <p:stCondLst>
                                            <p:cond delay="0"/>
                                          </p:stCondLst>
                                        </p:cTn>
                                        <p:tgtEl>
                                          <p:spTgt spid="17415"/>
                                        </p:tgtEl>
                                        <p:attrNameLst>
                                          <p:attrName>style.visibility</p:attrName>
                                        </p:attrNameLst>
                                      </p:cBhvr>
                                      <p:to>
                                        <p:strVal val="visible"/>
                                      </p:to>
                                    </p:set>
                                    <p:animEffect transition="in" filter="dissolve">
                                      <p:cBhvr>
                                        <p:cTn id="27" dur="500"/>
                                        <p:tgtEl>
                                          <p:spTgt spid="17415"/>
                                        </p:tgtEl>
                                      </p:cBhvr>
                                    </p:animEffect>
                                  </p:childTnLst>
                                </p:cTn>
                              </p:par>
                            </p:childTnLst>
                          </p:cTn>
                        </p:par>
                      </p:childTnLst>
                    </p:cTn>
                  </p:par>
                  <p:par>
                    <p:cTn id="28" fill="hold">
                      <p:stCondLst>
                        <p:cond delay="indefinite"/>
                      </p:stCondLst>
                      <p:childTnLst>
                        <p:par>
                          <p:cTn id="29" fill="hold">
                            <p:stCondLst>
                              <p:cond delay="0"/>
                            </p:stCondLst>
                            <p:childTnLst>
                              <p:par>
                                <p:cTn id="30" presetID="9" presetClass="entr" presetSubtype="0" fill="hold" nodeType="clickEffect">
                                  <p:stCondLst>
                                    <p:cond delay="0"/>
                                  </p:stCondLst>
                                  <p:childTnLst>
                                    <p:set>
                                      <p:cBhvr>
                                        <p:cTn id="31" dur="1" fill="hold">
                                          <p:stCondLst>
                                            <p:cond delay="0"/>
                                          </p:stCondLst>
                                        </p:cTn>
                                        <p:tgtEl>
                                          <p:spTgt spid="17416"/>
                                        </p:tgtEl>
                                        <p:attrNameLst>
                                          <p:attrName>style.visibility</p:attrName>
                                        </p:attrNameLst>
                                      </p:cBhvr>
                                      <p:to>
                                        <p:strVal val="visible"/>
                                      </p:to>
                                    </p:set>
                                    <p:animEffect transition="in" filter="dissolve">
                                      <p:cBhvr>
                                        <p:cTn id="32" dur="500"/>
                                        <p:tgtEl>
                                          <p:spTgt spid="17416"/>
                                        </p:tgtEl>
                                      </p:cBhvr>
                                    </p:animEffect>
                                  </p:childTnLst>
                                </p:cTn>
                              </p:par>
                            </p:childTnLst>
                          </p:cTn>
                        </p:par>
                      </p:childTnLst>
                    </p:cTn>
                  </p:par>
                  <p:par>
                    <p:cTn id="33" fill="hold">
                      <p:stCondLst>
                        <p:cond delay="indefinite"/>
                      </p:stCondLst>
                      <p:childTnLst>
                        <p:par>
                          <p:cTn id="34" fill="hold">
                            <p:stCondLst>
                              <p:cond delay="0"/>
                            </p:stCondLst>
                            <p:childTnLst>
                              <p:par>
                                <p:cTn id="35" presetID="9" presetClass="entr" presetSubtype="0" fill="hold" nodeType="clickEffect">
                                  <p:stCondLst>
                                    <p:cond delay="0"/>
                                  </p:stCondLst>
                                  <p:childTnLst>
                                    <p:set>
                                      <p:cBhvr>
                                        <p:cTn id="36" dur="1" fill="hold">
                                          <p:stCondLst>
                                            <p:cond delay="0"/>
                                          </p:stCondLst>
                                        </p:cTn>
                                        <p:tgtEl>
                                          <p:spTgt spid="17419"/>
                                        </p:tgtEl>
                                        <p:attrNameLst>
                                          <p:attrName>style.visibility</p:attrName>
                                        </p:attrNameLst>
                                      </p:cBhvr>
                                      <p:to>
                                        <p:strVal val="visible"/>
                                      </p:to>
                                    </p:set>
                                    <p:animEffect transition="in" filter="dissolve">
                                      <p:cBhvr>
                                        <p:cTn id="37" dur="500"/>
                                        <p:tgtEl>
                                          <p:spTgt spid="17419"/>
                                        </p:tgtEl>
                                      </p:cBhvr>
                                    </p:animEffect>
                                  </p:childTnLst>
                                </p:cTn>
                              </p:par>
                            </p:childTnLst>
                          </p:cTn>
                        </p:par>
                      </p:childTnLst>
                    </p:cTn>
                  </p:par>
                  <p:par>
                    <p:cTn id="38" fill="hold">
                      <p:stCondLst>
                        <p:cond delay="indefinite"/>
                      </p:stCondLst>
                      <p:childTnLst>
                        <p:par>
                          <p:cTn id="39" fill="hold">
                            <p:stCondLst>
                              <p:cond delay="0"/>
                            </p:stCondLst>
                            <p:childTnLst>
                              <p:par>
                                <p:cTn id="40" presetID="9" presetClass="entr" presetSubtype="0" fill="hold" nodeType="clickEffect">
                                  <p:stCondLst>
                                    <p:cond delay="0"/>
                                  </p:stCondLst>
                                  <p:childTnLst>
                                    <p:set>
                                      <p:cBhvr>
                                        <p:cTn id="41" dur="1" fill="hold">
                                          <p:stCondLst>
                                            <p:cond delay="0"/>
                                          </p:stCondLst>
                                        </p:cTn>
                                        <p:tgtEl>
                                          <p:spTgt spid="17417"/>
                                        </p:tgtEl>
                                        <p:attrNameLst>
                                          <p:attrName>style.visibility</p:attrName>
                                        </p:attrNameLst>
                                      </p:cBhvr>
                                      <p:to>
                                        <p:strVal val="visible"/>
                                      </p:to>
                                    </p:set>
                                    <p:animEffect transition="in" filter="dissolve">
                                      <p:cBhvr>
                                        <p:cTn id="42" dur="500"/>
                                        <p:tgtEl>
                                          <p:spTgt spid="17417"/>
                                        </p:tgtEl>
                                      </p:cBhvr>
                                    </p:animEffect>
                                  </p:childTnLst>
                                </p:cTn>
                              </p:par>
                            </p:childTnLst>
                          </p:cTn>
                        </p:par>
                        <p:par>
                          <p:cTn id="43" fill="hold">
                            <p:stCondLst>
                              <p:cond delay="500"/>
                            </p:stCondLst>
                            <p:childTnLst>
                              <p:par>
                                <p:cTn id="44" presetID="3" presetClass="entr" presetSubtype="10" fill="hold" nodeType="afterEffect">
                                  <p:stCondLst>
                                    <p:cond delay="3000"/>
                                  </p:stCondLst>
                                  <p:childTnLst>
                                    <p:set>
                                      <p:cBhvr>
                                        <p:cTn id="45" dur="1" fill="hold">
                                          <p:stCondLst>
                                            <p:cond delay="0"/>
                                          </p:stCondLst>
                                        </p:cTn>
                                        <p:tgtEl>
                                          <p:spTgt spid="17418"/>
                                        </p:tgtEl>
                                        <p:attrNameLst>
                                          <p:attrName>style.visibility</p:attrName>
                                        </p:attrNameLst>
                                      </p:cBhvr>
                                      <p:to>
                                        <p:strVal val="visible"/>
                                      </p:to>
                                    </p:set>
                                    <p:animEffect transition="in" filter="blinds(horizontal)">
                                      <p:cBhvr>
                                        <p:cTn id="46" dur="500"/>
                                        <p:tgtEl>
                                          <p:spTgt spid="17418"/>
                                        </p:tgtEl>
                                      </p:cBhvr>
                                    </p:animEffect>
                                  </p:childTnLst>
                                </p:cTn>
                              </p:par>
                            </p:childTnLst>
                          </p:cTn>
                        </p:par>
                      </p:childTnLst>
                    </p:cTn>
                  </p:par>
                  <p:par>
                    <p:cTn id="47" fill="hold">
                      <p:stCondLst>
                        <p:cond delay="indefinite"/>
                      </p:stCondLst>
                      <p:childTnLst>
                        <p:par>
                          <p:cTn id="48" fill="hold">
                            <p:stCondLst>
                              <p:cond delay="0"/>
                            </p:stCondLst>
                            <p:childTnLst>
                              <p:par>
                                <p:cTn id="49" presetID="12" presetClass="entr" presetSubtype="4" fill="hold" nodeType="clickEffect">
                                  <p:stCondLst>
                                    <p:cond delay="0"/>
                                  </p:stCondLst>
                                  <p:childTnLst>
                                    <p:set>
                                      <p:cBhvr>
                                        <p:cTn id="50" dur="1" fill="hold">
                                          <p:stCondLst>
                                            <p:cond delay="0"/>
                                          </p:stCondLst>
                                        </p:cTn>
                                        <p:tgtEl>
                                          <p:spTgt spid="17420"/>
                                        </p:tgtEl>
                                        <p:attrNameLst>
                                          <p:attrName>style.visibility</p:attrName>
                                        </p:attrNameLst>
                                      </p:cBhvr>
                                      <p:to>
                                        <p:strVal val="visible"/>
                                      </p:to>
                                    </p:set>
                                    <p:animEffect transition="in" filter="slide(fromBottom)">
                                      <p:cBhvr>
                                        <p:cTn id="51" dur="500"/>
                                        <p:tgtEl>
                                          <p:spTgt spid="1742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411" grpId="0"/>
      <p:bldP spid="17412" grpId="0"/>
      <p:bldP spid="17413" grpId="0"/>
      <p:bldP spid="17415" grpId="0"/>
      <p:bldP spid="17416" grpId="0"/>
      <p:bldP spid="17417" grpId="0"/>
      <p:bldP spid="17418" grpId="0"/>
      <p:bldP spid="17419" grpId="0"/>
      <p:bldP spid="17420"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8434" name="Rectangle 2"/>
          <p:cNvSpPr>
            <a:spLocks noGrp="1"/>
          </p:cNvSpPr>
          <p:nvPr>
            <p:ph type="title"/>
          </p:nvPr>
        </p:nvSpPr>
        <p:spPr>
          <a:xfrm>
            <a:off x="250825" y="909638"/>
            <a:ext cx="7772400" cy="838200"/>
          </a:xfrm>
          <a:ln/>
        </p:spPr>
        <p:txBody>
          <a:bodyPr vert="horz" wrap="square" lIns="91440" tIns="45720" rIns="91440" bIns="45720" anchor="ctr" anchorCtr="0"/>
          <a:p>
            <a:pPr algn="l" eaLnBrk="1" hangingPunct="1"/>
            <a:r>
              <a:rPr lang="zh-CN" altLang="en-US" sz="3200" dirty="0"/>
              <a:t>3）双符号位判别法（变形补码法/模4补码）</a:t>
            </a:r>
            <a:endParaRPr lang="zh-CN" altLang="en-US" sz="3200" dirty="0"/>
          </a:p>
        </p:txBody>
      </p:sp>
      <p:sp>
        <p:nvSpPr>
          <p:cNvPr id="18435" name="Rectangle 3"/>
          <p:cNvSpPr>
            <a:spLocks noGrp="1"/>
          </p:cNvSpPr>
          <p:nvPr>
            <p:ph type="body"/>
          </p:nvPr>
        </p:nvSpPr>
        <p:spPr>
          <a:xfrm>
            <a:off x="468313" y="1982788"/>
            <a:ext cx="8208962" cy="4545012"/>
          </a:xfrm>
          <a:ln/>
        </p:spPr>
        <p:txBody>
          <a:bodyPr vert="horz" wrap="square" lIns="91440" tIns="45720" rIns="91440" bIns="45720" anchor="t" anchorCtr="0"/>
          <a:p>
            <a:pPr marL="0" indent="0" algn="just" eaLnBrk="1" hangingPunct="1">
              <a:buNone/>
            </a:pPr>
            <a:r>
              <a:rPr lang="zh-CN" altLang="en-US" sz="2800" b="1" dirty="0">
                <a:solidFill>
                  <a:srgbClr val="0000FF"/>
                </a:solidFill>
              </a:rPr>
              <a:t>方法：</a:t>
            </a:r>
            <a:endParaRPr lang="zh-CN" altLang="en-US" sz="2800" b="1" dirty="0">
              <a:solidFill>
                <a:srgbClr val="0000FF"/>
              </a:solidFill>
            </a:endParaRPr>
          </a:p>
          <a:p>
            <a:pPr marL="0" indent="0" algn="just" eaLnBrk="1" hangingPunct="1">
              <a:buNone/>
            </a:pPr>
            <a:r>
              <a:rPr lang="zh-CN" altLang="en-US" sz="2800" b="1" dirty="0"/>
              <a:t>        </a:t>
            </a:r>
            <a:r>
              <a:rPr lang="zh-CN" altLang="en-US" sz="2800" b="1" dirty="0">
                <a:latin typeface="宋体" panose="02010600030101010101" pitchFamily="2" charset="-122"/>
              </a:rPr>
              <a:t>每个操作数的补码符号用两个二进制数表示，用</a:t>
            </a:r>
            <a:r>
              <a:rPr lang="zh-CN" altLang="en-US" sz="2800" b="1" dirty="0"/>
              <a:t>“</a:t>
            </a:r>
            <a:r>
              <a:rPr lang="zh-CN" altLang="en-US" sz="2800" b="1" dirty="0">
                <a:latin typeface="宋体" panose="02010600030101010101" pitchFamily="2" charset="-122"/>
              </a:rPr>
              <a:t>00</a:t>
            </a:r>
            <a:r>
              <a:rPr lang="zh-CN" altLang="en-US" sz="2800" b="1" dirty="0"/>
              <a:t>”</a:t>
            </a:r>
            <a:r>
              <a:rPr lang="zh-CN" altLang="en-US" sz="2800" b="1" dirty="0">
                <a:latin typeface="宋体" panose="02010600030101010101" pitchFamily="2" charset="-122"/>
              </a:rPr>
              <a:t>表示正数，</a:t>
            </a:r>
            <a:r>
              <a:rPr lang="zh-CN" altLang="en-US" sz="2800" b="1" dirty="0"/>
              <a:t>“</a:t>
            </a:r>
            <a:r>
              <a:rPr lang="zh-CN" altLang="en-US" sz="2800" b="1" dirty="0">
                <a:latin typeface="宋体" panose="02010600030101010101" pitchFamily="2" charset="-122"/>
              </a:rPr>
              <a:t>11</a:t>
            </a:r>
            <a:r>
              <a:rPr lang="zh-CN" altLang="en-US" sz="2800" b="1" dirty="0"/>
              <a:t>”</a:t>
            </a:r>
            <a:r>
              <a:rPr lang="zh-CN" altLang="en-US" sz="2800" b="1" dirty="0">
                <a:latin typeface="宋体" panose="02010600030101010101" pitchFamily="2" charset="-122"/>
              </a:rPr>
              <a:t>表示负数，两个符号位同时参加运算，如果运算结果</a:t>
            </a:r>
            <a:r>
              <a:rPr lang="zh-CN" altLang="en-US" sz="2800" b="1" dirty="0">
                <a:solidFill>
                  <a:srgbClr val="FF0000"/>
                </a:solidFill>
                <a:latin typeface="宋体" panose="02010600030101010101" pitchFamily="2" charset="-122"/>
              </a:rPr>
              <a:t>两个符号位相同，则无溢出</a:t>
            </a:r>
            <a:r>
              <a:rPr lang="zh-CN" altLang="en-US" sz="2800" b="1" dirty="0">
                <a:latin typeface="宋体" panose="02010600030101010101" pitchFamily="2" charset="-122"/>
              </a:rPr>
              <a:t>发生。如果运算结果</a:t>
            </a:r>
            <a:r>
              <a:rPr lang="zh-CN" altLang="en-US" sz="2800" b="1" dirty="0">
                <a:solidFill>
                  <a:srgbClr val="FF0000"/>
                </a:solidFill>
                <a:latin typeface="宋体" panose="02010600030101010101" pitchFamily="2" charset="-122"/>
              </a:rPr>
              <a:t>两个符号位不同，则表明有溢出</a:t>
            </a:r>
            <a:r>
              <a:rPr lang="zh-CN" altLang="en-US" sz="2800" b="1" dirty="0">
                <a:latin typeface="宋体" panose="02010600030101010101" pitchFamily="2" charset="-122"/>
              </a:rPr>
              <a:t>产生了。</a:t>
            </a:r>
            <a:endParaRPr lang="zh-CN" altLang="en-US" sz="2800" b="1" dirty="0">
              <a:latin typeface="宋体" panose="02010600030101010101" pitchFamily="2" charset="-122"/>
            </a:endParaRPr>
          </a:p>
          <a:p>
            <a:pPr marL="0" indent="0" algn="just" eaLnBrk="1" hangingPunct="1">
              <a:buNone/>
            </a:pPr>
            <a:r>
              <a:rPr lang="zh-CN" altLang="en-US" sz="2800" b="1" dirty="0"/>
              <a:t>“</a:t>
            </a:r>
            <a:r>
              <a:rPr lang="zh-CN" altLang="en-US" sz="2800" b="1" dirty="0">
                <a:latin typeface="宋体" panose="02010600030101010101" pitchFamily="2" charset="-122"/>
              </a:rPr>
              <a:t>10</a:t>
            </a:r>
            <a:r>
              <a:rPr lang="zh-CN" altLang="en-US" sz="2800" b="1" dirty="0"/>
              <a:t>”</a:t>
            </a:r>
            <a:r>
              <a:rPr lang="zh-CN" altLang="en-US" sz="2800" b="1" dirty="0">
                <a:latin typeface="宋体" panose="02010600030101010101" pitchFamily="2" charset="-122"/>
              </a:rPr>
              <a:t>表示负溢出（下溢出），说明运算结果为负数，</a:t>
            </a:r>
            <a:r>
              <a:rPr lang="zh-CN" altLang="en-US" sz="2800" b="1" dirty="0"/>
              <a:t>“</a:t>
            </a:r>
            <a:r>
              <a:rPr lang="zh-CN" altLang="en-US" sz="2800" b="1" dirty="0">
                <a:latin typeface="宋体" panose="02010600030101010101" pitchFamily="2" charset="-122"/>
              </a:rPr>
              <a:t>01</a:t>
            </a:r>
            <a:r>
              <a:rPr lang="zh-CN" altLang="en-US" sz="2800" b="1" dirty="0"/>
              <a:t>”</a:t>
            </a:r>
            <a:r>
              <a:rPr lang="zh-CN" altLang="en-US" sz="2800" b="1" dirty="0">
                <a:latin typeface="宋体" panose="02010600030101010101" pitchFamily="2" charset="-122"/>
              </a:rPr>
              <a:t>表示正溢出（下溢出），说明运算结果为正数。</a:t>
            </a:r>
            <a:endParaRPr lang="zh-CN" altLang="en-US" sz="2800" b="1" dirty="0">
              <a:latin typeface="宋体" panose="02010600030101010101" pitchFamily="2" charset="-122"/>
            </a:endParaRPr>
          </a:p>
          <a:p>
            <a:pPr marL="0" indent="0" algn="just" eaLnBrk="1" hangingPunct="1">
              <a:buNone/>
            </a:pPr>
            <a:r>
              <a:rPr lang="zh-CN" altLang="en-US" sz="2800" b="1" dirty="0">
                <a:solidFill>
                  <a:srgbClr val="4060A0"/>
                </a:solidFill>
                <a:latin typeface="宋体" panose="02010600030101010101" pitchFamily="2" charset="-122"/>
              </a:rPr>
              <a:t>即不论溢出与否,最高符号位始终指示正确的符号。</a:t>
            </a:r>
            <a:r>
              <a:rPr lang="zh-CN" altLang="en-US" sz="2800" b="1" dirty="0">
                <a:latin typeface="宋体" panose="02010600030101010101" pitchFamily="2" charset="-122"/>
              </a:rPr>
              <a:t> </a:t>
            </a:r>
            <a:endParaRPr lang="zh-CN" altLang="en-US" sz="2800" b="1" dirty="0">
              <a:latin typeface="宋体" panose="02010600030101010101" pitchFamily="2" charset="-122"/>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9458" name="Rectangle 2"/>
          <p:cNvSpPr>
            <a:spLocks noGrp="1"/>
          </p:cNvSpPr>
          <p:nvPr>
            <p:ph type="title"/>
          </p:nvPr>
        </p:nvSpPr>
        <p:spPr>
          <a:xfrm>
            <a:off x="685800" y="914400"/>
            <a:ext cx="7772400" cy="838200"/>
          </a:xfrm>
          <a:ln/>
        </p:spPr>
        <p:txBody>
          <a:bodyPr vert="horz" wrap="square" lIns="91440" tIns="45720" rIns="91440" bIns="45720" anchor="ctr" anchorCtr="0"/>
          <a:p>
            <a:pPr algn="l" eaLnBrk="1" hangingPunct="1"/>
            <a:r>
              <a:rPr lang="zh-CN" altLang="en-US" dirty="0"/>
              <a:t>采用双符号位的判断方法</a:t>
            </a:r>
            <a:r>
              <a:rPr lang="zh-CN" altLang="en-US" dirty="0">
                <a:latin typeface="宋体" panose="02010600030101010101" pitchFamily="2" charset="-122"/>
              </a:rPr>
              <a:t> </a:t>
            </a:r>
            <a:endParaRPr lang="zh-CN" altLang="en-US" dirty="0">
              <a:latin typeface="宋体" panose="02010600030101010101" pitchFamily="2" charset="-122"/>
            </a:endParaRPr>
          </a:p>
        </p:txBody>
      </p:sp>
      <p:sp>
        <p:nvSpPr>
          <p:cNvPr id="19459" name="Rectangle 3"/>
          <p:cNvSpPr>
            <a:spLocks noGrp="1"/>
          </p:cNvSpPr>
          <p:nvPr>
            <p:ph type="body"/>
          </p:nvPr>
        </p:nvSpPr>
        <p:spPr>
          <a:xfrm>
            <a:off x="685800" y="1981200"/>
            <a:ext cx="7772400" cy="649288"/>
          </a:xfrm>
          <a:ln/>
        </p:spPr>
        <p:txBody>
          <a:bodyPr vert="horz" wrap="square" lIns="91440" tIns="45720" rIns="91440" bIns="45720" anchor="t" anchorCtr="0"/>
          <a:p>
            <a:pPr marL="0" indent="0" algn="just" eaLnBrk="1" hangingPunct="1">
              <a:buNone/>
            </a:pPr>
            <a:r>
              <a:rPr lang="zh-CN" altLang="en-US" dirty="0">
                <a:latin typeface="宋体" panose="02010600030101010101" pitchFamily="2" charset="-122"/>
              </a:rPr>
              <a:t>  </a:t>
            </a:r>
            <a:endParaRPr lang="zh-CN" altLang="en-US" dirty="0">
              <a:latin typeface="宋体" panose="02010600030101010101" pitchFamily="2" charset="-122"/>
            </a:endParaRPr>
          </a:p>
        </p:txBody>
      </p:sp>
      <p:graphicFrame>
        <p:nvGraphicFramePr>
          <p:cNvPr id="19460" name="Group 4"/>
          <p:cNvGraphicFramePr>
            <a:graphicFrameLocks noGrp="1"/>
          </p:cNvGraphicFramePr>
          <p:nvPr/>
        </p:nvGraphicFramePr>
        <p:xfrm>
          <a:off x="1476375" y="2205038"/>
          <a:ext cx="5257800" cy="3073400"/>
        </p:xfrm>
        <a:graphic>
          <a:graphicData uri="http://schemas.openxmlformats.org/drawingml/2006/table">
            <a:tbl>
              <a:tblPr/>
              <a:tblGrid>
                <a:gridCol w="1600200"/>
                <a:gridCol w="1828800"/>
                <a:gridCol w="1828800"/>
              </a:tblGrid>
              <a:tr h="635000">
                <a:tc>
                  <a:txBody>
                    <a:bodyPr/>
                    <a:lstStyle/>
                    <a:p>
                      <a:pPr marL="0" marR="0" lvl="0" indent="0" algn="l" defTabSz="914400" rtl="0" eaLnBrk="1" fontAlgn="base" latinLnBrk="0" hangingPunct="1">
                        <a:lnSpc>
                          <a:spcPct val="100000"/>
                        </a:lnSpc>
                        <a:spcBef>
                          <a:spcPct val="20000"/>
                        </a:spcBef>
                        <a:spcAft>
                          <a:spcPct val="0"/>
                        </a:spcAft>
                        <a:buClrTx/>
                        <a:buSzTx/>
                        <a:buFontTx/>
                        <a:buNone/>
                      </a:pPr>
                      <a:r>
                        <a:rPr kumimoji="0" lang="zh-CN" sz="2400" b="1" i="0" u="none" strike="noStrike" cap="none" normalizeH="0" baseline="0">
                          <a:ln>
                            <a:noFill/>
                          </a:ln>
                          <a:solidFill>
                            <a:srgbClr val="666699"/>
                          </a:solidFill>
                          <a:effectLst/>
                          <a:latin typeface="Times New Roman" panose="02020603050405020304" pitchFamily="18" charset="0"/>
                          <a:ea typeface="宋体" panose="02010600030101010101" pitchFamily="2" charset="-122"/>
                        </a:rPr>
                        <a:t>高符号位</a:t>
                      </a:r>
                      <a:endParaRPr kumimoji="0" lang="zh-CN" sz="2800" b="1" i="0" u="none" strike="noStrike" cap="none" normalizeH="0" baseline="0">
                        <a:ln>
                          <a:noFill/>
                        </a:ln>
                        <a:solidFill>
                          <a:srgbClr val="666699"/>
                        </a:solidFill>
                        <a:effectLst/>
                        <a:latin typeface="Times New Roman" panose="02020603050405020304" pitchFamily="18" charset="0"/>
                        <a:ea typeface="宋体" panose="02010600030101010101" pitchFamily="2" charset="-122"/>
                      </a:endParaRPr>
                    </a:p>
                  </a:txBody>
                  <a:tcPr marL="90170" marR="90170" marT="46990" marB="4699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pPr>
                      <a:r>
                        <a:rPr kumimoji="0" lang="zh-CN" sz="2400" b="1" i="0" u="none" strike="noStrike" cap="none" normalizeH="0" baseline="0">
                          <a:ln>
                            <a:noFill/>
                          </a:ln>
                          <a:solidFill>
                            <a:srgbClr val="666699"/>
                          </a:solidFill>
                          <a:effectLst/>
                          <a:latin typeface="Times New Roman" panose="02020603050405020304" pitchFamily="18" charset="0"/>
                          <a:ea typeface="宋体" panose="02010600030101010101" pitchFamily="2" charset="-122"/>
                        </a:rPr>
                        <a:t>低符号位</a:t>
                      </a:r>
                      <a:endParaRPr kumimoji="0" lang="zh-CN" sz="2800" b="1" i="0" u="none" strike="noStrike" cap="none" normalizeH="0" baseline="0">
                        <a:ln>
                          <a:noFill/>
                        </a:ln>
                        <a:solidFill>
                          <a:srgbClr val="666699"/>
                        </a:solidFill>
                        <a:effectLst/>
                        <a:latin typeface="Times New Roman" panose="02020603050405020304" pitchFamily="18" charset="0"/>
                        <a:ea typeface="宋体" panose="02010600030101010101" pitchFamily="2" charset="-122"/>
                      </a:endParaRPr>
                    </a:p>
                  </a:txBody>
                  <a:tcPr marL="90170" marR="90170" marT="46990" marB="4699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pPr>
                      <a:r>
                        <a:rPr kumimoji="0" lang="zh-CN" altLang="en-US" sz="2800" b="0" i="0" u="none" strike="noStrike" cap="none" normalizeH="0" baseline="0">
                          <a:ln>
                            <a:noFill/>
                          </a:ln>
                          <a:solidFill>
                            <a:srgbClr val="666699"/>
                          </a:solidFill>
                          <a:effectLst/>
                          <a:latin typeface="Times New Roman" panose="02020603050405020304" pitchFamily="18" charset="0"/>
                          <a:ea typeface="宋体" panose="02010600030101010101" pitchFamily="2" charset="-122"/>
                        </a:rPr>
                        <a:t>    </a:t>
                      </a:r>
                      <a:r>
                        <a:rPr kumimoji="0" lang="zh-CN" altLang="en-US" sz="2400" b="1" i="0" u="none" strike="noStrike" cap="none" normalizeH="0" baseline="0">
                          <a:ln>
                            <a:noFill/>
                          </a:ln>
                          <a:solidFill>
                            <a:srgbClr val="666699"/>
                          </a:solidFill>
                          <a:effectLst/>
                          <a:latin typeface="Times New Roman" panose="02020603050405020304" pitchFamily="18" charset="0"/>
                          <a:ea typeface="宋体" panose="02010600030101010101" pitchFamily="2" charset="-122"/>
                        </a:rPr>
                        <a:t>结果</a:t>
                      </a:r>
                      <a:endParaRPr kumimoji="0" lang="zh-CN" altLang="en-US" sz="2800" b="1" i="0" u="none" strike="noStrike" cap="none" normalizeH="0" baseline="0">
                        <a:ln>
                          <a:noFill/>
                        </a:ln>
                        <a:solidFill>
                          <a:srgbClr val="666699"/>
                        </a:solidFill>
                        <a:effectLst/>
                        <a:latin typeface="Times New Roman" panose="02020603050405020304" pitchFamily="18" charset="0"/>
                        <a:ea typeface="宋体" panose="02010600030101010101" pitchFamily="2" charset="-122"/>
                      </a:endParaRPr>
                    </a:p>
                  </a:txBody>
                  <a:tcPr marL="90170" marR="90170" marT="46990" marB="4699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635000">
                <a:tc>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0" lang="zh-CN" altLang="en-US" sz="2800" b="0" i="0" u="none" strike="noStrike" cap="none" normalizeH="0" baseline="0">
                          <a:ln>
                            <a:noFill/>
                          </a:ln>
                          <a:solidFill>
                            <a:srgbClr val="666699"/>
                          </a:solidFill>
                          <a:effectLst/>
                          <a:latin typeface="Times New Roman" panose="02020603050405020304" pitchFamily="18" charset="0"/>
                          <a:ea typeface="宋体" panose="02010600030101010101" pitchFamily="2" charset="-122"/>
                        </a:rPr>
                        <a:t>0</a:t>
                      </a:r>
                      <a:endParaRPr kumimoji="0" lang="zh-CN" altLang="en-US" sz="2800" b="0" i="0" u="none" strike="noStrike" cap="none" normalizeH="0" baseline="0">
                        <a:ln>
                          <a:noFill/>
                        </a:ln>
                        <a:solidFill>
                          <a:srgbClr val="666699"/>
                        </a:solidFill>
                        <a:effectLst/>
                        <a:latin typeface="Times New Roman" panose="02020603050405020304" pitchFamily="18" charset="0"/>
                        <a:ea typeface="宋体" panose="02010600030101010101" pitchFamily="2" charset="-122"/>
                      </a:endParaRPr>
                    </a:p>
                  </a:txBody>
                  <a:tcPr marL="90170" marR="90170" marT="46990" marB="4699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0" lang="zh-CN" altLang="en-US" sz="2800" b="0" i="0" u="none" strike="noStrike" cap="none" normalizeH="0" baseline="0">
                          <a:ln>
                            <a:noFill/>
                          </a:ln>
                          <a:solidFill>
                            <a:srgbClr val="666699"/>
                          </a:solidFill>
                          <a:effectLst/>
                          <a:latin typeface="Times New Roman" panose="02020603050405020304" pitchFamily="18" charset="0"/>
                          <a:ea typeface="宋体" panose="02010600030101010101" pitchFamily="2" charset="-122"/>
                        </a:rPr>
                        <a:t>0</a:t>
                      </a:r>
                      <a:endParaRPr kumimoji="0" lang="zh-CN" altLang="en-US" sz="2800" b="0" i="0" u="none" strike="noStrike" cap="none" normalizeH="0" baseline="0">
                        <a:ln>
                          <a:noFill/>
                        </a:ln>
                        <a:solidFill>
                          <a:srgbClr val="666699"/>
                        </a:solidFill>
                        <a:effectLst/>
                        <a:latin typeface="Times New Roman" panose="02020603050405020304" pitchFamily="18" charset="0"/>
                        <a:ea typeface="宋体" panose="02010600030101010101" pitchFamily="2" charset="-122"/>
                      </a:endParaRPr>
                    </a:p>
                  </a:txBody>
                  <a:tcPr marL="90170" marR="90170" marT="46990" marB="4699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0" lang="zh-CN" sz="2400" b="1" i="0" u="none" strike="noStrike" cap="none" normalizeH="0" baseline="0">
                          <a:ln>
                            <a:noFill/>
                          </a:ln>
                          <a:solidFill>
                            <a:srgbClr val="666699"/>
                          </a:solidFill>
                          <a:effectLst/>
                          <a:latin typeface="Times New Roman" panose="02020603050405020304" pitchFamily="18" charset="0"/>
                          <a:ea typeface="宋体" panose="02010600030101010101" pitchFamily="2" charset="-122"/>
                        </a:rPr>
                        <a:t>正</a:t>
                      </a:r>
                      <a:endParaRPr kumimoji="0" lang="zh-CN" sz="2800" b="1" i="0" u="none" strike="noStrike" cap="none" normalizeH="0" baseline="0">
                        <a:ln>
                          <a:noFill/>
                        </a:ln>
                        <a:solidFill>
                          <a:srgbClr val="666699"/>
                        </a:solidFill>
                        <a:effectLst/>
                        <a:latin typeface="Times New Roman" panose="02020603050405020304" pitchFamily="18" charset="0"/>
                        <a:ea typeface="宋体" panose="02010600030101010101" pitchFamily="2" charset="-122"/>
                      </a:endParaRPr>
                    </a:p>
                  </a:txBody>
                  <a:tcPr marL="90170" marR="90170" marT="46990" marB="4699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584200">
                <a:tc>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0" lang="zh-CN" altLang="en-US" sz="2800" b="0" i="0" u="none" strike="noStrike" cap="none" normalizeH="0" baseline="0">
                          <a:ln>
                            <a:noFill/>
                          </a:ln>
                          <a:solidFill>
                            <a:srgbClr val="666699"/>
                          </a:solidFill>
                          <a:effectLst/>
                          <a:latin typeface="Times New Roman" panose="02020603050405020304" pitchFamily="18" charset="0"/>
                          <a:ea typeface="宋体" panose="02010600030101010101" pitchFamily="2" charset="-122"/>
                        </a:rPr>
                        <a:t>0</a:t>
                      </a:r>
                      <a:endParaRPr kumimoji="0" lang="zh-CN" altLang="en-US" sz="2800" b="0" i="0" u="none" strike="noStrike" cap="none" normalizeH="0" baseline="0">
                        <a:ln>
                          <a:noFill/>
                        </a:ln>
                        <a:solidFill>
                          <a:srgbClr val="666699"/>
                        </a:solidFill>
                        <a:effectLst/>
                        <a:latin typeface="Times New Roman" panose="02020603050405020304" pitchFamily="18" charset="0"/>
                        <a:ea typeface="宋体" panose="02010600030101010101" pitchFamily="2" charset="-122"/>
                      </a:endParaRPr>
                    </a:p>
                  </a:txBody>
                  <a:tcPr marL="90170" marR="90170" marT="46990" marB="4699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0" lang="zh-CN" altLang="en-US" sz="2800" b="0" i="0" u="none" strike="noStrike" cap="none" normalizeH="0" baseline="0">
                          <a:ln>
                            <a:noFill/>
                          </a:ln>
                          <a:solidFill>
                            <a:srgbClr val="666699"/>
                          </a:solidFill>
                          <a:effectLst/>
                          <a:latin typeface="Times New Roman" panose="02020603050405020304" pitchFamily="18" charset="0"/>
                          <a:ea typeface="宋体" panose="02010600030101010101" pitchFamily="2" charset="-122"/>
                        </a:rPr>
                        <a:t>1</a:t>
                      </a:r>
                      <a:endParaRPr kumimoji="0" lang="zh-CN" altLang="en-US" sz="2800" b="0" i="0" u="none" strike="noStrike" cap="none" normalizeH="0" baseline="0">
                        <a:ln>
                          <a:noFill/>
                        </a:ln>
                        <a:solidFill>
                          <a:srgbClr val="666699"/>
                        </a:solidFill>
                        <a:effectLst/>
                        <a:latin typeface="Times New Roman" panose="02020603050405020304" pitchFamily="18" charset="0"/>
                        <a:ea typeface="宋体" panose="02010600030101010101" pitchFamily="2" charset="-122"/>
                      </a:endParaRPr>
                    </a:p>
                  </a:txBody>
                  <a:tcPr marL="90170" marR="90170" marT="46990" marB="4699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0" lang="zh-CN" sz="2400" b="1" i="0" u="none" strike="noStrike" cap="none" normalizeH="0" baseline="0">
                          <a:ln>
                            <a:noFill/>
                          </a:ln>
                          <a:solidFill>
                            <a:srgbClr val="666699"/>
                          </a:solidFill>
                          <a:effectLst/>
                          <a:latin typeface="Times New Roman" panose="02020603050405020304" pitchFamily="18" charset="0"/>
                          <a:ea typeface="宋体" panose="02010600030101010101" pitchFamily="2" charset="-122"/>
                        </a:rPr>
                        <a:t>上溢</a:t>
                      </a:r>
                      <a:endParaRPr kumimoji="0" lang="zh-CN" sz="2800" b="1" i="0" u="none" strike="noStrike" cap="none" normalizeH="0" baseline="0">
                        <a:ln>
                          <a:noFill/>
                        </a:ln>
                        <a:solidFill>
                          <a:srgbClr val="666699"/>
                        </a:solidFill>
                        <a:effectLst/>
                        <a:latin typeface="Times New Roman" panose="02020603050405020304" pitchFamily="18" charset="0"/>
                        <a:ea typeface="宋体" panose="02010600030101010101" pitchFamily="2" charset="-122"/>
                      </a:endParaRPr>
                    </a:p>
                  </a:txBody>
                  <a:tcPr marL="90170" marR="90170" marT="46990" marB="4699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609600">
                <a:tc>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0" lang="zh-CN" altLang="en-US" sz="2800" b="0" i="0" u="none" strike="noStrike" cap="none" normalizeH="0" baseline="0">
                          <a:ln>
                            <a:noFill/>
                          </a:ln>
                          <a:solidFill>
                            <a:srgbClr val="666699"/>
                          </a:solidFill>
                          <a:effectLst/>
                          <a:latin typeface="Times New Roman" panose="02020603050405020304" pitchFamily="18" charset="0"/>
                          <a:ea typeface="宋体" panose="02010600030101010101" pitchFamily="2" charset="-122"/>
                        </a:rPr>
                        <a:t>1</a:t>
                      </a:r>
                      <a:endParaRPr kumimoji="0" lang="zh-CN" altLang="en-US" sz="2800" b="0" i="0" u="none" strike="noStrike" cap="none" normalizeH="0" baseline="0">
                        <a:ln>
                          <a:noFill/>
                        </a:ln>
                        <a:solidFill>
                          <a:srgbClr val="666699"/>
                        </a:solidFill>
                        <a:effectLst/>
                        <a:latin typeface="Times New Roman" panose="02020603050405020304" pitchFamily="18" charset="0"/>
                        <a:ea typeface="宋体" panose="02010600030101010101" pitchFamily="2" charset="-122"/>
                      </a:endParaRPr>
                    </a:p>
                  </a:txBody>
                  <a:tcPr marL="90170" marR="90170" marT="46990" marB="4699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0" lang="zh-CN" altLang="en-US" sz="2800" b="0" i="0" u="none" strike="noStrike" cap="none" normalizeH="0" baseline="0">
                          <a:ln>
                            <a:noFill/>
                          </a:ln>
                          <a:solidFill>
                            <a:srgbClr val="666699"/>
                          </a:solidFill>
                          <a:effectLst/>
                          <a:latin typeface="Times New Roman" panose="02020603050405020304" pitchFamily="18" charset="0"/>
                          <a:ea typeface="宋体" panose="02010600030101010101" pitchFamily="2" charset="-122"/>
                        </a:rPr>
                        <a:t>0</a:t>
                      </a:r>
                      <a:endParaRPr kumimoji="0" lang="zh-CN" altLang="en-US" sz="2800" b="0" i="0" u="none" strike="noStrike" cap="none" normalizeH="0" baseline="0">
                        <a:ln>
                          <a:noFill/>
                        </a:ln>
                        <a:solidFill>
                          <a:srgbClr val="666699"/>
                        </a:solidFill>
                        <a:effectLst/>
                        <a:latin typeface="Times New Roman" panose="02020603050405020304" pitchFamily="18" charset="0"/>
                        <a:ea typeface="宋体" panose="02010600030101010101" pitchFamily="2" charset="-122"/>
                      </a:endParaRPr>
                    </a:p>
                  </a:txBody>
                  <a:tcPr marL="90170" marR="90170" marT="46990" marB="4699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0" lang="zh-CN" sz="2400" b="1" i="0" u="none" strike="noStrike" cap="none" normalizeH="0" baseline="0">
                          <a:ln>
                            <a:noFill/>
                          </a:ln>
                          <a:solidFill>
                            <a:srgbClr val="666699"/>
                          </a:solidFill>
                          <a:effectLst/>
                          <a:latin typeface="Times New Roman" panose="02020603050405020304" pitchFamily="18" charset="0"/>
                          <a:ea typeface="宋体" panose="02010600030101010101" pitchFamily="2" charset="-122"/>
                        </a:rPr>
                        <a:t>下溢</a:t>
                      </a:r>
                      <a:endParaRPr kumimoji="0" lang="zh-CN" sz="2800" b="1" i="0" u="none" strike="noStrike" cap="none" normalizeH="0" baseline="0">
                        <a:ln>
                          <a:noFill/>
                        </a:ln>
                        <a:solidFill>
                          <a:srgbClr val="666699"/>
                        </a:solidFill>
                        <a:effectLst/>
                        <a:latin typeface="Times New Roman" panose="02020603050405020304" pitchFamily="18" charset="0"/>
                        <a:ea typeface="宋体" panose="02010600030101010101" pitchFamily="2" charset="-122"/>
                      </a:endParaRPr>
                    </a:p>
                  </a:txBody>
                  <a:tcPr marL="90170" marR="90170" marT="46990" marB="4699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609600">
                <a:tc>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0" lang="zh-CN" altLang="en-US" sz="2800" b="0" i="0" u="none" strike="noStrike" cap="none" normalizeH="0" baseline="0">
                          <a:ln>
                            <a:noFill/>
                          </a:ln>
                          <a:solidFill>
                            <a:srgbClr val="666699"/>
                          </a:solidFill>
                          <a:effectLst/>
                          <a:latin typeface="Times New Roman" panose="02020603050405020304" pitchFamily="18" charset="0"/>
                          <a:ea typeface="宋体" panose="02010600030101010101" pitchFamily="2" charset="-122"/>
                        </a:rPr>
                        <a:t>1</a:t>
                      </a:r>
                      <a:endParaRPr kumimoji="0" lang="zh-CN" altLang="en-US" sz="2800" b="0" i="0" u="none" strike="noStrike" cap="none" normalizeH="0" baseline="0">
                        <a:ln>
                          <a:noFill/>
                        </a:ln>
                        <a:solidFill>
                          <a:srgbClr val="666699"/>
                        </a:solidFill>
                        <a:effectLst/>
                        <a:latin typeface="Times New Roman" panose="02020603050405020304" pitchFamily="18" charset="0"/>
                        <a:ea typeface="宋体" panose="02010600030101010101" pitchFamily="2" charset="-122"/>
                      </a:endParaRPr>
                    </a:p>
                  </a:txBody>
                  <a:tcPr marL="90170" marR="90170" marT="46990" marB="4699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0" lang="zh-CN" altLang="en-US" sz="2800" b="0" i="0" u="none" strike="noStrike" cap="none" normalizeH="0" baseline="0">
                          <a:ln>
                            <a:noFill/>
                          </a:ln>
                          <a:solidFill>
                            <a:srgbClr val="666699"/>
                          </a:solidFill>
                          <a:effectLst/>
                          <a:latin typeface="Times New Roman" panose="02020603050405020304" pitchFamily="18" charset="0"/>
                          <a:ea typeface="宋体" panose="02010600030101010101" pitchFamily="2" charset="-122"/>
                        </a:rPr>
                        <a:t>1</a:t>
                      </a:r>
                      <a:endParaRPr kumimoji="0" lang="zh-CN" altLang="en-US" sz="2800" b="0" i="0" u="none" strike="noStrike" cap="none" normalizeH="0" baseline="0">
                        <a:ln>
                          <a:noFill/>
                        </a:ln>
                        <a:solidFill>
                          <a:srgbClr val="666699"/>
                        </a:solidFill>
                        <a:effectLst/>
                        <a:latin typeface="Times New Roman" panose="02020603050405020304" pitchFamily="18" charset="0"/>
                        <a:ea typeface="宋体" panose="02010600030101010101" pitchFamily="2" charset="-122"/>
                      </a:endParaRPr>
                    </a:p>
                  </a:txBody>
                  <a:tcPr marL="90170" marR="90170" marT="46990" marB="4699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0" lang="zh-CN" sz="2400" b="1" i="0" u="none" strike="noStrike" cap="none" normalizeH="0" baseline="0">
                          <a:ln>
                            <a:noFill/>
                          </a:ln>
                          <a:solidFill>
                            <a:srgbClr val="666699"/>
                          </a:solidFill>
                          <a:effectLst/>
                          <a:latin typeface="Times New Roman" panose="02020603050405020304" pitchFamily="18" charset="0"/>
                          <a:ea typeface="宋体" panose="02010600030101010101" pitchFamily="2" charset="-122"/>
                        </a:rPr>
                        <a:t>负</a:t>
                      </a:r>
                      <a:endParaRPr kumimoji="0" lang="zh-CN" sz="2800" b="1" i="0" u="none" strike="noStrike" cap="none" normalizeH="0" baseline="0">
                        <a:ln>
                          <a:noFill/>
                        </a:ln>
                        <a:solidFill>
                          <a:srgbClr val="666699"/>
                        </a:solidFill>
                        <a:effectLst/>
                        <a:latin typeface="Times New Roman" panose="02020603050405020304" pitchFamily="18" charset="0"/>
                        <a:ea typeface="宋体" panose="02010600030101010101" pitchFamily="2" charset="-122"/>
                      </a:endParaRPr>
                    </a:p>
                  </a:txBody>
                  <a:tcPr marL="90170" marR="90170" marT="46990" marB="4699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r>
            </a:tbl>
          </a:graphicData>
        </a:graphic>
      </p:graphicFrame>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0482" name="Rectangle 2"/>
          <p:cNvSpPr>
            <a:spLocks noGrp="1"/>
          </p:cNvSpPr>
          <p:nvPr>
            <p:ph type="body"/>
          </p:nvPr>
        </p:nvSpPr>
        <p:spPr>
          <a:xfrm>
            <a:off x="685800" y="1828800"/>
            <a:ext cx="8458200" cy="1143000"/>
          </a:xfrm>
          <a:ln/>
        </p:spPr>
        <p:txBody>
          <a:bodyPr vert="horz" wrap="square" lIns="91440" tIns="45720" rIns="91440" bIns="45720" anchor="t" anchorCtr="0"/>
          <a:p>
            <a:pPr eaLnBrk="1" hangingPunct="1">
              <a:lnSpc>
                <a:spcPct val="90000"/>
              </a:lnSpc>
            </a:pPr>
            <a:r>
              <a:rPr lang="zh-CN" altLang="en-US" b="1" dirty="0">
                <a:ea typeface="楷体_GB2312" pitchFamily="1" charset="-122"/>
              </a:rPr>
              <a:t>例:  X=+0.1100  Y=+0.1000，求 X+Y=？</a:t>
            </a:r>
            <a:endParaRPr lang="zh-CN" altLang="en-US" b="1" dirty="0">
              <a:ea typeface="楷体_GB2312" pitchFamily="1" charset="-122"/>
            </a:endParaRPr>
          </a:p>
          <a:p>
            <a:pPr eaLnBrk="1" hangingPunct="1">
              <a:lnSpc>
                <a:spcPct val="90000"/>
              </a:lnSpc>
              <a:buNone/>
            </a:pPr>
            <a:r>
              <a:rPr lang="zh-CN" altLang="en-US" dirty="0">
                <a:ea typeface="楷体_GB2312" pitchFamily="1" charset="-122"/>
              </a:rPr>
              <a:t>   </a:t>
            </a:r>
            <a:r>
              <a:rPr lang="zh-CN" altLang="en-US" b="1" dirty="0">
                <a:ea typeface="楷体_GB2312" pitchFamily="1" charset="-122"/>
              </a:rPr>
              <a:t>解:</a:t>
            </a:r>
            <a:endParaRPr lang="zh-CN" altLang="en-US" b="1" dirty="0">
              <a:ea typeface="楷体_GB2312" pitchFamily="1" charset="-122"/>
            </a:endParaRPr>
          </a:p>
        </p:txBody>
      </p:sp>
      <p:sp>
        <p:nvSpPr>
          <p:cNvPr id="20483" name="Text Box 3"/>
          <p:cNvSpPr txBox="1"/>
          <p:nvPr/>
        </p:nvSpPr>
        <p:spPr>
          <a:xfrm>
            <a:off x="2590800" y="2743200"/>
            <a:ext cx="4419600" cy="517525"/>
          </a:xfrm>
          <a:prstGeom prst="rect">
            <a:avLst/>
          </a:prstGeom>
          <a:noFill/>
          <a:ln w="9525">
            <a:noFill/>
          </a:ln>
        </p:spPr>
        <p:txBody>
          <a:bodyPr>
            <a:spAutoFit/>
          </a:bodyPr>
          <a:lstStyle>
            <a:lvl1pPr marL="342900" indent="-342900" algn="l" rtl="0" eaLnBrk="0" fontAlgn="base" hangingPunct="0">
              <a:spcBef>
                <a:spcPct val="20000"/>
              </a:spcBef>
              <a:spcAft>
                <a:spcPct val="0"/>
              </a:spcAft>
              <a:buChar char="•"/>
              <a:defRPr sz="3200">
                <a:solidFill>
                  <a:srgbClr val="666699"/>
                </a:solidFill>
                <a:latin typeface="+mn-lt"/>
                <a:ea typeface="+mn-ea"/>
                <a:cs typeface="+mn-cs"/>
              </a:defRPr>
            </a:lvl1pPr>
            <a:lvl2pPr marL="742950" indent="-285750" algn="l" rtl="0" eaLnBrk="0" fontAlgn="base" hangingPunct="0">
              <a:spcBef>
                <a:spcPct val="20000"/>
              </a:spcBef>
              <a:spcAft>
                <a:spcPct val="0"/>
              </a:spcAft>
              <a:buChar char="–"/>
              <a:defRPr sz="2800">
                <a:solidFill>
                  <a:srgbClr val="666699"/>
                </a:solidFill>
                <a:latin typeface="+mn-lt"/>
                <a:ea typeface="+mn-ea"/>
              </a:defRPr>
            </a:lvl2pPr>
            <a:lvl3pPr marL="1143000" indent="-228600" algn="l" rtl="0" eaLnBrk="0" fontAlgn="base" hangingPunct="0">
              <a:spcBef>
                <a:spcPct val="20000"/>
              </a:spcBef>
              <a:spcAft>
                <a:spcPct val="0"/>
              </a:spcAft>
              <a:buChar char="•"/>
              <a:defRPr sz="2400">
                <a:solidFill>
                  <a:srgbClr val="666699"/>
                </a:solidFill>
                <a:latin typeface="+mn-lt"/>
                <a:ea typeface="+mn-ea"/>
              </a:defRPr>
            </a:lvl3pPr>
            <a:lvl4pPr marL="1600200" indent="-228600" algn="l" rtl="0" eaLnBrk="0" fontAlgn="base" hangingPunct="0">
              <a:spcBef>
                <a:spcPct val="20000"/>
              </a:spcBef>
              <a:spcAft>
                <a:spcPct val="0"/>
              </a:spcAft>
              <a:buChar char="–"/>
              <a:defRPr sz="2000">
                <a:solidFill>
                  <a:srgbClr val="666699"/>
                </a:solidFill>
                <a:latin typeface="+mn-lt"/>
                <a:ea typeface="+mn-ea"/>
              </a:defRPr>
            </a:lvl4pPr>
            <a:lvl5pPr marL="2057400" indent="-228600" algn="l" rtl="0" eaLnBrk="0" fontAlgn="base" hangingPunct="0">
              <a:spcBef>
                <a:spcPct val="20000"/>
              </a:spcBef>
              <a:spcAft>
                <a:spcPct val="0"/>
              </a:spcAft>
              <a:buChar char="»"/>
              <a:defRPr sz="2000">
                <a:solidFill>
                  <a:srgbClr val="666699"/>
                </a:solidFill>
                <a:latin typeface="+mn-lt"/>
                <a:ea typeface="+mn-ea"/>
              </a:defRPr>
            </a:lvl5pPr>
          </a:lstStyle>
          <a:p>
            <a:pPr marL="0" lvl="0" indent="0" eaLnBrk="1" hangingPunct="1">
              <a:spcBef>
                <a:spcPct val="50000"/>
              </a:spcBef>
              <a:buNone/>
            </a:pPr>
            <a:r>
              <a:rPr lang="zh-CN" altLang="en-US" sz="2400" b="1" dirty="0">
                <a:solidFill>
                  <a:schemeClr val="tx1"/>
                </a:solidFill>
                <a:latin typeface="Tahoma" panose="020B0604030504040204" pitchFamily="34" charset="0"/>
              </a:rPr>
              <a:t>[X]</a:t>
            </a:r>
            <a:r>
              <a:rPr lang="zh-CN" altLang="en-US" sz="2400" b="1" baseline="-25000" dirty="0">
                <a:solidFill>
                  <a:schemeClr val="tx1"/>
                </a:solidFill>
                <a:latin typeface="Tahoma" panose="020B0604030504040204" pitchFamily="34" charset="0"/>
              </a:rPr>
              <a:t>补</a:t>
            </a:r>
            <a:r>
              <a:rPr lang="zh-CN" altLang="en-US" sz="2400" dirty="0">
                <a:solidFill>
                  <a:schemeClr val="tx1"/>
                </a:solidFill>
                <a:latin typeface="Tahoma" panose="020B0604030504040204" pitchFamily="34" charset="0"/>
              </a:rPr>
              <a:t>=</a:t>
            </a:r>
            <a:r>
              <a:rPr lang="zh-CN" altLang="en-US" sz="2400" b="1" dirty="0">
                <a:solidFill>
                  <a:schemeClr val="tx1"/>
                </a:solidFill>
                <a:latin typeface="Tahoma" panose="020B0604030504040204" pitchFamily="34" charset="0"/>
              </a:rPr>
              <a:t>00. 1100</a:t>
            </a:r>
            <a:endParaRPr lang="zh-CN" altLang="en-US" sz="2400" b="1" dirty="0">
              <a:solidFill>
                <a:schemeClr val="tx1"/>
              </a:solidFill>
              <a:latin typeface="Tahoma" panose="020B0604030504040204" pitchFamily="34" charset="0"/>
            </a:endParaRPr>
          </a:p>
        </p:txBody>
      </p:sp>
      <p:sp>
        <p:nvSpPr>
          <p:cNvPr id="20484" name="Text Box 4"/>
          <p:cNvSpPr txBox="1"/>
          <p:nvPr/>
        </p:nvSpPr>
        <p:spPr>
          <a:xfrm>
            <a:off x="2590800" y="3276600"/>
            <a:ext cx="2590800" cy="517525"/>
          </a:xfrm>
          <a:prstGeom prst="rect">
            <a:avLst/>
          </a:prstGeom>
          <a:noFill/>
          <a:ln w="9525">
            <a:noFill/>
          </a:ln>
        </p:spPr>
        <p:txBody>
          <a:bodyPr>
            <a:spAutoFit/>
          </a:bodyPr>
          <a:lstStyle>
            <a:lvl1pPr marL="342900" indent="-342900" algn="l" rtl="0" eaLnBrk="0" fontAlgn="base" hangingPunct="0">
              <a:spcBef>
                <a:spcPct val="20000"/>
              </a:spcBef>
              <a:spcAft>
                <a:spcPct val="0"/>
              </a:spcAft>
              <a:buChar char="•"/>
              <a:defRPr sz="3200">
                <a:solidFill>
                  <a:srgbClr val="666699"/>
                </a:solidFill>
                <a:latin typeface="+mn-lt"/>
                <a:ea typeface="+mn-ea"/>
                <a:cs typeface="+mn-cs"/>
              </a:defRPr>
            </a:lvl1pPr>
            <a:lvl2pPr marL="742950" indent="-285750" algn="l" rtl="0" eaLnBrk="0" fontAlgn="base" hangingPunct="0">
              <a:spcBef>
                <a:spcPct val="20000"/>
              </a:spcBef>
              <a:spcAft>
                <a:spcPct val="0"/>
              </a:spcAft>
              <a:buChar char="–"/>
              <a:defRPr sz="2800">
                <a:solidFill>
                  <a:srgbClr val="666699"/>
                </a:solidFill>
                <a:latin typeface="+mn-lt"/>
                <a:ea typeface="+mn-ea"/>
              </a:defRPr>
            </a:lvl2pPr>
            <a:lvl3pPr marL="1143000" indent="-228600" algn="l" rtl="0" eaLnBrk="0" fontAlgn="base" hangingPunct="0">
              <a:spcBef>
                <a:spcPct val="20000"/>
              </a:spcBef>
              <a:spcAft>
                <a:spcPct val="0"/>
              </a:spcAft>
              <a:buChar char="•"/>
              <a:defRPr sz="2400">
                <a:solidFill>
                  <a:srgbClr val="666699"/>
                </a:solidFill>
                <a:latin typeface="+mn-lt"/>
                <a:ea typeface="+mn-ea"/>
              </a:defRPr>
            </a:lvl3pPr>
            <a:lvl4pPr marL="1600200" indent="-228600" algn="l" rtl="0" eaLnBrk="0" fontAlgn="base" hangingPunct="0">
              <a:spcBef>
                <a:spcPct val="20000"/>
              </a:spcBef>
              <a:spcAft>
                <a:spcPct val="0"/>
              </a:spcAft>
              <a:buChar char="–"/>
              <a:defRPr sz="2000">
                <a:solidFill>
                  <a:srgbClr val="666699"/>
                </a:solidFill>
                <a:latin typeface="+mn-lt"/>
                <a:ea typeface="+mn-ea"/>
              </a:defRPr>
            </a:lvl4pPr>
            <a:lvl5pPr marL="2057400" indent="-228600" algn="l" rtl="0" eaLnBrk="0" fontAlgn="base" hangingPunct="0">
              <a:spcBef>
                <a:spcPct val="20000"/>
              </a:spcBef>
              <a:spcAft>
                <a:spcPct val="0"/>
              </a:spcAft>
              <a:buChar char="»"/>
              <a:defRPr sz="2000">
                <a:solidFill>
                  <a:srgbClr val="666699"/>
                </a:solidFill>
                <a:latin typeface="+mn-lt"/>
                <a:ea typeface="+mn-ea"/>
              </a:defRPr>
            </a:lvl5pPr>
          </a:lstStyle>
          <a:p>
            <a:pPr marL="0" lvl="0" indent="0" eaLnBrk="1" hangingPunct="1">
              <a:spcBef>
                <a:spcPct val="50000"/>
              </a:spcBef>
              <a:buNone/>
            </a:pPr>
            <a:r>
              <a:rPr lang="zh-CN" altLang="en-US" sz="2400" b="1" dirty="0">
                <a:solidFill>
                  <a:schemeClr val="tx1"/>
                </a:solidFill>
                <a:latin typeface="Tahoma" panose="020B0604030504040204" pitchFamily="34" charset="0"/>
              </a:rPr>
              <a:t>[Y]</a:t>
            </a:r>
            <a:r>
              <a:rPr lang="zh-CN" altLang="en-US" sz="2400" b="1" baseline="-25000" dirty="0">
                <a:solidFill>
                  <a:schemeClr val="tx1"/>
                </a:solidFill>
                <a:latin typeface="Tahoma" panose="020B0604030504040204" pitchFamily="34" charset="0"/>
              </a:rPr>
              <a:t>补</a:t>
            </a:r>
            <a:r>
              <a:rPr lang="zh-CN" altLang="en-US" sz="2400" dirty="0">
                <a:solidFill>
                  <a:schemeClr val="tx1"/>
                </a:solidFill>
                <a:latin typeface="Tahoma" panose="020B0604030504040204" pitchFamily="34" charset="0"/>
              </a:rPr>
              <a:t>=</a:t>
            </a:r>
            <a:r>
              <a:rPr lang="zh-CN" altLang="en-US" sz="2400" b="1" dirty="0">
                <a:solidFill>
                  <a:schemeClr val="tx1"/>
                </a:solidFill>
                <a:latin typeface="Tahoma" panose="020B0604030504040204" pitchFamily="34" charset="0"/>
              </a:rPr>
              <a:t>00. 1000</a:t>
            </a:r>
            <a:endParaRPr lang="zh-CN" altLang="en-US" sz="2400" b="1" dirty="0">
              <a:solidFill>
                <a:schemeClr val="tx1"/>
              </a:solidFill>
              <a:latin typeface="Tahoma" panose="020B0604030504040204" pitchFamily="34" charset="0"/>
            </a:endParaRPr>
          </a:p>
        </p:txBody>
      </p:sp>
      <p:sp>
        <p:nvSpPr>
          <p:cNvPr id="20485" name="Text Box 5"/>
          <p:cNvSpPr txBox="1"/>
          <p:nvPr/>
        </p:nvSpPr>
        <p:spPr>
          <a:xfrm>
            <a:off x="1600200" y="3200400"/>
            <a:ext cx="457200" cy="457200"/>
          </a:xfrm>
          <a:prstGeom prst="rect">
            <a:avLst/>
          </a:prstGeom>
          <a:noFill/>
          <a:ln w="9525">
            <a:noFill/>
          </a:ln>
        </p:spPr>
        <p:txBody>
          <a:bodyPr>
            <a:spAutoFit/>
          </a:bodyPr>
          <a:lstStyle>
            <a:lvl1pPr marL="342900" indent="-342900" algn="l" rtl="0" eaLnBrk="0" fontAlgn="base" hangingPunct="0">
              <a:spcBef>
                <a:spcPct val="20000"/>
              </a:spcBef>
              <a:spcAft>
                <a:spcPct val="0"/>
              </a:spcAft>
              <a:buChar char="•"/>
              <a:defRPr sz="3200">
                <a:solidFill>
                  <a:srgbClr val="666699"/>
                </a:solidFill>
                <a:latin typeface="+mn-lt"/>
                <a:ea typeface="+mn-ea"/>
                <a:cs typeface="+mn-cs"/>
              </a:defRPr>
            </a:lvl1pPr>
            <a:lvl2pPr marL="742950" indent="-285750" algn="l" rtl="0" eaLnBrk="0" fontAlgn="base" hangingPunct="0">
              <a:spcBef>
                <a:spcPct val="20000"/>
              </a:spcBef>
              <a:spcAft>
                <a:spcPct val="0"/>
              </a:spcAft>
              <a:buChar char="–"/>
              <a:defRPr sz="2800">
                <a:solidFill>
                  <a:srgbClr val="666699"/>
                </a:solidFill>
                <a:latin typeface="+mn-lt"/>
                <a:ea typeface="+mn-ea"/>
              </a:defRPr>
            </a:lvl2pPr>
            <a:lvl3pPr marL="1143000" indent="-228600" algn="l" rtl="0" eaLnBrk="0" fontAlgn="base" hangingPunct="0">
              <a:spcBef>
                <a:spcPct val="20000"/>
              </a:spcBef>
              <a:spcAft>
                <a:spcPct val="0"/>
              </a:spcAft>
              <a:buChar char="•"/>
              <a:defRPr sz="2400">
                <a:solidFill>
                  <a:srgbClr val="666699"/>
                </a:solidFill>
                <a:latin typeface="+mn-lt"/>
                <a:ea typeface="+mn-ea"/>
              </a:defRPr>
            </a:lvl3pPr>
            <a:lvl4pPr marL="1600200" indent="-228600" algn="l" rtl="0" eaLnBrk="0" fontAlgn="base" hangingPunct="0">
              <a:spcBef>
                <a:spcPct val="20000"/>
              </a:spcBef>
              <a:spcAft>
                <a:spcPct val="0"/>
              </a:spcAft>
              <a:buChar char="–"/>
              <a:defRPr sz="2000">
                <a:solidFill>
                  <a:srgbClr val="666699"/>
                </a:solidFill>
                <a:latin typeface="+mn-lt"/>
                <a:ea typeface="+mn-ea"/>
              </a:defRPr>
            </a:lvl4pPr>
            <a:lvl5pPr marL="2057400" indent="-228600" algn="l" rtl="0" eaLnBrk="0" fontAlgn="base" hangingPunct="0">
              <a:spcBef>
                <a:spcPct val="20000"/>
              </a:spcBef>
              <a:spcAft>
                <a:spcPct val="0"/>
              </a:spcAft>
              <a:buChar char="»"/>
              <a:defRPr sz="2000">
                <a:solidFill>
                  <a:srgbClr val="666699"/>
                </a:solidFill>
                <a:latin typeface="+mn-lt"/>
                <a:ea typeface="+mn-ea"/>
              </a:defRPr>
            </a:lvl5pPr>
          </a:lstStyle>
          <a:p>
            <a:pPr marL="0" lvl="0" indent="0" eaLnBrk="1" hangingPunct="1">
              <a:spcBef>
                <a:spcPct val="50000"/>
              </a:spcBef>
              <a:buNone/>
            </a:pPr>
            <a:r>
              <a:rPr lang="zh-CN" altLang="en-US" sz="2400" dirty="0">
                <a:solidFill>
                  <a:schemeClr val="tx1"/>
                </a:solidFill>
                <a:latin typeface="Tahoma" panose="020B0604030504040204" pitchFamily="34" charset="0"/>
              </a:rPr>
              <a:t>+</a:t>
            </a:r>
            <a:endParaRPr lang="zh-CN" altLang="en-US" sz="2400" dirty="0">
              <a:solidFill>
                <a:schemeClr val="tx1"/>
              </a:solidFill>
              <a:latin typeface="Tahoma" panose="020B0604030504040204" pitchFamily="34" charset="0"/>
            </a:endParaRPr>
          </a:p>
        </p:txBody>
      </p:sp>
      <p:sp>
        <p:nvSpPr>
          <p:cNvPr id="20486" name="Line 6"/>
          <p:cNvSpPr/>
          <p:nvPr/>
        </p:nvSpPr>
        <p:spPr>
          <a:xfrm>
            <a:off x="685800" y="3810000"/>
            <a:ext cx="5562600" cy="0"/>
          </a:xfrm>
          <a:prstGeom prst="line">
            <a:avLst/>
          </a:prstGeom>
          <a:ln w="9525" cap="flat" cmpd="sng">
            <a:solidFill>
              <a:schemeClr val="tx1"/>
            </a:solidFill>
            <a:prstDash val="solid"/>
            <a:headEnd type="none" w="med" len="med"/>
            <a:tailEnd type="none" w="med" len="med"/>
          </a:ln>
        </p:spPr>
      </p:sp>
      <p:sp>
        <p:nvSpPr>
          <p:cNvPr id="20487" name="Text Box 7"/>
          <p:cNvSpPr txBox="1"/>
          <p:nvPr/>
        </p:nvSpPr>
        <p:spPr>
          <a:xfrm>
            <a:off x="3429000" y="3886200"/>
            <a:ext cx="1752600" cy="457200"/>
          </a:xfrm>
          <a:prstGeom prst="rect">
            <a:avLst/>
          </a:prstGeom>
          <a:noFill/>
          <a:ln w="9525">
            <a:noFill/>
          </a:ln>
        </p:spPr>
        <p:txBody>
          <a:bodyPr>
            <a:spAutoFit/>
          </a:bodyPr>
          <a:lstStyle>
            <a:lvl1pPr marL="342900" indent="-342900" algn="l" rtl="0" eaLnBrk="0" fontAlgn="base" hangingPunct="0">
              <a:spcBef>
                <a:spcPct val="20000"/>
              </a:spcBef>
              <a:spcAft>
                <a:spcPct val="0"/>
              </a:spcAft>
              <a:buChar char="•"/>
              <a:defRPr sz="3200">
                <a:solidFill>
                  <a:srgbClr val="666699"/>
                </a:solidFill>
                <a:latin typeface="+mn-lt"/>
                <a:ea typeface="+mn-ea"/>
                <a:cs typeface="+mn-cs"/>
              </a:defRPr>
            </a:lvl1pPr>
            <a:lvl2pPr marL="742950" indent="-285750" algn="l" rtl="0" eaLnBrk="0" fontAlgn="base" hangingPunct="0">
              <a:spcBef>
                <a:spcPct val="20000"/>
              </a:spcBef>
              <a:spcAft>
                <a:spcPct val="0"/>
              </a:spcAft>
              <a:buChar char="–"/>
              <a:defRPr sz="2800">
                <a:solidFill>
                  <a:srgbClr val="666699"/>
                </a:solidFill>
                <a:latin typeface="+mn-lt"/>
                <a:ea typeface="+mn-ea"/>
              </a:defRPr>
            </a:lvl2pPr>
            <a:lvl3pPr marL="1143000" indent="-228600" algn="l" rtl="0" eaLnBrk="0" fontAlgn="base" hangingPunct="0">
              <a:spcBef>
                <a:spcPct val="20000"/>
              </a:spcBef>
              <a:spcAft>
                <a:spcPct val="0"/>
              </a:spcAft>
              <a:buChar char="•"/>
              <a:defRPr sz="2400">
                <a:solidFill>
                  <a:srgbClr val="666699"/>
                </a:solidFill>
                <a:latin typeface="+mn-lt"/>
                <a:ea typeface="+mn-ea"/>
              </a:defRPr>
            </a:lvl3pPr>
            <a:lvl4pPr marL="1600200" indent="-228600" algn="l" rtl="0" eaLnBrk="0" fontAlgn="base" hangingPunct="0">
              <a:spcBef>
                <a:spcPct val="20000"/>
              </a:spcBef>
              <a:spcAft>
                <a:spcPct val="0"/>
              </a:spcAft>
              <a:buChar char="–"/>
              <a:defRPr sz="2000">
                <a:solidFill>
                  <a:srgbClr val="666699"/>
                </a:solidFill>
                <a:latin typeface="+mn-lt"/>
                <a:ea typeface="+mn-ea"/>
              </a:defRPr>
            </a:lvl4pPr>
            <a:lvl5pPr marL="2057400" indent="-228600" algn="l" rtl="0" eaLnBrk="0" fontAlgn="base" hangingPunct="0">
              <a:spcBef>
                <a:spcPct val="20000"/>
              </a:spcBef>
              <a:spcAft>
                <a:spcPct val="0"/>
              </a:spcAft>
              <a:buChar char="»"/>
              <a:defRPr sz="2000">
                <a:solidFill>
                  <a:srgbClr val="666699"/>
                </a:solidFill>
                <a:latin typeface="+mn-lt"/>
                <a:ea typeface="+mn-ea"/>
              </a:defRPr>
            </a:lvl5pPr>
          </a:lstStyle>
          <a:p>
            <a:pPr marL="0" lvl="0" indent="0" eaLnBrk="1" hangingPunct="1">
              <a:spcBef>
                <a:spcPct val="50000"/>
              </a:spcBef>
              <a:buNone/>
            </a:pPr>
            <a:r>
              <a:rPr lang="zh-CN" altLang="en-US" sz="2400" b="1" dirty="0">
                <a:solidFill>
                  <a:srgbClr val="FF0000"/>
                </a:solidFill>
                <a:latin typeface="Tahoma" panose="020B0604030504040204" pitchFamily="34" charset="0"/>
              </a:rPr>
              <a:t>01</a:t>
            </a:r>
            <a:r>
              <a:rPr lang="zh-CN" altLang="en-US" sz="2400" b="1" dirty="0">
                <a:solidFill>
                  <a:schemeClr val="tx1"/>
                </a:solidFill>
                <a:latin typeface="Tahoma" panose="020B0604030504040204" pitchFamily="34" charset="0"/>
              </a:rPr>
              <a:t>. 0100</a:t>
            </a:r>
            <a:endParaRPr lang="zh-CN" altLang="en-US" sz="2400" b="1" dirty="0">
              <a:solidFill>
                <a:schemeClr val="tx1"/>
              </a:solidFill>
              <a:latin typeface="Tahoma" panose="020B0604030504040204" pitchFamily="34" charset="0"/>
            </a:endParaRPr>
          </a:p>
        </p:txBody>
      </p:sp>
      <p:sp>
        <p:nvSpPr>
          <p:cNvPr id="20488" name="Rectangle 8"/>
          <p:cNvSpPr/>
          <p:nvPr/>
        </p:nvSpPr>
        <p:spPr>
          <a:xfrm>
            <a:off x="1219200" y="4495800"/>
            <a:ext cx="6172200" cy="822325"/>
          </a:xfrm>
          <a:prstGeom prst="rect">
            <a:avLst/>
          </a:prstGeom>
          <a:noFill/>
          <a:ln w="9525">
            <a:noFill/>
          </a:ln>
        </p:spPr>
        <p:txBody>
          <a:bodyPr>
            <a:spAutoFit/>
          </a:bodyPr>
          <a:lstStyle>
            <a:lvl1pPr marL="342900" indent="-342900" algn="l" rtl="0" eaLnBrk="0" fontAlgn="base" hangingPunct="0">
              <a:spcBef>
                <a:spcPct val="20000"/>
              </a:spcBef>
              <a:spcAft>
                <a:spcPct val="0"/>
              </a:spcAft>
              <a:buChar char="•"/>
              <a:defRPr sz="3200">
                <a:solidFill>
                  <a:srgbClr val="666699"/>
                </a:solidFill>
                <a:latin typeface="+mn-lt"/>
                <a:ea typeface="+mn-ea"/>
                <a:cs typeface="+mn-cs"/>
              </a:defRPr>
            </a:lvl1pPr>
            <a:lvl2pPr marL="742950" indent="-285750" algn="l" rtl="0" eaLnBrk="0" fontAlgn="base" hangingPunct="0">
              <a:spcBef>
                <a:spcPct val="20000"/>
              </a:spcBef>
              <a:spcAft>
                <a:spcPct val="0"/>
              </a:spcAft>
              <a:buChar char="–"/>
              <a:defRPr sz="2800">
                <a:solidFill>
                  <a:srgbClr val="666699"/>
                </a:solidFill>
                <a:latin typeface="+mn-lt"/>
                <a:ea typeface="+mn-ea"/>
              </a:defRPr>
            </a:lvl2pPr>
            <a:lvl3pPr marL="1143000" indent="-228600" algn="l" rtl="0" eaLnBrk="0" fontAlgn="base" hangingPunct="0">
              <a:spcBef>
                <a:spcPct val="20000"/>
              </a:spcBef>
              <a:spcAft>
                <a:spcPct val="0"/>
              </a:spcAft>
              <a:buChar char="•"/>
              <a:defRPr sz="2400">
                <a:solidFill>
                  <a:srgbClr val="666699"/>
                </a:solidFill>
                <a:latin typeface="+mn-lt"/>
                <a:ea typeface="+mn-ea"/>
              </a:defRPr>
            </a:lvl3pPr>
            <a:lvl4pPr marL="1600200" indent="-228600" algn="l" rtl="0" eaLnBrk="0" fontAlgn="base" hangingPunct="0">
              <a:spcBef>
                <a:spcPct val="20000"/>
              </a:spcBef>
              <a:spcAft>
                <a:spcPct val="0"/>
              </a:spcAft>
              <a:buChar char="–"/>
              <a:defRPr sz="2000">
                <a:solidFill>
                  <a:srgbClr val="666699"/>
                </a:solidFill>
                <a:latin typeface="+mn-lt"/>
                <a:ea typeface="+mn-ea"/>
              </a:defRPr>
            </a:lvl4pPr>
            <a:lvl5pPr marL="2057400" indent="-228600" algn="l" rtl="0" eaLnBrk="0" fontAlgn="base" hangingPunct="0">
              <a:spcBef>
                <a:spcPct val="20000"/>
              </a:spcBef>
              <a:spcAft>
                <a:spcPct val="0"/>
              </a:spcAft>
              <a:buChar char="»"/>
              <a:defRPr sz="2000">
                <a:solidFill>
                  <a:srgbClr val="666699"/>
                </a:solidFill>
                <a:latin typeface="+mn-lt"/>
                <a:ea typeface="+mn-ea"/>
              </a:defRPr>
            </a:lvl5pPr>
          </a:lstStyle>
          <a:p>
            <a:pPr marL="0" lvl="0" indent="0" eaLnBrk="1" hangingPunct="1">
              <a:spcBef>
                <a:spcPct val="0"/>
              </a:spcBef>
              <a:buNone/>
            </a:pPr>
            <a:r>
              <a:rPr lang="zh-CN" altLang="en-US" sz="2400" b="1" dirty="0">
                <a:solidFill>
                  <a:srgbClr val="4060A0"/>
                </a:solidFill>
                <a:latin typeface="宋体" panose="02010600030101010101" pitchFamily="2" charset="-122"/>
              </a:rPr>
              <a:t>正数太大了，向前有进位，而符号位向前无进位；两个符号位：01，不相同，表示溢出</a:t>
            </a:r>
            <a:endParaRPr lang="zh-CN" altLang="en-US" sz="2400" b="1" dirty="0">
              <a:solidFill>
                <a:srgbClr val="4060A0"/>
              </a:solidFill>
              <a:latin typeface="宋体" panose="02010600030101010101" pitchFamily="2" charset="-122"/>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1506" name="Rectangle 2"/>
          <p:cNvSpPr/>
          <p:nvPr/>
        </p:nvSpPr>
        <p:spPr>
          <a:xfrm>
            <a:off x="457200" y="1295400"/>
            <a:ext cx="8458200" cy="1143000"/>
          </a:xfrm>
          <a:prstGeom prst="rect">
            <a:avLst/>
          </a:prstGeom>
          <a:noFill/>
          <a:ln w="9525">
            <a:noFill/>
          </a:ln>
        </p:spPr>
        <p:txBody>
          <a:bodyPr/>
          <a:lstStyle>
            <a:lvl1pPr marL="342900" indent="-342900" algn="l" rtl="0" eaLnBrk="0" fontAlgn="base" hangingPunct="0">
              <a:spcBef>
                <a:spcPct val="20000"/>
              </a:spcBef>
              <a:spcAft>
                <a:spcPct val="0"/>
              </a:spcAft>
              <a:buChar char="•"/>
              <a:defRPr sz="3200">
                <a:solidFill>
                  <a:srgbClr val="666699"/>
                </a:solidFill>
                <a:latin typeface="+mn-lt"/>
                <a:ea typeface="+mn-ea"/>
                <a:cs typeface="+mn-cs"/>
              </a:defRPr>
            </a:lvl1pPr>
            <a:lvl2pPr marL="742950" indent="-285750" algn="l" rtl="0" eaLnBrk="0" fontAlgn="base" hangingPunct="0">
              <a:spcBef>
                <a:spcPct val="20000"/>
              </a:spcBef>
              <a:spcAft>
                <a:spcPct val="0"/>
              </a:spcAft>
              <a:buChar char="–"/>
              <a:defRPr sz="2800">
                <a:solidFill>
                  <a:srgbClr val="666699"/>
                </a:solidFill>
                <a:latin typeface="+mn-lt"/>
                <a:ea typeface="+mn-ea"/>
              </a:defRPr>
            </a:lvl2pPr>
            <a:lvl3pPr marL="1143000" indent="-228600" algn="l" rtl="0" eaLnBrk="0" fontAlgn="base" hangingPunct="0">
              <a:spcBef>
                <a:spcPct val="20000"/>
              </a:spcBef>
              <a:spcAft>
                <a:spcPct val="0"/>
              </a:spcAft>
              <a:buChar char="•"/>
              <a:defRPr sz="2400">
                <a:solidFill>
                  <a:srgbClr val="666699"/>
                </a:solidFill>
                <a:latin typeface="+mn-lt"/>
                <a:ea typeface="+mn-ea"/>
              </a:defRPr>
            </a:lvl3pPr>
            <a:lvl4pPr marL="1600200" indent="-228600" algn="l" rtl="0" eaLnBrk="0" fontAlgn="base" hangingPunct="0">
              <a:spcBef>
                <a:spcPct val="20000"/>
              </a:spcBef>
              <a:spcAft>
                <a:spcPct val="0"/>
              </a:spcAft>
              <a:buChar char="–"/>
              <a:defRPr sz="2000">
                <a:solidFill>
                  <a:srgbClr val="666699"/>
                </a:solidFill>
                <a:latin typeface="+mn-lt"/>
                <a:ea typeface="+mn-ea"/>
              </a:defRPr>
            </a:lvl4pPr>
            <a:lvl5pPr marL="2057400" indent="-228600" algn="l" rtl="0" eaLnBrk="0" fontAlgn="base" hangingPunct="0">
              <a:spcBef>
                <a:spcPct val="20000"/>
              </a:spcBef>
              <a:spcAft>
                <a:spcPct val="0"/>
              </a:spcAft>
              <a:buChar char="»"/>
              <a:defRPr sz="2000">
                <a:solidFill>
                  <a:srgbClr val="666699"/>
                </a:solidFill>
                <a:latin typeface="+mn-lt"/>
                <a:ea typeface="+mn-ea"/>
              </a:defRPr>
            </a:lvl5pPr>
          </a:lstStyle>
          <a:p>
            <a:pPr marL="342900" lvl="0" indent="-342900" eaLnBrk="1" hangingPunct="1">
              <a:lnSpc>
                <a:spcPct val="90000"/>
              </a:lnSpc>
              <a:buClr>
                <a:schemeClr val="folHlink"/>
              </a:buClr>
              <a:buSzPct val="60000"/>
              <a:buFont typeface="Wingdings" panose="05000000000000000000" pitchFamily="2" charset="2"/>
              <a:buChar char="n"/>
            </a:pPr>
            <a:r>
              <a:rPr lang="zh-CN" altLang="en-US" b="1" dirty="0">
                <a:solidFill>
                  <a:schemeClr val="tx1"/>
                </a:solidFill>
                <a:latin typeface="宋体" panose="02010600030101010101" pitchFamily="2" charset="-122"/>
              </a:rPr>
              <a:t>例: </a:t>
            </a:r>
            <a:r>
              <a:rPr lang="zh-CN" altLang="en-US" b="1" dirty="0">
                <a:solidFill>
                  <a:schemeClr val="tx1"/>
                </a:solidFill>
              </a:rPr>
              <a:t> X=-0.1100  Y=-0.1000，求 X+Y=？</a:t>
            </a:r>
            <a:endParaRPr lang="zh-CN" altLang="en-US" b="1" dirty="0">
              <a:solidFill>
                <a:schemeClr val="tx1"/>
              </a:solidFill>
            </a:endParaRPr>
          </a:p>
          <a:p>
            <a:pPr marL="342900" lvl="0" indent="-342900" eaLnBrk="1" hangingPunct="1">
              <a:lnSpc>
                <a:spcPct val="90000"/>
              </a:lnSpc>
              <a:buClr>
                <a:schemeClr val="folHlink"/>
              </a:buClr>
              <a:buSzPct val="60000"/>
              <a:buFont typeface="Wingdings" panose="05000000000000000000" pitchFamily="2" charset="2"/>
              <a:buNone/>
            </a:pPr>
            <a:r>
              <a:rPr lang="zh-CN" altLang="en-US" dirty="0">
                <a:solidFill>
                  <a:schemeClr val="tx1"/>
                </a:solidFill>
                <a:latin typeface="Tahoma" panose="020B0604030504040204" pitchFamily="34" charset="0"/>
                <a:ea typeface="楷体_GB2312" pitchFamily="1" charset="-122"/>
              </a:rPr>
              <a:t>   </a:t>
            </a:r>
            <a:r>
              <a:rPr lang="zh-CN" altLang="en-US" b="1" dirty="0">
                <a:solidFill>
                  <a:schemeClr val="tx1"/>
                </a:solidFill>
                <a:latin typeface="Tahoma" panose="020B0604030504040204" pitchFamily="34" charset="0"/>
                <a:ea typeface="楷体_GB2312" pitchFamily="1" charset="-122"/>
              </a:rPr>
              <a:t>解:</a:t>
            </a:r>
            <a:endParaRPr lang="zh-CN" altLang="en-US" b="1" dirty="0">
              <a:solidFill>
                <a:schemeClr val="tx1"/>
              </a:solidFill>
              <a:latin typeface="Tahoma" panose="020B0604030504040204" pitchFamily="34" charset="0"/>
              <a:ea typeface="楷体_GB2312" pitchFamily="1" charset="-122"/>
            </a:endParaRPr>
          </a:p>
        </p:txBody>
      </p:sp>
      <p:sp>
        <p:nvSpPr>
          <p:cNvPr id="21507" name="Text Box 3"/>
          <p:cNvSpPr txBox="1"/>
          <p:nvPr/>
        </p:nvSpPr>
        <p:spPr>
          <a:xfrm>
            <a:off x="2590800" y="1981200"/>
            <a:ext cx="4419600" cy="517525"/>
          </a:xfrm>
          <a:prstGeom prst="rect">
            <a:avLst/>
          </a:prstGeom>
          <a:noFill/>
          <a:ln w="9525">
            <a:noFill/>
          </a:ln>
        </p:spPr>
        <p:txBody>
          <a:bodyPr>
            <a:spAutoFit/>
          </a:bodyPr>
          <a:lstStyle>
            <a:lvl1pPr marL="342900" indent="-342900" algn="l" rtl="0" eaLnBrk="0" fontAlgn="base" hangingPunct="0">
              <a:spcBef>
                <a:spcPct val="20000"/>
              </a:spcBef>
              <a:spcAft>
                <a:spcPct val="0"/>
              </a:spcAft>
              <a:buChar char="•"/>
              <a:defRPr sz="3200">
                <a:solidFill>
                  <a:srgbClr val="666699"/>
                </a:solidFill>
                <a:latin typeface="+mn-lt"/>
                <a:ea typeface="+mn-ea"/>
                <a:cs typeface="+mn-cs"/>
              </a:defRPr>
            </a:lvl1pPr>
            <a:lvl2pPr marL="742950" indent="-285750" algn="l" rtl="0" eaLnBrk="0" fontAlgn="base" hangingPunct="0">
              <a:spcBef>
                <a:spcPct val="20000"/>
              </a:spcBef>
              <a:spcAft>
                <a:spcPct val="0"/>
              </a:spcAft>
              <a:buChar char="–"/>
              <a:defRPr sz="2800">
                <a:solidFill>
                  <a:srgbClr val="666699"/>
                </a:solidFill>
                <a:latin typeface="+mn-lt"/>
                <a:ea typeface="+mn-ea"/>
              </a:defRPr>
            </a:lvl2pPr>
            <a:lvl3pPr marL="1143000" indent="-228600" algn="l" rtl="0" eaLnBrk="0" fontAlgn="base" hangingPunct="0">
              <a:spcBef>
                <a:spcPct val="20000"/>
              </a:spcBef>
              <a:spcAft>
                <a:spcPct val="0"/>
              </a:spcAft>
              <a:buChar char="•"/>
              <a:defRPr sz="2400">
                <a:solidFill>
                  <a:srgbClr val="666699"/>
                </a:solidFill>
                <a:latin typeface="+mn-lt"/>
                <a:ea typeface="+mn-ea"/>
              </a:defRPr>
            </a:lvl3pPr>
            <a:lvl4pPr marL="1600200" indent="-228600" algn="l" rtl="0" eaLnBrk="0" fontAlgn="base" hangingPunct="0">
              <a:spcBef>
                <a:spcPct val="20000"/>
              </a:spcBef>
              <a:spcAft>
                <a:spcPct val="0"/>
              </a:spcAft>
              <a:buChar char="–"/>
              <a:defRPr sz="2000">
                <a:solidFill>
                  <a:srgbClr val="666699"/>
                </a:solidFill>
                <a:latin typeface="+mn-lt"/>
                <a:ea typeface="+mn-ea"/>
              </a:defRPr>
            </a:lvl4pPr>
            <a:lvl5pPr marL="2057400" indent="-228600" algn="l" rtl="0" eaLnBrk="0" fontAlgn="base" hangingPunct="0">
              <a:spcBef>
                <a:spcPct val="20000"/>
              </a:spcBef>
              <a:spcAft>
                <a:spcPct val="0"/>
              </a:spcAft>
              <a:buChar char="»"/>
              <a:defRPr sz="2000">
                <a:solidFill>
                  <a:srgbClr val="666699"/>
                </a:solidFill>
                <a:latin typeface="+mn-lt"/>
                <a:ea typeface="+mn-ea"/>
              </a:defRPr>
            </a:lvl5pPr>
          </a:lstStyle>
          <a:p>
            <a:pPr marL="0" lvl="0" indent="0" eaLnBrk="1" hangingPunct="1">
              <a:spcBef>
                <a:spcPct val="50000"/>
              </a:spcBef>
              <a:buNone/>
            </a:pPr>
            <a:r>
              <a:rPr lang="zh-CN" altLang="en-US" sz="2400" b="1" dirty="0">
                <a:solidFill>
                  <a:schemeClr val="tx1"/>
                </a:solidFill>
                <a:latin typeface="Tahoma" panose="020B0604030504040204" pitchFamily="34" charset="0"/>
              </a:rPr>
              <a:t>[X]</a:t>
            </a:r>
            <a:r>
              <a:rPr lang="zh-CN" altLang="en-US" sz="2400" b="1" baseline="-25000" dirty="0">
                <a:solidFill>
                  <a:schemeClr val="tx1"/>
                </a:solidFill>
                <a:latin typeface="Tahoma" panose="020B0604030504040204" pitchFamily="34" charset="0"/>
              </a:rPr>
              <a:t>补</a:t>
            </a:r>
            <a:r>
              <a:rPr lang="zh-CN" altLang="en-US" sz="2400" b="1" dirty="0">
                <a:solidFill>
                  <a:schemeClr val="tx1"/>
                </a:solidFill>
                <a:latin typeface="Tahoma" panose="020B0604030504040204" pitchFamily="34" charset="0"/>
              </a:rPr>
              <a:t>=11. 0100</a:t>
            </a:r>
            <a:endParaRPr lang="zh-CN" altLang="en-US" sz="2400" b="1" dirty="0">
              <a:solidFill>
                <a:schemeClr val="tx1"/>
              </a:solidFill>
              <a:latin typeface="Tahoma" panose="020B0604030504040204" pitchFamily="34" charset="0"/>
            </a:endParaRPr>
          </a:p>
        </p:txBody>
      </p:sp>
      <p:sp>
        <p:nvSpPr>
          <p:cNvPr id="21508" name="Text Box 4"/>
          <p:cNvSpPr txBox="1"/>
          <p:nvPr/>
        </p:nvSpPr>
        <p:spPr>
          <a:xfrm>
            <a:off x="2590800" y="2514600"/>
            <a:ext cx="2590800" cy="517525"/>
          </a:xfrm>
          <a:prstGeom prst="rect">
            <a:avLst/>
          </a:prstGeom>
          <a:noFill/>
          <a:ln w="9525">
            <a:noFill/>
          </a:ln>
        </p:spPr>
        <p:txBody>
          <a:bodyPr>
            <a:spAutoFit/>
          </a:bodyPr>
          <a:lstStyle>
            <a:lvl1pPr marL="342900" indent="-342900" algn="l" rtl="0" eaLnBrk="0" fontAlgn="base" hangingPunct="0">
              <a:spcBef>
                <a:spcPct val="20000"/>
              </a:spcBef>
              <a:spcAft>
                <a:spcPct val="0"/>
              </a:spcAft>
              <a:buChar char="•"/>
              <a:defRPr sz="3200">
                <a:solidFill>
                  <a:srgbClr val="666699"/>
                </a:solidFill>
                <a:latin typeface="+mn-lt"/>
                <a:ea typeface="+mn-ea"/>
                <a:cs typeface="+mn-cs"/>
              </a:defRPr>
            </a:lvl1pPr>
            <a:lvl2pPr marL="742950" indent="-285750" algn="l" rtl="0" eaLnBrk="0" fontAlgn="base" hangingPunct="0">
              <a:spcBef>
                <a:spcPct val="20000"/>
              </a:spcBef>
              <a:spcAft>
                <a:spcPct val="0"/>
              </a:spcAft>
              <a:buChar char="–"/>
              <a:defRPr sz="2800">
                <a:solidFill>
                  <a:srgbClr val="666699"/>
                </a:solidFill>
                <a:latin typeface="+mn-lt"/>
                <a:ea typeface="+mn-ea"/>
              </a:defRPr>
            </a:lvl2pPr>
            <a:lvl3pPr marL="1143000" indent="-228600" algn="l" rtl="0" eaLnBrk="0" fontAlgn="base" hangingPunct="0">
              <a:spcBef>
                <a:spcPct val="20000"/>
              </a:spcBef>
              <a:spcAft>
                <a:spcPct val="0"/>
              </a:spcAft>
              <a:buChar char="•"/>
              <a:defRPr sz="2400">
                <a:solidFill>
                  <a:srgbClr val="666699"/>
                </a:solidFill>
                <a:latin typeface="+mn-lt"/>
                <a:ea typeface="+mn-ea"/>
              </a:defRPr>
            </a:lvl3pPr>
            <a:lvl4pPr marL="1600200" indent="-228600" algn="l" rtl="0" eaLnBrk="0" fontAlgn="base" hangingPunct="0">
              <a:spcBef>
                <a:spcPct val="20000"/>
              </a:spcBef>
              <a:spcAft>
                <a:spcPct val="0"/>
              </a:spcAft>
              <a:buChar char="–"/>
              <a:defRPr sz="2000">
                <a:solidFill>
                  <a:srgbClr val="666699"/>
                </a:solidFill>
                <a:latin typeface="+mn-lt"/>
                <a:ea typeface="+mn-ea"/>
              </a:defRPr>
            </a:lvl4pPr>
            <a:lvl5pPr marL="2057400" indent="-228600" algn="l" rtl="0" eaLnBrk="0" fontAlgn="base" hangingPunct="0">
              <a:spcBef>
                <a:spcPct val="20000"/>
              </a:spcBef>
              <a:spcAft>
                <a:spcPct val="0"/>
              </a:spcAft>
              <a:buChar char="»"/>
              <a:defRPr sz="2000">
                <a:solidFill>
                  <a:srgbClr val="666699"/>
                </a:solidFill>
                <a:latin typeface="+mn-lt"/>
                <a:ea typeface="+mn-ea"/>
              </a:defRPr>
            </a:lvl5pPr>
          </a:lstStyle>
          <a:p>
            <a:pPr marL="0" lvl="0" indent="0" eaLnBrk="1" hangingPunct="1">
              <a:spcBef>
                <a:spcPct val="50000"/>
              </a:spcBef>
              <a:buNone/>
            </a:pPr>
            <a:r>
              <a:rPr lang="zh-CN" altLang="en-US" sz="2400" b="1" dirty="0">
                <a:solidFill>
                  <a:schemeClr val="tx1"/>
                </a:solidFill>
                <a:latin typeface="Tahoma" panose="020B0604030504040204" pitchFamily="34" charset="0"/>
              </a:rPr>
              <a:t>[Y]</a:t>
            </a:r>
            <a:r>
              <a:rPr lang="zh-CN" altLang="en-US" sz="2400" b="1" baseline="-25000" dirty="0">
                <a:solidFill>
                  <a:schemeClr val="tx1"/>
                </a:solidFill>
                <a:latin typeface="Tahoma" panose="020B0604030504040204" pitchFamily="34" charset="0"/>
              </a:rPr>
              <a:t>补</a:t>
            </a:r>
            <a:r>
              <a:rPr lang="zh-CN" altLang="en-US" sz="2400" b="1" dirty="0">
                <a:solidFill>
                  <a:schemeClr val="tx1"/>
                </a:solidFill>
                <a:latin typeface="Tahoma" panose="020B0604030504040204" pitchFamily="34" charset="0"/>
              </a:rPr>
              <a:t>=11. 1000</a:t>
            </a:r>
            <a:endParaRPr lang="zh-CN" altLang="en-US" sz="2400" b="1" dirty="0">
              <a:solidFill>
                <a:schemeClr val="tx1"/>
              </a:solidFill>
              <a:latin typeface="Tahoma" panose="020B0604030504040204" pitchFamily="34" charset="0"/>
            </a:endParaRPr>
          </a:p>
        </p:txBody>
      </p:sp>
      <p:sp>
        <p:nvSpPr>
          <p:cNvPr id="21509" name="Text Box 5"/>
          <p:cNvSpPr txBox="1"/>
          <p:nvPr/>
        </p:nvSpPr>
        <p:spPr>
          <a:xfrm>
            <a:off x="1600200" y="2438400"/>
            <a:ext cx="457200" cy="457200"/>
          </a:xfrm>
          <a:prstGeom prst="rect">
            <a:avLst/>
          </a:prstGeom>
          <a:noFill/>
          <a:ln w="9525">
            <a:noFill/>
          </a:ln>
        </p:spPr>
        <p:txBody>
          <a:bodyPr>
            <a:spAutoFit/>
          </a:bodyPr>
          <a:lstStyle>
            <a:lvl1pPr marL="342900" indent="-342900" algn="l" rtl="0" eaLnBrk="0" fontAlgn="base" hangingPunct="0">
              <a:spcBef>
                <a:spcPct val="20000"/>
              </a:spcBef>
              <a:spcAft>
                <a:spcPct val="0"/>
              </a:spcAft>
              <a:buChar char="•"/>
              <a:defRPr sz="3200">
                <a:solidFill>
                  <a:srgbClr val="666699"/>
                </a:solidFill>
                <a:latin typeface="+mn-lt"/>
                <a:ea typeface="+mn-ea"/>
                <a:cs typeface="+mn-cs"/>
              </a:defRPr>
            </a:lvl1pPr>
            <a:lvl2pPr marL="742950" indent="-285750" algn="l" rtl="0" eaLnBrk="0" fontAlgn="base" hangingPunct="0">
              <a:spcBef>
                <a:spcPct val="20000"/>
              </a:spcBef>
              <a:spcAft>
                <a:spcPct val="0"/>
              </a:spcAft>
              <a:buChar char="–"/>
              <a:defRPr sz="2800">
                <a:solidFill>
                  <a:srgbClr val="666699"/>
                </a:solidFill>
                <a:latin typeface="+mn-lt"/>
                <a:ea typeface="+mn-ea"/>
              </a:defRPr>
            </a:lvl2pPr>
            <a:lvl3pPr marL="1143000" indent="-228600" algn="l" rtl="0" eaLnBrk="0" fontAlgn="base" hangingPunct="0">
              <a:spcBef>
                <a:spcPct val="20000"/>
              </a:spcBef>
              <a:spcAft>
                <a:spcPct val="0"/>
              </a:spcAft>
              <a:buChar char="•"/>
              <a:defRPr sz="2400">
                <a:solidFill>
                  <a:srgbClr val="666699"/>
                </a:solidFill>
                <a:latin typeface="+mn-lt"/>
                <a:ea typeface="+mn-ea"/>
              </a:defRPr>
            </a:lvl3pPr>
            <a:lvl4pPr marL="1600200" indent="-228600" algn="l" rtl="0" eaLnBrk="0" fontAlgn="base" hangingPunct="0">
              <a:spcBef>
                <a:spcPct val="20000"/>
              </a:spcBef>
              <a:spcAft>
                <a:spcPct val="0"/>
              </a:spcAft>
              <a:buChar char="–"/>
              <a:defRPr sz="2000">
                <a:solidFill>
                  <a:srgbClr val="666699"/>
                </a:solidFill>
                <a:latin typeface="+mn-lt"/>
                <a:ea typeface="+mn-ea"/>
              </a:defRPr>
            </a:lvl4pPr>
            <a:lvl5pPr marL="2057400" indent="-228600" algn="l" rtl="0" eaLnBrk="0" fontAlgn="base" hangingPunct="0">
              <a:spcBef>
                <a:spcPct val="20000"/>
              </a:spcBef>
              <a:spcAft>
                <a:spcPct val="0"/>
              </a:spcAft>
              <a:buChar char="»"/>
              <a:defRPr sz="2000">
                <a:solidFill>
                  <a:srgbClr val="666699"/>
                </a:solidFill>
                <a:latin typeface="+mn-lt"/>
                <a:ea typeface="+mn-ea"/>
              </a:defRPr>
            </a:lvl5pPr>
          </a:lstStyle>
          <a:p>
            <a:pPr marL="0" lvl="0" indent="0" eaLnBrk="1" hangingPunct="1">
              <a:spcBef>
                <a:spcPct val="50000"/>
              </a:spcBef>
              <a:buNone/>
            </a:pPr>
            <a:r>
              <a:rPr lang="zh-CN" altLang="en-US" sz="2400" dirty="0">
                <a:solidFill>
                  <a:schemeClr val="tx1"/>
                </a:solidFill>
                <a:latin typeface="Tahoma" panose="020B0604030504040204" pitchFamily="34" charset="0"/>
              </a:rPr>
              <a:t>+</a:t>
            </a:r>
            <a:endParaRPr lang="zh-CN" altLang="en-US" sz="2400" dirty="0">
              <a:solidFill>
                <a:schemeClr val="tx1"/>
              </a:solidFill>
              <a:latin typeface="Tahoma" panose="020B0604030504040204" pitchFamily="34" charset="0"/>
            </a:endParaRPr>
          </a:p>
        </p:txBody>
      </p:sp>
      <p:sp>
        <p:nvSpPr>
          <p:cNvPr id="21510" name="Line 6"/>
          <p:cNvSpPr/>
          <p:nvPr/>
        </p:nvSpPr>
        <p:spPr>
          <a:xfrm>
            <a:off x="685800" y="3048000"/>
            <a:ext cx="5562600" cy="0"/>
          </a:xfrm>
          <a:prstGeom prst="line">
            <a:avLst/>
          </a:prstGeom>
          <a:ln w="9525" cap="flat" cmpd="sng">
            <a:solidFill>
              <a:schemeClr val="tx1"/>
            </a:solidFill>
            <a:prstDash val="solid"/>
            <a:headEnd type="none" w="med" len="med"/>
            <a:tailEnd type="none" w="med" len="med"/>
          </a:ln>
        </p:spPr>
      </p:sp>
      <p:sp>
        <p:nvSpPr>
          <p:cNvPr id="21511" name="Text Box 7"/>
          <p:cNvSpPr txBox="1"/>
          <p:nvPr/>
        </p:nvSpPr>
        <p:spPr>
          <a:xfrm>
            <a:off x="3500438" y="3124200"/>
            <a:ext cx="1752600" cy="457200"/>
          </a:xfrm>
          <a:prstGeom prst="rect">
            <a:avLst/>
          </a:prstGeom>
          <a:noFill/>
          <a:ln w="9525">
            <a:noFill/>
          </a:ln>
        </p:spPr>
        <p:txBody>
          <a:bodyPr>
            <a:spAutoFit/>
          </a:bodyPr>
          <a:lstStyle>
            <a:lvl1pPr marL="342900" indent="-342900" algn="l" rtl="0" eaLnBrk="0" fontAlgn="base" hangingPunct="0">
              <a:spcBef>
                <a:spcPct val="20000"/>
              </a:spcBef>
              <a:spcAft>
                <a:spcPct val="0"/>
              </a:spcAft>
              <a:buChar char="•"/>
              <a:defRPr sz="3200">
                <a:solidFill>
                  <a:srgbClr val="666699"/>
                </a:solidFill>
                <a:latin typeface="+mn-lt"/>
                <a:ea typeface="+mn-ea"/>
                <a:cs typeface="+mn-cs"/>
              </a:defRPr>
            </a:lvl1pPr>
            <a:lvl2pPr marL="742950" indent="-285750" algn="l" rtl="0" eaLnBrk="0" fontAlgn="base" hangingPunct="0">
              <a:spcBef>
                <a:spcPct val="20000"/>
              </a:spcBef>
              <a:spcAft>
                <a:spcPct val="0"/>
              </a:spcAft>
              <a:buChar char="–"/>
              <a:defRPr sz="2800">
                <a:solidFill>
                  <a:srgbClr val="666699"/>
                </a:solidFill>
                <a:latin typeface="+mn-lt"/>
                <a:ea typeface="+mn-ea"/>
              </a:defRPr>
            </a:lvl2pPr>
            <a:lvl3pPr marL="1143000" indent="-228600" algn="l" rtl="0" eaLnBrk="0" fontAlgn="base" hangingPunct="0">
              <a:spcBef>
                <a:spcPct val="20000"/>
              </a:spcBef>
              <a:spcAft>
                <a:spcPct val="0"/>
              </a:spcAft>
              <a:buChar char="•"/>
              <a:defRPr sz="2400">
                <a:solidFill>
                  <a:srgbClr val="666699"/>
                </a:solidFill>
                <a:latin typeface="+mn-lt"/>
                <a:ea typeface="+mn-ea"/>
              </a:defRPr>
            </a:lvl3pPr>
            <a:lvl4pPr marL="1600200" indent="-228600" algn="l" rtl="0" eaLnBrk="0" fontAlgn="base" hangingPunct="0">
              <a:spcBef>
                <a:spcPct val="20000"/>
              </a:spcBef>
              <a:spcAft>
                <a:spcPct val="0"/>
              </a:spcAft>
              <a:buChar char="–"/>
              <a:defRPr sz="2000">
                <a:solidFill>
                  <a:srgbClr val="666699"/>
                </a:solidFill>
                <a:latin typeface="+mn-lt"/>
                <a:ea typeface="+mn-ea"/>
              </a:defRPr>
            </a:lvl4pPr>
            <a:lvl5pPr marL="2057400" indent="-228600" algn="l" rtl="0" eaLnBrk="0" fontAlgn="base" hangingPunct="0">
              <a:spcBef>
                <a:spcPct val="20000"/>
              </a:spcBef>
              <a:spcAft>
                <a:spcPct val="0"/>
              </a:spcAft>
              <a:buChar char="»"/>
              <a:defRPr sz="2000">
                <a:solidFill>
                  <a:srgbClr val="666699"/>
                </a:solidFill>
                <a:latin typeface="+mn-lt"/>
                <a:ea typeface="+mn-ea"/>
              </a:defRPr>
            </a:lvl5pPr>
          </a:lstStyle>
          <a:p>
            <a:pPr marL="0" lvl="0" indent="0" eaLnBrk="1" hangingPunct="1">
              <a:spcBef>
                <a:spcPct val="50000"/>
              </a:spcBef>
              <a:buNone/>
            </a:pPr>
            <a:r>
              <a:rPr lang="zh-CN" altLang="en-US" sz="2400" b="1" dirty="0">
                <a:solidFill>
                  <a:srgbClr val="FF0000"/>
                </a:solidFill>
                <a:latin typeface="Tahoma" panose="020B0604030504040204" pitchFamily="34" charset="0"/>
              </a:rPr>
              <a:t>10</a:t>
            </a:r>
            <a:r>
              <a:rPr lang="zh-CN" altLang="en-US" sz="2400" b="1" dirty="0">
                <a:solidFill>
                  <a:schemeClr val="tx1"/>
                </a:solidFill>
                <a:latin typeface="Tahoma" panose="020B0604030504040204" pitchFamily="34" charset="0"/>
              </a:rPr>
              <a:t>. 1100</a:t>
            </a:r>
            <a:endParaRPr lang="zh-CN" altLang="en-US" sz="2400" b="1" dirty="0">
              <a:solidFill>
                <a:schemeClr val="tx1"/>
              </a:solidFill>
              <a:latin typeface="Tahoma" panose="020B0604030504040204" pitchFamily="34" charset="0"/>
            </a:endParaRPr>
          </a:p>
        </p:txBody>
      </p:sp>
      <p:sp>
        <p:nvSpPr>
          <p:cNvPr id="21512" name="Rectangle 8"/>
          <p:cNvSpPr/>
          <p:nvPr/>
        </p:nvSpPr>
        <p:spPr>
          <a:xfrm>
            <a:off x="395288" y="3933825"/>
            <a:ext cx="8382000" cy="822325"/>
          </a:xfrm>
          <a:prstGeom prst="rect">
            <a:avLst/>
          </a:prstGeom>
          <a:noFill/>
          <a:ln w="9525">
            <a:noFill/>
          </a:ln>
        </p:spPr>
        <p:txBody>
          <a:bodyPr>
            <a:spAutoFit/>
          </a:bodyPr>
          <a:lstStyle>
            <a:lvl1pPr marL="342900" indent="-342900" algn="l" rtl="0" eaLnBrk="0" fontAlgn="base" hangingPunct="0">
              <a:spcBef>
                <a:spcPct val="20000"/>
              </a:spcBef>
              <a:spcAft>
                <a:spcPct val="0"/>
              </a:spcAft>
              <a:buChar char="•"/>
              <a:defRPr sz="3200">
                <a:solidFill>
                  <a:srgbClr val="666699"/>
                </a:solidFill>
                <a:latin typeface="+mn-lt"/>
                <a:ea typeface="+mn-ea"/>
                <a:cs typeface="+mn-cs"/>
              </a:defRPr>
            </a:lvl1pPr>
            <a:lvl2pPr marL="742950" indent="-285750" algn="l" rtl="0" eaLnBrk="0" fontAlgn="base" hangingPunct="0">
              <a:spcBef>
                <a:spcPct val="20000"/>
              </a:spcBef>
              <a:spcAft>
                <a:spcPct val="0"/>
              </a:spcAft>
              <a:buChar char="–"/>
              <a:defRPr sz="2800">
                <a:solidFill>
                  <a:srgbClr val="666699"/>
                </a:solidFill>
                <a:latin typeface="+mn-lt"/>
                <a:ea typeface="+mn-ea"/>
              </a:defRPr>
            </a:lvl2pPr>
            <a:lvl3pPr marL="1143000" indent="-228600" algn="l" rtl="0" eaLnBrk="0" fontAlgn="base" hangingPunct="0">
              <a:spcBef>
                <a:spcPct val="20000"/>
              </a:spcBef>
              <a:spcAft>
                <a:spcPct val="0"/>
              </a:spcAft>
              <a:buChar char="•"/>
              <a:defRPr sz="2400">
                <a:solidFill>
                  <a:srgbClr val="666699"/>
                </a:solidFill>
                <a:latin typeface="+mn-lt"/>
                <a:ea typeface="+mn-ea"/>
              </a:defRPr>
            </a:lvl3pPr>
            <a:lvl4pPr marL="1600200" indent="-228600" algn="l" rtl="0" eaLnBrk="0" fontAlgn="base" hangingPunct="0">
              <a:spcBef>
                <a:spcPct val="20000"/>
              </a:spcBef>
              <a:spcAft>
                <a:spcPct val="0"/>
              </a:spcAft>
              <a:buChar char="–"/>
              <a:defRPr sz="2000">
                <a:solidFill>
                  <a:srgbClr val="666699"/>
                </a:solidFill>
                <a:latin typeface="+mn-lt"/>
                <a:ea typeface="+mn-ea"/>
              </a:defRPr>
            </a:lvl4pPr>
            <a:lvl5pPr marL="2057400" indent="-228600" algn="l" rtl="0" eaLnBrk="0" fontAlgn="base" hangingPunct="0">
              <a:spcBef>
                <a:spcPct val="20000"/>
              </a:spcBef>
              <a:spcAft>
                <a:spcPct val="0"/>
              </a:spcAft>
              <a:buChar char="»"/>
              <a:defRPr sz="2000">
                <a:solidFill>
                  <a:srgbClr val="666699"/>
                </a:solidFill>
                <a:latin typeface="+mn-lt"/>
                <a:ea typeface="+mn-ea"/>
              </a:defRPr>
            </a:lvl5pPr>
          </a:lstStyle>
          <a:p>
            <a:pPr marL="0" lvl="0" indent="0" eaLnBrk="1" hangingPunct="1">
              <a:spcBef>
                <a:spcPct val="0"/>
              </a:spcBef>
              <a:buNone/>
            </a:pPr>
            <a:r>
              <a:rPr lang="zh-CN" altLang="en-US" sz="2400" b="1" dirty="0">
                <a:solidFill>
                  <a:srgbClr val="4060A0"/>
                </a:solidFill>
                <a:latin typeface="宋体" panose="02010600030101010101" pitchFamily="2" charset="-122"/>
              </a:rPr>
              <a:t>负数绝对值太大了对应的补码小，向前无进位，而符号位向前有进位；两个符号位：10，不相同，表示溢出</a:t>
            </a:r>
            <a:endParaRPr lang="zh-CN" altLang="en-US" sz="2400" b="1" dirty="0">
              <a:solidFill>
                <a:srgbClr val="4060A0"/>
              </a:solidFill>
              <a:latin typeface="宋体" panose="02010600030101010101" pitchFamily="2" charset="-122"/>
            </a:endParaRPr>
          </a:p>
        </p:txBody>
      </p:sp>
      <p:sp>
        <p:nvSpPr>
          <p:cNvPr id="21513" name="Rectangle 9"/>
          <p:cNvSpPr/>
          <p:nvPr/>
        </p:nvSpPr>
        <p:spPr>
          <a:xfrm>
            <a:off x="838200" y="4953000"/>
            <a:ext cx="7315200" cy="1004888"/>
          </a:xfrm>
          <a:prstGeom prst="rect">
            <a:avLst/>
          </a:prstGeom>
          <a:noFill/>
          <a:ln w="9525">
            <a:noFill/>
          </a:ln>
        </p:spPr>
        <p:txBody>
          <a:bodyPr>
            <a:spAutoFit/>
          </a:bodyPr>
          <a:lstStyle>
            <a:lvl1pPr marL="342900" indent="-342900" algn="l" rtl="0" eaLnBrk="0" fontAlgn="base" hangingPunct="0">
              <a:spcBef>
                <a:spcPct val="20000"/>
              </a:spcBef>
              <a:spcAft>
                <a:spcPct val="0"/>
              </a:spcAft>
              <a:buChar char="•"/>
              <a:defRPr sz="3200">
                <a:solidFill>
                  <a:srgbClr val="666699"/>
                </a:solidFill>
                <a:latin typeface="+mn-lt"/>
                <a:ea typeface="+mn-ea"/>
                <a:cs typeface="+mn-cs"/>
              </a:defRPr>
            </a:lvl1pPr>
            <a:lvl2pPr marL="742950" indent="-285750" algn="l" rtl="0" eaLnBrk="0" fontAlgn="base" hangingPunct="0">
              <a:spcBef>
                <a:spcPct val="20000"/>
              </a:spcBef>
              <a:spcAft>
                <a:spcPct val="0"/>
              </a:spcAft>
              <a:buChar char="–"/>
              <a:defRPr sz="2800">
                <a:solidFill>
                  <a:srgbClr val="666699"/>
                </a:solidFill>
                <a:latin typeface="+mn-lt"/>
                <a:ea typeface="+mn-ea"/>
              </a:defRPr>
            </a:lvl2pPr>
            <a:lvl3pPr marL="1143000" indent="-228600" algn="l" rtl="0" eaLnBrk="0" fontAlgn="base" hangingPunct="0">
              <a:spcBef>
                <a:spcPct val="20000"/>
              </a:spcBef>
              <a:spcAft>
                <a:spcPct val="0"/>
              </a:spcAft>
              <a:buChar char="•"/>
              <a:defRPr sz="2400">
                <a:solidFill>
                  <a:srgbClr val="666699"/>
                </a:solidFill>
                <a:latin typeface="+mn-lt"/>
                <a:ea typeface="+mn-ea"/>
              </a:defRPr>
            </a:lvl3pPr>
            <a:lvl4pPr marL="1600200" indent="-228600" algn="l" rtl="0" eaLnBrk="0" fontAlgn="base" hangingPunct="0">
              <a:spcBef>
                <a:spcPct val="20000"/>
              </a:spcBef>
              <a:spcAft>
                <a:spcPct val="0"/>
              </a:spcAft>
              <a:buChar char="–"/>
              <a:defRPr sz="2000">
                <a:solidFill>
                  <a:srgbClr val="666699"/>
                </a:solidFill>
                <a:latin typeface="+mn-lt"/>
                <a:ea typeface="+mn-ea"/>
              </a:defRPr>
            </a:lvl4pPr>
            <a:lvl5pPr marL="2057400" indent="-228600" algn="l" rtl="0" eaLnBrk="0" fontAlgn="base" hangingPunct="0">
              <a:spcBef>
                <a:spcPct val="20000"/>
              </a:spcBef>
              <a:spcAft>
                <a:spcPct val="0"/>
              </a:spcAft>
              <a:buChar char="»"/>
              <a:defRPr sz="2000">
                <a:solidFill>
                  <a:srgbClr val="666699"/>
                </a:solidFill>
                <a:latin typeface="+mn-lt"/>
                <a:ea typeface="+mn-ea"/>
              </a:defRPr>
            </a:lvl5pPr>
          </a:lstStyle>
          <a:p>
            <a:pPr marL="0" lvl="0" indent="0" eaLnBrk="1" hangingPunct="1">
              <a:spcBef>
                <a:spcPct val="50000"/>
              </a:spcBef>
              <a:buNone/>
            </a:pPr>
            <a:r>
              <a:rPr lang="zh-CN" altLang="en-US" sz="2400" b="1" dirty="0">
                <a:solidFill>
                  <a:schemeClr val="tx1"/>
                </a:solidFill>
                <a:latin typeface="Tahoma" panose="020B0604030504040204" pitchFamily="34" charset="0"/>
              </a:rPr>
              <a:t>溢出逻辑表达式为</a:t>
            </a:r>
            <a:r>
              <a:rPr lang="zh-CN" altLang="en-US" sz="2400" dirty="0">
                <a:solidFill>
                  <a:schemeClr val="tx1"/>
                </a:solidFill>
                <a:latin typeface="Tahoma" panose="020B0604030504040204" pitchFamily="34" charset="0"/>
              </a:rPr>
              <a:t>：</a:t>
            </a:r>
            <a:r>
              <a:rPr lang="zh-CN" altLang="en-US" sz="2400" b="1" dirty="0">
                <a:solidFill>
                  <a:schemeClr val="tx1"/>
                </a:solidFill>
                <a:latin typeface="Tahoma" panose="020B0604030504040204" pitchFamily="34" charset="0"/>
              </a:rPr>
              <a:t>V=S</a:t>
            </a:r>
            <a:r>
              <a:rPr lang="zh-CN" altLang="en-US" sz="2400" b="1" baseline="-25000" dirty="0">
                <a:solidFill>
                  <a:schemeClr val="tx1"/>
                </a:solidFill>
                <a:latin typeface="Tahoma" panose="020B0604030504040204" pitchFamily="34" charset="0"/>
              </a:rPr>
              <a:t>f1</a:t>
            </a:r>
            <a:r>
              <a:rPr lang="zh-CN" altLang="en-US" sz="2400" b="1" dirty="0">
                <a:solidFill>
                  <a:schemeClr val="tx1"/>
                </a:solidFill>
                <a:latin typeface="宋体" panose="02010600030101010101" pitchFamily="2" charset="-122"/>
              </a:rPr>
              <a:t>⊕</a:t>
            </a:r>
            <a:r>
              <a:rPr lang="zh-CN" altLang="en-US" sz="2400" b="1" dirty="0">
                <a:solidFill>
                  <a:schemeClr val="tx1"/>
                </a:solidFill>
                <a:latin typeface="Tahoma" panose="020B0604030504040204" pitchFamily="34" charset="0"/>
              </a:rPr>
              <a:t> S</a:t>
            </a:r>
            <a:r>
              <a:rPr lang="zh-CN" altLang="en-US" sz="2400" b="1" baseline="-25000" dirty="0">
                <a:solidFill>
                  <a:schemeClr val="tx1"/>
                </a:solidFill>
                <a:latin typeface="Tahoma" panose="020B0604030504040204" pitchFamily="34" charset="0"/>
              </a:rPr>
              <a:t>f2</a:t>
            </a:r>
            <a:endParaRPr lang="zh-CN" altLang="en-US" sz="2400" b="1" baseline="-25000" dirty="0">
              <a:solidFill>
                <a:schemeClr val="tx1"/>
              </a:solidFill>
              <a:latin typeface="Tahoma" panose="020B0604030504040204" pitchFamily="34" charset="0"/>
            </a:endParaRPr>
          </a:p>
          <a:p>
            <a:pPr marL="0" lvl="0" indent="0" eaLnBrk="1" hangingPunct="1">
              <a:spcBef>
                <a:spcPct val="50000"/>
              </a:spcBef>
              <a:buNone/>
            </a:pPr>
            <a:r>
              <a:rPr lang="zh-CN" altLang="en-US" sz="2400" b="1" dirty="0">
                <a:solidFill>
                  <a:schemeClr val="tx1"/>
                </a:solidFill>
                <a:latin typeface="Tahoma" panose="020B0604030504040204" pitchFamily="34" charset="0"/>
              </a:rPr>
              <a:t>      </a:t>
            </a:r>
            <a:r>
              <a:rPr lang="zh-CN" altLang="en-US" sz="2000" b="1" dirty="0">
                <a:solidFill>
                  <a:schemeClr val="tx1"/>
                </a:solidFill>
                <a:latin typeface="Tahoma" panose="020B0604030504040204" pitchFamily="34" charset="0"/>
              </a:rPr>
              <a:t>（其中</a:t>
            </a:r>
            <a:r>
              <a:rPr lang="zh-CN" altLang="en-US" sz="2400" b="1" dirty="0">
                <a:solidFill>
                  <a:schemeClr val="tx1"/>
                </a:solidFill>
                <a:latin typeface="Tahoma" panose="020B0604030504040204" pitchFamily="34" charset="0"/>
              </a:rPr>
              <a:t>S</a:t>
            </a:r>
            <a:r>
              <a:rPr lang="zh-CN" altLang="en-US" sz="2400" b="1" baseline="-25000" dirty="0">
                <a:solidFill>
                  <a:schemeClr val="tx1"/>
                </a:solidFill>
                <a:latin typeface="Tahoma" panose="020B0604030504040204" pitchFamily="34" charset="0"/>
              </a:rPr>
              <a:t>f1</a:t>
            </a:r>
            <a:r>
              <a:rPr lang="zh-CN" altLang="en-US" sz="2000" b="1" dirty="0">
                <a:solidFill>
                  <a:schemeClr val="tx1"/>
                </a:solidFill>
                <a:latin typeface="Tahoma" panose="020B0604030504040204" pitchFamily="34" charset="0"/>
              </a:rPr>
              <a:t>为最高符号位，</a:t>
            </a:r>
            <a:r>
              <a:rPr lang="zh-CN" altLang="en-US" sz="2400" b="1" dirty="0">
                <a:solidFill>
                  <a:schemeClr val="tx1"/>
                </a:solidFill>
                <a:latin typeface="Tahoma" panose="020B0604030504040204" pitchFamily="34" charset="0"/>
              </a:rPr>
              <a:t>S</a:t>
            </a:r>
            <a:r>
              <a:rPr lang="zh-CN" altLang="en-US" sz="2400" b="1" baseline="-25000" dirty="0">
                <a:solidFill>
                  <a:schemeClr val="tx1"/>
                </a:solidFill>
                <a:latin typeface="Tahoma" panose="020B0604030504040204" pitchFamily="34" charset="0"/>
              </a:rPr>
              <a:t>f2</a:t>
            </a:r>
            <a:r>
              <a:rPr lang="zh-CN" altLang="en-US" sz="2000" b="1" dirty="0">
                <a:solidFill>
                  <a:schemeClr val="tx1"/>
                </a:solidFill>
                <a:latin typeface="Tahoma" panose="020B0604030504040204" pitchFamily="34" charset="0"/>
              </a:rPr>
              <a:t>为第二符号位）</a:t>
            </a:r>
            <a:endParaRPr lang="zh-CN" altLang="en-US" sz="2000" b="1" dirty="0">
              <a:solidFill>
                <a:schemeClr val="tx1"/>
              </a:solidFill>
              <a:latin typeface="Tahoma" panose="020B0604030504040204" pitchFamily="34" charset="0"/>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2530" name="Rectangle 2"/>
          <p:cNvSpPr>
            <a:spLocks noGrp="1"/>
          </p:cNvSpPr>
          <p:nvPr>
            <p:ph type="body"/>
          </p:nvPr>
        </p:nvSpPr>
        <p:spPr>
          <a:xfrm>
            <a:off x="684213" y="2352675"/>
            <a:ext cx="7488237" cy="2663825"/>
          </a:xfrm>
          <a:ln/>
        </p:spPr>
        <p:txBody>
          <a:bodyPr vert="horz" wrap="square" lIns="91440" tIns="45720" rIns="91440" bIns="45720" anchor="t" anchorCtr="0"/>
          <a:p>
            <a:pPr marL="514350" indent="-514350" eaLnBrk="1" hangingPunct="1">
              <a:buFontTx/>
              <a:buAutoNum type="arabicPeriod"/>
            </a:pPr>
            <a:r>
              <a:rPr lang="zh-CN" altLang="en-US" sz="2800" b="1" dirty="0">
                <a:solidFill>
                  <a:srgbClr val="4060A0"/>
                </a:solidFill>
                <a:latin typeface="宋体" panose="02010600030101010101" pitchFamily="2" charset="-122"/>
              </a:rPr>
              <a:t>先写两个操作数的补码形式；</a:t>
            </a:r>
            <a:endParaRPr lang="zh-CN" altLang="en-US" sz="2800" b="1" dirty="0">
              <a:solidFill>
                <a:srgbClr val="4060A0"/>
              </a:solidFill>
              <a:latin typeface="宋体" panose="02010600030101010101" pitchFamily="2" charset="-122"/>
            </a:endParaRPr>
          </a:p>
          <a:p>
            <a:pPr marL="514350" indent="-514350" eaLnBrk="1" hangingPunct="1">
              <a:buFontTx/>
              <a:buAutoNum type="arabicPeriod"/>
            </a:pPr>
            <a:r>
              <a:rPr lang="zh-CN" altLang="en-US" sz="2800" b="1" dirty="0">
                <a:solidFill>
                  <a:srgbClr val="4060A0"/>
                </a:solidFill>
                <a:latin typeface="宋体" panose="02010600030101010101" pitchFamily="2" charset="-122"/>
              </a:rPr>
              <a:t>减法要先</a:t>
            </a:r>
            <a:r>
              <a:rPr lang="zh-CN" altLang="en-US" sz="2800" b="1" dirty="0">
                <a:solidFill>
                  <a:srgbClr val="4060A0"/>
                </a:solidFill>
              </a:rPr>
              <a:t>“</a:t>
            </a:r>
            <a:r>
              <a:rPr lang="zh-CN" altLang="en-US" sz="2800" b="1" dirty="0">
                <a:solidFill>
                  <a:srgbClr val="4060A0"/>
                </a:solidFill>
                <a:latin typeface="宋体" panose="02010600030101010101" pitchFamily="2" charset="-122"/>
              </a:rPr>
              <a:t>变补</a:t>
            </a:r>
            <a:r>
              <a:rPr lang="zh-CN" altLang="en-US" sz="2800" b="1" dirty="0">
                <a:solidFill>
                  <a:srgbClr val="4060A0"/>
                </a:solidFill>
              </a:rPr>
              <a:t>”</a:t>
            </a:r>
            <a:r>
              <a:rPr lang="zh-CN" altLang="en-US" sz="2800" b="1" dirty="0">
                <a:solidFill>
                  <a:srgbClr val="4060A0"/>
                </a:solidFill>
                <a:latin typeface="宋体" panose="02010600030101010101" pitchFamily="2" charset="-122"/>
              </a:rPr>
              <a:t>，再变减为加，逢二进一；</a:t>
            </a:r>
            <a:endParaRPr lang="zh-CN" altLang="en-US" sz="2800" b="1" dirty="0">
              <a:solidFill>
                <a:srgbClr val="4060A0"/>
              </a:solidFill>
              <a:latin typeface="宋体" panose="02010600030101010101" pitchFamily="2" charset="-122"/>
            </a:endParaRPr>
          </a:p>
          <a:p>
            <a:pPr marL="514350" indent="-514350" eaLnBrk="1" hangingPunct="1">
              <a:buFontTx/>
              <a:buAutoNum type="arabicPeriod"/>
            </a:pPr>
            <a:r>
              <a:rPr lang="zh-CN" altLang="en-US" sz="2800" b="1" dirty="0">
                <a:solidFill>
                  <a:srgbClr val="4060A0"/>
                </a:solidFill>
                <a:latin typeface="宋体" panose="02010600030101010101" pitchFamily="2" charset="-122"/>
              </a:rPr>
              <a:t>竖式运算采用双符号位法判断溢出；</a:t>
            </a:r>
            <a:endParaRPr lang="zh-CN" altLang="en-US" sz="2800" b="1" dirty="0">
              <a:solidFill>
                <a:srgbClr val="4060A0"/>
              </a:solidFill>
              <a:latin typeface="宋体" panose="02010600030101010101" pitchFamily="2" charset="-122"/>
            </a:endParaRPr>
          </a:p>
          <a:p>
            <a:pPr marL="514350" indent="-514350" eaLnBrk="1" hangingPunct="1">
              <a:buFontTx/>
              <a:buAutoNum type="arabicPeriod"/>
            </a:pPr>
            <a:r>
              <a:rPr lang="zh-CN" altLang="en-US" sz="2800" b="1" dirty="0">
                <a:solidFill>
                  <a:srgbClr val="4060A0"/>
                </a:solidFill>
                <a:latin typeface="宋体" panose="02010600030101010101" pitchFamily="2" charset="-122"/>
              </a:rPr>
              <a:t>无溢出，结果即为补码形式的结果。</a:t>
            </a:r>
            <a:endParaRPr lang="zh-CN" altLang="en-US" sz="2800" b="1" dirty="0">
              <a:solidFill>
                <a:srgbClr val="4060A0"/>
              </a:solidFill>
              <a:latin typeface="宋体" panose="02010600030101010101" pitchFamily="2" charset="-122"/>
            </a:endParaRPr>
          </a:p>
        </p:txBody>
      </p:sp>
      <p:sp>
        <p:nvSpPr>
          <p:cNvPr id="22531" name="Text Box 3"/>
          <p:cNvSpPr txBox="1"/>
          <p:nvPr/>
        </p:nvSpPr>
        <p:spPr>
          <a:xfrm>
            <a:off x="441325" y="990600"/>
            <a:ext cx="7804150" cy="769938"/>
          </a:xfrm>
          <a:prstGeom prst="rect">
            <a:avLst/>
          </a:prstGeom>
          <a:noFill/>
          <a:ln w="9525">
            <a:noFill/>
          </a:ln>
        </p:spPr>
        <p:txBody>
          <a:bodyPr>
            <a:spAutoFit/>
          </a:bodyPr>
          <a:lstStyle>
            <a:lvl1pPr marL="342900" indent="-342900" algn="l" rtl="0" eaLnBrk="0" fontAlgn="base" hangingPunct="0">
              <a:spcBef>
                <a:spcPct val="20000"/>
              </a:spcBef>
              <a:spcAft>
                <a:spcPct val="0"/>
              </a:spcAft>
              <a:buChar char="•"/>
              <a:defRPr sz="3200">
                <a:solidFill>
                  <a:srgbClr val="666699"/>
                </a:solidFill>
                <a:latin typeface="+mn-lt"/>
                <a:ea typeface="+mn-ea"/>
                <a:cs typeface="+mn-cs"/>
              </a:defRPr>
            </a:lvl1pPr>
            <a:lvl2pPr marL="742950" indent="-285750" algn="l" rtl="0" eaLnBrk="0" fontAlgn="base" hangingPunct="0">
              <a:spcBef>
                <a:spcPct val="20000"/>
              </a:spcBef>
              <a:spcAft>
                <a:spcPct val="0"/>
              </a:spcAft>
              <a:buChar char="–"/>
              <a:defRPr sz="2800">
                <a:solidFill>
                  <a:srgbClr val="666699"/>
                </a:solidFill>
                <a:latin typeface="+mn-lt"/>
                <a:ea typeface="+mn-ea"/>
              </a:defRPr>
            </a:lvl2pPr>
            <a:lvl3pPr marL="1143000" indent="-228600" algn="l" rtl="0" eaLnBrk="0" fontAlgn="base" hangingPunct="0">
              <a:spcBef>
                <a:spcPct val="20000"/>
              </a:spcBef>
              <a:spcAft>
                <a:spcPct val="0"/>
              </a:spcAft>
              <a:buChar char="•"/>
              <a:defRPr sz="2400">
                <a:solidFill>
                  <a:srgbClr val="666699"/>
                </a:solidFill>
                <a:latin typeface="+mn-lt"/>
                <a:ea typeface="+mn-ea"/>
              </a:defRPr>
            </a:lvl3pPr>
            <a:lvl4pPr marL="1600200" indent="-228600" algn="l" rtl="0" eaLnBrk="0" fontAlgn="base" hangingPunct="0">
              <a:spcBef>
                <a:spcPct val="20000"/>
              </a:spcBef>
              <a:spcAft>
                <a:spcPct val="0"/>
              </a:spcAft>
              <a:buChar char="–"/>
              <a:defRPr sz="2000">
                <a:solidFill>
                  <a:srgbClr val="666699"/>
                </a:solidFill>
                <a:latin typeface="+mn-lt"/>
                <a:ea typeface="+mn-ea"/>
              </a:defRPr>
            </a:lvl4pPr>
            <a:lvl5pPr marL="2057400" indent="-228600" algn="l" rtl="0" eaLnBrk="0" fontAlgn="base" hangingPunct="0">
              <a:spcBef>
                <a:spcPct val="20000"/>
              </a:spcBef>
              <a:spcAft>
                <a:spcPct val="0"/>
              </a:spcAft>
              <a:buChar char="»"/>
              <a:defRPr sz="2000">
                <a:solidFill>
                  <a:srgbClr val="666699"/>
                </a:solidFill>
                <a:latin typeface="+mn-lt"/>
                <a:ea typeface="+mn-ea"/>
              </a:defRPr>
            </a:lvl5pPr>
          </a:lstStyle>
          <a:p>
            <a:pPr marL="0" lvl="0" indent="0" eaLnBrk="1" hangingPunct="1">
              <a:spcBef>
                <a:spcPct val="0"/>
              </a:spcBef>
              <a:buNone/>
            </a:pPr>
            <a:r>
              <a:rPr lang="zh-CN" altLang="en-US" sz="4000" b="1" dirty="0">
                <a:solidFill>
                  <a:srgbClr val="FF0000"/>
                </a:solidFill>
              </a:rPr>
              <a:t>补码定点数加减法运算方法</a:t>
            </a:r>
            <a:r>
              <a:rPr lang="zh-CN" altLang="en-US" sz="4400" b="1" u="sng" dirty="0">
                <a:solidFill>
                  <a:srgbClr val="FF0000"/>
                </a:solidFill>
              </a:rPr>
              <a:t>总结</a:t>
            </a:r>
            <a:r>
              <a:rPr lang="zh-CN" altLang="en-US" sz="4000" b="1" dirty="0">
                <a:solidFill>
                  <a:srgbClr val="FF0000"/>
                </a:solidFill>
              </a:rPr>
              <a:t>：</a:t>
            </a:r>
            <a:endParaRPr lang="zh-CN" altLang="en-US" sz="4000" b="1" dirty="0">
              <a:solidFill>
                <a:srgbClr val="FF0000"/>
              </a:solidFill>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3554" name="Rectangle 2"/>
          <p:cNvSpPr>
            <a:spLocks noGrp="1"/>
          </p:cNvSpPr>
          <p:nvPr>
            <p:ph type="title"/>
          </p:nvPr>
        </p:nvSpPr>
        <p:spPr>
          <a:ln/>
        </p:spPr>
        <p:txBody>
          <a:bodyPr vert="horz" wrap="square" lIns="91440" tIns="45720" rIns="91440" bIns="45720" anchor="ctr" anchorCtr="0"/>
          <a:p>
            <a:pPr eaLnBrk="1" hangingPunct="1"/>
            <a:r>
              <a:rPr lang="zh-CN" altLang="en-US" dirty="0"/>
              <a:t>补充：逻辑门</a:t>
            </a:r>
            <a:endParaRPr lang="zh-CN" altLang="en-US" dirty="0"/>
          </a:p>
        </p:txBody>
      </p:sp>
      <p:sp>
        <p:nvSpPr>
          <p:cNvPr id="23555" name="Rectangle 3"/>
          <p:cNvSpPr>
            <a:spLocks noGrp="1"/>
          </p:cNvSpPr>
          <p:nvPr>
            <p:ph type="body"/>
          </p:nvPr>
        </p:nvSpPr>
        <p:spPr>
          <a:xfrm>
            <a:off x="250825" y="1917700"/>
            <a:ext cx="8712200" cy="4473575"/>
          </a:xfrm>
          <a:ln/>
        </p:spPr>
        <p:txBody>
          <a:bodyPr vert="horz" wrap="square" lIns="91440" tIns="45720" rIns="91440" bIns="45720" anchor="t" anchorCtr="0"/>
          <a:p>
            <a:pPr marL="0" indent="0" eaLnBrk="1" hangingPunct="1">
              <a:lnSpc>
                <a:spcPct val="80000"/>
              </a:lnSpc>
              <a:buNone/>
            </a:pPr>
            <a:r>
              <a:rPr lang="zh-CN" altLang="en-US" dirty="0"/>
              <a:t>非门（NOT） 与门（AND） 与非门（NAND）</a:t>
            </a:r>
            <a:endParaRPr lang="zh-CN" altLang="en-US" dirty="0"/>
          </a:p>
          <a:p>
            <a:pPr marL="0" indent="0" eaLnBrk="1" hangingPunct="1">
              <a:lnSpc>
                <a:spcPct val="80000"/>
              </a:lnSpc>
              <a:buNone/>
            </a:pPr>
            <a:endParaRPr lang="zh-CN" altLang="en-US" dirty="0"/>
          </a:p>
          <a:p>
            <a:pPr marL="0" indent="0" eaLnBrk="1" hangingPunct="1">
              <a:lnSpc>
                <a:spcPct val="80000"/>
              </a:lnSpc>
              <a:buNone/>
            </a:pPr>
            <a:endParaRPr lang="zh-CN" altLang="en-US" dirty="0"/>
          </a:p>
          <a:p>
            <a:pPr marL="0" indent="0" eaLnBrk="1" hangingPunct="1">
              <a:lnSpc>
                <a:spcPct val="80000"/>
              </a:lnSpc>
              <a:buNone/>
            </a:pPr>
            <a:r>
              <a:rPr lang="zh-CN" altLang="en-US" dirty="0">
                <a:solidFill>
                  <a:schemeClr val="tx1"/>
                </a:solidFill>
              </a:rPr>
              <a:t>X                       X</a:t>
            </a:r>
            <a:r>
              <a:rPr lang="zh-CN" altLang="en-US" dirty="0">
                <a:solidFill>
                  <a:schemeClr val="tx1"/>
                </a:solidFill>
                <a:sym typeface="Arial" panose="020B0604020202020204" pitchFamily="34" charset="0"/>
              </a:rPr>
              <a:t>•Y                   </a:t>
            </a:r>
            <a:r>
              <a:rPr lang="zh-CN" altLang="en-US" dirty="0">
                <a:solidFill>
                  <a:schemeClr val="tx1"/>
                </a:solidFill>
              </a:rPr>
              <a:t> X</a:t>
            </a:r>
            <a:r>
              <a:rPr lang="zh-CN" altLang="en-US" dirty="0">
                <a:solidFill>
                  <a:schemeClr val="tx1"/>
                </a:solidFill>
                <a:sym typeface="Arial" panose="020B0604020202020204" pitchFamily="34" charset="0"/>
              </a:rPr>
              <a:t>•Y</a:t>
            </a:r>
            <a:endParaRPr lang="zh-CN" altLang="en-US" dirty="0">
              <a:solidFill>
                <a:schemeClr val="tx1"/>
              </a:solidFill>
              <a:sym typeface="Arial" panose="020B0604020202020204" pitchFamily="34" charset="0"/>
            </a:endParaRPr>
          </a:p>
          <a:p>
            <a:pPr marL="0" indent="0" eaLnBrk="1" hangingPunct="1">
              <a:lnSpc>
                <a:spcPct val="80000"/>
              </a:lnSpc>
              <a:buNone/>
            </a:pPr>
            <a:r>
              <a:rPr lang="zh-CN" altLang="en-US" dirty="0"/>
              <a:t>或门（OR）    或非门（NOR） 异或门（XOR）</a:t>
            </a:r>
            <a:endParaRPr lang="zh-CN" altLang="en-US" dirty="0"/>
          </a:p>
          <a:p>
            <a:pPr marL="0" indent="0" eaLnBrk="1" hangingPunct="1">
              <a:lnSpc>
                <a:spcPct val="80000"/>
              </a:lnSpc>
              <a:buNone/>
            </a:pPr>
            <a:endParaRPr lang="zh-CN" altLang="en-US" dirty="0"/>
          </a:p>
          <a:p>
            <a:pPr marL="0" indent="0" eaLnBrk="1" hangingPunct="1">
              <a:lnSpc>
                <a:spcPct val="80000"/>
              </a:lnSpc>
              <a:buNone/>
            </a:pPr>
            <a:endParaRPr lang="zh-CN" altLang="en-US" dirty="0"/>
          </a:p>
          <a:p>
            <a:pPr marL="0" indent="0" eaLnBrk="1" hangingPunct="1">
              <a:lnSpc>
                <a:spcPct val="80000"/>
              </a:lnSpc>
              <a:buNone/>
            </a:pPr>
            <a:endParaRPr lang="zh-CN" altLang="en-US" dirty="0">
              <a:solidFill>
                <a:schemeClr val="tx1"/>
              </a:solidFill>
            </a:endParaRPr>
          </a:p>
          <a:p>
            <a:pPr marL="0" indent="0" eaLnBrk="1" hangingPunct="1">
              <a:lnSpc>
                <a:spcPct val="80000"/>
              </a:lnSpc>
              <a:buNone/>
            </a:pPr>
            <a:r>
              <a:rPr lang="zh-CN" altLang="en-US" dirty="0">
                <a:solidFill>
                  <a:schemeClr val="tx1"/>
                </a:solidFill>
              </a:rPr>
              <a:t>X+Y                    X+Y                      X</a:t>
            </a:r>
            <a:r>
              <a:rPr lang="zh-CN" altLang="en-US" dirty="0">
                <a:solidFill>
                  <a:schemeClr val="tx1"/>
                </a:solidFill>
                <a:sym typeface="微软雅黑" panose="020B0503020204020204" pitchFamily="34" charset="-122"/>
              </a:rPr>
              <a:t>⊕</a:t>
            </a:r>
            <a:r>
              <a:rPr lang="zh-CN" altLang="en-US" dirty="0">
                <a:solidFill>
                  <a:schemeClr val="tx1"/>
                </a:solidFill>
              </a:rPr>
              <a:t>Y</a:t>
            </a:r>
            <a:endParaRPr lang="zh-CN" altLang="en-US" dirty="0">
              <a:solidFill>
                <a:schemeClr val="tx1"/>
              </a:solidFill>
            </a:endParaRPr>
          </a:p>
        </p:txBody>
      </p:sp>
      <p:grpSp>
        <p:nvGrpSpPr>
          <p:cNvPr id="23556" name="Group 4"/>
          <p:cNvGrpSpPr/>
          <p:nvPr/>
        </p:nvGrpSpPr>
        <p:grpSpPr>
          <a:xfrm>
            <a:off x="360363" y="2663825"/>
            <a:ext cx="2195512" cy="695325"/>
            <a:chOff x="0" y="0"/>
            <a:chExt cx="3458" cy="1094"/>
          </a:xfrm>
        </p:grpSpPr>
        <p:sp>
          <p:nvSpPr>
            <p:cNvPr id="23598" name="AutoShape 5"/>
            <p:cNvSpPr/>
            <p:nvPr/>
          </p:nvSpPr>
          <p:spPr>
            <a:xfrm rot="-8040000">
              <a:off x="653" y="4"/>
              <a:ext cx="1094" cy="1086"/>
            </a:xfrm>
            <a:prstGeom prst="rtTriangle">
              <a:avLst/>
            </a:prstGeom>
            <a:noFill/>
            <a:ln w="9525" cap="flat" cmpd="sng">
              <a:solidFill>
                <a:schemeClr val="tx1"/>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buChar char="•"/>
                <a:defRPr sz="3200">
                  <a:solidFill>
                    <a:srgbClr val="666699"/>
                  </a:solidFill>
                  <a:latin typeface="+mn-lt"/>
                  <a:ea typeface="+mn-ea"/>
                  <a:cs typeface="+mn-cs"/>
                </a:defRPr>
              </a:lvl1pPr>
              <a:lvl2pPr marL="742950" indent="-285750" algn="l" rtl="0" eaLnBrk="0" fontAlgn="base" hangingPunct="0">
                <a:spcBef>
                  <a:spcPct val="20000"/>
                </a:spcBef>
                <a:spcAft>
                  <a:spcPct val="0"/>
                </a:spcAft>
                <a:buChar char="–"/>
                <a:defRPr sz="2800">
                  <a:solidFill>
                    <a:srgbClr val="666699"/>
                  </a:solidFill>
                  <a:latin typeface="+mn-lt"/>
                  <a:ea typeface="+mn-ea"/>
                </a:defRPr>
              </a:lvl2pPr>
              <a:lvl3pPr marL="1143000" indent="-228600" algn="l" rtl="0" eaLnBrk="0" fontAlgn="base" hangingPunct="0">
                <a:spcBef>
                  <a:spcPct val="20000"/>
                </a:spcBef>
                <a:spcAft>
                  <a:spcPct val="0"/>
                </a:spcAft>
                <a:buChar char="•"/>
                <a:defRPr sz="2400">
                  <a:solidFill>
                    <a:srgbClr val="666699"/>
                  </a:solidFill>
                  <a:latin typeface="+mn-lt"/>
                  <a:ea typeface="+mn-ea"/>
                </a:defRPr>
              </a:lvl3pPr>
              <a:lvl4pPr marL="1600200" indent="-228600" algn="l" rtl="0" eaLnBrk="0" fontAlgn="base" hangingPunct="0">
                <a:spcBef>
                  <a:spcPct val="20000"/>
                </a:spcBef>
                <a:spcAft>
                  <a:spcPct val="0"/>
                </a:spcAft>
                <a:buChar char="–"/>
                <a:defRPr sz="2000">
                  <a:solidFill>
                    <a:srgbClr val="666699"/>
                  </a:solidFill>
                  <a:latin typeface="+mn-lt"/>
                  <a:ea typeface="+mn-ea"/>
                </a:defRPr>
              </a:lvl4pPr>
              <a:lvl5pPr marL="2057400" indent="-228600" algn="l" rtl="0" eaLnBrk="0" fontAlgn="base" hangingPunct="0">
                <a:spcBef>
                  <a:spcPct val="20000"/>
                </a:spcBef>
                <a:spcAft>
                  <a:spcPct val="0"/>
                </a:spcAft>
                <a:buChar char="»"/>
                <a:defRPr sz="2000">
                  <a:solidFill>
                    <a:srgbClr val="666699"/>
                  </a:solidFill>
                  <a:latin typeface="+mn-lt"/>
                  <a:ea typeface="+mn-ea"/>
                </a:defRPr>
              </a:lvl5pPr>
            </a:lstStyle>
            <a:p>
              <a:pPr marL="0" lvl="0" indent="0" eaLnBrk="1" hangingPunct="1">
                <a:spcBef>
                  <a:spcPct val="0"/>
                </a:spcBef>
                <a:buNone/>
              </a:pPr>
              <a:endParaRPr lang="zh-CN" altLang="en-US" sz="2400" dirty="0">
                <a:solidFill>
                  <a:schemeClr val="tx1"/>
                </a:solidFill>
              </a:endParaRPr>
            </a:p>
          </p:txBody>
        </p:sp>
        <p:sp>
          <p:nvSpPr>
            <p:cNvPr id="23599" name="Oval 6"/>
            <p:cNvSpPr/>
            <p:nvPr/>
          </p:nvSpPr>
          <p:spPr>
            <a:xfrm>
              <a:off x="1935" y="371"/>
              <a:ext cx="419" cy="422"/>
            </a:xfrm>
            <a:prstGeom prst="ellipse">
              <a:avLst/>
            </a:prstGeom>
            <a:noFill/>
            <a:ln w="9525"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har char="•"/>
                <a:defRPr sz="3200">
                  <a:solidFill>
                    <a:srgbClr val="666699"/>
                  </a:solidFill>
                  <a:latin typeface="+mn-lt"/>
                  <a:ea typeface="+mn-ea"/>
                  <a:cs typeface="+mn-cs"/>
                </a:defRPr>
              </a:lvl1pPr>
              <a:lvl2pPr marL="742950" indent="-285750" algn="l" rtl="0" eaLnBrk="0" fontAlgn="base" hangingPunct="0">
                <a:spcBef>
                  <a:spcPct val="20000"/>
                </a:spcBef>
                <a:spcAft>
                  <a:spcPct val="0"/>
                </a:spcAft>
                <a:buChar char="–"/>
                <a:defRPr sz="2800">
                  <a:solidFill>
                    <a:srgbClr val="666699"/>
                  </a:solidFill>
                  <a:latin typeface="+mn-lt"/>
                  <a:ea typeface="+mn-ea"/>
                </a:defRPr>
              </a:lvl2pPr>
              <a:lvl3pPr marL="1143000" indent="-228600" algn="l" rtl="0" eaLnBrk="0" fontAlgn="base" hangingPunct="0">
                <a:spcBef>
                  <a:spcPct val="20000"/>
                </a:spcBef>
                <a:spcAft>
                  <a:spcPct val="0"/>
                </a:spcAft>
                <a:buChar char="•"/>
                <a:defRPr sz="2400">
                  <a:solidFill>
                    <a:srgbClr val="666699"/>
                  </a:solidFill>
                  <a:latin typeface="+mn-lt"/>
                  <a:ea typeface="+mn-ea"/>
                </a:defRPr>
              </a:lvl3pPr>
              <a:lvl4pPr marL="1600200" indent="-228600" algn="l" rtl="0" eaLnBrk="0" fontAlgn="base" hangingPunct="0">
                <a:spcBef>
                  <a:spcPct val="20000"/>
                </a:spcBef>
                <a:spcAft>
                  <a:spcPct val="0"/>
                </a:spcAft>
                <a:buChar char="–"/>
                <a:defRPr sz="2000">
                  <a:solidFill>
                    <a:srgbClr val="666699"/>
                  </a:solidFill>
                  <a:latin typeface="+mn-lt"/>
                  <a:ea typeface="+mn-ea"/>
                </a:defRPr>
              </a:lvl4pPr>
              <a:lvl5pPr marL="2057400" indent="-228600" algn="l" rtl="0" eaLnBrk="0" fontAlgn="base" hangingPunct="0">
                <a:spcBef>
                  <a:spcPct val="20000"/>
                </a:spcBef>
                <a:spcAft>
                  <a:spcPct val="0"/>
                </a:spcAft>
                <a:buChar char="»"/>
                <a:defRPr sz="2000">
                  <a:solidFill>
                    <a:srgbClr val="666699"/>
                  </a:solidFill>
                  <a:latin typeface="+mn-lt"/>
                  <a:ea typeface="+mn-ea"/>
                </a:defRPr>
              </a:lvl5pPr>
            </a:lstStyle>
            <a:p>
              <a:pPr marL="0" lvl="0" indent="0" eaLnBrk="1" hangingPunct="1">
                <a:spcBef>
                  <a:spcPct val="0"/>
                </a:spcBef>
                <a:buNone/>
              </a:pPr>
              <a:endParaRPr lang="zh-CN" altLang="en-US" sz="2400" dirty="0">
                <a:solidFill>
                  <a:schemeClr val="tx1"/>
                </a:solidFill>
              </a:endParaRPr>
            </a:p>
          </p:txBody>
        </p:sp>
        <p:sp>
          <p:nvSpPr>
            <p:cNvPr id="23600" name="Line 7"/>
            <p:cNvSpPr/>
            <p:nvPr/>
          </p:nvSpPr>
          <p:spPr>
            <a:xfrm>
              <a:off x="0" y="599"/>
              <a:ext cx="1160" cy="1"/>
            </a:xfrm>
            <a:prstGeom prst="line">
              <a:avLst/>
            </a:prstGeom>
            <a:ln w="9525" cap="flat" cmpd="sng">
              <a:solidFill>
                <a:schemeClr val="tx1"/>
              </a:solidFill>
              <a:prstDash val="solid"/>
              <a:headEnd type="none" w="med" len="med"/>
              <a:tailEnd type="none" w="med" len="med"/>
            </a:ln>
          </p:spPr>
        </p:sp>
        <p:sp>
          <p:nvSpPr>
            <p:cNvPr id="23601" name="Line 8"/>
            <p:cNvSpPr/>
            <p:nvPr/>
          </p:nvSpPr>
          <p:spPr>
            <a:xfrm>
              <a:off x="2298" y="600"/>
              <a:ext cx="1160" cy="1"/>
            </a:xfrm>
            <a:prstGeom prst="line">
              <a:avLst/>
            </a:prstGeom>
            <a:ln w="9525" cap="flat" cmpd="sng">
              <a:solidFill>
                <a:schemeClr val="tx1"/>
              </a:solidFill>
              <a:prstDash val="solid"/>
              <a:headEnd type="none" w="med" len="med"/>
              <a:tailEnd type="none" w="med" len="med"/>
            </a:ln>
          </p:spPr>
        </p:sp>
      </p:grpSp>
      <p:grpSp>
        <p:nvGrpSpPr>
          <p:cNvPr id="23557" name="Group 9"/>
          <p:cNvGrpSpPr/>
          <p:nvPr/>
        </p:nvGrpSpPr>
        <p:grpSpPr>
          <a:xfrm>
            <a:off x="2987675" y="2638425"/>
            <a:ext cx="1800225" cy="576263"/>
            <a:chOff x="0" y="0"/>
            <a:chExt cx="2835" cy="906"/>
          </a:xfrm>
        </p:grpSpPr>
        <p:sp>
          <p:nvSpPr>
            <p:cNvPr id="23594" name="AutoShape 10"/>
            <p:cNvSpPr/>
            <p:nvPr/>
          </p:nvSpPr>
          <p:spPr>
            <a:xfrm>
              <a:off x="907" y="0"/>
              <a:ext cx="1134" cy="907"/>
            </a:xfrm>
            <a:prstGeom prst="flowChartDelay">
              <a:avLst/>
            </a:prstGeom>
            <a:noFill/>
            <a:ln w="9525" cap="flat" cmpd="sng">
              <a:solidFill>
                <a:schemeClr val="tx1"/>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buChar char="•"/>
                <a:defRPr sz="3200">
                  <a:solidFill>
                    <a:srgbClr val="666699"/>
                  </a:solidFill>
                  <a:latin typeface="+mn-lt"/>
                  <a:ea typeface="+mn-ea"/>
                  <a:cs typeface="+mn-cs"/>
                </a:defRPr>
              </a:lvl1pPr>
              <a:lvl2pPr marL="742950" indent="-285750" algn="l" rtl="0" eaLnBrk="0" fontAlgn="base" hangingPunct="0">
                <a:spcBef>
                  <a:spcPct val="20000"/>
                </a:spcBef>
                <a:spcAft>
                  <a:spcPct val="0"/>
                </a:spcAft>
                <a:buChar char="–"/>
                <a:defRPr sz="2800">
                  <a:solidFill>
                    <a:srgbClr val="666699"/>
                  </a:solidFill>
                  <a:latin typeface="+mn-lt"/>
                  <a:ea typeface="+mn-ea"/>
                </a:defRPr>
              </a:lvl2pPr>
              <a:lvl3pPr marL="1143000" indent="-228600" algn="l" rtl="0" eaLnBrk="0" fontAlgn="base" hangingPunct="0">
                <a:spcBef>
                  <a:spcPct val="20000"/>
                </a:spcBef>
                <a:spcAft>
                  <a:spcPct val="0"/>
                </a:spcAft>
                <a:buChar char="•"/>
                <a:defRPr sz="2400">
                  <a:solidFill>
                    <a:srgbClr val="666699"/>
                  </a:solidFill>
                  <a:latin typeface="+mn-lt"/>
                  <a:ea typeface="+mn-ea"/>
                </a:defRPr>
              </a:lvl3pPr>
              <a:lvl4pPr marL="1600200" indent="-228600" algn="l" rtl="0" eaLnBrk="0" fontAlgn="base" hangingPunct="0">
                <a:spcBef>
                  <a:spcPct val="20000"/>
                </a:spcBef>
                <a:spcAft>
                  <a:spcPct val="0"/>
                </a:spcAft>
                <a:buChar char="–"/>
                <a:defRPr sz="2000">
                  <a:solidFill>
                    <a:srgbClr val="666699"/>
                  </a:solidFill>
                  <a:latin typeface="+mn-lt"/>
                  <a:ea typeface="+mn-ea"/>
                </a:defRPr>
              </a:lvl4pPr>
              <a:lvl5pPr marL="2057400" indent="-228600" algn="l" rtl="0" eaLnBrk="0" fontAlgn="base" hangingPunct="0">
                <a:spcBef>
                  <a:spcPct val="20000"/>
                </a:spcBef>
                <a:spcAft>
                  <a:spcPct val="0"/>
                </a:spcAft>
                <a:buChar char="»"/>
                <a:defRPr sz="2000">
                  <a:solidFill>
                    <a:srgbClr val="666699"/>
                  </a:solidFill>
                  <a:latin typeface="+mn-lt"/>
                  <a:ea typeface="+mn-ea"/>
                </a:defRPr>
              </a:lvl5pPr>
            </a:lstStyle>
            <a:p>
              <a:pPr marL="0" lvl="0" indent="0" eaLnBrk="1" hangingPunct="1">
                <a:spcBef>
                  <a:spcPct val="0"/>
                </a:spcBef>
                <a:buNone/>
              </a:pPr>
              <a:endParaRPr lang="zh-CN" altLang="en-US" sz="2400" dirty="0">
                <a:solidFill>
                  <a:schemeClr val="tx1"/>
                </a:solidFill>
              </a:endParaRPr>
            </a:p>
          </p:txBody>
        </p:sp>
        <p:sp>
          <p:nvSpPr>
            <p:cNvPr id="23595" name="Line 11"/>
            <p:cNvSpPr/>
            <p:nvPr/>
          </p:nvSpPr>
          <p:spPr>
            <a:xfrm>
              <a:off x="1" y="227"/>
              <a:ext cx="907" cy="1"/>
            </a:xfrm>
            <a:prstGeom prst="line">
              <a:avLst/>
            </a:prstGeom>
            <a:ln w="9525" cap="flat" cmpd="sng">
              <a:solidFill>
                <a:schemeClr val="tx1"/>
              </a:solidFill>
              <a:prstDash val="solid"/>
              <a:headEnd type="none" w="med" len="med"/>
              <a:tailEnd type="none" w="med" len="med"/>
            </a:ln>
          </p:spPr>
        </p:sp>
        <p:sp>
          <p:nvSpPr>
            <p:cNvPr id="23596" name="Line 12"/>
            <p:cNvSpPr/>
            <p:nvPr/>
          </p:nvSpPr>
          <p:spPr>
            <a:xfrm>
              <a:off x="0" y="680"/>
              <a:ext cx="907" cy="1"/>
            </a:xfrm>
            <a:prstGeom prst="line">
              <a:avLst/>
            </a:prstGeom>
            <a:ln w="9525" cap="flat" cmpd="sng">
              <a:solidFill>
                <a:schemeClr val="tx1"/>
              </a:solidFill>
              <a:prstDash val="solid"/>
              <a:headEnd type="none" w="med" len="med"/>
              <a:tailEnd type="none" w="med" len="med"/>
            </a:ln>
          </p:spPr>
        </p:sp>
        <p:sp>
          <p:nvSpPr>
            <p:cNvPr id="23597" name="Line 13"/>
            <p:cNvSpPr/>
            <p:nvPr/>
          </p:nvSpPr>
          <p:spPr>
            <a:xfrm>
              <a:off x="2041" y="453"/>
              <a:ext cx="794" cy="1"/>
            </a:xfrm>
            <a:prstGeom prst="line">
              <a:avLst/>
            </a:prstGeom>
            <a:ln w="9525" cap="flat" cmpd="sng">
              <a:solidFill>
                <a:schemeClr val="tx1"/>
              </a:solidFill>
              <a:prstDash val="solid"/>
              <a:headEnd type="none" w="med" len="med"/>
              <a:tailEnd type="none" w="med" len="med"/>
            </a:ln>
          </p:spPr>
        </p:sp>
      </p:grpSp>
      <p:grpSp>
        <p:nvGrpSpPr>
          <p:cNvPr id="23558" name="Group 14"/>
          <p:cNvGrpSpPr/>
          <p:nvPr/>
        </p:nvGrpSpPr>
        <p:grpSpPr>
          <a:xfrm>
            <a:off x="5580063" y="2638425"/>
            <a:ext cx="1944687" cy="576263"/>
            <a:chOff x="0" y="0"/>
            <a:chExt cx="3063" cy="906"/>
          </a:xfrm>
        </p:grpSpPr>
        <p:sp>
          <p:nvSpPr>
            <p:cNvPr id="23589" name="AutoShape 15"/>
            <p:cNvSpPr/>
            <p:nvPr/>
          </p:nvSpPr>
          <p:spPr>
            <a:xfrm>
              <a:off x="907" y="0"/>
              <a:ext cx="1134" cy="907"/>
            </a:xfrm>
            <a:prstGeom prst="flowChartDelay">
              <a:avLst/>
            </a:prstGeom>
            <a:noFill/>
            <a:ln w="9525" cap="flat" cmpd="sng">
              <a:solidFill>
                <a:schemeClr val="tx1"/>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buChar char="•"/>
                <a:defRPr sz="3200">
                  <a:solidFill>
                    <a:srgbClr val="666699"/>
                  </a:solidFill>
                  <a:latin typeface="+mn-lt"/>
                  <a:ea typeface="+mn-ea"/>
                  <a:cs typeface="+mn-cs"/>
                </a:defRPr>
              </a:lvl1pPr>
              <a:lvl2pPr marL="742950" indent="-285750" algn="l" rtl="0" eaLnBrk="0" fontAlgn="base" hangingPunct="0">
                <a:spcBef>
                  <a:spcPct val="20000"/>
                </a:spcBef>
                <a:spcAft>
                  <a:spcPct val="0"/>
                </a:spcAft>
                <a:buChar char="–"/>
                <a:defRPr sz="2800">
                  <a:solidFill>
                    <a:srgbClr val="666699"/>
                  </a:solidFill>
                  <a:latin typeface="+mn-lt"/>
                  <a:ea typeface="+mn-ea"/>
                </a:defRPr>
              </a:lvl2pPr>
              <a:lvl3pPr marL="1143000" indent="-228600" algn="l" rtl="0" eaLnBrk="0" fontAlgn="base" hangingPunct="0">
                <a:spcBef>
                  <a:spcPct val="20000"/>
                </a:spcBef>
                <a:spcAft>
                  <a:spcPct val="0"/>
                </a:spcAft>
                <a:buChar char="•"/>
                <a:defRPr sz="2400">
                  <a:solidFill>
                    <a:srgbClr val="666699"/>
                  </a:solidFill>
                  <a:latin typeface="+mn-lt"/>
                  <a:ea typeface="+mn-ea"/>
                </a:defRPr>
              </a:lvl3pPr>
              <a:lvl4pPr marL="1600200" indent="-228600" algn="l" rtl="0" eaLnBrk="0" fontAlgn="base" hangingPunct="0">
                <a:spcBef>
                  <a:spcPct val="20000"/>
                </a:spcBef>
                <a:spcAft>
                  <a:spcPct val="0"/>
                </a:spcAft>
                <a:buChar char="–"/>
                <a:defRPr sz="2000">
                  <a:solidFill>
                    <a:srgbClr val="666699"/>
                  </a:solidFill>
                  <a:latin typeface="+mn-lt"/>
                  <a:ea typeface="+mn-ea"/>
                </a:defRPr>
              </a:lvl4pPr>
              <a:lvl5pPr marL="2057400" indent="-228600" algn="l" rtl="0" eaLnBrk="0" fontAlgn="base" hangingPunct="0">
                <a:spcBef>
                  <a:spcPct val="20000"/>
                </a:spcBef>
                <a:spcAft>
                  <a:spcPct val="0"/>
                </a:spcAft>
                <a:buChar char="»"/>
                <a:defRPr sz="2000">
                  <a:solidFill>
                    <a:srgbClr val="666699"/>
                  </a:solidFill>
                  <a:latin typeface="+mn-lt"/>
                  <a:ea typeface="+mn-ea"/>
                </a:defRPr>
              </a:lvl5pPr>
            </a:lstStyle>
            <a:p>
              <a:pPr marL="0" lvl="0" indent="0" eaLnBrk="1" hangingPunct="1">
                <a:spcBef>
                  <a:spcPct val="0"/>
                </a:spcBef>
                <a:buNone/>
              </a:pPr>
              <a:endParaRPr lang="zh-CN" altLang="en-US" sz="2400" dirty="0">
                <a:solidFill>
                  <a:schemeClr val="tx1"/>
                </a:solidFill>
              </a:endParaRPr>
            </a:p>
          </p:txBody>
        </p:sp>
        <p:sp>
          <p:nvSpPr>
            <p:cNvPr id="23590" name="Line 16"/>
            <p:cNvSpPr/>
            <p:nvPr/>
          </p:nvSpPr>
          <p:spPr>
            <a:xfrm>
              <a:off x="1" y="227"/>
              <a:ext cx="907" cy="1"/>
            </a:xfrm>
            <a:prstGeom prst="line">
              <a:avLst/>
            </a:prstGeom>
            <a:ln w="9525" cap="flat" cmpd="sng">
              <a:solidFill>
                <a:schemeClr val="tx1"/>
              </a:solidFill>
              <a:prstDash val="solid"/>
              <a:headEnd type="none" w="med" len="med"/>
              <a:tailEnd type="none" w="med" len="med"/>
            </a:ln>
          </p:spPr>
        </p:sp>
        <p:sp>
          <p:nvSpPr>
            <p:cNvPr id="23591" name="Line 17"/>
            <p:cNvSpPr/>
            <p:nvPr/>
          </p:nvSpPr>
          <p:spPr>
            <a:xfrm>
              <a:off x="0" y="680"/>
              <a:ext cx="907" cy="1"/>
            </a:xfrm>
            <a:prstGeom prst="line">
              <a:avLst/>
            </a:prstGeom>
            <a:ln w="9525" cap="flat" cmpd="sng">
              <a:solidFill>
                <a:schemeClr val="tx1"/>
              </a:solidFill>
              <a:prstDash val="solid"/>
              <a:headEnd type="none" w="med" len="med"/>
              <a:tailEnd type="none" w="med" len="med"/>
            </a:ln>
          </p:spPr>
        </p:sp>
        <p:sp>
          <p:nvSpPr>
            <p:cNvPr id="23592" name="Line 18"/>
            <p:cNvSpPr/>
            <p:nvPr/>
          </p:nvSpPr>
          <p:spPr>
            <a:xfrm>
              <a:off x="2269" y="453"/>
              <a:ext cx="794" cy="1"/>
            </a:xfrm>
            <a:prstGeom prst="line">
              <a:avLst/>
            </a:prstGeom>
            <a:ln w="9525" cap="flat" cmpd="sng">
              <a:solidFill>
                <a:schemeClr val="tx1"/>
              </a:solidFill>
              <a:prstDash val="solid"/>
              <a:headEnd type="none" w="med" len="med"/>
              <a:tailEnd type="none" w="med" len="med"/>
            </a:ln>
          </p:spPr>
        </p:sp>
        <p:sp>
          <p:nvSpPr>
            <p:cNvPr id="23593" name="Oval 19"/>
            <p:cNvSpPr/>
            <p:nvPr/>
          </p:nvSpPr>
          <p:spPr>
            <a:xfrm>
              <a:off x="2042" y="340"/>
              <a:ext cx="226" cy="227"/>
            </a:xfrm>
            <a:prstGeom prst="ellipse">
              <a:avLst/>
            </a:prstGeom>
            <a:noFill/>
            <a:ln w="9525"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har char="•"/>
                <a:defRPr sz="3200">
                  <a:solidFill>
                    <a:srgbClr val="666699"/>
                  </a:solidFill>
                  <a:latin typeface="+mn-lt"/>
                  <a:ea typeface="+mn-ea"/>
                  <a:cs typeface="+mn-cs"/>
                </a:defRPr>
              </a:lvl1pPr>
              <a:lvl2pPr marL="742950" indent="-285750" algn="l" rtl="0" eaLnBrk="0" fontAlgn="base" hangingPunct="0">
                <a:spcBef>
                  <a:spcPct val="20000"/>
                </a:spcBef>
                <a:spcAft>
                  <a:spcPct val="0"/>
                </a:spcAft>
                <a:buChar char="–"/>
                <a:defRPr sz="2800">
                  <a:solidFill>
                    <a:srgbClr val="666699"/>
                  </a:solidFill>
                  <a:latin typeface="+mn-lt"/>
                  <a:ea typeface="+mn-ea"/>
                </a:defRPr>
              </a:lvl2pPr>
              <a:lvl3pPr marL="1143000" indent="-228600" algn="l" rtl="0" eaLnBrk="0" fontAlgn="base" hangingPunct="0">
                <a:spcBef>
                  <a:spcPct val="20000"/>
                </a:spcBef>
                <a:spcAft>
                  <a:spcPct val="0"/>
                </a:spcAft>
                <a:buChar char="•"/>
                <a:defRPr sz="2400">
                  <a:solidFill>
                    <a:srgbClr val="666699"/>
                  </a:solidFill>
                  <a:latin typeface="+mn-lt"/>
                  <a:ea typeface="+mn-ea"/>
                </a:defRPr>
              </a:lvl3pPr>
              <a:lvl4pPr marL="1600200" indent="-228600" algn="l" rtl="0" eaLnBrk="0" fontAlgn="base" hangingPunct="0">
                <a:spcBef>
                  <a:spcPct val="20000"/>
                </a:spcBef>
                <a:spcAft>
                  <a:spcPct val="0"/>
                </a:spcAft>
                <a:buChar char="–"/>
                <a:defRPr sz="2000">
                  <a:solidFill>
                    <a:srgbClr val="666699"/>
                  </a:solidFill>
                  <a:latin typeface="+mn-lt"/>
                  <a:ea typeface="+mn-ea"/>
                </a:defRPr>
              </a:lvl4pPr>
              <a:lvl5pPr marL="2057400" indent="-228600" algn="l" rtl="0" eaLnBrk="0" fontAlgn="base" hangingPunct="0">
                <a:spcBef>
                  <a:spcPct val="20000"/>
                </a:spcBef>
                <a:spcAft>
                  <a:spcPct val="0"/>
                </a:spcAft>
                <a:buChar char="»"/>
                <a:defRPr sz="2000">
                  <a:solidFill>
                    <a:srgbClr val="666699"/>
                  </a:solidFill>
                  <a:latin typeface="+mn-lt"/>
                  <a:ea typeface="+mn-ea"/>
                </a:defRPr>
              </a:lvl5pPr>
            </a:lstStyle>
            <a:p>
              <a:pPr marL="0" lvl="0" indent="0" eaLnBrk="1" hangingPunct="1">
                <a:spcBef>
                  <a:spcPct val="0"/>
                </a:spcBef>
                <a:buNone/>
              </a:pPr>
              <a:endParaRPr lang="zh-CN" altLang="en-US" sz="2400" dirty="0">
                <a:solidFill>
                  <a:schemeClr val="tx1"/>
                </a:solidFill>
              </a:endParaRPr>
            </a:p>
          </p:txBody>
        </p:sp>
      </p:grpSp>
      <p:sp>
        <p:nvSpPr>
          <p:cNvPr id="23559" name="Line 20"/>
          <p:cNvSpPr/>
          <p:nvPr/>
        </p:nvSpPr>
        <p:spPr>
          <a:xfrm>
            <a:off x="323850" y="3357563"/>
            <a:ext cx="360363" cy="1587"/>
          </a:xfrm>
          <a:prstGeom prst="line">
            <a:avLst/>
          </a:prstGeom>
          <a:ln w="28575" cap="flat" cmpd="sng">
            <a:solidFill>
              <a:schemeClr val="tx1"/>
            </a:solidFill>
            <a:prstDash val="solid"/>
            <a:headEnd type="none" w="med" len="med"/>
            <a:tailEnd type="none" w="med" len="med"/>
          </a:ln>
        </p:spPr>
      </p:sp>
      <p:sp>
        <p:nvSpPr>
          <p:cNvPr id="23560" name="Line 21"/>
          <p:cNvSpPr/>
          <p:nvPr/>
        </p:nvSpPr>
        <p:spPr>
          <a:xfrm>
            <a:off x="5726113" y="3359150"/>
            <a:ext cx="719137" cy="0"/>
          </a:xfrm>
          <a:prstGeom prst="line">
            <a:avLst/>
          </a:prstGeom>
          <a:ln w="28575" cap="flat" cmpd="sng">
            <a:solidFill>
              <a:schemeClr val="tx1"/>
            </a:solidFill>
            <a:prstDash val="solid"/>
            <a:headEnd type="none" w="med" len="med"/>
            <a:tailEnd type="none" w="med" len="med"/>
          </a:ln>
        </p:spPr>
      </p:sp>
      <p:grpSp>
        <p:nvGrpSpPr>
          <p:cNvPr id="23561" name="Group 22"/>
          <p:cNvGrpSpPr/>
          <p:nvPr/>
        </p:nvGrpSpPr>
        <p:grpSpPr>
          <a:xfrm>
            <a:off x="541338" y="4656138"/>
            <a:ext cx="1728787" cy="717550"/>
            <a:chOff x="0" y="0"/>
            <a:chExt cx="2948" cy="1588"/>
          </a:xfrm>
        </p:grpSpPr>
        <p:sp>
          <p:nvSpPr>
            <p:cNvPr id="23582" name="Arc 23"/>
            <p:cNvSpPr/>
            <p:nvPr/>
          </p:nvSpPr>
          <p:spPr>
            <a:xfrm>
              <a:off x="641" y="0"/>
              <a:ext cx="1510" cy="801"/>
            </a:xfrm>
            <a:custGeom>
              <a:avLst/>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Lst>
              <a:pathLst>
                <a:path w="22154" h="21840" fill="none">
                  <a:moveTo>
                    <a:pt x="0" y="7"/>
                  </a:moveTo>
                  <a:cubicBezTo>
                    <a:pt x="184" y="2"/>
                    <a:pt x="369" y="-1"/>
                    <a:pt x="554" y="0"/>
                  </a:cubicBezTo>
                  <a:cubicBezTo>
                    <a:pt x="12483" y="0"/>
                    <a:pt x="22154" y="9670"/>
                    <a:pt x="22154" y="21600"/>
                  </a:cubicBezTo>
                  <a:cubicBezTo>
                    <a:pt x="22154" y="21680"/>
                    <a:pt x="22153" y="21760"/>
                    <a:pt x="22152" y="21840"/>
                  </a:cubicBezTo>
                </a:path>
                <a:path w="22154" h="21840" stroke="0">
                  <a:moveTo>
                    <a:pt x="0" y="7"/>
                  </a:moveTo>
                  <a:cubicBezTo>
                    <a:pt x="184" y="2"/>
                    <a:pt x="369" y="-1"/>
                    <a:pt x="554" y="0"/>
                  </a:cubicBezTo>
                  <a:cubicBezTo>
                    <a:pt x="12483" y="0"/>
                    <a:pt x="22154" y="9670"/>
                    <a:pt x="22154" y="21600"/>
                  </a:cubicBezTo>
                  <a:cubicBezTo>
                    <a:pt x="22154" y="21680"/>
                    <a:pt x="22153" y="21760"/>
                    <a:pt x="22152" y="21840"/>
                  </a:cubicBezTo>
                  <a:lnTo>
                    <a:pt x="554" y="21600"/>
                  </a:lnTo>
                  <a:lnTo>
                    <a:pt x="0" y="7"/>
                  </a:lnTo>
                  <a:close/>
                </a:path>
              </a:pathLst>
            </a:custGeom>
            <a:noFill/>
            <a:ln w="9525" cap="flat" cmpd="sng">
              <a:solidFill>
                <a:schemeClr val="tx1">
                  <a:alpha val="100000"/>
                </a:schemeClr>
              </a:solidFill>
              <a:prstDash val="solid"/>
              <a:bevel/>
              <a:headEnd type="none" w="med" len="med"/>
              <a:tailEnd type="none" w="med" len="med"/>
            </a:ln>
          </p:spPr>
          <p:txBody>
            <a:bodyPr/>
            <a:p>
              <a:endParaRPr lang="zh-CN" altLang="en-US"/>
            </a:p>
          </p:txBody>
        </p:sp>
        <p:sp>
          <p:nvSpPr>
            <p:cNvPr id="23583" name="Arc 24"/>
            <p:cNvSpPr/>
            <p:nvPr/>
          </p:nvSpPr>
          <p:spPr>
            <a:xfrm flipV="1">
              <a:off x="643" y="794"/>
              <a:ext cx="1508" cy="794"/>
            </a:xfrm>
            <a:custGeom>
              <a:avLst/>
              <a:gdLst/>
              <a:ahLst/>
              <a:cxnLst>
                <a:cxn ang="0">
                  <a:pos x="0" y="0"/>
                </a:cxn>
                <a:cxn ang="0">
                  <a:pos x="0" y="0"/>
                </a:cxn>
                <a:cxn ang="0">
                  <a:pos x="0" y="0"/>
                </a:cxn>
                <a:cxn ang="0">
                  <a:pos x="0" y="0"/>
                </a:cxn>
                <a:cxn ang="0">
                  <a:pos x="0" y="0"/>
                </a:cxn>
                <a:cxn ang="0">
                  <a:pos x="0" y="0"/>
                </a:cxn>
                <a:cxn ang="0">
                  <a:pos x="0" y="0"/>
                </a:cxn>
                <a:cxn ang="0">
                  <a:pos x="0" y="0"/>
                </a:cxn>
              </a:cxnLst>
              <a:pathLst>
                <a:path w="23961" h="21600" fill="none">
                  <a:moveTo>
                    <a:pt x="0" y="129"/>
                  </a:moveTo>
                  <a:cubicBezTo>
                    <a:pt x="784" y="43"/>
                    <a:pt x="1572" y="-1"/>
                    <a:pt x="2361" y="0"/>
                  </a:cubicBezTo>
                  <a:cubicBezTo>
                    <a:pt x="14290" y="0"/>
                    <a:pt x="23961" y="9670"/>
                    <a:pt x="23961" y="21600"/>
                  </a:cubicBezTo>
                </a:path>
                <a:path w="23961" h="21600" stroke="0">
                  <a:moveTo>
                    <a:pt x="0" y="129"/>
                  </a:moveTo>
                  <a:cubicBezTo>
                    <a:pt x="784" y="43"/>
                    <a:pt x="1572" y="-1"/>
                    <a:pt x="2361" y="0"/>
                  </a:cubicBezTo>
                  <a:cubicBezTo>
                    <a:pt x="14290" y="0"/>
                    <a:pt x="23961" y="9670"/>
                    <a:pt x="23961" y="21600"/>
                  </a:cubicBezTo>
                  <a:lnTo>
                    <a:pt x="2361" y="21600"/>
                  </a:lnTo>
                  <a:lnTo>
                    <a:pt x="0" y="129"/>
                  </a:lnTo>
                  <a:close/>
                </a:path>
              </a:pathLst>
            </a:custGeom>
            <a:noFill/>
            <a:ln w="9525" cap="flat" cmpd="sng">
              <a:solidFill>
                <a:schemeClr val="tx1">
                  <a:alpha val="100000"/>
                </a:schemeClr>
              </a:solidFill>
              <a:prstDash val="solid"/>
              <a:bevel/>
              <a:headEnd type="none" w="med" len="med"/>
              <a:tailEnd type="none" w="med" len="med"/>
            </a:ln>
          </p:spPr>
          <p:txBody>
            <a:bodyPr/>
            <a:p>
              <a:endParaRPr lang="zh-CN" altLang="en-US"/>
            </a:p>
          </p:txBody>
        </p:sp>
        <p:sp>
          <p:nvSpPr>
            <p:cNvPr id="23584" name="Arc 25"/>
            <p:cNvSpPr/>
            <p:nvPr/>
          </p:nvSpPr>
          <p:spPr>
            <a:xfrm>
              <a:off x="680" y="0"/>
              <a:ext cx="227" cy="794"/>
            </a:xfrm>
            <a:custGeom>
              <a:avLst/>
              <a:gdLst/>
              <a:ahLst/>
              <a:cxnLst>
                <a:cxn ang="0">
                  <a:pos x="0" y="0"/>
                </a:cxn>
                <a:cxn ang="0">
                  <a:pos x="0" y="0"/>
                </a:cxn>
                <a:cxn ang="0">
                  <a:pos x="0" y="0"/>
                </a:cxn>
                <a:cxn ang="0">
                  <a:pos x="0" y="0"/>
                </a:cxn>
                <a:cxn ang="0">
                  <a:pos x="0" y="0"/>
                </a:cxn>
                <a:cxn ang="0">
                  <a:pos x="0" y="0"/>
                </a:cxn>
              </a:cxnLst>
              <a:pathLst>
                <a:path w="21600" h="21600" fill="none">
                  <a:moveTo>
                    <a:pt x="-1" y="0"/>
                  </a:moveTo>
                  <a:cubicBezTo>
                    <a:pt x="11929" y="0"/>
                    <a:pt x="21600" y="9670"/>
                    <a:pt x="21600" y="21600"/>
                  </a:cubicBezTo>
                </a:path>
                <a:path w="21600" h="21600" stroke="0">
                  <a:moveTo>
                    <a:pt x="-1" y="0"/>
                  </a:moveTo>
                  <a:cubicBezTo>
                    <a:pt x="11929" y="0"/>
                    <a:pt x="21600" y="9670"/>
                    <a:pt x="21600" y="21600"/>
                  </a:cubicBezTo>
                  <a:lnTo>
                    <a:pt x="0" y="21600"/>
                  </a:lnTo>
                  <a:lnTo>
                    <a:pt x="-1" y="0"/>
                  </a:lnTo>
                  <a:close/>
                </a:path>
              </a:pathLst>
            </a:custGeom>
            <a:noFill/>
            <a:ln w="9525" cap="flat" cmpd="sng">
              <a:solidFill>
                <a:schemeClr val="tx1">
                  <a:alpha val="100000"/>
                </a:schemeClr>
              </a:solidFill>
              <a:prstDash val="solid"/>
              <a:bevel/>
              <a:headEnd type="none" w="med" len="med"/>
              <a:tailEnd type="none" w="med" len="med"/>
            </a:ln>
          </p:spPr>
          <p:txBody>
            <a:bodyPr/>
            <a:p>
              <a:endParaRPr lang="zh-CN" altLang="en-US"/>
            </a:p>
          </p:txBody>
        </p:sp>
        <p:sp>
          <p:nvSpPr>
            <p:cNvPr id="23585" name="Arc 26"/>
            <p:cNvSpPr/>
            <p:nvPr/>
          </p:nvSpPr>
          <p:spPr>
            <a:xfrm flipV="1">
              <a:off x="680" y="681"/>
              <a:ext cx="227" cy="907"/>
            </a:xfrm>
            <a:custGeom>
              <a:avLst/>
              <a:gdLst/>
              <a:ahLst/>
              <a:cxnLst>
                <a:cxn ang="0">
                  <a:pos x="0" y="0"/>
                </a:cxn>
                <a:cxn ang="0">
                  <a:pos x="0" y="0"/>
                </a:cxn>
                <a:cxn ang="0">
                  <a:pos x="0" y="0"/>
                </a:cxn>
                <a:cxn ang="0">
                  <a:pos x="0" y="0"/>
                </a:cxn>
                <a:cxn ang="0">
                  <a:pos x="0" y="0"/>
                </a:cxn>
                <a:cxn ang="0">
                  <a:pos x="0" y="0"/>
                </a:cxn>
              </a:cxnLst>
              <a:pathLst>
                <a:path w="21600" h="21600" fill="none">
                  <a:moveTo>
                    <a:pt x="-1" y="0"/>
                  </a:moveTo>
                  <a:cubicBezTo>
                    <a:pt x="11929" y="0"/>
                    <a:pt x="21600" y="9670"/>
                    <a:pt x="21600" y="21600"/>
                  </a:cubicBezTo>
                </a:path>
                <a:path w="21600" h="21600" stroke="0">
                  <a:moveTo>
                    <a:pt x="-1" y="0"/>
                  </a:moveTo>
                  <a:cubicBezTo>
                    <a:pt x="11929" y="0"/>
                    <a:pt x="21600" y="9670"/>
                    <a:pt x="21600" y="21600"/>
                  </a:cubicBezTo>
                  <a:lnTo>
                    <a:pt x="0" y="21600"/>
                  </a:lnTo>
                  <a:lnTo>
                    <a:pt x="-1" y="0"/>
                  </a:lnTo>
                  <a:close/>
                </a:path>
              </a:pathLst>
            </a:custGeom>
            <a:noFill/>
            <a:ln w="9525" cap="flat" cmpd="sng">
              <a:solidFill>
                <a:schemeClr val="tx1">
                  <a:alpha val="100000"/>
                </a:schemeClr>
              </a:solidFill>
              <a:prstDash val="solid"/>
              <a:bevel/>
              <a:headEnd type="none" w="med" len="med"/>
              <a:tailEnd type="none" w="med" len="med"/>
            </a:ln>
          </p:spPr>
          <p:txBody>
            <a:bodyPr/>
            <a:p>
              <a:endParaRPr lang="zh-CN" altLang="en-US"/>
            </a:p>
          </p:txBody>
        </p:sp>
        <p:sp>
          <p:nvSpPr>
            <p:cNvPr id="23586" name="Line 27"/>
            <p:cNvSpPr/>
            <p:nvPr/>
          </p:nvSpPr>
          <p:spPr>
            <a:xfrm>
              <a:off x="0" y="454"/>
              <a:ext cx="907" cy="1"/>
            </a:xfrm>
            <a:prstGeom prst="line">
              <a:avLst/>
            </a:prstGeom>
            <a:ln w="9525" cap="flat" cmpd="sng">
              <a:solidFill>
                <a:schemeClr val="tx1"/>
              </a:solidFill>
              <a:prstDash val="solid"/>
              <a:headEnd type="none" w="med" len="med"/>
              <a:tailEnd type="none" w="med" len="med"/>
            </a:ln>
          </p:spPr>
        </p:sp>
        <p:sp>
          <p:nvSpPr>
            <p:cNvPr id="23587" name="Line 28"/>
            <p:cNvSpPr/>
            <p:nvPr/>
          </p:nvSpPr>
          <p:spPr>
            <a:xfrm>
              <a:off x="0" y="1134"/>
              <a:ext cx="907" cy="1"/>
            </a:xfrm>
            <a:prstGeom prst="line">
              <a:avLst/>
            </a:prstGeom>
            <a:ln w="9525" cap="flat" cmpd="sng">
              <a:solidFill>
                <a:schemeClr val="tx1"/>
              </a:solidFill>
              <a:prstDash val="solid"/>
              <a:headEnd type="none" w="med" len="med"/>
              <a:tailEnd type="none" w="med" len="med"/>
            </a:ln>
          </p:spPr>
        </p:sp>
        <p:sp>
          <p:nvSpPr>
            <p:cNvPr id="23588" name="Line 29"/>
            <p:cNvSpPr/>
            <p:nvPr/>
          </p:nvSpPr>
          <p:spPr>
            <a:xfrm>
              <a:off x="2154" y="794"/>
              <a:ext cx="794" cy="1"/>
            </a:xfrm>
            <a:prstGeom prst="line">
              <a:avLst/>
            </a:prstGeom>
            <a:ln w="9525" cap="flat" cmpd="sng">
              <a:solidFill>
                <a:schemeClr val="tx1"/>
              </a:solidFill>
              <a:prstDash val="solid"/>
              <a:headEnd type="none" w="med" len="med"/>
              <a:tailEnd type="none" w="med" len="med"/>
            </a:ln>
          </p:spPr>
        </p:sp>
      </p:grpSp>
      <p:grpSp>
        <p:nvGrpSpPr>
          <p:cNvPr id="23562" name="Group 30"/>
          <p:cNvGrpSpPr/>
          <p:nvPr/>
        </p:nvGrpSpPr>
        <p:grpSpPr>
          <a:xfrm>
            <a:off x="3060700" y="4581525"/>
            <a:ext cx="1871663" cy="792163"/>
            <a:chOff x="0" y="0"/>
            <a:chExt cx="3287" cy="1588"/>
          </a:xfrm>
        </p:grpSpPr>
        <p:sp>
          <p:nvSpPr>
            <p:cNvPr id="23574" name="Arc 31"/>
            <p:cNvSpPr/>
            <p:nvPr/>
          </p:nvSpPr>
          <p:spPr>
            <a:xfrm>
              <a:off x="641" y="0"/>
              <a:ext cx="1510" cy="801"/>
            </a:xfrm>
            <a:custGeom>
              <a:avLst/>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Lst>
              <a:pathLst>
                <a:path w="22154" h="21840" fill="none">
                  <a:moveTo>
                    <a:pt x="0" y="7"/>
                  </a:moveTo>
                  <a:cubicBezTo>
                    <a:pt x="184" y="2"/>
                    <a:pt x="369" y="-1"/>
                    <a:pt x="554" y="0"/>
                  </a:cubicBezTo>
                  <a:cubicBezTo>
                    <a:pt x="12483" y="0"/>
                    <a:pt x="22154" y="9670"/>
                    <a:pt x="22154" y="21600"/>
                  </a:cubicBezTo>
                  <a:cubicBezTo>
                    <a:pt x="22154" y="21680"/>
                    <a:pt x="22153" y="21760"/>
                    <a:pt x="22152" y="21840"/>
                  </a:cubicBezTo>
                </a:path>
                <a:path w="22154" h="21840" stroke="0">
                  <a:moveTo>
                    <a:pt x="0" y="7"/>
                  </a:moveTo>
                  <a:cubicBezTo>
                    <a:pt x="184" y="2"/>
                    <a:pt x="369" y="-1"/>
                    <a:pt x="554" y="0"/>
                  </a:cubicBezTo>
                  <a:cubicBezTo>
                    <a:pt x="12483" y="0"/>
                    <a:pt x="22154" y="9670"/>
                    <a:pt x="22154" y="21600"/>
                  </a:cubicBezTo>
                  <a:cubicBezTo>
                    <a:pt x="22154" y="21680"/>
                    <a:pt x="22153" y="21760"/>
                    <a:pt x="22152" y="21840"/>
                  </a:cubicBezTo>
                  <a:lnTo>
                    <a:pt x="554" y="21600"/>
                  </a:lnTo>
                  <a:lnTo>
                    <a:pt x="0" y="7"/>
                  </a:lnTo>
                  <a:close/>
                </a:path>
              </a:pathLst>
            </a:custGeom>
            <a:noFill/>
            <a:ln w="9525" cap="flat" cmpd="sng">
              <a:solidFill>
                <a:schemeClr val="tx1">
                  <a:alpha val="100000"/>
                </a:schemeClr>
              </a:solidFill>
              <a:prstDash val="solid"/>
              <a:bevel/>
              <a:headEnd type="none" w="med" len="med"/>
              <a:tailEnd type="none" w="med" len="med"/>
            </a:ln>
          </p:spPr>
          <p:txBody>
            <a:bodyPr/>
            <a:p>
              <a:endParaRPr lang="zh-CN" altLang="en-US"/>
            </a:p>
          </p:txBody>
        </p:sp>
        <p:sp>
          <p:nvSpPr>
            <p:cNvPr id="23575" name="Arc 32"/>
            <p:cNvSpPr/>
            <p:nvPr/>
          </p:nvSpPr>
          <p:spPr>
            <a:xfrm flipV="1">
              <a:off x="643" y="794"/>
              <a:ext cx="1508" cy="794"/>
            </a:xfrm>
            <a:custGeom>
              <a:avLst/>
              <a:gdLst/>
              <a:ahLst/>
              <a:cxnLst>
                <a:cxn ang="0">
                  <a:pos x="0" y="0"/>
                </a:cxn>
                <a:cxn ang="0">
                  <a:pos x="0" y="0"/>
                </a:cxn>
                <a:cxn ang="0">
                  <a:pos x="0" y="0"/>
                </a:cxn>
                <a:cxn ang="0">
                  <a:pos x="0" y="0"/>
                </a:cxn>
                <a:cxn ang="0">
                  <a:pos x="0" y="0"/>
                </a:cxn>
                <a:cxn ang="0">
                  <a:pos x="0" y="0"/>
                </a:cxn>
                <a:cxn ang="0">
                  <a:pos x="0" y="0"/>
                </a:cxn>
                <a:cxn ang="0">
                  <a:pos x="0" y="0"/>
                </a:cxn>
              </a:cxnLst>
              <a:pathLst>
                <a:path w="23961" h="21600" fill="none">
                  <a:moveTo>
                    <a:pt x="0" y="129"/>
                  </a:moveTo>
                  <a:cubicBezTo>
                    <a:pt x="784" y="43"/>
                    <a:pt x="1572" y="-1"/>
                    <a:pt x="2361" y="0"/>
                  </a:cubicBezTo>
                  <a:cubicBezTo>
                    <a:pt x="14290" y="0"/>
                    <a:pt x="23961" y="9670"/>
                    <a:pt x="23961" y="21600"/>
                  </a:cubicBezTo>
                </a:path>
                <a:path w="23961" h="21600" stroke="0">
                  <a:moveTo>
                    <a:pt x="0" y="129"/>
                  </a:moveTo>
                  <a:cubicBezTo>
                    <a:pt x="784" y="43"/>
                    <a:pt x="1572" y="-1"/>
                    <a:pt x="2361" y="0"/>
                  </a:cubicBezTo>
                  <a:cubicBezTo>
                    <a:pt x="14290" y="0"/>
                    <a:pt x="23961" y="9670"/>
                    <a:pt x="23961" y="21600"/>
                  </a:cubicBezTo>
                  <a:lnTo>
                    <a:pt x="2361" y="21600"/>
                  </a:lnTo>
                  <a:lnTo>
                    <a:pt x="0" y="129"/>
                  </a:lnTo>
                  <a:close/>
                </a:path>
              </a:pathLst>
            </a:custGeom>
            <a:noFill/>
            <a:ln w="9525" cap="flat" cmpd="sng">
              <a:solidFill>
                <a:schemeClr val="tx1">
                  <a:alpha val="100000"/>
                </a:schemeClr>
              </a:solidFill>
              <a:prstDash val="solid"/>
              <a:bevel/>
              <a:headEnd type="none" w="med" len="med"/>
              <a:tailEnd type="none" w="med" len="med"/>
            </a:ln>
          </p:spPr>
          <p:txBody>
            <a:bodyPr/>
            <a:p>
              <a:endParaRPr lang="zh-CN" altLang="en-US"/>
            </a:p>
          </p:txBody>
        </p:sp>
        <p:sp>
          <p:nvSpPr>
            <p:cNvPr id="23576" name="Arc 33"/>
            <p:cNvSpPr/>
            <p:nvPr/>
          </p:nvSpPr>
          <p:spPr>
            <a:xfrm>
              <a:off x="680" y="0"/>
              <a:ext cx="227" cy="794"/>
            </a:xfrm>
            <a:custGeom>
              <a:avLst/>
              <a:gdLst/>
              <a:ahLst/>
              <a:cxnLst>
                <a:cxn ang="0">
                  <a:pos x="0" y="0"/>
                </a:cxn>
                <a:cxn ang="0">
                  <a:pos x="0" y="0"/>
                </a:cxn>
                <a:cxn ang="0">
                  <a:pos x="0" y="0"/>
                </a:cxn>
                <a:cxn ang="0">
                  <a:pos x="0" y="0"/>
                </a:cxn>
                <a:cxn ang="0">
                  <a:pos x="0" y="0"/>
                </a:cxn>
                <a:cxn ang="0">
                  <a:pos x="0" y="0"/>
                </a:cxn>
              </a:cxnLst>
              <a:pathLst>
                <a:path w="21600" h="21600" fill="none">
                  <a:moveTo>
                    <a:pt x="-1" y="0"/>
                  </a:moveTo>
                  <a:cubicBezTo>
                    <a:pt x="11929" y="0"/>
                    <a:pt x="21600" y="9670"/>
                    <a:pt x="21600" y="21600"/>
                  </a:cubicBezTo>
                </a:path>
                <a:path w="21600" h="21600" stroke="0">
                  <a:moveTo>
                    <a:pt x="-1" y="0"/>
                  </a:moveTo>
                  <a:cubicBezTo>
                    <a:pt x="11929" y="0"/>
                    <a:pt x="21600" y="9670"/>
                    <a:pt x="21600" y="21600"/>
                  </a:cubicBezTo>
                  <a:lnTo>
                    <a:pt x="0" y="21600"/>
                  </a:lnTo>
                  <a:lnTo>
                    <a:pt x="-1" y="0"/>
                  </a:lnTo>
                  <a:close/>
                </a:path>
              </a:pathLst>
            </a:custGeom>
            <a:noFill/>
            <a:ln w="9525" cap="flat" cmpd="sng">
              <a:solidFill>
                <a:schemeClr val="tx1">
                  <a:alpha val="100000"/>
                </a:schemeClr>
              </a:solidFill>
              <a:prstDash val="solid"/>
              <a:bevel/>
              <a:headEnd type="none" w="med" len="med"/>
              <a:tailEnd type="none" w="med" len="med"/>
            </a:ln>
          </p:spPr>
          <p:txBody>
            <a:bodyPr/>
            <a:p>
              <a:endParaRPr lang="zh-CN" altLang="en-US"/>
            </a:p>
          </p:txBody>
        </p:sp>
        <p:sp>
          <p:nvSpPr>
            <p:cNvPr id="23577" name="Arc 34"/>
            <p:cNvSpPr/>
            <p:nvPr/>
          </p:nvSpPr>
          <p:spPr>
            <a:xfrm flipV="1">
              <a:off x="680" y="680"/>
              <a:ext cx="227" cy="907"/>
            </a:xfrm>
            <a:custGeom>
              <a:avLst/>
              <a:gdLst/>
              <a:ahLst/>
              <a:cxnLst>
                <a:cxn ang="0">
                  <a:pos x="0" y="0"/>
                </a:cxn>
                <a:cxn ang="0">
                  <a:pos x="0" y="0"/>
                </a:cxn>
                <a:cxn ang="0">
                  <a:pos x="0" y="0"/>
                </a:cxn>
                <a:cxn ang="0">
                  <a:pos x="0" y="0"/>
                </a:cxn>
                <a:cxn ang="0">
                  <a:pos x="0" y="0"/>
                </a:cxn>
                <a:cxn ang="0">
                  <a:pos x="0" y="0"/>
                </a:cxn>
              </a:cxnLst>
              <a:pathLst>
                <a:path w="21600" h="21600" fill="none">
                  <a:moveTo>
                    <a:pt x="-1" y="0"/>
                  </a:moveTo>
                  <a:cubicBezTo>
                    <a:pt x="11929" y="0"/>
                    <a:pt x="21600" y="9670"/>
                    <a:pt x="21600" y="21600"/>
                  </a:cubicBezTo>
                </a:path>
                <a:path w="21600" h="21600" stroke="0">
                  <a:moveTo>
                    <a:pt x="-1" y="0"/>
                  </a:moveTo>
                  <a:cubicBezTo>
                    <a:pt x="11929" y="0"/>
                    <a:pt x="21600" y="9670"/>
                    <a:pt x="21600" y="21600"/>
                  </a:cubicBezTo>
                  <a:lnTo>
                    <a:pt x="0" y="21600"/>
                  </a:lnTo>
                  <a:lnTo>
                    <a:pt x="-1" y="0"/>
                  </a:lnTo>
                  <a:close/>
                </a:path>
              </a:pathLst>
            </a:custGeom>
            <a:noFill/>
            <a:ln w="9525" cap="flat" cmpd="sng">
              <a:solidFill>
                <a:schemeClr val="tx1">
                  <a:alpha val="100000"/>
                </a:schemeClr>
              </a:solidFill>
              <a:prstDash val="solid"/>
              <a:bevel/>
              <a:headEnd type="none" w="med" len="med"/>
              <a:tailEnd type="none" w="med" len="med"/>
            </a:ln>
          </p:spPr>
          <p:txBody>
            <a:bodyPr/>
            <a:p>
              <a:endParaRPr lang="zh-CN" altLang="en-US"/>
            </a:p>
          </p:txBody>
        </p:sp>
        <p:sp>
          <p:nvSpPr>
            <p:cNvPr id="23578" name="Line 35"/>
            <p:cNvSpPr/>
            <p:nvPr/>
          </p:nvSpPr>
          <p:spPr>
            <a:xfrm>
              <a:off x="0" y="454"/>
              <a:ext cx="907" cy="1"/>
            </a:xfrm>
            <a:prstGeom prst="line">
              <a:avLst/>
            </a:prstGeom>
            <a:ln w="9525" cap="flat" cmpd="sng">
              <a:solidFill>
                <a:schemeClr val="tx1"/>
              </a:solidFill>
              <a:prstDash val="solid"/>
              <a:headEnd type="none" w="med" len="med"/>
              <a:tailEnd type="none" w="med" len="med"/>
            </a:ln>
          </p:spPr>
        </p:sp>
        <p:sp>
          <p:nvSpPr>
            <p:cNvPr id="23579" name="Line 36"/>
            <p:cNvSpPr/>
            <p:nvPr/>
          </p:nvSpPr>
          <p:spPr>
            <a:xfrm>
              <a:off x="0" y="1134"/>
              <a:ext cx="907" cy="1"/>
            </a:xfrm>
            <a:prstGeom prst="line">
              <a:avLst/>
            </a:prstGeom>
            <a:ln w="9525" cap="flat" cmpd="sng">
              <a:solidFill>
                <a:schemeClr val="tx1"/>
              </a:solidFill>
              <a:prstDash val="solid"/>
              <a:headEnd type="none" w="med" len="med"/>
              <a:tailEnd type="none" w="med" len="med"/>
            </a:ln>
          </p:spPr>
        </p:sp>
        <p:sp>
          <p:nvSpPr>
            <p:cNvPr id="23580" name="Line 37"/>
            <p:cNvSpPr/>
            <p:nvPr/>
          </p:nvSpPr>
          <p:spPr>
            <a:xfrm>
              <a:off x="2493" y="794"/>
              <a:ext cx="794" cy="1"/>
            </a:xfrm>
            <a:prstGeom prst="line">
              <a:avLst/>
            </a:prstGeom>
            <a:ln w="9525" cap="flat" cmpd="sng">
              <a:solidFill>
                <a:schemeClr val="tx1"/>
              </a:solidFill>
              <a:prstDash val="solid"/>
              <a:headEnd type="none" w="med" len="med"/>
              <a:tailEnd type="none" w="med" len="med"/>
            </a:ln>
          </p:spPr>
        </p:sp>
        <p:sp>
          <p:nvSpPr>
            <p:cNvPr id="23581" name="Oval 38"/>
            <p:cNvSpPr/>
            <p:nvPr/>
          </p:nvSpPr>
          <p:spPr>
            <a:xfrm>
              <a:off x="2155" y="545"/>
              <a:ext cx="340" cy="454"/>
            </a:xfrm>
            <a:prstGeom prst="ellipse">
              <a:avLst/>
            </a:prstGeom>
            <a:noFill/>
            <a:ln w="9525"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har char="•"/>
                <a:defRPr sz="3200">
                  <a:solidFill>
                    <a:srgbClr val="666699"/>
                  </a:solidFill>
                  <a:latin typeface="+mn-lt"/>
                  <a:ea typeface="+mn-ea"/>
                  <a:cs typeface="+mn-cs"/>
                </a:defRPr>
              </a:lvl1pPr>
              <a:lvl2pPr marL="742950" indent="-285750" algn="l" rtl="0" eaLnBrk="0" fontAlgn="base" hangingPunct="0">
                <a:spcBef>
                  <a:spcPct val="20000"/>
                </a:spcBef>
                <a:spcAft>
                  <a:spcPct val="0"/>
                </a:spcAft>
                <a:buChar char="–"/>
                <a:defRPr sz="2800">
                  <a:solidFill>
                    <a:srgbClr val="666699"/>
                  </a:solidFill>
                  <a:latin typeface="+mn-lt"/>
                  <a:ea typeface="+mn-ea"/>
                </a:defRPr>
              </a:lvl2pPr>
              <a:lvl3pPr marL="1143000" indent="-228600" algn="l" rtl="0" eaLnBrk="0" fontAlgn="base" hangingPunct="0">
                <a:spcBef>
                  <a:spcPct val="20000"/>
                </a:spcBef>
                <a:spcAft>
                  <a:spcPct val="0"/>
                </a:spcAft>
                <a:buChar char="•"/>
                <a:defRPr sz="2400">
                  <a:solidFill>
                    <a:srgbClr val="666699"/>
                  </a:solidFill>
                  <a:latin typeface="+mn-lt"/>
                  <a:ea typeface="+mn-ea"/>
                </a:defRPr>
              </a:lvl3pPr>
              <a:lvl4pPr marL="1600200" indent="-228600" algn="l" rtl="0" eaLnBrk="0" fontAlgn="base" hangingPunct="0">
                <a:spcBef>
                  <a:spcPct val="20000"/>
                </a:spcBef>
                <a:spcAft>
                  <a:spcPct val="0"/>
                </a:spcAft>
                <a:buChar char="–"/>
                <a:defRPr sz="2000">
                  <a:solidFill>
                    <a:srgbClr val="666699"/>
                  </a:solidFill>
                  <a:latin typeface="+mn-lt"/>
                  <a:ea typeface="+mn-ea"/>
                </a:defRPr>
              </a:lvl4pPr>
              <a:lvl5pPr marL="2057400" indent="-228600" algn="l" rtl="0" eaLnBrk="0" fontAlgn="base" hangingPunct="0">
                <a:spcBef>
                  <a:spcPct val="20000"/>
                </a:spcBef>
                <a:spcAft>
                  <a:spcPct val="0"/>
                </a:spcAft>
                <a:buChar char="»"/>
                <a:defRPr sz="2000">
                  <a:solidFill>
                    <a:srgbClr val="666699"/>
                  </a:solidFill>
                  <a:latin typeface="+mn-lt"/>
                  <a:ea typeface="+mn-ea"/>
                </a:defRPr>
              </a:lvl5pPr>
            </a:lstStyle>
            <a:p>
              <a:pPr marL="0" lvl="0" indent="0" eaLnBrk="1" hangingPunct="1">
                <a:spcBef>
                  <a:spcPct val="0"/>
                </a:spcBef>
                <a:buNone/>
              </a:pPr>
              <a:endParaRPr lang="zh-CN" altLang="en-US" sz="2400" dirty="0">
                <a:solidFill>
                  <a:schemeClr val="tx1"/>
                </a:solidFill>
              </a:endParaRPr>
            </a:p>
          </p:txBody>
        </p:sp>
      </p:grpSp>
      <p:grpSp>
        <p:nvGrpSpPr>
          <p:cNvPr id="23563" name="Group 39"/>
          <p:cNvGrpSpPr/>
          <p:nvPr/>
        </p:nvGrpSpPr>
        <p:grpSpPr>
          <a:xfrm>
            <a:off x="5651500" y="4581525"/>
            <a:ext cx="2159000" cy="866775"/>
            <a:chOff x="0" y="0"/>
            <a:chExt cx="3400" cy="1588"/>
          </a:xfrm>
        </p:grpSpPr>
        <p:sp>
          <p:nvSpPr>
            <p:cNvPr id="23565" name="Arc 40"/>
            <p:cNvSpPr/>
            <p:nvPr/>
          </p:nvSpPr>
          <p:spPr>
            <a:xfrm>
              <a:off x="1093" y="0"/>
              <a:ext cx="1510" cy="801"/>
            </a:xfrm>
            <a:custGeom>
              <a:avLst/>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Lst>
              <a:pathLst>
                <a:path w="22154" h="21840" fill="none">
                  <a:moveTo>
                    <a:pt x="0" y="7"/>
                  </a:moveTo>
                  <a:cubicBezTo>
                    <a:pt x="184" y="2"/>
                    <a:pt x="369" y="-1"/>
                    <a:pt x="554" y="0"/>
                  </a:cubicBezTo>
                  <a:cubicBezTo>
                    <a:pt x="12483" y="0"/>
                    <a:pt x="22154" y="9670"/>
                    <a:pt x="22154" y="21600"/>
                  </a:cubicBezTo>
                  <a:cubicBezTo>
                    <a:pt x="22154" y="21680"/>
                    <a:pt x="22153" y="21760"/>
                    <a:pt x="22152" y="21840"/>
                  </a:cubicBezTo>
                </a:path>
                <a:path w="22154" h="21840" stroke="0">
                  <a:moveTo>
                    <a:pt x="0" y="7"/>
                  </a:moveTo>
                  <a:cubicBezTo>
                    <a:pt x="184" y="2"/>
                    <a:pt x="369" y="-1"/>
                    <a:pt x="554" y="0"/>
                  </a:cubicBezTo>
                  <a:cubicBezTo>
                    <a:pt x="12483" y="0"/>
                    <a:pt x="22154" y="9670"/>
                    <a:pt x="22154" y="21600"/>
                  </a:cubicBezTo>
                  <a:cubicBezTo>
                    <a:pt x="22154" y="21680"/>
                    <a:pt x="22153" y="21760"/>
                    <a:pt x="22152" y="21840"/>
                  </a:cubicBezTo>
                  <a:lnTo>
                    <a:pt x="554" y="21600"/>
                  </a:lnTo>
                  <a:lnTo>
                    <a:pt x="0" y="7"/>
                  </a:lnTo>
                  <a:close/>
                </a:path>
              </a:pathLst>
            </a:custGeom>
            <a:noFill/>
            <a:ln w="9525" cap="flat" cmpd="sng">
              <a:solidFill>
                <a:schemeClr val="tx1">
                  <a:alpha val="100000"/>
                </a:schemeClr>
              </a:solidFill>
              <a:prstDash val="solid"/>
              <a:bevel/>
              <a:headEnd type="none" w="med" len="med"/>
              <a:tailEnd type="none" w="med" len="med"/>
            </a:ln>
          </p:spPr>
          <p:txBody>
            <a:bodyPr/>
            <a:p>
              <a:endParaRPr lang="zh-CN" altLang="en-US"/>
            </a:p>
          </p:txBody>
        </p:sp>
        <p:sp>
          <p:nvSpPr>
            <p:cNvPr id="23566" name="Arc 41"/>
            <p:cNvSpPr/>
            <p:nvPr/>
          </p:nvSpPr>
          <p:spPr>
            <a:xfrm flipV="1">
              <a:off x="1095" y="794"/>
              <a:ext cx="1508" cy="794"/>
            </a:xfrm>
            <a:custGeom>
              <a:avLst/>
              <a:gdLst/>
              <a:ahLst/>
              <a:cxnLst>
                <a:cxn ang="0">
                  <a:pos x="0" y="0"/>
                </a:cxn>
                <a:cxn ang="0">
                  <a:pos x="0" y="0"/>
                </a:cxn>
                <a:cxn ang="0">
                  <a:pos x="0" y="0"/>
                </a:cxn>
                <a:cxn ang="0">
                  <a:pos x="0" y="0"/>
                </a:cxn>
                <a:cxn ang="0">
                  <a:pos x="0" y="0"/>
                </a:cxn>
                <a:cxn ang="0">
                  <a:pos x="0" y="0"/>
                </a:cxn>
                <a:cxn ang="0">
                  <a:pos x="0" y="0"/>
                </a:cxn>
                <a:cxn ang="0">
                  <a:pos x="0" y="0"/>
                </a:cxn>
              </a:cxnLst>
              <a:pathLst>
                <a:path w="23961" h="21600" fill="none">
                  <a:moveTo>
                    <a:pt x="0" y="129"/>
                  </a:moveTo>
                  <a:cubicBezTo>
                    <a:pt x="784" y="43"/>
                    <a:pt x="1572" y="-1"/>
                    <a:pt x="2361" y="0"/>
                  </a:cubicBezTo>
                  <a:cubicBezTo>
                    <a:pt x="14290" y="0"/>
                    <a:pt x="23961" y="9670"/>
                    <a:pt x="23961" y="21600"/>
                  </a:cubicBezTo>
                </a:path>
                <a:path w="23961" h="21600" stroke="0">
                  <a:moveTo>
                    <a:pt x="0" y="129"/>
                  </a:moveTo>
                  <a:cubicBezTo>
                    <a:pt x="784" y="43"/>
                    <a:pt x="1572" y="-1"/>
                    <a:pt x="2361" y="0"/>
                  </a:cubicBezTo>
                  <a:cubicBezTo>
                    <a:pt x="14290" y="0"/>
                    <a:pt x="23961" y="9670"/>
                    <a:pt x="23961" y="21600"/>
                  </a:cubicBezTo>
                  <a:lnTo>
                    <a:pt x="2361" y="21600"/>
                  </a:lnTo>
                  <a:lnTo>
                    <a:pt x="0" y="129"/>
                  </a:lnTo>
                  <a:close/>
                </a:path>
              </a:pathLst>
            </a:custGeom>
            <a:noFill/>
            <a:ln w="9525" cap="flat" cmpd="sng">
              <a:solidFill>
                <a:schemeClr val="tx1">
                  <a:alpha val="100000"/>
                </a:schemeClr>
              </a:solidFill>
              <a:prstDash val="solid"/>
              <a:bevel/>
              <a:headEnd type="none" w="med" len="med"/>
              <a:tailEnd type="none" w="med" len="med"/>
            </a:ln>
          </p:spPr>
          <p:txBody>
            <a:bodyPr/>
            <a:p>
              <a:endParaRPr lang="zh-CN" altLang="en-US"/>
            </a:p>
          </p:txBody>
        </p:sp>
        <p:sp>
          <p:nvSpPr>
            <p:cNvPr id="23567" name="Arc 42"/>
            <p:cNvSpPr/>
            <p:nvPr/>
          </p:nvSpPr>
          <p:spPr>
            <a:xfrm>
              <a:off x="1132" y="0"/>
              <a:ext cx="227" cy="794"/>
            </a:xfrm>
            <a:custGeom>
              <a:avLst/>
              <a:gdLst/>
              <a:ahLst/>
              <a:cxnLst>
                <a:cxn ang="0">
                  <a:pos x="0" y="0"/>
                </a:cxn>
                <a:cxn ang="0">
                  <a:pos x="0" y="0"/>
                </a:cxn>
                <a:cxn ang="0">
                  <a:pos x="0" y="0"/>
                </a:cxn>
                <a:cxn ang="0">
                  <a:pos x="0" y="0"/>
                </a:cxn>
                <a:cxn ang="0">
                  <a:pos x="0" y="0"/>
                </a:cxn>
                <a:cxn ang="0">
                  <a:pos x="0" y="0"/>
                </a:cxn>
              </a:cxnLst>
              <a:pathLst>
                <a:path w="21600" h="21600" fill="none">
                  <a:moveTo>
                    <a:pt x="-1" y="0"/>
                  </a:moveTo>
                  <a:cubicBezTo>
                    <a:pt x="11929" y="0"/>
                    <a:pt x="21600" y="9670"/>
                    <a:pt x="21600" y="21600"/>
                  </a:cubicBezTo>
                </a:path>
                <a:path w="21600" h="21600" stroke="0">
                  <a:moveTo>
                    <a:pt x="-1" y="0"/>
                  </a:moveTo>
                  <a:cubicBezTo>
                    <a:pt x="11929" y="0"/>
                    <a:pt x="21600" y="9670"/>
                    <a:pt x="21600" y="21600"/>
                  </a:cubicBezTo>
                  <a:lnTo>
                    <a:pt x="0" y="21600"/>
                  </a:lnTo>
                  <a:lnTo>
                    <a:pt x="-1" y="0"/>
                  </a:lnTo>
                  <a:close/>
                </a:path>
              </a:pathLst>
            </a:custGeom>
            <a:noFill/>
            <a:ln w="9525" cap="flat" cmpd="sng">
              <a:solidFill>
                <a:schemeClr val="tx1">
                  <a:alpha val="100000"/>
                </a:schemeClr>
              </a:solidFill>
              <a:prstDash val="solid"/>
              <a:bevel/>
              <a:headEnd type="none" w="med" len="med"/>
              <a:tailEnd type="none" w="med" len="med"/>
            </a:ln>
          </p:spPr>
          <p:txBody>
            <a:bodyPr/>
            <a:p>
              <a:endParaRPr lang="zh-CN" altLang="en-US"/>
            </a:p>
          </p:txBody>
        </p:sp>
        <p:sp>
          <p:nvSpPr>
            <p:cNvPr id="23568" name="Arc 43"/>
            <p:cNvSpPr/>
            <p:nvPr/>
          </p:nvSpPr>
          <p:spPr>
            <a:xfrm flipV="1">
              <a:off x="1132" y="680"/>
              <a:ext cx="227" cy="907"/>
            </a:xfrm>
            <a:custGeom>
              <a:avLst/>
              <a:gdLst/>
              <a:ahLst/>
              <a:cxnLst>
                <a:cxn ang="0">
                  <a:pos x="0" y="0"/>
                </a:cxn>
                <a:cxn ang="0">
                  <a:pos x="0" y="0"/>
                </a:cxn>
                <a:cxn ang="0">
                  <a:pos x="0" y="0"/>
                </a:cxn>
                <a:cxn ang="0">
                  <a:pos x="0" y="0"/>
                </a:cxn>
                <a:cxn ang="0">
                  <a:pos x="0" y="0"/>
                </a:cxn>
                <a:cxn ang="0">
                  <a:pos x="0" y="0"/>
                </a:cxn>
              </a:cxnLst>
              <a:pathLst>
                <a:path w="21600" h="21600" fill="none">
                  <a:moveTo>
                    <a:pt x="-1" y="0"/>
                  </a:moveTo>
                  <a:cubicBezTo>
                    <a:pt x="11929" y="0"/>
                    <a:pt x="21600" y="9670"/>
                    <a:pt x="21600" y="21600"/>
                  </a:cubicBezTo>
                </a:path>
                <a:path w="21600" h="21600" stroke="0">
                  <a:moveTo>
                    <a:pt x="-1" y="0"/>
                  </a:moveTo>
                  <a:cubicBezTo>
                    <a:pt x="11929" y="0"/>
                    <a:pt x="21600" y="9670"/>
                    <a:pt x="21600" y="21600"/>
                  </a:cubicBezTo>
                  <a:lnTo>
                    <a:pt x="0" y="21600"/>
                  </a:lnTo>
                  <a:lnTo>
                    <a:pt x="-1" y="0"/>
                  </a:lnTo>
                  <a:close/>
                </a:path>
              </a:pathLst>
            </a:custGeom>
            <a:noFill/>
            <a:ln w="9525" cap="flat" cmpd="sng">
              <a:solidFill>
                <a:schemeClr val="tx1">
                  <a:alpha val="100000"/>
                </a:schemeClr>
              </a:solidFill>
              <a:prstDash val="solid"/>
              <a:bevel/>
              <a:headEnd type="none" w="med" len="med"/>
              <a:tailEnd type="none" w="med" len="med"/>
            </a:ln>
          </p:spPr>
          <p:txBody>
            <a:bodyPr/>
            <a:p>
              <a:endParaRPr lang="zh-CN" altLang="en-US"/>
            </a:p>
          </p:txBody>
        </p:sp>
        <p:sp>
          <p:nvSpPr>
            <p:cNvPr id="23569" name="Line 44"/>
            <p:cNvSpPr/>
            <p:nvPr/>
          </p:nvSpPr>
          <p:spPr>
            <a:xfrm>
              <a:off x="0" y="454"/>
              <a:ext cx="907" cy="1"/>
            </a:xfrm>
            <a:prstGeom prst="line">
              <a:avLst/>
            </a:prstGeom>
            <a:ln w="9525" cap="flat" cmpd="sng">
              <a:solidFill>
                <a:schemeClr val="tx1"/>
              </a:solidFill>
              <a:prstDash val="solid"/>
              <a:headEnd type="none" w="med" len="med"/>
              <a:tailEnd type="none" w="med" len="med"/>
            </a:ln>
          </p:spPr>
        </p:sp>
        <p:sp>
          <p:nvSpPr>
            <p:cNvPr id="23570" name="Line 45"/>
            <p:cNvSpPr/>
            <p:nvPr/>
          </p:nvSpPr>
          <p:spPr>
            <a:xfrm>
              <a:off x="0" y="1134"/>
              <a:ext cx="907" cy="1"/>
            </a:xfrm>
            <a:prstGeom prst="line">
              <a:avLst/>
            </a:prstGeom>
            <a:ln w="9525" cap="flat" cmpd="sng">
              <a:solidFill>
                <a:schemeClr val="tx1"/>
              </a:solidFill>
              <a:prstDash val="solid"/>
              <a:headEnd type="none" w="med" len="med"/>
              <a:tailEnd type="none" w="med" len="med"/>
            </a:ln>
          </p:spPr>
        </p:sp>
        <p:sp>
          <p:nvSpPr>
            <p:cNvPr id="23571" name="Line 46"/>
            <p:cNvSpPr/>
            <p:nvPr/>
          </p:nvSpPr>
          <p:spPr>
            <a:xfrm>
              <a:off x="2606" y="794"/>
              <a:ext cx="794" cy="1"/>
            </a:xfrm>
            <a:prstGeom prst="line">
              <a:avLst/>
            </a:prstGeom>
            <a:ln w="9525" cap="flat" cmpd="sng">
              <a:solidFill>
                <a:schemeClr val="tx1"/>
              </a:solidFill>
              <a:prstDash val="solid"/>
              <a:headEnd type="none" w="med" len="med"/>
              <a:tailEnd type="none" w="med" len="med"/>
            </a:ln>
          </p:spPr>
        </p:sp>
        <p:sp>
          <p:nvSpPr>
            <p:cNvPr id="23572" name="Arc 47"/>
            <p:cNvSpPr/>
            <p:nvPr/>
          </p:nvSpPr>
          <p:spPr>
            <a:xfrm>
              <a:off x="795" y="0"/>
              <a:ext cx="226" cy="453"/>
            </a:xfrm>
            <a:custGeom>
              <a:avLst/>
              <a:gdLst/>
              <a:ahLst/>
              <a:cxnLst>
                <a:cxn ang="0">
                  <a:pos x="0" y="0"/>
                </a:cxn>
                <a:cxn ang="0">
                  <a:pos x="0" y="0"/>
                </a:cxn>
                <a:cxn ang="0">
                  <a:pos x="0" y="0"/>
                </a:cxn>
                <a:cxn ang="0">
                  <a:pos x="0" y="0"/>
                </a:cxn>
                <a:cxn ang="0">
                  <a:pos x="0" y="0"/>
                </a:cxn>
                <a:cxn ang="0">
                  <a:pos x="0" y="0"/>
                </a:cxn>
              </a:cxnLst>
              <a:pathLst>
                <a:path w="21600" h="21600" fill="none">
                  <a:moveTo>
                    <a:pt x="-1" y="0"/>
                  </a:moveTo>
                  <a:cubicBezTo>
                    <a:pt x="11929" y="0"/>
                    <a:pt x="21600" y="9670"/>
                    <a:pt x="21600" y="21600"/>
                  </a:cubicBezTo>
                </a:path>
                <a:path w="21600" h="21600" stroke="0">
                  <a:moveTo>
                    <a:pt x="-1" y="0"/>
                  </a:moveTo>
                  <a:cubicBezTo>
                    <a:pt x="11929" y="0"/>
                    <a:pt x="21600" y="9670"/>
                    <a:pt x="21600" y="21600"/>
                  </a:cubicBezTo>
                  <a:lnTo>
                    <a:pt x="0" y="21600"/>
                  </a:lnTo>
                  <a:lnTo>
                    <a:pt x="-1" y="0"/>
                  </a:lnTo>
                  <a:close/>
                </a:path>
              </a:pathLst>
            </a:custGeom>
            <a:noFill/>
            <a:ln w="9525" cap="flat" cmpd="sng">
              <a:solidFill>
                <a:schemeClr val="tx1">
                  <a:alpha val="100000"/>
                </a:schemeClr>
              </a:solidFill>
              <a:prstDash val="solid"/>
              <a:bevel/>
              <a:headEnd type="none" w="med" len="med"/>
              <a:tailEnd type="none" w="med" len="med"/>
            </a:ln>
          </p:spPr>
          <p:txBody>
            <a:bodyPr/>
            <a:p>
              <a:endParaRPr lang="zh-CN" altLang="en-US"/>
            </a:p>
          </p:txBody>
        </p:sp>
        <p:sp>
          <p:nvSpPr>
            <p:cNvPr id="23573" name="Arc 48"/>
            <p:cNvSpPr/>
            <p:nvPr/>
          </p:nvSpPr>
          <p:spPr>
            <a:xfrm flipV="1">
              <a:off x="795" y="453"/>
              <a:ext cx="226" cy="1021"/>
            </a:xfrm>
            <a:custGeom>
              <a:avLst/>
              <a:gdLst/>
              <a:ahLst/>
              <a:cxnLst>
                <a:cxn ang="0">
                  <a:pos x="0" y="0"/>
                </a:cxn>
                <a:cxn ang="0">
                  <a:pos x="0" y="0"/>
                </a:cxn>
                <a:cxn ang="0">
                  <a:pos x="0" y="0"/>
                </a:cxn>
                <a:cxn ang="0">
                  <a:pos x="0" y="0"/>
                </a:cxn>
                <a:cxn ang="0">
                  <a:pos x="0" y="0"/>
                </a:cxn>
                <a:cxn ang="0">
                  <a:pos x="0" y="0"/>
                </a:cxn>
              </a:cxnLst>
              <a:pathLst>
                <a:path w="21600" h="21600" fill="none">
                  <a:moveTo>
                    <a:pt x="-1" y="0"/>
                  </a:moveTo>
                  <a:cubicBezTo>
                    <a:pt x="11929" y="0"/>
                    <a:pt x="21600" y="9670"/>
                    <a:pt x="21600" y="21600"/>
                  </a:cubicBezTo>
                </a:path>
                <a:path w="21600" h="21600" stroke="0">
                  <a:moveTo>
                    <a:pt x="-1" y="0"/>
                  </a:moveTo>
                  <a:cubicBezTo>
                    <a:pt x="11929" y="0"/>
                    <a:pt x="21600" y="9670"/>
                    <a:pt x="21600" y="21600"/>
                  </a:cubicBezTo>
                  <a:lnTo>
                    <a:pt x="0" y="21600"/>
                  </a:lnTo>
                  <a:lnTo>
                    <a:pt x="-1" y="0"/>
                  </a:lnTo>
                  <a:close/>
                </a:path>
              </a:pathLst>
            </a:custGeom>
            <a:noFill/>
            <a:ln w="9525" cap="flat" cmpd="sng">
              <a:solidFill>
                <a:schemeClr val="tx1">
                  <a:alpha val="100000"/>
                </a:schemeClr>
              </a:solidFill>
              <a:prstDash val="solid"/>
              <a:bevel/>
              <a:headEnd type="none" w="med" len="med"/>
              <a:tailEnd type="none" w="med" len="med"/>
            </a:ln>
          </p:spPr>
          <p:txBody>
            <a:bodyPr/>
            <a:p>
              <a:endParaRPr lang="zh-CN" altLang="en-US"/>
            </a:p>
          </p:txBody>
        </p:sp>
      </p:grpSp>
      <p:sp>
        <p:nvSpPr>
          <p:cNvPr id="23564" name="Line 49"/>
          <p:cNvSpPr/>
          <p:nvPr/>
        </p:nvSpPr>
        <p:spPr>
          <a:xfrm>
            <a:off x="3201988" y="5807075"/>
            <a:ext cx="792162" cy="0"/>
          </a:xfrm>
          <a:prstGeom prst="line">
            <a:avLst/>
          </a:prstGeom>
          <a:ln w="28575" cap="flat" cmpd="sng">
            <a:solidFill>
              <a:schemeClr val="tx1"/>
            </a:solidFill>
            <a:prstDash val="solid"/>
            <a:headEnd type="none" w="med" len="med"/>
            <a:tailEnd type="none" w="med" len="med"/>
          </a:ln>
        </p:spPr>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4578" name="Rectangle 2"/>
          <p:cNvSpPr>
            <a:spLocks noGrp="1"/>
          </p:cNvSpPr>
          <p:nvPr>
            <p:ph type="title"/>
          </p:nvPr>
        </p:nvSpPr>
        <p:spPr>
          <a:xfrm>
            <a:off x="468313" y="765175"/>
            <a:ext cx="7772400" cy="838200"/>
          </a:xfrm>
          <a:ln/>
        </p:spPr>
        <p:txBody>
          <a:bodyPr vert="horz" wrap="square" lIns="91440" tIns="45720" rIns="91440" bIns="45720" anchor="ctr" anchorCtr="0"/>
          <a:p>
            <a:pPr eaLnBrk="1" hangingPunct="1"/>
            <a:r>
              <a:rPr lang="zh-CN" altLang="en-US" sz="2800" dirty="0"/>
              <a:t>2.2.4  基本的二进制加法/减法器</a:t>
            </a:r>
            <a:endParaRPr lang="zh-CN" altLang="en-US" sz="2800" dirty="0"/>
          </a:p>
        </p:txBody>
      </p:sp>
      <p:sp>
        <p:nvSpPr>
          <p:cNvPr id="24579" name="Text Box 3"/>
          <p:cNvSpPr txBox="1"/>
          <p:nvPr/>
        </p:nvSpPr>
        <p:spPr>
          <a:xfrm>
            <a:off x="838200" y="1828800"/>
            <a:ext cx="2438400" cy="457200"/>
          </a:xfrm>
          <a:prstGeom prst="rect">
            <a:avLst/>
          </a:prstGeom>
          <a:noFill/>
          <a:ln w="9525">
            <a:noFill/>
          </a:ln>
        </p:spPr>
        <p:txBody>
          <a:bodyPr>
            <a:spAutoFit/>
          </a:bodyPr>
          <a:lstStyle>
            <a:lvl1pPr marL="342900" indent="-342900" algn="l" rtl="0" eaLnBrk="0" fontAlgn="base" hangingPunct="0">
              <a:spcBef>
                <a:spcPct val="20000"/>
              </a:spcBef>
              <a:spcAft>
                <a:spcPct val="0"/>
              </a:spcAft>
              <a:buChar char="•"/>
              <a:defRPr sz="3200">
                <a:solidFill>
                  <a:srgbClr val="666699"/>
                </a:solidFill>
                <a:latin typeface="+mn-lt"/>
                <a:ea typeface="+mn-ea"/>
                <a:cs typeface="+mn-cs"/>
              </a:defRPr>
            </a:lvl1pPr>
            <a:lvl2pPr marL="742950" indent="-285750" algn="l" rtl="0" eaLnBrk="0" fontAlgn="base" hangingPunct="0">
              <a:spcBef>
                <a:spcPct val="20000"/>
              </a:spcBef>
              <a:spcAft>
                <a:spcPct val="0"/>
              </a:spcAft>
              <a:buChar char="–"/>
              <a:defRPr sz="2800">
                <a:solidFill>
                  <a:srgbClr val="666699"/>
                </a:solidFill>
                <a:latin typeface="+mn-lt"/>
                <a:ea typeface="+mn-ea"/>
              </a:defRPr>
            </a:lvl2pPr>
            <a:lvl3pPr marL="1143000" indent="-228600" algn="l" rtl="0" eaLnBrk="0" fontAlgn="base" hangingPunct="0">
              <a:spcBef>
                <a:spcPct val="20000"/>
              </a:spcBef>
              <a:spcAft>
                <a:spcPct val="0"/>
              </a:spcAft>
              <a:buChar char="•"/>
              <a:defRPr sz="2400">
                <a:solidFill>
                  <a:srgbClr val="666699"/>
                </a:solidFill>
                <a:latin typeface="+mn-lt"/>
                <a:ea typeface="+mn-ea"/>
              </a:defRPr>
            </a:lvl3pPr>
            <a:lvl4pPr marL="1600200" indent="-228600" algn="l" rtl="0" eaLnBrk="0" fontAlgn="base" hangingPunct="0">
              <a:spcBef>
                <a:spcPct val="20000"/>
              </a:spcBef>
              <a:spcAft>
                <a:spcPct val="0"/>
              </a:spcAft>
              <a:buChar char="–"/>
              <a:defRPr sz="2000">
                <a:solidFill>
                  <a:srgbClr val="666699"/>
                </a:solidFill>
                <a:latin typeface="+mn-lt"/>
                <a:ea typeface="+mn-ea"/>
              </a:defRPr>
            </a:lvl4pPr>
            <a:lvl5pPr marL="2057400" indent="-228600" algn="l" rtl="0" eaLnBrk="0" fontAlgn="base" hangingPunct="0">
              <a:spcBef>
                <a:spcPct val="20000"/>
              </a:spcBef>
              <a:spcAft>
                <a:spcPct val="0"/>
              </a:spcAft>
              <a:buChar char="»"/>
              <a:defRPr sz="2000">
                <a:solidFill>
                  <a:srgbClr val="666699"/>
                </a:solidFill>
                <a:latin typeface="+mn-lt"/>
                <a:ea typeface="+mn-ea"/>
              </a:defRPr>
            </a:lvl5pPr>
          </a:lstStyle>
          <a:p>
            <a:pPr marL="0" lvl="0" indent="0" eaLnBrk="1" hangingPunct="1">
              <a:spcBef>
                <a:spcPct val="50000"/>
              </a:spcBef>
              <a:buNone/>
            </a:pPr>
            <a:r>
              <a:rPr lang="zh-CN" altLang="en-US" sz="2400" b="1" dirty="0">
                <a:solidFill>
                  <a:schemeClr val="tx1"/>
                </a:solidFill>
                <a:latin typeface="Tahoma" panose="020B0604030504040204" pitchFamily="34" charset="0"/>
              </a:rPr>
              <a:t>1、一位全加器</a:t>
            </a:r>
            <a:endParaRPr lang="zh-CN" altLang="en-US" sz="2400" b="1" dirty="0">
              <a:solidFill>
                <a:schemeClr val="tx1"/>
              </a:solidFill>
              <a:latin typeface="Tahoma" panose="020B0604030504040204" pitchFamily="34" charset="0"/>
            </a:endParaRPr>
          </a:p>
        </p:txBody>
      </p:sp>
      <p:sp>
        <p:nvSpPr>
          <p:cNvPr id="24580" name="Rectangle 4"/>
          <p:cNvSpPr/>
          <p:nvPr/>
        </p:nvSpPr>
        <p:spPr>
          <a:xfrm>
            <a:off x="1752600" y="3200400"/>
            <a:ext cx="1219200" cy="533400"/>
          </a:xfrm>
          <a:prstGeom prst="rect">
            <a:avLst/>
          </a:prstGeom>
          <a:solidFill>
            <a:schemeClr val="accent1"/>
          </a:solidFill>
          <a:ln w="9525" cap="flat" cmpd="sng">
            <a:solidFill>
              <a:schemeClr val="tx1"/>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buChar char="•"/>
              <a:defRPr sz="3200">
                <a:solidFill>
                  <a:srgbClr val="666699"/>
                </a:solidFill>
                <a:latin typeface="+mn-lt"/>
                <a:ea typeface="+mn-ea"/>
                <a:cs typeface="+mn-cs"/>
              </a:defRPr>
            </a:lvl1pPr>
            <a:lvl2pPr marL="742950" indent="-285750" algn="l" rtl="0" eaLnBrk="0" fontAlgn="base" hangingPunct="0">
              <a:spcBef>
                <a:spcPct val="20000"/>
              </a:spcBef>
              <a:spcAft>
                <a:spcPct val="0"/>
              </a:spcAft>
              <a:buChar char="–"/>
              <a:defRPr sz="2800">
                <a:solidFill>
                  <a:srgbClr val="666699"/>
                </a:solidFill>
                <a:latin typeface="+mn-lt"/>
                <a:ea typeface="+mn-ea"/>
              </a:defRPr>
            </a:lvl2pPr>
            <a:lvl3pPr marL="1143000" indent="-228600" algn="l" rtl="0" eaLnBrk="0" fontAlgn="base" hangingPunct="0">
              <a:spcBef>
                <a:spcPct val="20000"/>
              </a:spcBef>
              <a:spcAft>
                <a:spcPct val="0"/>
              </a:spcAft>
              <a:buChar char="•"/>
              <a:defRPr sz="2400">
                <a:solidFill>
                  <a:srgbClr val="666699"/>
                </a:solidFill>
                <a:latin typeface="+mn-lt"/>
                <a:ea typeface="+mn-ea"/>
              </a:defRPr>
            </a:lvl3pPr>
            <a:lvl4pPr marL="1600200" indent="-228600" algn="l" rtl="0" eaLnBrk="0" fontAlgn="base" hangingPunct="0">
              <a:spcBef>
                <a:spcPct val="20000"/>
              </a:spcBef>
              <a:spcAft>
                <a:spcPct val="0"/>
              </a:spcAft>
              <a:buChar char="–"/>
              <a:defRPr sz="2000">
                <a:solidFill>
                  <a:srgbClr val="666699"/>
                </a:solidFill>
                <a:latin typeface="+mn-lt"/>
                <a:ea typeface="+mn-ea"/>
              </a:defRPr>
            </a:lvl4pPr>
            <a:lvl5pPr marL="2057400" indent="-228600" algn="l" rtl="0" eaLnBrk="0" fontAlgn="base" hangingPunct="0">
              <a:spcBef>
                <a:spcPct val="20000"/>
              </a:spcBef>
              <a:spcAft>
                <a:spcPct val="0"/>
              </a:spcAft>
              <a:buChar char="»"/>
              <a:defRPr sz="2000">
                <a:solidFill>
                  <a:srgbClr val="666699"/>
                </a:solidFill>
                <a:latin typeface="+mn-lt"/>
                <a:ea typeface="+mn-ea"/>
              </a:defRPr>
            </a:lvl5pPr>
          </a:lstStyle>
          <a:p>
            <a:pPr marL="0" lvl="0" indent="0" algn="ctr" eaLnBrk="1" hangingPunct="1">
              <a:spcBef>
                <a:spcPct val="0"/>
              </a:spcBef>
              <a:buNone/>
            </a:pPr>
            <a:r>
              <a:rPr lang="zh-CN" altLang="en-US" sz="2400" dirty="0">
                <a:solidFill>
                  <a:schemeClr val="tx1"/>
                </a:solidFill>
              </a:rPr>
              <a:t>FA</a:t>
            </a:r>
            <a:endParaRPr lang="zh-CN" altLang="en-US" sz="2400" dirty="0">
              <a:solidFill>
                <a:schemeClr val="tx1"/>
              </a:solidFill>
            </a:endParaRPr>
          </a:p>
        </p:txBody>
      </p:sp>
      <p:sp>
        <p:nvSpPr>
          <p:cNvPr id="24581" name="Line 5"/>
          <p:cNvSpPr/>
          <p:nvPr/>
        </p:nvSpPr>
        <p:spPr>
          <a:xfrm flipV="1">
            <a:off x="2057400" y="3733800"/>
            <a:ext cx="0" cy="457200"/>
          </a:xfrm>
          <a:prstGeom prst="line">
            <a:avLst/>
          </a:prstGeom>
          <a:ln w="9525" cap="flat" cmpd="sng">
            <a:solidFill>
              <a:schemeClr val="tx1"/>
            </a:solidFill>
            <a:prstDash val="solid"/>
            <a:headEnd type="none" w="med" len="med"/>
            <a:tailEnd type="triangle" w="med" len="med"/>
          </a:ln>
        </p:spPr>
      </p:sp>
      <p:sp>
        <p:nvSpPr>
          <p:cNvPr id="24582" name="Line 6"/>
          <p:cNvSpPr/>
          <p:nvPr/>
        </p:nvSpPr>
        <p:spPr>
          <a:xfrm flipV="1">
            <a:off x="2590800" y="3733800"/>
            <a:ext cx="0" cy="457200"/>
          </a:xfrm>
          <a:prstGeom prst="line">
            <a:avLst/>
          </a:prstGeom>
          <a:ln w="9525" cap="flat" cmpd="sng">
            <a:solidFill>
              <a:schemeClr val="tx1"/>
            </a:solidFill>
            <a:prstDash val="solid"/>
            <a:headEnd type="none" w="med" len="med"/>
            <a:tailEnd type="triangle" w="med" len="med"/>
          </a:ln>
        </p:spPr>
      </p:sp>
      <p:sp>
        <p:nvSpPr>
          <p:cNvPr id="24583" name="Line 7"/>
          <p:cNvSpPr/>
          <p:nvPr/>
        </p:nvSpPr>
        <p:spPr>
          <a:xfrm flipH="1">
            <a:off x="2971800" y="3505200"/>
            <a:ext cx="533400" cy="0"/>
          </a:xfrm>
          <a:prstGeom prst="line">
            <a:avLst/>
          </a:prstGeom>
          <a:ln w="9525" cap="flat" cmpd="sng">
            <a:solidFill>
              <a:schemeClr val="tx1"/>
            </a:solidFill>
            <a:prstDash val="solid"/>
            <a:headEnd type="none" w="med" len="med"/>
            <a:tailEnd type="triangle" w="med" len="med"/>
          </a:ln>
        </p:spPr>
      </p:sp>
      <p:sp>
        <p:nvSpPr>
          <p:cNvPr id="24584" name="Line 8"/>
          <p:cNvSpPr/>
          <p:nvPr/>
        </p:nvSpPr>
        <p:spPr>
          <a:xfrm flipH="1">
            <a:off x="1295400" y="3429000"/>
            <a:ext cx="457200" cy="0"/>
          </a:xfrm>
          <a:prstGeom prst="line">
            <a:avLst/>
          </a:prstGeom>
          <a:ln w="9525" cap="flat" cmpd="sng">
            <a:solidFill>
              <a:schemeClr val="tx1"/>
            </a:solidFill>
            <a:prstDash val="solid"/>
            <a:headEnd type="none" w="med" len="med"/>
            <a:tailEnd type="triangle" w="med" len="med"/>
          </a:ln>
        </p:spPr>
      </p:sp>
      <p:sp>
        <p:nvSpPr>
          <p:cNvPr id="24585" name="Line 9"/>
          <p:cNvSpPr/>
          <p:nvPr/>
        </p:nvSpPr>
        <p:spPr>
          <a:xfrm flipV="1">
            <a:off x="2362200" y="2819400"/>
            <a:ext cx="0" cy="381000"/>
          </a:xfrm>
          <a:prstGeom prst="line">
            <a:avLst/>
          </a:prstGeom>
          <a:ln w="9525" cap="flat" cmpd="sng">
            <a:solidFill>
              <a:schemeClr val="tx1"/>
            </a:solidFill>
            <a:prstDash val="solid"/>
            <a:headEnd type="none" w="med" len="med"/>
            <a:tailEnd type="triangle" w="med" len="med"/>
          </a:ln>
        </p:spPr>
      </p:sp>
      <p:sp>
        <p:nvSpPr>
          <p:cNvPr id="24586" name="Text Box 10"/>
          <p:cNvSpPr txBox="1"/>
          <p:nvPr/>
        </p:nvSpPr>
        <p:spPr>
          <a:xfrm>
            <a:off x="1828800" y="4114800"/>
            <a:ext cx="533400" cy="366713"/>
          </a:xfrm>
          <a:prstGeom prst="rect">
            <a:avLst/>
          </a:prstGeom>
          <a:noFill/>
          <a:ln w="9525">
            <a:noFill/>
          </a:ln>
        </p:spPr>
        <p:txBody>
          <a:bodyPr>
            <a:spAutoFit/>
          </a:bodyPr>
          <a:lstStyle>
            <a:lvl1pPr marL="342900" indent="-342900" algn="l" rtl="0" eaLnBrk="0" fontAlgn="base" hangingPunct="0">
              <a:spcBef>
                <a:spcPct val="20000"/>
              </a:spcBef>
              <a:spcAft>
                <a:spcPct val="0"/>
              </a:spcAft>
              <a:buChar char="•"/>
              <a:defRPr sz="3200">
                <a:solidFill>
                  <a:srgbClr val="666699"/>
                </a:solidFill>
                <a:latin typeface="+mn-lt"/>
                <a:ea typeface="+mn-ea"/>
                <a:cs typeface="+mn-cs"/>
              </a:defRPr>
            </a:lvl1pPr>
            <a:lvl2pPr marL="742950" indent="-285750" algn="l" rtl="0" eaLnBrk="0" fontAlgn="base" hangingPunct="0">
              <a:spcBef>
                <a:spcPct val="20000"/>
              </a:spcBef>
              <a:spcAft>
                <a:spcPct val="0"/>
              </a:spcAft>
              <a:buChar char="–"/>
              <a:defRPr sz="2800">
                <a:solidFill>
                  <a:srgbClr val="666699"/>
                </a:solidFill>
                <a:latin typeface="+mn-lt"/>
                <a:ea typeface="+mn-ea"/>
              </a:defRPr>
            </a:lvl2pPr>
            <a:lvl3pPr marL="1143000" indent="-228600" algn="l" rtl="0" eaLnBrk="0" fontAlgn="base" hangingPunct="0">
              <a:spcBef>
                <a:spcPct val="20000"/>
              </a:spcBef>
              <a:spcAft>
                <a:spcPct val="0"/>
              </a:spcAft>
              <a:buChar char="•"/>
              <a:defRPr sz="2400">
                <a:solidFill>
                  <a:srgbClr val="666699"/>
                </a:solidFill>
                <a:latin typeface="+mn-lt"/>
                <a:ea typeface="+mn-ea"/>
              </a:defRPr>
            </a:lvl3pPr>
            <a:lvl4pPr marL="1600200" indent="-228600" algn="l" rtl="0" eaLnBrk="0" fontAlgn="base" hangingPunct="0">
              <a:spcBef>
                <a:spcPct val="20000"/>
              </a:spcBef>
              <a:spcAft>
                <a:spcPct val="0"/>
              </a:spcAft>
              <a:buChar char="–"/>
              <a:defRPr sz="2000">
                <a:solidFill>
                  <a:srgbClr val="666699"/>
                </a:solidFill>
                <a:latin typeface="+mn-lt"/>
                <a:ea typeface="+mn-ea"/>
              </a:defRPr>
            </a:lvl4pPr>
            <a:lvl5pPr marL="2057400" indent="-228600" algn="l" rtl="0" eaLnBrk="0" fontAlgn="base" hangingPunct="0">
              <a:spcBef>
                <a:spcPct val="20000"/>
              </a:spcBef>
              <a:spcAft>
                <a:spcPct val="0"/>
              </a:spcAft>
              <a:buChar char="»"/>
              <a:defRPr sz="2000">
                <a:solidFill>
                  <a:srgbClr val="666699"/>
                </a:solidFill>
                <a:latin typeface="+mn-lt"/>
                <a:ea typeface="+mn-ea"/>
              </a:defRPr>
            </a:lvl5pPr>
          </a:lstStyle>
          <a:p>
            <a:pPr marL="0" lvl="0" indent="0" eaLnBrk="1" hangingPunct="1">
              <a:spcBef>
                <a:spcPct val="50000"/>
              </a:spcBef>
              <a:buNone/>
            </a:pPr>
            <a:r>
              <a:rPr lang="zh-CN" altLang="en-US" sz="1800" b="1" dirty="0">
                <a:solidFill>
                  <a:schemeClr val="tx1"/>
                </a:solidFill>
                <a:latin typeface="Tahoma" panose="020B0604030504040204" pitchFamily="34" charset="0"/>
              </a:rPr>
              <a:t>Ai</a:t>
            </a:r>
            <a:endParaRPr lang="zh-CN" altLang="en-US" sz="1800" b="1" dirty="0">
              <a:solidFill>
                <a:schemeClr val="tx1"/>
              </a:solidFill>
              <a:latin typeface="Tahoma" panose="020B0604030504040204" pitchFamily="34" charset="0"/>
            </a:endParaRPr>
          </a:p>
        </p:txBody>
      </p:sp>
      <p:sp>
        <p:nvSpPr>
          <p:cNvPr id="24587" name="Text Box 11"/>
          <p:cNvSpPr txBox="1"/>
          <p:nvPr/>
        </p:nvSpPr>
        <p:spPr>
          <a:xfrm>
            <a:off x="2438400" y="4114800"/>
            <a:ext cx="533400" cy="366713"/>
          </a:xfrm>
          <a:prstGeom prst="rect">
            <a:avLst/>
          </a:prstGeom>
          <a:noFill/>
          <a:ln w="9525">
            <a:noFill/>
          </a:ln>
        </p:spPr>
        <p:txBody>
          <a:bodyPr>
            <a:spAutoFit/>
          </a:bodyPr>
          <a:lstStyle>
            <a:lvl1pPr marL="342900" indent="-342900" algn="l" rtl="0" eaLnBrk="0" fontAlgn="base" hangingPunct="0">
              <a:spcBef>
                <a:spcPct val="20000"/>
              </a:spcBef>
              <a:spcAft>
                <a:spcPct val="0"/>
              </a:spcAft>
              <a:buChar char="•"/>
              <a:defRPr sz="3200">
                <a:solidFill>
                  <a:srgbClr val="666699"/>
                </a:solidFill>
                <a:latin typeface="+mn-lt"/>
                <a:ea typeface="+mn-ea"/>
                <a:cs typeface="+mn-cs"/>
              </a:defRPr>
            </a:lvl1pPr>
            <a:lvl2pPr marL="742950" indent="-285750" algn="l" rtl="0" eaLnBrk="0" fontAlgn="base" hangingPunct="0">
              <a:spcBef>
                <a:spcPct val="20000"/>
              </a:spcBef>
              <a:spcAft>
                <a:spcPct val="0"/>
              </a:spcAft>
              <a:buChar char="–"/>
              <a:defRPr sz="2800">
                <a:solidFill>
                  <a:srgbClr val="666699"/>
                </a:solidFill>
                <a:latin typeface="+mn-lt"/>
                <a:ea typeface="+mn-ea"/>
              </a:defRPr>
            </a:lvl2pPr>
            <a:lvl3pPr marL="1143000" indent="-228600" algn="l" rtl="0" eaLnBrk="0" fontAlgn="base" hangingPunct="0">
              <a:spcBef>
                <a:spcPct val="20000"/>
              </a:spcBef>
              <a:spcAft>
                <a:spcPct val="0"/>
              </a:spcAft>
              <a:buChar char="•"/>
              <a:defRPr sz="2400">
                <a:solidFill>
                  <a:srgbClr val="666699"/>
                </a:solidFill>
                <a:latin typeface="+mn-lt"/>
                <a:ea typeface="+mn-ea"/>
              </a:defRPr>
            </a:lvl3pPr>
            <a:lvl4pPr marL="1600200" indent="-228600" algn="l" rtl="0" eaLnBrk="0" fontAlgn="base" hangingPunct="0">
              <a:spcBef>
                <a:spcPct val="20000"/>
              </a:spcBef>
              <a:spcAft>
                <a:spcPct val="0"/>
              </a:spcAft>
              <a:buChar char="–"/>
              <a:defRPr sz="2000">
                <a:solidFill>
                  <a:srgbClr val="666699"/>
                </a:solidFill>
                <a:latin typeface="+mn-lt"/>
                <a:ea typeface="+mn-ea"/>
              </a:defRPr>
            </a:lvl4pPr>
            <a:lvl5pPr marL="2057400" indent="-228600" algn="l" rtl="0" eaLnBrk="0" fontAlgn="base" hangingPunct="0">
              <a:spcBef>
                <a:spcPct val="20000"/>
              </a:spcBef>
              <a:spcAft>
                <a:spcPct val="0"/>
              </a:spcAft>
              <a:buChar char="»"/>
              <a:defRPr sz="2000">
                <a:solidFill>
                  <a:srgbClr val="666699"/>
                </a:solidFill>
                <a:latin typeface="+mn-lt"/>
                <a:ea typeface="+mn-ea"/>
              </a:defRPr>
            </a:lvl5pPr>
          </a:lstStyle>
          <a:p>
            <a:pPr marL="0" lvl="0" indent="0" eaLnBrk="1" hangingPunct="1">
              <a:spcBef>
                <a:spcPct val="50000"/>
              </a:spcBef>
              <a:buNone/>
            </a:pPr>
            <a:r>
              <a:rPr lang="zh-CN" altLang="en-US" sz="1800" b="1" dirty="0">
                <a:solidFill>
                  <a:schemeClr val="tx1"/>
                </a:solidFill>
                <a:latin typeface="Tahoma" panose="020B0604030504040204" pitchFamily="34" charset="0"/>
              </a:rPr>
              <a:t>Bi</a:t>
            </a:r>
            <a:endParaRPr lang="zh-CN" altLang="en-US" sz="1800" b="1" dirty="0">
              <a:solidFill>
                <a:schemeClr val="tx1"/>
              </a:solidFill>
              <a:latin typeface="Tahoma" panose="020B0604030504040204" pitchFamily="34" charset="0"/>
            </a:endParaRPr>
          </a:p>
        </p:txBody>
      </p:sp>
      <p:sp>
        <p:nvSpPr>
          <p:cNvPr id="24588" name="Text Box 12"/>
          <p:cNvSpPr txBox="1"/>
          <p:nvPr/>
        </p:nvSpPr>
        <p:spPr>
          <a:xfrm>
            <a:off x="3506788" y="3276600"/>
            <a:ext cx="1138237" cy="914400"/>
          </a:xfrm>
          <a:prstGeom prst="rect">
            <a:avLst/>
          </a:prstGeom>
          <a:noFill/>
          <a:ln w="9525">
            <a:noFill/>
          </a:ln>
        </p:spPr>
        <p:txBody>
          <a:bodyPr>
            <a:spAutoFit/>
          </a:bodyPr>
          <a:lstStyle>
            <a:lvl1pPr marL="342900" indent="-342900" algn="l" rtl="0" eaLnBrk="0" fontAlgn="base" hangingPunct="0">
              <a:spcBef>
                <a:spcPct val="20000"/>
              </a:spcBef>
              <a:spcAft>
                <a:spcPct val="0"/>
              </a:spcAft>
              <a:buChar char="•"/>
              <a:defRPr sz="3200">
                <a:solidFill>
                  <a:srgbClr val="666699"/>
                </a:solidFill>
                <a:latin typeface="+mn-lt"/>
                <a:ea typeface="+mn-ea"/>
                <a:cs typeface="+mn-cs"/>
              </a:defRPr>
            </a:lvl1pPr>
            <a:lvl2pPr marL="742950" indent="-285750" algn="l" rtl="0" eaLnBrk="0" fontAlgn="base" hangingPunct="0">
              <a:spcBef>
                <a:spcPct val="20000"/>
              </a:spcBef>
              <a:spcAft>
                <a:spcPct val="0"/>
              </a:spcAft>
              <a:buChar char="–"/>
              <a:defRPr sz="2800">
                <a:solidFill>
                  <a:srgbClr val="666699"/>
                </a:solidFill>
                <a:latin typeface="+mn-lt"/>
                <a:ea typeface="+mn-ea"/>
              </a:defRPr>
            </a:lvl2pPr>
            <a:lvl3pPr marL="1143000" indent="-228600" algn="l" rtl="0" eaLnBrk="0" fontAlgn="base" hangingPunct="0">
              <a:spcBef>
                <a:spcPct val="20000"/>
              </a:spcBef>
              <a:spcAft>
                <a:spcPct val="0"/>
              </a:spcAft>
              <a:buChar char="•"/>
              <a:defRPr sz="2400">
                <a:solidFill>
                  <a:srgbClr val="666699"/>
                </a:solidFill>
                <a:latin typeface="+mn-lt"/>
                <a:ea typeface="+mn-ea"/>
              </a:defRPr>
            </a:lvl3pPr>
            <a:lvl4pPr marL="1600200" indent="-228600" algn="l" rtl="0" eaLnBrk="0" fontAlgn="base" hangingPunct="0">
              <a:spcBef>
                <a:spcPct val="20000"/>
              </a:spcBef>
              <a:spcAft>
                <a:spcPct val="0"/>
              </a:spcAft>
              <a:buChar char="–"/>
              <a:defRPr sz="2000">
                <a:solidFill>
                  <a:srgbClr val="666699"/>
                </a:solidFill>
                <a:latin typeface="+mn-lt"/>
                <a:ea typeface="+mn-ea"/>
              </a:defRPr>
            </a:lvl4pPr>
            <a:lvl5pPr marL="2057400" indent="-228600" algn="l" rtl="0" eaLnBrk="0" fontAlgn="base" hangingPunct="0">
              <a:spcBef>
                <a:spcPct val="20000"/>
              </a:spcBef>
              <a:spcAft>
                <a:spcPct val="0"/>
              </a:spcAft>
              <a:buChar char="»"/>
              <a:defRPr sz="2000">
                <a:solidFill>
                  <a:srgbClr val="666699"/>
                </a:solidFill>
                <a:latin typeface="+mn-lt"/>
                <a:ea typeface="+mn-ea"/>
              </a:defRPr>
            </a:lvl5pPr>
          </a:lstStyle>
          <a:p>
            <a:pPr marL="0" lvl="0" indent="0" eaLnBrk="1" hangingPunct="1">
              <a:spcBef>
                <a:spcPct val="50000"/>
              </a:spcBef>
              <a:buNone/>
            </a:pPr>
            <a:r>
              <a:rPr lang="zh-CN" altLang="en-US" sz="1800" b="1" dirty="0">
                <a:solidFill>
                  <a:schemeClr val="tx1"/>
                </a:solidFill>
                <a:latin typeface="Tahoma" panose="020B0604030504040204" pitchFamily="34" charset="0"/>
              </a:rPr>
              <a:t>Ci   </a:t>
            </a:r>
            <a:r>
              <a:rPr lang="zh-CN" altLang="en-US" sz="1800" dirty="0">
                <a:solidFill>
                  <a:schemeClr val="tx1"/>
                </a:solidFill>
                <a:latin typeface="Tahoma" panose="020B0604030504040204" pitchFamily="34" charset="0"/>
              </a:rPr>
              <a:t>来自低位的进位</a:t>
            </a:r>
            <a:endParaRPr lang="zh-CN" altLang="en-US" sz="1800" dirty="0">
              <a:solidFill>
                <a:schemeClr val="tx1"/>
              </a:solidFill>
              <a:latin typeface="Tahoma" panose="020B0604030504040204" pitchFamily="34" charset="0"/>
            </a:endParaRPr>
          </a:p>
        </p:txBody>
      </p:sp>
      <p:sp>
        <p:nvSpPr>
          <p:cNvPr id="24589" name="Text Box 13"/>
          <p:cNvSpPr txBox="1"/>
          <p:nvPr/>
        </p:nvSpPr>
        <p:spPr>
          <a:xfrm>
            <a:off x="533400" y="3276600"/>
            <a:ext cx="1066800" cy="366713"/>
          </a:xfrm>
          <a:prstGeom prst="rect">
            <a:avLst/>
          </a:prstGeom>
          <a:noFill/>
          <a:ln w="9525">
            <a:noFill/>
          </a:ln>
        </p:spPr>
        <p:txBody>
          <a:bodyPr>
            <a:spAutoFit/>
          </a:bodyPr>
          <a:lstStyle>
            <a:lvl1pPr marL="342900" indent="-342900" algn="l" rtl="0" eaLnBrk="0" fontAlgn="base" hangingPunct="0">
              <a:spcBef>
                <a:spcPct val="20000"/>
              </a:spcBef>
              <a:spcAft>
                <a:spcPct val="0"/>
              </a:spcAft>
              <a:buChar char="•"/>
              <a:defRPr sz="3200">
                <a:solidFill>
                  <a:srgbClr val="666699"/>
                </a:solidFill>
                <a:latin typeface="+mn-lt"/>
                <a:ea typeface="+mn-ea"/>
                <a:cs typeface="+mn-cs"/>
              </a:defRPr>
            </a:lvl1pPr>
            <a:lvl2pPr marL="742950" indent="-285750" algn="l" rtl="0" eaLnBrk="0" fontAlgn="base" hangingPunct="0">
              <a:spcBef>
                <a:spcPct val="20000"/>
              </a:spcBef>
              <a:spcAft>
                <a:spcPct val="0"/>
              </a:spcAft>
              <a:buChar char="–"/>
              <a:defRPr sz="2800">
                <a:solidFill>
                  <a:srgbClr val="666699"/>
                </a:solidFill>
                <a:latin typeface="+mn-lt"/>
                <a:ea typeface="+mn-ea"/>
              </a:defRPr>
            </a:lvl2pPr>
            <a:lvl3pPr marL="1143000" indent="-228600" algn="l" rtl="0" eaLnBrk="0" fontAlgn="base" hangingPunct="0">
              <a:spcBef>
                <a:spcPct val="20000"/>
              </a:spcBef>
              <a:spcAft>
                <a:spcPct val="0"/>
              </a:spcAft>
              <a:buChar char="•"/>
              <a:defRPr sz="2400">
                <a:solidFill>
                  <a:srgbClr val="666699"/>
                </a:solidFill>
                <a:latin typeface="+mn-lt"/>
                <a:ea typeface="+mn-ea"/>
              </a:defRPr>
            </a:lvl3pPr>
            <a:lvl4pPr marL="1600200" indent="-228600" algn="l" rtl="0" eaLnBrk="0" fontAlgn="base" hangingPunct="0">
              <a:spcBef>
                <a:spcPct val="20000"/>
              </a:spcBef>
              <a:spcAft>
                <a:spcPct val="0"/>
              </a:spcAft>
              <a:buChar char="–"/>
              <a:defRPr sz="2000">
                <a:solidFill>
                  <a:srgbClr val="666699"/>
                </a:solidFill>
                <a:latin typeface="+mn-lt"/>
                <a:ea typeface="+mn-ea"/>
              </a:defRPr>
            </a:lvl4pPr>
            <a:lvl5pPr marL="2057400" indent="-228600" algn="l" rtl="0" eaLnBrk="0" fontAlgn="base" hangingPunct="0">
              <a:spcBef>
                <a:spcPct val="20000"/>
              </a:spcBef>
              <a:spcAft>
                <a:spcPct val="0"/>
              </a:spcAft>
              <a:buChar char="»"/>
              <a:defRPr sz="2000">
                <a:solidFill>
                  <a:srgbClr val="666699"/>
                </a:solidFill>
                <a:latin typeface="+mn-lt"/>
                <a:ea typeface="+mn-ea"/>
              </a:defRPr>
            </a:lvl5pPr>
          </a:lstStyle>
          <a:p>
            <a:pPr marL="0" lvl="0" indent="0" eaLnBrk="1" hangingPunct="1">
              <a:spcBef>
                <a:spcPct val="50000"/>
              </a:spcBef>
              <a:buNone/>
            </a:pPr>
            <a:r>
              <a:rPr lang="zh-CN" altLang="en-US" sz="1800" b="1" dirty="0">
                <a:solidFill>
                  <a:schemeClr val="tx1"/>
                </a:solidFill>
                <a:latin typeface="Tahoma" panose="020B0604030504040204" pitchFamily="34" charset="0"/>
              </a:rPr>
              <a:t>Ci+1</a:t>
            </a:r>
            <a:endParaRPr lang="zh-CN" altLang="en-US" sz="1800" b="1" dirty="0">
              <a:solidFill>
                <a:schemeClr val="tx1"/>
              </a:solidFill>
              <a:latin typeface="Tahoma" panose="020B0604030504040204" pitchFamily="34" charset="0"/>
            </a:endParaRPr>
          </a:p>
        </p:txBody>
      </p:sp>
      <p:sp>
        <p:nvSpPr>
          <p:cNvPr id="24590" name="Text Box 14"/>
          <p:cNvSpPr txBox="1"/>
          <p:nvPr/>
        </p:nvSpPr>
        <p:spPr>
          <a:xfrm>
            <a:off x="2209800" y="2438400"/>
            <a:ext cx="533400" cy="366713"/>
          </a:xfrm>
          <a:prstGeom prst="rect">
            <a:avLst/>
          </a:prstGeom>
          <a:noFill/>
          <a:ln w="9525">
            <a:noFill/>
          </a:ln>
        </p:spPr>
        <p:txBody>
          <a:bodyPr>
            <a:spAutoFit/>
          </a:bodyPr>
          <a:lstStyle>
            <a:lvl1pPr marL="342900" indent="-342900" algn="l" rtl="0" eaLnBrk="0" fontAlgn="base" hangingPunct="0">
              <a:spcBef>
                <a:spcPct val="20000"/>
              </a:spcBef>
              <a:spcAft>
                <a:spcPct val="0"/>
              </a:spcAft>
              <a:buChar char="•"/>
              <a:defRPr sz="3200">
                <a:solidFill>
                  <a:srgbClr val="666699"/>
                </a:solidFill>
                <a:latin typeface="+mn-lt"/>
                <a:ea typeface="+mn-ea"/>
                <a:cs typeface="+mn-cs"/>
              </a:defRPr>
            </a:lvl1pPr>
            <a:lvl2pPr marL="742950" indent="-285750" algn="l" rtl="0" eaLnBrk="0" fontAlgn="base" hangingPunct="0">
              <a:spcBef>
                <a:spcPct val="20000"/>
              </a:spcBef>
              <a:spcAft>
                <a:spcPct val="0"/>
              </a:spcAft>
              <a:buChar char="–"/>
              <a:defRPr sz="2800">
                <a:solidFill>
                  <a:srgbClr val="666699"/>
                </a:solidFill>
                <a:latin typeface="+mn-lt"/>
                <a:ea typeface="+mn-ea"/>
              </a:defRPr>
            </a:lvl2pPr>
            <a:lvl3pPr marL="1143000" indent="-228600" algn="l" rtl="0" eaLnBrk="0" fontAlgn="base" hangingPunct="0">
              <a:spcBef>
                <a:spcPct val="20000"/>
              </a:spcBef>
              <a:spcAft>
                <a:spcPct val="0"/>
              </a:spcAft>
              <a:buChar char="•"/>
              <a:defRPr sz="2400">
                <a:solidFill>
                  <a:srgbClr val="666699"/>
                </a:solidFill>
                <a:latin typeface="+mn-lt"/>
                <a:ea typeface="+mn-ea"/>
              </a:defRPr>
            </a:lvl3pPr>
            <a:lvl4pPr marL="1600200" indent="-228600" algn="l" rtl="0" eaLnBrk="0" fontAlgn="base" hangingPunct="0">
              <a:spcBef>
                <a:spcPct val="20000"/>
              </a:spcBef>
              <a:spcAft>
                <a:spcPct val="0"/>
              </a:spcAft>
              <a:buChar char="–"/>
              <a:defRPr sz="2000">
                <a:solidFill>
                  <a:srgbClr val="666699"/>
                </a:solidFill>
                <a:latin typeface="+mn-lt"/>
                <a:ea typeface="+mn-ea"/>
              </a:defRPr>
            </a:lvl4pPr>
            <a:lvl5pPr marL="2057400" indent="-228600" algn="l" rtl="0" eaLnBrk="0" fontAlgn="base" hangingPunct="0">
              <a:spcBef>
                <a:spcPct val="20000"/>
              </a:spcBef>
              <a:spcAft>
                <a:spcPct val="0"/>
              </a:spcAft>
              <a:buChar char="»"/>
              <a:defRPr sz="2000">
                <a:solidFill>
                  <a:srgbClr val="666699"/>
                </a:solidFill>
                <a:latin typeface="+mn-lt"/>
                <a:ea typeface="+mn-ea"/>
              </a:defRPr>
            </a:lvl5pPr>
          </a:lstStyle>
          <a:p>
            <a:pPr marL="0" lvl="0" indent="0" eaLnBrk="1" hangingPunct="1">
              <a:spcBef>
                <a:spcPct val="50000"/>
              </a:spcBef>
              <a:buNone/>
            </a:pPr>
            <a:r>
              <a:rPr lang="zh-CN" altLang="en-US" sz="1800" b="1" dirty="0">
                <a:solidFill>
                  <a:schemeClr val="tx1"/>
                </a:solidFill>
                <a:latin typeface="Tahoma" panose="020B0604030504040204" pitchFamily="34" charset="0"/>
              </a:rPr>
              <a:t>Si</a:t>
            </a:r>
            <a:endParaRPr lang="zh-CN" altLang="en-US" sz="1800" b="1" dirty="0">
              <a:solidFill>
                <a:schemeClr val="tx1"/>
              </a:solidFill>
              <a:latin typeface="Tahoma" panose="020B0604030504040204" pitchFamily="34" charset="0"/>
            </a:endParaRPr>
          </a:p>
        </p:txBody>
      </p:sp>
      <p:sp>
        <p:nvSpPr>
          <p:cNvPr id="24591" name="Text Box 15"/>
          <p:cNvSpPr txBox="1"/>
          <p:nvPr/>
        </p:nvSpPr>
        <p:spPr>
          <a:xfrm>
            <a:off x="250825" y="3581400"/>
            <a:ext cx="1412875" cy="639763"/>
          </a:xfrm>
          <a:prstGeom prst="rect">
            <a:avLst/>
          </a:prstGeom>
          <a:noFill/>
          <a:ln w="9525">
            <a:noFill/>
          </a:ln>
        </p:spPr>
        <p:txBody>
          <a:bodyPr>
            <a:spAutoFit/>
          </a:bodyPr>
          <a:lstStyle>
            <a:lvl1pPr marL="342900" indent="-342900" algn="l" rtl="0" eaLnBrk="0" fontAlgn="base" hangingPunct="0">
              <a:spcBef>
                <a:spcPct val="20000"/>
              </a:spcBef>
              <a:spcAft>
                <a:spcPct val="0"/>
              </a:spcAft>
              <a:buChar char="•"/>
              <a:defRPr sz="3200">
                <a:solidFill>
                  <a:srgbClr val="666699"/>
                </a:solidFill>
                <a:latin typeface="+mn-lt"/>
                <a:ea typeface="+mn-ea"/>
                <a:cs typeface="+mn-cs"/>
              </a:defRPr>
            </a:lvl1pPr>
            <a:lvl2pPr marL="742950" indent="-285750" algn="l" rtl="0" eaLnBrk="0" fontAlgn="base" hangingPunct="0">
              <a:spcBef>
                <a:spcPct val="20000"/>
              </a:spcBef>
              <a:spcAft>
                <a:spcPct val="0"/>
              </a:spcAft>
              <a:buChar char="–"/>
              <a:defRPr sz="2800">
                <a:solidFill>
                  <a:srgbClr val="666699"/>
                </a:solidFill>
                <a:latin typeface="+mn-lt"/>
                <a:ea typeface="+mn-ea"/>
              </a:defRPr>
            </a:lvl2pPr>
            <a:lvl3pPr marL="1143000" indent="-228600" algn="l" rtl="0" eaLnBrk="0" fontAlgn="base" hangingPunct="0">
              <a:spcBef>
                <a:spcPct val="20000"/>
              </a:spcBef>
              <a:spcAft>
                <a:spcPct val="0"/>
              </a:spcAft>
              <a:buChar char="•"/>
              <a:defRPr sz="2400">
                <a:solidFill>
                  <a:srgbClr val="666699"/>
                </a:solidFill>
                <a:latin typeface="+mn-lt"/>
                <a:ea typeface="+mn-ea"/>
              </a:defRPr>
            </a:lvl3pPr>
            <a:lvl4pPr marL="1600200" indent="-228600" algn="l" rtl="0" eaLnBrk="0" fontAlgn="base" hangingPunct="0">
              <a:spcBef>
                <a:spcPct val="20000"/>
              </a:spcBef>
              <a:spcAft>
                <a:spcPct val="0"/>
              </a:spcAft>
              <a:buChar char="–"/>
              <a:defRPr sz="2000">
                <a:solidFill>
                  <a:srgbClr val="666699"/>
                </a:solidFill>
                <a:latin typeface="+mn-lt"/>
                <a:ea typeface="+mn-ea"/>
              </a:defRPr>
            </a:lvl4pPr>
            <a:lvl5pPr marL="2057400" indent="-228600" algn="l" rtl="0" eaLnBrk="0" fontAlgn="base" hangingPunct="0">
              <a:spcBef>
                <a:spcPct val="20000"/>
              </a:spcBef>
              <a:spcAft>
                <a:spcPct val="0"/>
              </a:spcAft>
              <a:buChar char="»"/>
              <a:defRPr sz="2000">
                <a:solidFill>
                  <a:srgbClr val="666699"/>
                </a:solidFill>
                <a:latin typeface="+mn-lt"/>
                <a:ea typeface="+mn-ea"/>
              </a:defRPr>
            </a:lvl5pPr>
          </a:lstStyle>
          <a:p>
            <a:pPr marL="0" lvl="0" indent="0" eaLnBrk="1" hangingPunct="1">
              <a:spcBef>
                <a:spcPct val="50000"/>
              </a:spcBef>
              <a:buNone/>
            </a:pPr>
            <a:r>
              <a:rPr lang="zh-CN" altLang="en-US" sz="1800" dirty="0">
                <a:solidFill>
                  <a:schemeClr val="tx1"/>
                </a:solidFill>
                <a:latin typeface="Tahoma" panose="020B0604030504040204" pitchFamily="34" charset="0"/>
              </a:rPr>
              <a:t>向高位产生的进位</a:t>
            </a:r>
            <a:endParaRPr lang="zh-CN" altLang="en-US" sz="1800" dirty="0">
              <a:solidFill>
                <a:schemeClr val="tx1"/>
              </a:solidFill>
              <a:latin typeface="Tahoma" panose="020B0604030504040204" pitchFamily="34" charset="0"/>
            </a:endParaRPr>
          </a:p>
        </p:txBody>
      </p:sp>
      <p:sp>
        <p:nvSpPr>
          <p:cNvPr id="24592" name="Text Box 16"/>
          <p:cNvSpPr txBox="1"/>
          <p:nvPr/>
        </p:nvSpPr>
        <p:spPr>
          <a:xfrm>
            <a:off x="2590800" y="2438400"/>
            <a:ext cx="1295400" cy="641350"/>
          </a:xfrm>
          <a:prstGeom prst="rect">
            <a:avLst/>
          </a:prstGeom>
          <a:noFill/>
          <a:ln w="9525">
            <a:noFill/>
          </a:ln>
        </p:spPr>
        <p:txBody>
          <a:bodyPr>
            <a:spAutoFit/>
          </a:bodyPr>
          <a:lstStyle>
            <a:lvl1pPr marL="342900" indent="-342900" algn="l" rtl="0" eaLnBrk="0" fontAlgn="base" hangingPunct="0">
              <a:spcBef>
                <a:spcPct val="20000"/>
              </a:spcBef>
              <a:spcAft>
                <a:spcPct val="0"/>
              </a:spcAft>
              <a:buChar char="•"/>
              <a:defRPr sz="3200">
                <a:solidFill>
                  <a:srgbClr val="666699"/>
                </a:solidFill>
                <a:latin typeface="+mn-lt"/>
                <a:ea typeface="+mn-ea"/>
                <a:cs typeface="+mn-cs"/>
              </a:defRPr>
            </a:lvl1pPr>
            <a:lvl2pPr marL="742950" indent="-285750" algn="l" rtl="0" eaLnBrk="0" fontAlgn="base" hangingPunct="0">
              <a:spcBef>
                <a:spcPct val="20000"/>
              </a:spcBef>
              <a:spcAft>
                <a:spcPct val="0"/>
              </a:spcAft>
              <a:buChar char="–"/>
              <a:defRPr sz="2800">
                <a:solidFill>
                  <a:srgbClr val="666699"/>
                </a:solidFill>
                <a:latin typeface="+mn-lt"/>
                <a:ea typeface="+mn-ea"/>
              </a:defRPr>
            </a:lvl2pPr>
            <a:lvl3pPr marL="1143000" indent="-228600" algn="l" rtl="0" eaLnBrk="0" fontAlgn="base" hangingPunct="0">
              <a:spcBef>
                <a:spcPct val="20000"/>
              </a:spcBef>
              <a:spcAft>
                <a:spcPct val="0"/>
              </a:spcAft>
              <a:buChar char="•"/>
              <a:defRPr sz="2400">
                <a:solidFill>
                  <a:srgbClr val="666699"/>
                </a:solidFill>
                <a:latin typeface="+mn-lt"/>
                <a:ea typeface="+mn-ea"/>
              </a:defRPr>
            </a:lvl3pPr>
            <a:lvl4pPr marL="1600200" indent="-228600" algn="l" rtl="0" eaLnBrk="0" fontAlgn="base" hangingPunct="0">
              <a:spcBef>
                <a:spcPct val="20000"/>
              </a:spcBef>
              <a:spcAft>
                <a:spcPct val="0"/>
              </a:spcAft>
              <a:buChar char="–"/>
              <a:defRPr sz="2000">
                <a:solidFill>
                  <a:srgbClr val="666699"/>
                </a:solidFill>
                <a:latin typeface="+mn-lt"/>
                <a:ea typeface="+mn-ea"/>
              </a:defRPr>
            </a:lvl4pPr>
            <a:lvl5pPr marL="2057400" indent="-228600" algn="l" rtl="0" eaLnBrk="0" fontAlgn="base" hangingPunct="0">
              <a:spcBef>
                <a:spcPct val="20000"/>
              </a:spcBef>
              <a:spcAft>
                <a:spcPct val="0"/>
              </a:spcAft>
              <a:buChar char="»"/>
              <a:defRPr sz="2000">
                <a:solidFill>
                  <a:srgbClr val="666699"/>
                </a:solidFill>
                <a:latin typeface="+mn-lt"/>
                <a:ea typeface="+mn-ea"/>
              </a:defRPr>
            </a:lvl5pPr>
          </a:lstStyle>
          <a:p>
            <a:pPr marL="0" lvl="0" indent="0" eaLnBrk="1" hangingPunct="1">
              <a:spcBef>
                <a:spcPct val="50000"/>
              </a:spcBef>
              <a:buNone/>
            </a:pPr>
            <a:r>
              <a:rPr lang="zh-CN" altLang="en-US" sz="1800" dirty="0">
                <a:solidFill>
                  <a:schemeClr val="tx1"/>
                </a:solidFill>
                <a:latin typeface="Tahoma" panose="020B0604030504040204" pitchFamily="34" charset="0"/>
              </a:rPr>
              <a:t>本位输出结果</a:t>
            </a:r>
            <a:endParaRPr lang="zh-CN" altLang="en-US" sz="1800" dirty="0">
              <a:solidFill>
                <a:schemeClr val="tx1"/>
              </a:solidFill>
              <a:latin typeface="Tahoma" panose="020B0604030504040204" pitchFamily="34" charset="0"/>
            </a:endParaRPr>
          </a:p>
        </p:txBody>
      </p:sp>
      <p:grpSp>
        <p:nvGrpSpPr>
          <p:cNvPr id="24593" name="Group 17"/>
          <p:cNvGrpSpPr/>
          <p:nvPr/>
        </p:nvGrpSpPr>
        <p:grpSpPr>
          <a:xfrm>
            <a:off x="4876800" y="2286000"/>
            <a:ext cx="3124200" cy="4343400"/>
            <a:chOff x="0" y="0"/>
            <a:chExt cx="1925" cy="3116"/>
          </a:xfrm>
        </p:grpSpPr>
        <p:sp>
          <p:nvSpPr>
            <p:cNvPr id="24598" name="Rectangle 18"/>
            <p:cNvSpPr/>
            <p:nvPr/>
          </p:nvSpPr>
          <p:spPr>
            <a:xfrm>
              <a:off x="3" y="3"/>
              <a:ext cx="1922" cy="1678"/>
            </a:xfrm>
            <a:prstGeom prst="rect">
              <a:avLst/>
            </a:prstGeom>
            <a:noFill/>
            <a:ln w="9525">
              <a:noFill/>
            </a:ln>
          </p:spPr>
          <p:txBody>
            <a:bodyPr>
              <a:spAutoFit/>
            </a:bodyPr>
            <a:lstStyle>
              <a:lvl1pPr marL="342900" indent="-342900" algn="l" rtl="0" eaLnBrk="0" fontAlgn="base" hangingPunct="0">
                <a:spcBef>
                  <a:spcPct val="20000"/>
                </a:spcBef>
                <a:spcAft>
                  <a:spcPct val="0"/>
                </a:spcAft>
                <a:buChar char="•"/>
                <a:defRPr sz="3200">
                  <a:solidFill>
                    <a:srgbClr val="666699"/>
                  </a:solidFill>
                  <a:latin typeface="+mn-lt"/>
                  <a:ea typeface="+mn-ea"/>
                  <a:cs typeface="+mn-cs"/>
                </a:defRPr>
              </a:lvl1pPr>
              <a:lvl2pPr marL="742950" indent="-285750" algn="l" rtl="0" eaLnBrk="0" fontAlgn="base" hangingPunct="0">
                <a:spcBef>
                  <a:spcPct val="20000"/>
                </a:spcBef>
                <a:spcAft>
                  <a:spcPct val="0"/>
                </a:spcAft>
                <a:buChar char="–"/>
                <a:defRPr sz="2800">
                  <a:solidFill>
                    <a:srgbClr val="666699"/>
                  </a:solidFill>
                  <a:latin typeface="+mn-lt"/>
                  <a:ea typeface="+mn-ea"/>
                </a:defRPr>
              </a:lvl2pPr>
              <a:lvl3pPr marL="1143000" indent="-228600" algn="l" rtl="0" eaLnBrk="0" fontAlgn="base" hangingPunct="0">
                <a:spcBef>
                  <a:spcPct val="20000"/>
                </a:spcBef>
                <a:spcAft>
                  <a:spcPct val="0"/>
                </a:spcAft>
                <a:buChar char="•"/>
                <a:defRPr sz="2400">
                  <a:solidFill>
                    <a:srgbClr val="666699"/>
                  </a:solidFill>
                  <a:latin typeface="+mn-lt"/>
                  <a:ea typeface="+mn-ea"/>
                </a:defRPr>
              </a:lvl3pPr>
              <a:lvl4pPr marL="1600200" indent="-228600" algn="l" rtl="0" eaLnBrk="0" fontAlgn="base" hangingPunct="0">
                <a:spcBef>
                  <a:spcPct val="20000"/>
                </a:spcBef>
                <a:spcAft>
                  <a:spcPct val="0"/>
                </a:spcAft>
                <a:buChar char="–"/>
                <a:defRPr sz="2000">
                  <a:solidFill>
                    <a:srgbClr val="666699"/>
                  </a:solidFill>
                  <a:latin typeface="+mn-lt"/>
                  <a:ea typeface="+mn-ea"/>
                </a:defRPr>
              </a:lvl4pPr>
              <a:lvl5pPr marL="2057400" indent="-228600" algn="l" rtl="0" eaLnBrk="0" fontAlgn="base" hangingPunct="0">
                <a:spcBef>
                  <a:spcPct val="20000"/>
                </a:spcBef>
                <a:spcAft>
                  <a:spcPct val="0"/>
                </a:spcAft>
                <a:buChar char="»"/>
                <a:defRPr sz="2000">
                  <a:solidFill>
                    <a:srgbClr val="666699"/>
                  </a:solidFill>
                  <a:latin typeface="+mn-lt"/>
                  <a:ea typeface="+mn-ea"/>
                </a:defRPr>
              </a:lvl5pPr>
            </a:lstStyle>
            <a:p>
              <a:pPr marL="0" lvl="0" indent="0" eaLnBrk="1" hangingPunct="1">
                <a:spcBef>
                  <a:spcPct val="0"/>
                </a:spcBef>
                <a:buNone/>
              </a:pPr>
              <a:endParaRPr lang="zh-CN" altLang="en-US" sz="2400" dirty="0">
                <a:solidFill>
                  <a:schemeClr val="tx1"/>
                </a:solidFill>
              </a:endParaRPr>
            </a:p>
          </p:txBody>
        </p:sp>
        <p:grpSp>
          <p:nvGrpSpPr>
            <p:cNvPr id="24599" name="Group 19"/>
            <p:cNvGrpSpPr/>
            <p:nvPr/>
          </p:nvGrpSpPr>
          <p:grpSpPr>
            <a:xfrm>
              <a:off x="0" y="0"/>
              <a:ext cx="1925" cy="3116"/>
              <a:chOff x="0" y="0"/>
              <a:chExt cx="1925" cy="3116"/>
            </a:xfrm>
          </p:grpSpPr>
          <p:grpSp>
            <p:nvGrpSpPr>
              <p:cNvPr id="24600" name="Group 20"/>
              <p:cNvGrpSpPr/>
              <p:nvPr/>
            </p:nvGrpSpPr>
            <p:grpSpPr>
              <a:xfrm>
                <a:off x="3" y="3"/>
                <a:ext cx="1919" cy="3110"/>
                <a:chOff x="0" y="0"/>
                <a:chExt cx="1919" cy="3110"/>
              </a:xfrm>
            </p:grpSpPr>
            <p:grpSp>
              <p:nvGrpSpPr>
                <p:cNvPr id="24602" name="Group 21"/>
                <p:cNvGrpSpPr/>
                <p:nvPr/>
              </p:nvGrpSpPr>
              <p:grpSpPr>
                <a:xfrm>
                  <a:off x="0" y="0"/>
                  <a:ext cx="1055" cy="288"/>
                  <a:chOff x="0" y="0"/>
                  <a:chExt cx="1055" cy="288"/>
                </a:xfrm>
              </p:grpSpPr>
              <p:sp>
                <p:nvSpPr>
                  <p:cNvPr id="24741" name="Rectangle 22"/>
                  <p:cNvSpPr/>
                  <p:nvPr/>
                </p:nvSpPr>
                <p:spPr>
                  <a:xfrm>
                    <a:off x="0" y="0"/>
                    <a:ext cx="1055" cy="288"/>
                  </a:xfrm>
                  <a:prstGeom prst="rect">
                    <a:avLst/>
                  </a:prstGeom>
                  <a:noFill/>
                  <a:ln w="9525">
                    <a:noFill/>
                  </a:ln>
                </p:spPr>
                <p:txBody>
                  <a:bodyPr anchor="ctr" anchorCtr="0"/>
                  <a:lstStyle>
                    <a:lvl1pPr marL="342900" indent="-342900" algn="l" rtl="0" eaLnBrk="0" fontAlgn="base" hangingPunct="0">
                      <a:spcBef>
                        <a:spcPct val="20000"/>
                      </a:spcBef>
                      <a:spcAft>
                        <a:spcPct val="0"/>
                      </a:spcAft>
                      <a:buChar char="•"/>
                      <a:defRPr sz="3200">
                        <a:solidFill>
                          <a:srgbClr val="666699"/>
                        </a:solidFill>
                        <a:latin typeface="+mn-lt"/>
                        <a:ea typeface="+mn-ea"/>
                        <a:cs typeface="+mn-cs"/>
                      </a:defRPr>
                    </a:lvl1pPr>
                    <a:lvl2pPr marL="742950" indent="-285750" algn="l" rtl="0" eaLnBrk="0" fontAlgn="base" hangingPunct="0">
                      <a:spcBef>
                        <a:spcPct val="20000"/>
                      </a:spcBef>
                      <a:spcAft>
                        <a:spcPct val="0"/>
                      </a:spcAft>
                      <a:buChar char="–"/>
                      <a:defRPr sz="2800">
                        <a:solidFill>
                          <a:srgbClr val="666699"/>
                        </a:solidFill>
                        <a:latin typeface="+mn-lt"/>
                        <a:ea typeface="+mn-ea"/>
                      </a:defRPr>
                    </a:lvl2pPr>
                    <a:lvl3pPr marL="1143000" indent="-228600" algn="l" rtl="0" eaLnBrk="0" fontAlgn="base" hangingPunct="0">
                      <a:spcBef>
                        <a:spcPct val="20000"/>
                      </a:spcBef>
                      <a:spcAft>
                        <a:spcPct val="0"/>
                      </a:spcAft>
                      <a:buChar char="•"/>
                      <a:defRPr sz="2400">
                        <a:solidFill>
                          <a:srgbClr val="666699"/>
                        </a:solidFill>
                        <a:latin typeface="+mn-lt"/>
                        <a:ea typeface="+mn-ea"/>
                      </a:defRPr>
                    </a:lvl3pPr>
                    <a:lvl4pPr marL="1600200" indent="-228600" algn="l" rtl="0" eaLnBrk="0" fontAlgn="base" hangingPunct="0">
                      <a:spcBef>
                        <a:spcPct val="20000"/>
                      </a:spcBef>
                      <a:spcAft>
                        <a:spcPct val="0"/>
                      </a:spcAft>
                      <a:buChar char="–"/>
                      <a:defRPr sz="2000">
                        <a:solidFill>
                          <a:srgbClr val="666699"/>
                        </a:solidFill>
                        <a:latin typeface="+mn-lt"/>
                        <a:ea typeface="+mn-ea"/>
                      </a:defRPr>
                    </a:lvl4pPr>
                    <a:lvl5pPr marL="2057400" indent="-228600" algn="l" rtl="0" eaLnBrk="0" fontAlgn="base" hangingPunct="0">
                      <a:spcBef>
                        <a:spcPct val="20000"/>
                      </a:spcBef>
                      <a:spcAft>
                        <a:spcPct val="0"/>
                      </a:spcAft>
                      <a:buChar char="»"/>
                      <a:defRPr sz="2000">
                        <a:solidFill>
                          <a:srgbClr val="666699"/>
                        </a:solidFill>
                        <a:latin typeface="+mn-lt"/>
                        <a:ea typeface="+mn-ea"/>
                      </a:defRPr>
                    </a:lvl5pPr>
                  </a:lstStyle>
                  <a:p>
                    <a:pPr marL="0" lvl="0" indent="0" algn="ctr" eaLnBrk="1" hangingPunct="1">
                      <a:spcBef>
                        <a:spcPct val="0"/>
                      </a:spcBef>
                      <a:buNone/>
                    </a:pPr>
                    <a:r>
                      <a:rPr lang="zh-CN" altLang="en-US" sz="2400" dirty="0">
                        <a:solidFill>
                          <a:schemeClr val="tx1"/>
                        </a:solidFill>
                      </a:rPr>
                      <a:t>输入</a:t>
                    </a:r>
                    <a:endParaRPr lang="zh-CN" altLang="en-US" sz="2400" dirty="0">
                      <a:solidFill>
                        <a:schemeClr val="tx1"/>
                      </a:solidFill>
                    </a:endParaRPr>
                  </a:p>
                </p:txBody>
              </p:sp>
              <p:sp>
                <p:nvSpPr>
                  <p:cNvPr id="24742" name="Rectangle 23"/>
                  <p:cNvSpPr/>
                  <p:nvPr/>
                </p:nvSpPr>
                <p:spPr>
                  <a:xfrm>
                    <a:off x="0" y="0"/>
                    <a:ext cx="1055" cy="288"/>
                  </a:xfrm>
                  <a:prstGeom prst="rect">
                    <a:avLst/>
                  </a:prstGeom>
                  <a:noFill/>
                  <a:ln w="7" cap="flat" cmpd="sng">
                    <a:solidFill>
                      <a:srgbClr val="A0A0A0"/>
                    </a:solidFill>
                    <a:prstDash val="solid"/>
                    <a:miter/>
                    <a:headEnd type="none" w="med" len="med"/>
                    <a:tailEnd type="none" w="med" len="med"/>
                  </a:ln>
                </p:spPr>
                <p:txBody>
                  <a:bodyPr wrap="none"/>
                  <a:lstStyle>
                    <a:lvl1pPr marL="342900" indent="-342900" algn="l" rtl="0" eaLnBrk="0" fontAlgn="base" hangingPunct="0">
                      <a:spcBef>
                        <a:spcPct val="20000"/>
                      </a:spcBef>
                      <a:spcAft>
                        <a:spcPct val="0"/>
                      </a:spcAft>
                      <a:buChar char="•"/>
                      <a:defRPr sz="3200">
                        <a:solidFill>
                          <a:srgbClr val="666699"/>
                        </a:solidFill>
                        <a:latin typeface="+mn-lt"/>
                        <a:ea typeface="+mn-ea"/>
                        <a:cs typeface="+mn-cs"/>
                      </a:defRPr>
                    </a:lvl1pPr>
                    <a:lvl2pPr marL="742950" indent="-285750" algn="l" rtl="0" eaLnBrk="0" fontAlgn="base" hangingPunct="0">
                      <a:spcBef>
                        <a:spcPct val="20000"/>
                      </a:spcBef>
                      <a:spcAft>
                        <a:spcPct val="0"/>
                      </a:spcAft>
                      <a:buChar char="–"/>
                      <a:defRPr sz="2800">
                        <a:solidFill>
                          <a:srgbClr val="666699"/>
                        </a:solidFill>
                        <a:latin typeface="+mn-lt"/>
                        <a:ea typeface="+mn-ea"/>
                      </a:defRPr>
                    </a:lvl2pPr>
                    <a:lvl3pPr marL="1143000" indent="-228600" algn="l" rtl="0" eaLnBrk="0" fontAlgn="base" hangingPunct="0">
                      <a:spcBef>
                        <a:spcPct val="20000"/>
                      </a:spcBef>
                      <a:spcAft>
                        <a:spcPct val="0"/>
                      </a:spcAft>
                      <a:buChar char="•"/>
                      <a:defRPr sz="2400">
                        <a:solidFill>
                          <a:srgbClr val="666699"/>
                        </a:solidFill>
                        <a:latin typeface="+mn-lt"/>
                        <a:ea typeface="+mn-ea"/>
                      </a:defRPr>
                    </a:lvl3pPr>
                    <a:lvl4pPr marL="1600200" indent="-228600" algn="l" rtl="0" eaLnBrk="0" fontAlgn="base" hangingPunct="0">
                      <a:spcBef>
                        <a:spcPct val="20000"/>
                      </a:spcBef>
                      <a:spcAft>
                        <a:spcPct val="0"/>
                      </a:spcAft>
                      <a:buChar char="–"/>
                      <a:defRPr sz="2000">
                        <a:solidFill>
                          <a:srgbClr val="666699"/>
                        </a:solidFill>
                        <a:latin typeface="+mn-lt"/>
                        <a:ea typeface="+mn-ea"/>
                      </a:defRPr>
                    </a:lvl4pPr>
                    <a:lvl5pPr marL="2057400" indent="-228600" algn="l" rtl="0" eaLnBrk="0" fontAlgn="base" hangingPunct="0">
                      <a:spcBef>
                        <a:spcPct val="20000"/>
                      </a:spcBef>
                      <a:spcAft>
                        <a:spcPct val="0"/>
                      </a:spcAft>
                      <a:buChar char="»"/>
                      <a:defRPr sz="2000">
                        <a:solidFill>
                          <a:srgbClr val="666699"/>
                        </a:solidFill>
                        <a:latin typeface="+mn-lt"/>
                        <a:ea typeface="+mn-ea"/>
                      </a:defRPr>
                    </a:lvl5pPr>
                  </a:lstStyle>
                  <a:p>
                    <a:pPr marL="0" lvl="0" indent="0" eaLnBrk="1" hangingPunct="1">
                      <a:spcBef>
                        <a:spcPct val="0"/>
                      </a:spcBef>
                      <a:buNone/>
                    </a:pPr>
                    <a:endParaRPr lang="zh-CN" altLang="en-US" sz="2400" dirty="0">
                      <a:solidFill>
                        <a:schemeClr val="tx1"/>
                      </a:solidFill>
                    </a:endParaRPr>
                  </a:p>
                </p:txBody>
              </p:sp>
            </p:grpSp>
            <p:grpSp>
              <p:nvGrpSpPr>
                <p:cNvPr id="24603" name="Group 24"/>
                <p:cNvGrpSpPr/>
                <p:nvPr/>
              </p:nvGrpSpPr>
              <p:grpSpPr>
                <a:xfrm>
                  <a:off x="1055" y="0"/>
                  <a:ext cx="864" cy="288"/>
                  <a:chOff x="0" y="0"/>
                  <a:chExt cx="864" cy="288"/>
                </a:xfrm>
              </p:grpSpPr>
              <p:sp>
                <p:nvSpPr>
                  <p:cNvPr id="24739" name="Rectangle 25"/>
                  <p:cNvSpPr/>
                  <p:nvPr/>
                </p:nvSpPr>
                <p:spPr>
                  <a:xfrm>
                    <a:off x="0" y="0"/>
                    <a:ext cx="864" cy="288"/>
                  </a:xfrm>
                  <a:prstGeom prst="rect">
                    <a:avLst/>
                  </a:prstGeom>
                  <a:noFill/>
                  <a:ln w="9525">
                    <a:noFill/>
                  </a:ln>
                </p:spPr>
                <p:txBody>
                  <a:bodyPr anchor="ctr" anchorCtr="0"/>
                  <a:lstStyle>
                    <a:lvl1pPr marL="342900" indent="-342900" algn="l" rtl="0" eaLnBrk="0" fontAlgn="base" hangingPunct="0">
                      <a:spcBef>
                        <a:spcPct val="20000"/>
                      </a:spcBef>
                      <a:spcAft>
                        <a:spcPct val="0"/>
                      </a:spcAft>
                      <a:buChar char="•"/>
                      <a:defRPr sz="3200">
                        <a:solidFill>
                          <a:srgbClr val="666699"/>
                        </a:solidFill>
                        <a:latin typeface="+mn-lt"/>
                        <a:ea typeface="+mn-ea"/>
                        <a:cs typeface="+mn-cs"/>
                      </a:defRPr>
                    </a:lvl1pPr>
                    <a:lvl2pPr marL="742950" indent="-285750" algn="l" rtl="0" eaLnBrk="0" fontAlgn="base" hangingPunct="0">
                      <a:spcBef>
                        <a:spcPct val="20000"/>
                      </a:spcBef>
                      <a:spcAft>
                        <a:spcPct val="0"/>
                      </a:spcAft>
                      <a:buChar char="–"/>
                      <a:defRPr sz="2800">
                        <a:solidFill>
                          <a:srgbClr val="666699"/>
                        </a:solidFill>
                        <a:latin typeface="+mn-lt"/>
                        <a:ea typeface="+mn-ea"/>
                      </a:defRPr>
                    </a:lvl2pPr>
                    <a:lvl3pPr marL="1143000" indent="-228600" algn="l" rtl="0" eaLnBrk="0" fontAlgn="base" hangingPunct="0">
                      <a:spcBef>
                        <a:spcPct val="20000"/>
                      </a:spcBef>
                      <a:spcAft>
                        <a:spcPct val="0"/>
                      </a:spcAft>
                      <a:buChar char="•"/>
                      <a:defRPr sz="2400">
                        <a:solidFill>
                          <a:srgbClr val="666699"/>
                        </a:solidFill>
                        <a:latin typeface="+mn-lt"/>
                        <a:ea typeface="+mn-ea"/>
                      </a:defRPr>
                    </a:lvl3pPr>
                    <a:lvl4pPr marL="1600200" indent="-228600" algn="l" rtl="0" eaLnBrk="0" fontAlgn="base" hangingPunct="0">
                      <a:spcBef>
                        <a:spcPct val="20000"/>
                      </a:spcBef>
                      <a:spcAft>
                        <a:spcPct val="0"/>
                      </a:spcAft>
                      <a:buChar char="–"/>
                      <a:defRPr sz="2000">
                        <a:solidFill>
                          <a:srgbClr val="666699"/>
                        </a:solidFill>
                        <a:latin typeface="+mn-lt"/>
                        <a:ea typeface="+mn-ea"/>
                      </a:defRPr>
                    </a:lvl4pPr>
                    <a:lvl5pPr marL="2057400" indent="-228600" algn="l" rtl="0" eaLnBrk="0" fontAlgn="base" hangingPunct="0">
                      <a:spcBef>
                        <a:spcPct val="20000"/>
                      </a:spcBef>
                      <a:spcAft>
                        <a:spcPct val="0"/>
                      </a:spcAft>
                      <a:buChar char="»"/>
                      <a:defRPr sz="2000">
                        <a:solidFill>
                          <a:srgbClr val="666699"/>
                        </a:solidFill>
                        <a:latin typeface="+mn-lt"/>
                        <a:ea typeface="+mn-ea"/>
                      </a:defRPr>
                    </a:lvl5pPr>
                  </a:lstStyle>
                  <a:p>
                    <a:pPr marL="0" lvl="0" indent="0" algn="ctr" eaLnBrk="1" hangingPunct="1">
                      <a:spcBef>
                        <a:spcPct val="0"/>
                      </a:spcBef>
                      <a:buNone/>
                    </a:pPr>
                    <a:r>
                      <a:rPr lang="zh-CN" altLang="en-US" sz="2400" dirty="0">
                        <a:solidFill>
                          <a:schemeClr val="tx1"/>
                        </a:solidFill>
                      </a:rPr>
                      <a:t>输出</a:t>
                    </a:r>
                    <a:endParaRPr lang="zh-CN" altLang="en-US" sz="2400" dirty="0">
                      <a:solidFill>
                        <a:schemeClr val="tx1"/>
                      </a:solidFill>
                    </a:endParaRPr>
                  </a:p>
                </p:txBody>
              </p:sp>
              <p:sp>
                <p:nvSpPr>
                  <p:cNvPr id="24740" name="Rectangle 26"/>
                  <p:cNvSpPr/>
                  <p:nvPr/>
                </p:nvSpPr>
                <p:spPr>
                  <a:xfrm>
                    <a:off x="0" y="0"/>
                    <a:ext cx="864" cy="288"/>
                  </a:xfrm>
                  <a:prstGeom prst="rect">
                    <a:avLst/>
                  </a:prstGeom>
                  <a:noFill/>
                  <a:ln w="7" cap="flat" cmpd="sng">
                    <a:solidFill>
                      <a:srgbClr val="A0A0A0"/>
                    </a:solidFill>
                    <a:prstDash val="solid"/>
                    <a:miter/>
                    <a:headEnd type="none" w="med" len="med"/>
                    <a:tailEnd type="none" w="med" len="med"/>
                  </a:ln>
                </p:spPr>
                <p:txBody>
                  <a:bodyPr wrap="none"/>
                  <a:lstStyle>
                    <a:lvl1pPr marL="342900" indent="-342900" algn="l" rtl="0" eaLnBrk="0" fontAlgn="base" hangingPunct="0">
                      <a:spcBef>
                        <a:spcPct val="20000"/>
                      </a:spcBef>
                      <a:spcAft>
                        <a:spcPct val="0"/>
                      </a:spcAft>
                      <a:buChar char="•"/>
                      <a:defRPr sz="3200">
                        <a:solidFill>
                          <a:srgbClr val="666699"/>
                        </a:solidFill>
                        <a:latin typeface="+mn-lt"/>
                        <a:ea typeface="+mn-ea"/>
                        <a:cs typeface="+mn-cs"/>
                      </a:defRPr>
                    </a:lvl1pPr>
                    <a:lvl2pPr marL="742950" indent="-285750" algn="l" rtl="0" eaLnBrk="0" fontAlgn="base" hangingPunct="0">
                      <a:spcBef>
                        <a:spcPct val="20000"/>
                      </a:spcBef>
                      <a:spcAft>
                        <a:spcPct val="0"/>
                      </a:spcAft>
                      <a:buChar char="–"/>
                      <a:defRPr sz="2800">
                        <a:solidFill>
                          <a:srgbClr val="666699"/>
                        </a:solidFill>
                        <a:latin typeface="+mn-lt"/>
                        <a:ea typeface="+mn-ea"/>
                      </a:defRPr>
                    </a:lvl2pPr>
                    <a:lvl3pPr marL="1143000" indent="-228600" algn="l" rtl="0" eaLnBrk="0" fontAlgn="base" hangingPunct="0">
                      <a:spcBef>
                        <a:spcPct val="20000"/>
                      </a:spcBef>
                      <a:spcAft>
                        <a:spcPct val="0"/>
                      </a:spcAft>
                      <a:buChar char="•"/>
                      <a:defRPr sz="2400">
                        <a:solidFill>
                          <a:srgbClr val="666699"/>
                        </a:solidFill>
                        <a:latin typeface="+mn-lt"/>
                        <a:ea typeface="+mn-ea"/>
                      </a:defRPr>
                    </a:lvl3pPr>
                    <a:lvl4pPr marL="1600200" indent="-228600" algn="l" rtl="0" eaLnBrk="0" fontAlgn="base" hangingPunct="0">
                      <a:spcBef>
                        <a:spcPct val="20000"/>
                      </a:spcBef>
                      <a:spcAft>
                        <a:spcPct val="0"/>
                      </a:spcAft>
                      <a:buChar char="–"/>
                      <a:defRPr sz="2000">
                        <a:solidFill>
                          <a:srgbClr val="666699"/>
                        </a:solidFill>
                        <a:latin typeface="+mn-lt"/>
                        <a:ea typeface="+mn-ea"/>
                      </a:defRPr>
                    </a:lvl4pPr>
                    <a:lvl5pPr marL="2057400" indent="-228600" algn="l" rtl="0" eaLnBrk="0" fontAlgn="base" hangingPunct="0">
                      <a:spcBef>
                        <a:spcPct val="20000"/>
                      </a:spcBef>
                      <a:spcAft>
                        <a:spcPct val="0"/>
                      </a:spcAft>
                      <a:buChar char="»"/>
                      <a:defRPr sz="2000">
                        <a:solidFill>
                          <a:srgbClr val="666699"/>
                        </a:solidFill>
                        <a:latin typeface="+mn-lt"/>
                        <a:ea typeface="+mn-ea"/>
                      </a:defRPr>
                    </a:lvl5pPr>
                  </a:lstStyle>
                  <a:p>
                    <a:pPr marL="0" lvl="0" indent="0" eaLnBrk="1" hangingPunct="1">
                      <a:spcBef>
                        <a:spcPct val="0"/>
                      </a:spcBef>
                      <a:buNone/>
                    </a:pPr>
                    <a:endParaRPr lang="zh-CN" altLang="en-US" sz="2400" dirty="0">
                      <a:solidFill>
                        <a:schemeClr val="tx1"/>
                      </a:solidFill>
                    </a:endParaRPr>
                  </a:p>
                </p:txBody>
              </p:sp>
            </p:grpSp>
            <p:grpSp>
              <p:nvGrpSpPr>
                <p:cNvPr id="24604" name="Group 27"/>
                <p:cNvGrpSpPr/>
                <p:nvPr/>
              </p:nvGrpSpPr>
              <p:grpSpPr>
                <a:xfrm>
                  <a:off x="0" y="288"/>
                  <a:ext cx="353" cy="518"/>
                  <a:chOff x="0" y="0"/>
                  <a:chExt cx="353" cy="518"/>
                </a:xfrm>
              </p:grpSpPr>
              <p:sp>
                <p:nvSpPr>
                  <p:cNvPr id="24737" name="Rectangle 28"/>
                  <p:cNvSpPr/>
                  <p:nvPr/>
                </p:nvSpPr>
                <p:spPr>
                  <a:xfrm>
                    <a:off x="0" y="0"/>
                    <a:ext cx="353" cy="518"/>
                  </a:xfrm>
                  <a:prstGeom prst="rect">
                    <a:avLst/>
                  </a:prstGeom>
                  <a:noFill/>
                  <a:ln w="9525">
                    <a:noFill/>
                  </a:ln>
                </p:spPr>
                <p:txBody>
                  <a:bodyPr anchor="ctr" anchorCtr="0"/>
                  <a:lstStyle>
                    <a:lvl1pPr marL="342900" indent="-342900" algn="l" rtl="0" eaLnBrk="0" fontAlgn="base" hangingPunct="0">
                      <a:spcBef>
                        <a:spcPct val="20000"/>
                      </a:spcBef>
                      <a:spcAft>
                        <a:spcPct val="0"/>
                      </a:spcAft>
                      <a:buChar char="•"/>
                      <a:defRPr sz="3200">
                        <a:solidFill>
                          <a:srgbClr val="666699"/>
                        </a:solidFill>
                        <a:latin typeface="+mn-lt"/>
                        <a:ea typeface="+mn-ea"/>
                        <a:cs typeface="+mn-cs"/>
                      </a:defRPr>
                    </a:lvl1pPr>
                    <a:lvl2pPr marL="742950" indent="-285750" algn="l" rtl="0" eaLnBrk="0" fontAlgn="base" hangingPunct="0">
                      <a:spcBef>
                        <a:spcPct val="20000"/>
                      </a:spcBef>
                      <a:spcAft>
                        <a:spcPct val="0"/>
                      </a:spcAft>
                      <a:buChar char="–"/>
                      <a:defRPr sz="2800">
                        <a:solidFill>
                          <a:srgbClr val="666699"/>
                        </a:solidFill>
                        <a:latin typeface="+mn-lt"/>
                        <a:ea typeface="+mn-ea"/>
                      </a:defRPr>
                    </a:lvl2pPr>
                    <a:lvl3pPr marL="1143000" indent="-228600" algn="l" rtl="0" eaLnBrk="0" fontAlgn="base" hangingPunct="0">
                      <a:spcBef>
                        <a:spcPct val="20000"/>
                      </a:spcBef>
                      <a:spcAft>
                        <a:spcPct val="0"/>
                      </a:spcAft>
                      <a:buChar char="•"/>
                      <a:defRPr sz="2400">
                        <a:solidFill>
                          <a:srgbClr val="666699"/>
                        </a:solidFill>
                        <a:latin typeface="+mn-lt"/>
                        <a:ea typeface="+mn-ea"/>
                      </a:defRPr>
                    </a:lvl3pPr>
                    <a:lvl4pPr marL="1600200" indent="-228600" algn="l" rtl="0" eaLnBrk="0" fontAlgn="base" hangingPunct="0">
                      <a:spcBef>
                        <a:spcPct val="20000"/>
                      </a:spcBef>
                      <a:spcAft>
                        <a:spcPct val="0"/>
                      </a:spcAft>
                      <a:buChar char="–"/>
                      <a:defRPr sz="2000">
                        <a:solidFill>
                          <a:srgbClr val="666699"/>
                        </a:solidFill>
                        <a:latin typeface="+mn-lt"/>
                        <a:ea typeface="+mn-ea"/>
                      </a:defRPr>
                    </a:lvl4pPr>
                    <a:lvl5pPr marL="2057400" indent="-228600" algn="l" rtl="0" eaLnBrk="0" fontAlgn="base" hangingPunct="0">
                      <a:spcBef>
                        <a:spcPct val="20000"/>
                      </a:spcBef>
                      <a:spcAft>
                        <a:spcPct val="0"/>
                      </a:spcAft>
                      <a:buChar char="»"/>
                      <a:defRPr sz="2000">
                        <a:solidFill>
                          <a:srgbClr val="666699"/>
                        </a:solidFill>
                        <a:latin typeface="+mn-lt"/>
                        <a:ea typeface="+mn-ea"/>
                      </a:defRPr>
                    </a:lvl5pPr>
                  </a:lstStyle>
                  <a:p>
                    <a:pPr marL="0" lvl="0" indent="0" algn="ctr" eaLnBrk="1" hangingPunct="1">
                      <a:spcBef>
                        <a:spcPct val="0"/>
                      </a:spcBef>
                      <a:buNone/>
                    </a:pPr>
                    <a:r>
                      <a:rPr lang="zh-CN" altLang="en-US" sz="2400" dirty="0">
                        <a:solidFill>
                          <a:schemeClr val="tx1"/>
                        </a:solidFill>
                      </a:rPr>
                      <a:t>A</a:t>
                    </a:r>
                    <a:r>
                      <a:rPr lang="zh-CN" altLang="en-US" sz="2400" baseline="-30000" dirty="0">
                        <a:solidFill>
                          <a:schemeClr val="tx1"/>
                        </a:solidFill>
                      </a:rPr>
                      <a:t>i</a:t>
                    </a:r>
                    <a:endParaRPr lang="zh-CN" altLang="en-US" sz="2400" dirty="0">
                      <a:solidFill>
                        <a:schemeClr val="tx1"/>
                      </a:solidFill>
                    </a:endParaRPr>
                  </a:p>
                </p:txBody>
              </p:sp>
              <p:sp>
                <p:nvSpPr>
                  <p:cNvPr id="24738" name="Rectangle 29"/>
                  <p:cNvSpPr/>
                  <p:nvPr/>
                </p:nvSpPr>
                <p:spPr>
                  <a:xfrm>
                    <a:off x="0" y="0"/>
                    <a:ext cx="353" cy="518"/>
                  </a:xfrm>
                  <a:prstGeom prst="rect">
                    <a:avLst/>
                  </a:prstGeom>
                  <a:noFill/>
                  <a:ln w="7" cap="flat" cmpd="sng">
                    <a:solidFill>
                      <a:srgbClr val="A0A0A0"/>
                    </a:solidFill>
                    <a:prstDash val="solid"/>
                    <a:miter/>
                    <a:headEnd type="none" w="med" len="med"/>
                    <a:tailEnd type="none" w="med" len="med"/>
                  </a:ln>
                </p:spPr>
                <p:txBody>
                  <a:bodyPr wrap="none"/>
                  <a:lstStyle>
                    <a:lvl1pPr marL="342900" indent="-342900" algn="l" rtl="0" eaLnBrk="0" fontAlgn="base" hangingPunct="0">
                      <a:spcBef>
                        <a:spcPct val="20000"/>
                      </a:spcBef>
                      <a:spcAft>
                        <a:spcPct val="0"/>
                      </a:spcAft>
                      <a:buChar char="•"/>
                      <a:defRPr sz="3200">
                        <a:solidFill>
                          <a:srgbClr val="666699"/>
                        </a:solidFill>
                        <a:latin typeface="+mn-lt"/>
                        <a:ea typeface="+mn-ea"/>
                        <a:cs typeface="+mn-cs"/>
                      </a:defRPr>
                    </a:lvl1pPr>
                    <a:lvl2pPr marL="742950" indent="-285750" algn="l" rtl="0" eaLnBrk="0" fontAlgn="base" hangingPunct="0">
                      <a:spcBef>
                        <a:spcPct val="20000"/>
                      </a:spcBef>
                      <a:spcAft>
                        <a:spcPct val="0"/>
                      </a:spcAft>
                      <a:buChar char="–"/>
                      <a:defRPr sz="2800">
                        <a:solidFill>
                          <a:srgbClr val="666699"/>
                        </a:solidFill>
                        <a:latin typeface="+mn-lt"/>
                        <a:ea typeface="+mn-ea"/>
                      </a:defRPr>
                    </a:lvl2pPr>
                    <a:lvl3pPr marL="1143000" indent="-228600" algn="l" rtl="0" eaLnBrk="0" fontAlgn="base" hangingPunct="0">
                      <a:spcBef>
                        <a:spcPct val="20000"/>
                      </a:spcBef>
                      <a:spcAft>
                        <a:spcPct val="0"/>
                      </a:spcAft>
                      <a:buChar char="•"/>
                      <a:defRPr sz="2400">
                        <a:solidFill>
                          <a:srgbClr val="666699"/>
                        </a:solidFill>
                        <a:latin typeface="+mn-lt"/>
                        <a:ea typeface="+mn-ea"/>
                      </a:defRPr>
                    </a:lvl3pPr>
                    <a:lvl4pPr marL="1600200" indent="-228600" algn="l" rtl="0" eaLnBrk="0" fontAlgn="base" hangingPunct="0">
                      <a:spcBef>
                        <a:spcPct val="20000"/>
                      </a:spcBef>
                      <a:spcAft>
                        <a:spcPct val="0"/>
                      </a:spcAft>
                      <a:buChar char="–"/>
                      <a:defRPr sz="2000">
                        <a:solidFill>
                          <a:srgbClr val="666699"/>
                        </a:solidFill>
                        <a:latin typeface="+mn-lt"/>
                        <a:ea typeface="+mn-ea"/>
                      </a:defRPr>
                    </a:lvl4pPr>
                    <a:lvl5pPr marL="2057400" indent="-228600" algn="l" rtl="0" eaLnBrk="0" fontAlgn="base" hangingPunct="0">
                      <a:spcBef>
                        <a:spcPct val="20000"/>
                      </a:spcBef>
                      <a:spcAft>
                        <a:spcPct val="0"/>
                      </a:spcAft>
                      <a:buChar char="»"/>
                      <a:defRPr sz="2000">
                        <a:solidFill>
                          <a:srgbClr val="666699"/>
                        </a:solidFill>
                        <a:latin typeface="+mn-lt"/>
                        <a:ea typeface="+mn-ea"/>
                      </a:defRPr>
                    </a:lvl5pPr>
                  </a:lstStyle>
                  <a:p>
                    <a:pPr marL="0" lvl="0" indent="0" eaLnBrk="1" hangingPunct="1">
                      <a:spcBef>
                        <a:spcPct val="0"/>
                      </a:spcBef>
                      <a:buNone/>
                    </a:pPr>
                    <a:endParaRPr lang="zh-CN" altLang="en-US" sz="2400" dirty="0">
                      <a:solidFill>
                        <a:schemeClr val="tx1"/>
                      </a:solidFill>
                    </a:endParaRPr>
                  </a:p>
                </p:txBody>
              </p:sp>
            </p:grpSp>
            <p:grpSp>
              <p:nvGrpSpPr>
                <p:cNvPr id="24605" name="Group 30"/>
                <p:cNvGrpSpPr/>
                <p:nvPr/>
              </p:nvGrpSpPr>
              <p:grpSpPr>
                <a:xfrm>
                  <a:off x="353" y="288"/>
                  <a:ext cx="353" cy="518"/>
                  <a:chOff x="0" y="0"/>
                  <a:chExt cx="353" cy="518"/>
                </a:xfrm>
              </p:grpSpPr>
              <p:sp>
                <p:nvSpPr>
                  <p:cNvPr id="24735" name="Rectangle 31"/>
                  <p:cNvSpPr/>
                  <p:nvPr/>
                </p:nvSpPr>
                <p:spPr>
                  <a:xfrm>
                    <a:off x="0" y="0"/>
                    <a:ext cx="353" cy="518"/>
                  </a:xfrm>
                  <a:prstGeom prst="rect">
                    <a:avLst/>
                  </a:prstGeom>
                  <a:noFill/>
                  <a:ln w="9525">
                    <a:noFill/>
                  </a:ln>
                </p:spPr>
                <p:txBody>
                  <a:bodyPr anchor="ctr" anchorCtr="0"/>
                  <a:lstStyle>
                    <a:lvl1pPr marL="342900" indent="-342900" algn="l" rtl="0" eaLnBrk="0" fontAlgn="base" hangingPunct="0">
                      <a:spcBef>
                        <a:spcPct val="20000"/>
                      </a:spcBef>
                      <a:spcAft>
                        <a:spcPct val="0"/>
                      </a:spcAft>
                      <a:buChar char="•"/>
                      <a:defRPr sz="3200">
                        <a:solidFill>
                          <a:srgbClr val="666699"/>
                        </a:solidFill>
                        <a:latin typeface="+mn-lt"/>
                        <a:ea typeface="+mn-ea"/>
                        <a:cs typeface="+mn-cs"/>
                      </a:defRPr>
                    </a:lvl1pPr>
                    <a:lvl2pPr marL="742950" indent="-285750" algn="l" rtl="0" eaLnBrk="0" fontAlgn="base" hangingPunct="0">
                      <a:spcBef>
                        <a:spcPct val="20000"/>
                      </a:spcBef>
                      <a:spcAft>
                        <a:spcPct val="0"/>
                      </a:spcAft>
                      <a:buChar char="–"/>
                      <a:defRPr sz="2800">
                        <a:solidFill>
                          <a:srgbClr val="666699"/>
                        </a:solidFill>
                        <a:latin typeface="+mn-lt"/>
                        <a:ea typeface="+mn-ea"/>
                      </a:defRPr>
                    </a:lvl2pPr>
                    <a:lvl3pPr marL="1143000" indent="-228600" algn="l" rtl="0" eaLnBrk="0" fontAlgn="base" hangingPunct="0">
                      <a:spcBef>
                        <a:spcPct val="20000"/>
                      </a:spcBef>
                      <a:spcAft>
                        <a:spcPct val="0"/>
                      </a:spcAft>
                      <a:buChar char="•"/>
                      <a:defRPr sz="2400">
                        <a:solidFill>
                          <a:srgbClr val="666699"/>
                        </a:solidFill>
                        <a:latin typeface="+mn-lt"/>
                        <a:ea typeface="+mn-ea"/>
                      </a:defRPr>
                    </a:lvl3pPr>
                    <a:lvl4pPr marL="1600200" indent="-228600" algn="l" rtl="0" eaLnBrk="0" fontAlgn="base" hangingPunct="0">
                      <a:spcBef>
                        <a:spcPct val="20000"/>
                      </a:spcBef>
                      <a:spcAft>
                        <a:spcPct val="0"/>
                      </a:spcAft>
                      <a:buChar char="–"/>
                      <a:defRPr sz="2000">
                        <a:solidFill>
                          <a:srgbClr val="666699"/>
                        </a:solidFill>
                        <a:latin typeface="+mn-lt"/>
                        <a:ea typeface="+mn-ea"/>
                      </a:defRPr>
                    </a:lvl4pPr>
                    <a:lvl5pPr marL="2057400" indent="-228600" algn="l" rtl="0" eaLnBrk="0" fontAlgn="base" hangingPunct="0">
                      <a:spcBef>
                        <a:spcPct val="20000"/>
                      </a:spcBef>
                      <a:spcAft>
                        <a:spcPct val="0"/>
                      </a:spcAft>
                      <a:buChar char="»"/>
                      <a:defRPr sz="2000">
                        <a:solidFill>
                          <a:srgbClr val="666699"/>
                        </a:solidFill>
                        <a:latin typeface="+mn-lt"/>
                        <a:ea typeface="+mn-ea"/>
                      </a:defRPr>
                    </a:lvl5pPr>
                  </a:lstStyle>
                  <a:p>
                    <a:pPr marL="0" lvl="0" indent="0" algn="ctr" eaLnBrk="1" hangingPunct="1">
                      <a:spcBef>
                        <a:spcPct val="0"/>
                      </a:spcBef>
                      <a:buNone/>
                    </a:pPr>
                    <a:r>
                      <a:rPr lang="zh-CN" altLang="en-US" sz="2400" dirty="0">
                        <a:solidFill>
                          <a:schemeClr val="tx1"/>
                        </a:solidFill>
                      </a:rPr>
                      <a:t>B</a:t>
                    </a:r>
                    <a:r>
                      <a:rPr lang="zh-CN" altLang="en-US" sz="2400" baseline="-30000" dirty="0">
                        <a:solidFill>
                          <a:schemeClr val="tx1"/>
                        </a:solidFill>
                      </a:rPr>
                      <a:t>i</a:t>
                    </a:r>
                    <a:endParaRPr lang="zh-CN" altLang="en-US" sz="2400" dirty="0">
                      <a:solidFill>
                        <a:schemeClr val="tx1"/>
                      </a:solidFill>
                    </a:endParaRPr>
                  </a:p>
                </p:txBody>
              </p:sp>
              <p:sp>
                <p:nvSpPr>
                  <p:cNvPr id="24736" name="Rectangle 32"/>
                  <p:cNvSpPr/>
                  <p:nvPr/>
                </p:nvSpPr>
                <p:spPr>
                  <a:xfrm>
                    <a:off x="0" y="0"/>
                    <a:ext cx="353" cy="518"/>
                  </a:xfrm>
                  <a:prstGeom prst="rect">
                    <a:avLst/>
                  </a:prstGeom>
                  <a:noFill/>
                  <a:ln w="7" cap="flat" cmpd="sng">
                    <a:solidFill>
                      <a:srgbClr val="A0A0A0"/>
                    </a:solidFill>
                    <a:prstDash val="solid"/>
                    <a:miter/>
                    <a:headEnd type="none" w="med" len="med"/>
                    <a:tailEnd type="none" w="med" len="med"/>
                  </a:ln>
                </p:spPr>
                <p:txBody>
                  <a:bodyPr wrap="none"/>
                  <a:lstStyle>
                    <a:lvl1pPr marL="342900" indent="-342900" algn="l" rtl="0" eaLnBrk="0" fontAlgn="base" hangingPunct="0">
                      <a:spcBef>
                        <a:spcPct val="20000"/>
                      </a:spcBef>
                      <a:spcAft>
                        <a:spcPct val="0"/>
                      </a:spcAft>
                      <a:buChar char="•"/>
                      <a:defRPr sz="3200">
                        <a:solidFill>
                          <a:srgbClr val="666699"/>
                        </a:solidFill>
                        <a:latin typeface="+mn-lt"/>
                        <a:ea typeface="+mn-ea"/>
                        <a:cs typeface="+mn-cs"/>
                      </a:defRPr>
                    </a:lvl1pPr>
                    <a:lvl2pPr marL="742950" indent="-285750" algn="l" rtl="0" eaLnBrk="0" fontAlgn="base" hangingPunct="0">
                      <a:spcBef>
                        <a:spcPct val="20000"/>
                      </a:spcBef>
                      <a:spcAft>
                        <a:spcPct val="0"/>
                      </a:spcAft>
                      <a:buChar char="–"/>
                      <a:defRPr sz="2800">
                        <a:solidFill>
                          <a:srgbClr val="666699"/>
                        </a:solidFill>
                        <a:latin typeface="+mn-lt"/>
                        <a:ea typeface="+mn-ea"/>
                      </a:defRPr>
                    </a:lvl2pPr>
                    <a:lvl3pPr marL="1143000" indent="-228600" algn="l" rtl="0" eaLnBrk="0" fontAlgn="base" hangingPunct="0">
                      <a:spcBef>
                        <a:spcPct val="20000"/>
                      </a:spcBef>
                      <a:spcAft>
                        <a:spcPct val="0"/>
                      </a:spcAft>
                      <a:buChar char="•"/>
                      <a:defRPr sz="2400">
                        <a:solidFill>
                          <a:srgbClr val="666699"/>
                        </a:solidFill>
                        <a:latin typeface="+mn-lt"/>
                        <a:ea typeface="+mn-ea"/>
                      </a:defRPr>
                    </a:lvl3pPr>
                    <a:lvl4pPr marL="1600200" indent="-228600" algn="l" rtl="0" eaLnBrk="0" fontAlgn="base" hangingPunct="0">
                      <a:spcBef>
                        <a:spcPct val="20000"/>
                      </a:spcBef>
                      <a:spcAft>
                        <a:spcPct val="0"/>
                      </a:spcAft>
                      <a:buChar char="–"/>
                      <a:defRPr sz="2000">
                        <a:solidFill>
                          <a:srgbClr val="666699"/>
                        </a:solidFill>
                        <a:latin typeface="+mn-lt"/>
                        <a:ea typeface="+mn-ea"/>
                      </a:defRPr>
                    </a:lvl4pPr>
                    <a:lvl5pPr marL="2057400" indent="-228600" algn="l" rtl="0" eaLnBrk="0" fontAlgn="base" hangingPunct="0">
                      <a:spcBef>
                        <a:spcPct val="20000"/>
                      </a:spcBef>
                      <a:spcAft>
                        <a:spcPct val="0"/>
                      </a:spcAft>
                      <a:buChar char="»"/>
                      <a:defRPr sz="2000">
                        <a:solidFill>
                          <a:srgbClr val="666699"/>
                        </a:solidFill>
                        <a:latin typeface="+mn-lt"/>
                        <a:ea typeface="+mn-ea"/>
                      </a:defRPr>
                    </a:lvl5pPr>
                  </a:lstStyle>
                  <a:p>
                    <a:pPr marL="0" lvl="0" indent="0" eaLnBrk="1" hangingPunct="1">
                      <a:spcBef>
                        <a:spcPct val="0"/>
                      </a:spcBef>
                      <a:buNone/>
                    </a:pPr>
                    <a:endParaRPr lang="zh-CN" altLang="en-US" sz="2400" dirty="0">
                      <a:solidFill>
                        <a:schemeClr val="tx1"/>
                      </a:solidFill>
                    </a:endParaRPr>
                  </a:p>
                </p:txBody>
              </p:sp>
            </p:grpSp>
            <p:grpSp>
              <p:nvGrpSpPr>
                <p:cNvPr id="24606" name="Group 33"/>
                <p:cNvGrpSpPr/>
                <p:nvPr/>
              </p:nvGrpSpPr>
              <p:grpSpPr>
                <a:xfrm>
                  <a:off x="706" y="288"/>
                  <a:ext cx="349" cy="518"/>
                  <a:chOff x="0" y="0"/>
                  <a:chExt cx="349" cy="518"/>
                </a:xfrm>
              </p:grpSpPr>
              <p:sp>
                <p:nvSpPr>
                  <p:cNvPr id="24733" name="Rectangle 34"/>
                  <p:cNvSpPr/>
                  <p:nvPr/>
                </p:nvSpPr>
                <p:spPr>
                  <a:xfrm>
                    <a:off x="0" y="0"/>
                    <a:ext cx="349" cy="518"/>
                  </a:xfrm>
                  <a:prstGeom prst="rect">
                    <a:avLst/>
                  </a:prstGeom>
                  <a:noFill/>
                  <a:ln w="9525">
                    <a:noFill/>
                  </a:ln>
                </p:spPr>
                <p:txBody>
                  <a:bodyPr anchor="ctr" anchorCtr="0"/>
                  <a:lstStyle>
                    <a:lvl1pPr marL="342900" indent="-342900" algn="l" rtl="0" eaLnBrk="0" fontAlgn="base" hangingPunct="0">
                      <a:spcBef>
                        <a:spcPct val="20000"/>
                      </a:spcBef>
                      <a:spcAft>
                        <a:spcPct val="0"/>
                      </a:spcAft>
                      <a:buChar char="•"/>
                      <a:defRPr sz="3200">
                        <a:solidFill>
                          <a:srgbClr val="666699"/>
                        </a:solidFill>
                        <a:latin typeface="+mn-lt"/>
                        <a:ea typeface="+mn-ea"/>
                        <a:cs typeface="+mn-cs"/>
                      </a:defRPr>
                    </a:lvl1pPr>
                    <a:lvl2pPr marL="742950" indent="-285750" algn="l" rtl="0" eaLnBrk="0" fontAlgn="base" hangingPunct="0">
                      <a:spcBef>
                        <a:spcPct val="20000"/>
                      </a:spcBef>
                      <a:spcAft>
                        <a:spcPct val="0"/>
                      </a:spcAft>
                      <a:buChar char="–"/>
                      <a:defRPr sz="2800">
                        <a:solidFill>
                          <a:srgbClr val="666699"/>
                        </a:solidFill>
                        <a:latin typeface="+mn-lt"/>
                        <a:ea typeface="+mn-ea"/>
                      </a:defRPr>
                    </a:lvl2pPr>
                    <a:lvl3pPr marL="1143000" indent="-228600" algn="l" rtl="0" eaLnBrk="0" fontAlgn="base" hangingPunct="0">
                      <a:spcBef>
                        <a:spcPct val="20000"/>
                      </a:spcBef>
                      <a:spcAft>
                        <a:spcPct val="0"/>
                      </a:spcAft>
                      <a:buChar char="•"/>
                      <a:defRPr sz="2400">
                        <a:solidFill>
                          <a:srgbClr val="666699"/>
                        </a:solidFill>
                        <a:latin typeface="+mn-lt"/>
                        <a:ea typeface="+mn-ea"/>
                      </a:defRPr>
                    </a:lvl3pPr>
                    <a:lvl4pPr marL="1600200" indent="-228600" algn="l" rtl="0" eaLnBrk="0" fontAlgn="base" hangingPunct="0">
                      <a:spcBef>
                        <a:spcPct val="20000"/>
                      </a:spcBef>
                      <a:spcAft>
                        <a:spcPct val="0"/>
                      </a:spcAft>
                      <a:buChar char="–"/>
                      <a:defRPr sz="2000">
                        <a:solidFill>
                          <a:srgbClr val="666699"/>
                        </a:solidFill>
                        <a:latin typeface="+mn-lt"/>
                        <a:ea typeface="+mn-ea"/>
                      </a:defRPr>
                    </a:lvl4pPr>
                    <a:lvl5pPr marL="2057400" indent="-228600" algn="l" rtl="0" eaLnBrk="0" fontAlgn="base" hangingPunct="0">
                      <a:spcBef>
                        <a:spcPct val="20000"/>
                      </a:spcBef>
                      <a:spcAft>
                        <a:spcPct val="0"/>
                      </a:spcAft>
                      <a:buChar char="»"/>
                      <a:defRPr sz="2000">
                        <a:solidFill>
                          <a:srgbClr val="666699"/>
                        </a:solidFill>
                        <a:latin typeface="+mn-lt"/>
                        <a:ea typeface="+mn-ea"/>
                      </a:defRPr>
                    </a:lvl5pPr>
                  </a:lstStyle>
                  <a:p>
                    <a:pPr marL="0" lvl="0" indent="0" algn="ctr" eaLnBrk="1" hangingPunct="1">
                      <a:spcBef>
                        <a:spcPct val="0"/>
                      </a:spcBef>
                      <a:buNone/>
                    </a:pPr>
                    <a:r>
                      <a:rPr lang="zh-CN" altLang="en-US" sz="2400" dirty="0">
                        <a:solidFill>
                          <a:schemeClr val="tx1"/>
                        </a:solidFill>
                      </a:rPr>
                      <a:t>C</a:t>
                    </a:r>
                    <a:r>
                      <a:rPr lang="zh-CN" altLang="en-US" sz="2400" baseline="-30000" dirty="0">
                        <a:solidFill>
                          <a:schemeClr val="tx1"/>
                        </a:solidFill>
                      </a:rPr>
                      <a:t>i</a:t>
                    </a:r>
                    <a:endParaRPr lang="zh-CN" altLang="en-US" sz="2400" dirty="0">
                      <a:solidFill>
                        <a:schemeClr val="tx1"/>
                      </a:solidFill>
                    </a:endParaRPr>
                  </a:p>
                </p:txBody>
              </p:sp>
              <p:sp>
                <p:nvSpPr>
                  <p:cNvPr id="24734" name="Rectangle 35"/>
                  <p:cNvSpPr/>
                  <p:nvPr/>
                </p:nvSpPr>
                <p:spPr>
                  <a:xfrm>
                    <a:off x="0" y="0"/>
                    <a:ext cx="349" cy="518"/>
                  </a:xfrm>
                  <a:prstGeom prst="rect">
                    <a:avLst/>
                  </a:prstGeom>
                  <a:noFill/>
                  <a:ln w="7" cap="flat" cmpd="sng">
                    <a:solidFill>
                      <a:srgbClr val="A0A0A0"/>
                    </a:solidFill>
                    <a:prstDash val="solid"/>
                    <a:miter/>
                    <a:headEnd type="none" w="med" len="med"/>
                    <a:tailEnd type="none" w="med" len="med"/>
                  </a:ln>
                </p:spPr>
                <p:txBody>
                  <a:bodyPr wrap="none"/>
                  <a:lstStyle>
                    <a:lvl1pPr marL="342900" indent="-342900" algn="l" rtl="0" eaLnBrk="0" fontAlgn="base" hangingPunct="0">
                      <a:spcBef>
                        <a:spcPct val="20000"/>
                      </a:spcBef>
                      <a:spcAft>
                        <a:spcPct val="0"/>
                      </a:spcAft>
                      <a:buChar char="•"/>
                      <a:defRPr sz="3200">
                        <a:solidFill>
                          <a:srgbClr val="666699"/>
                        </a:solidFill>
                        <a:latin typeface="+mn-lt"/>
                        <a:ea typeface="+mn-ea"/>
                        <a:cs typeface="+mn-cs"/>
                      </a:defRPr>
                    </a:lvl1pPr>
                    <a:lvl2pPr marL="742950" indent="-285750" algn="l" rtl="0" eaLnBrk="0" fontAlgn="base" hangingPunct="0">
                      <a:spcBef>
                        <a:spcPct val="20000"/>
                      </a:spcBef>
                      <a:spcAft>
                        <a:spcPct val="0"/>
                      </a:spcAft>
                      <a:buChar char="–"/>
                      <a:defRPr sz="2800">
                        <a:solidFill>
                          <a:srgbClr val="666699"/>
                        </a:solidFill>
                        <a:latin typeface="+mn-lt"/>
                        <a:ea typeface="+mn-ea"/>
                      </a:defRPr>
                    </a:lvl2pPr>
                    <a:lvl3pPr marL="1143000" indent="-228600" algn="l" rtl="0" eaLnBrk="0" fontAlgn="base" hangingPunct="0">
                      <a:spcBef>
                        <a:spcPct val="20000"/>
                      </a:spcBef>
                      <a:spcAft>
                        <a:spcPct val="0"/>
                      </a:spcAft>
                      <a:buChar char="•"/>
                      <a:defRPr sz="2400">
                        <a:solidFill>
                          <a:srgbClr val="666699"/>
                        </a:solidFill>
                        <a:latin typeface="+mn-lt"/>
                        <a:ea typeface="+mn-ea"/>
                      </a:defRPr>
                    </a:lvl3pPr>
                    <a:lvl4pPr marL="1600200" indent="-228600" algn="l" rtl="0" eaLnBrk="0" fontAlgn="base" hangingPunct="0">
                      <a:spcBef>
                        <a:spcPct val="20000"/>
                      </a:spcBef>
                      <a:spcAft>
                        <a:spcPct val="0"/>
                      </a:spcAft>
                      <a:buChar char="–"/>
                      <a:defRPr sz="2000">
                        <a:solidFill>
                          <a:srgbClr val="666699"/>
                        </a:solidFill>
                        <a:latin typeface="+mn-lt"/>
                        <a:ea typeface="+mn-ea"/>
                      </a:defRPr>
                    </a:lvl4pPr>
                    <a:lvl5pPr marL="2057400" indent="-228600" algn="l" rtl="0" eaLnBrk="0" fontAlgn="base" hangingPunct="0">
                      <a:spcBef>
                        <a:spcPct val="20000"/>
                      </a:spcBef>
                      <a:spcAft>
                        <a:spcPct val="0"/>
                      </a:spcAft>
                      <a:buChar char="»"/>
                      <a:defRPr sz="2000">
                        <a:solidFill>
                          <a:srgbClr val="666699"/>
                        </a:solidFill>
                        <a:latin typeface="+mn-lt"/>
                        <a:ea typeface="+mn-ea"/>
                      </a:defRPr>
                    </a:lvl5pPr>
                  </a:lstStyle>
                  <a:p>
                    <a:pPr marL="0" lvl="0" indent="0" eaLnBrk="1" hangingPunct="1">
                      <a:spcBef>
                        <a:spcPct val="0"/>
                      </a:spcBef>
                      <a:buNone/>
                    </a:pPr>
                    <a:endParaRPr lang="zh-CN" altLang="en-US" sz="2400" dirty="0">
                      <a:solidFill>
                        <a:schemeClr val="tx1"/>
                      </a:solidFill>
                    </a:endParaRPr>
                  </a:p>
                </p:txBody>
              </p:sp>
            </p:grpSp>
            <p:grpSp>
              <p:nvGrpSpPr>
                <p:cNvPr id="24607" name="Group 36"/>
                <p:cNvGrpSpPr/>
                <p:nvPr/>
              </p:nvGrpSpPr>
              <p:grpSpPr>
                <a:xfrm>
                  <a:off x="1055" y="288"/>
                  <a:ext cx="432" cy="518"/>
                  <a:chOff x="0" y="0"/>
                  <a:chExt cx="432" cy="518"/>
                </a:xfrm>
              </p:grpSpPr>
              <p:sp>
                <p:nvSpPr>
                  <p:cNvPr id="24731" name="Rectangle 37"/>
                  <p:cNvSpPr/>
                  <p:nvPr/>
                </p:nvSpPr>
                <p:spPr>
                  <a:xfrm>
                    <a:off x="0" y="0"/>
                    <a:ext cx="432" cy="518"/>
                  </a:xfrm>
                  <a:prstGeom prst="rect">
                    <a:avLst/>
                  </a:prstGeom>
                  <a:noFill/>
                  <a:ln w="9525">
                    <a:noFill/>
                  </a:ln>
                </p:spPr>
                <p:txBody>
                  <a:bodyPr anchor="ctr" anchorCtr="0"/>
                  <a:lstStyle>
                    <a:lvl1pPr marL="342900" indent="-342900" algn="l" rtl="0" eaLnBrk="0" fontAlgn="base" hangingPunct="0">
                      <a:spcBef>
                        <a:spcPct val="20000"/>
                      </a:spcBef>
                      <a:spcAft>
                        <a:spcPct val="0"/>
                      </a:spcAft>
                      <a:buChar char="•"/>
                      <a:defRPr sz="3200">
                        <a:solidFill>
                          <a:srgbClr val="666699"/>
                        </a:solidFill>
                        <a:latin typeface="+mn-lt"/>
                        <a:ea typeface="+mn-ea"/>
                        <a:cs typeface="+mn-cs"/>
                      </a:defRPr>
                    </a:lvl1pPr>
                    <a:lvl2pPr marL="742950" indent="-285750" algn="l" rtl="0" eaLnBrk="0" fontAlgn="base" hangingPunct="0">
                      <a:spcBef>
                        <a:spcPct val="20000"/>
                      </a:spcBef>
                      <a:spcAft>
                        <a:spcPct val="0"/>
                      </a:spcAft>
                      <a:buChar char="–"/>
                      <a:defRPr sz="2800">
                        <a:solidFill>
                          <a:srgbClr val="666699"/>
                        </a:solidFill>
                        <a:latin typeface="+mn-lt"/>
                        <a:ea typeface="+mn-ea"/>
                      </a:defRPr>
                    </a:lvl2pPr>
                    <a:lvl3pPr marL="1143000" indent="-228600" algn="l" rtl="0" eaLnBrk="0" fontAlgn="base" hangingPunct="0">
                      <a:spcBef>
                        <a:spcPct val="20000"/>
                      </a:spcBef>
                      <a:spcAft>
                        <a:spcPct val="0"/>
                      </a:spcAft>
                      <a:buChar char="•"/>
                      <a:defRPr sz="2400">
                        <a:solidFill>
                          <a:srgbClr val="666699"/>
                        </a:solidFill>
                        <a:latin typeface="+mn-lt"/>
                        <a:ea typeface="+mn-ea"/>
                      </a:defRPr>
                    </a:lvl3pPr>
                    <a:lvl4pPr marL="1600200" indent="-228600" algn="l" rtl="0" eaLnBrk="0" fontAlgn="base" hangingPunct="0">
                      <a:spcBef>
                        <a:spcPct val="20000"/>
                      </a:spcBef>
                      <a:spcAft>
                        <a:spcPct val="0"/>
                      </a:spcAft>
                      <a:buChar char="–"/>
                      <a:defRPr sz="2000">
                        <a:solidFill>
                          <a:srgbClr val="666699"/>
                        </a:solidFill>
                        <a:latin typeface="+mn-lt"/>
                        <a:ea typeface="+mn-ea"/>
                      </a:defRPr>
                    </a:lvl4pPr>
                    <a:lvl5pPr marL="2057400" indent="-228600" algn="l" rtl="0" eaLnBrk="0" fontAlgn="base" hangingPunct="0">
                      <a:spcBef>
                        <a:spcPct val="20000"/>
                      </a:spcBef>
                      <a:spcAft>
                        <a:spcPct val="0"/>
                      </a:spcAft>
                      <a:buChar char="»"/>
                      <a:defRPr sz="2000">
                        <a:solidFill>
                          <a:srgbClr val="666699"/>
                        </a:solidFill>
                        <a:latin typeface="+mn-lt"/>
                        <a:ea typeface="+mn-ea"/>
                      </a:defRPr>
                    </a:lvl5pPr>
                  </a:lstStyle>
                  <a:p>
                    <a:pPr marL="0" lvl="0" indent="0" algn="ctr" eaLnBrk="1" hangingPunct="1">
                      <a:spcBef>
                        <a:spcPct val="0"/>
                      </a:spcBef>
                      <a:buNone/>
                    </a:pPr>
                    <a:r>
                      <a:rPr lang="zh-CN" altLang="en-US" sz="2400" dirty="0">
                        <a:solidFill>
                          <a:schemeClr val="tx1"/>
                        </a:solidFill>
                      </a:rPr>
                      <a:t>S</a:t>
                    </a:r>
                    <a:r>
                      <a:rPr lang="zh-CN" altLang="en-US" sz="2400" baseline="-30000" dirty="0">
                        <a:solidFill>
                          <a:schemeClr val="tx1"/>
                        </a:solidFill>
                      </a:rPr>
                      <a:t>i</a:t>
                    </a:r>
                    <a:endParaRPr lang="zh-CN" altLang="en-US" sz="2400" dirty="0">
                      <a:solidFill>
                        <a:schemeClr val="tx1"/>
                      </a:solidFill>
                    </a:endParaRPr>
                  </a:p>
                </p:txBody>
              </p:sp>
              <p:sp>
                <p:nvSpPr>
                  <p:cNvPr id="24732" name="Rectangle 38"/>
                  <p:cNvSpPr/>
                  <p:nvPr/>
                </p:nvSpPr>
                <p:spPr>
                  <a:xfrm>
                    <a:off x="0" y="0"/>
                    <a:ext cx="432" cy="518"/>
                  </a:xfrm>
                  <a:prstGeom prst="rect">
                    <a:avLst/>
                  </a:prstGeom>
                  <a:noFill/>
                  <a:ln w="7" cap="flat" cmpd="sng">
                    <a:solidFill>
                      <a:srgbClr val="A0A0A0"/>
                    </a:solidFill>
                    <a:prstDash val="solid"/>
                    <a:miter/>
                    <a:headEnd type="none" w="med" len="med"/>
                    <a:tailEnd type="none" w="med" len="med"/>
                  </a:ln>
                </p:spPr>
                <p:txBody>
                  <a:bodyPr wrap="none"/>
                  <a:lstStyle>
                    <a:lvl1pPr marL="342900" indent="-342900" algn="l" rtl="0" eaLnBrk="0" fontAlgn="base" hangingPunct="0">
                      <a:spcBef>
                        <a:spcPct val="20000"/>
                      </a:spcBef>
                      <a:spcAft>
                        <a:spcPct val="0"/>
                      </a:spcAft>
                      <a:buChar char="•"/>
                      <a:defRPr sz="3200">
                        <a:solidFill>
                          <a:srgbClr val="666699"/>
                        </a:solidFill>
                        <a:latin typeface="+mn-lt"/>
                        <a:ea typeface="+mn-ea"/>
                        <a:cs typeface="+mn-cs"/>
                      </a:defRPr>
                    </a:lvl1pPr>
                    <a:lvl2pPr marL="742950" indent="-285750" algn="l" rtl="0" eaLnBrk="0" fontAlgn="base" hangingPunct="0">
                      <a:spcBef>
                        <a:spcPct val="20000"/>
                      </a:spcBef>
                      <a:spcAft>
                        <a:spcPct val="0"/>
                      </a:spcAft>
                      <a:buChar char="–"/>
                      <a:defRPr sz="2800">
                        <a:solidFill>
                          <a:srgbClr val="666699"/>
                        </a:solidFill>
                        <a:latin typeface="+mn-lt"/>
                        <a:ea typeface="+mn-ea"/>
                      </a:defRPr>
                    </a:lvl2pPr>
                    <a:lvl3pPr marL="1143000" indent="-228600" algn="l" rtl="0" eaLnBrk="0" fontAlgn="base" hangingPunct="0">
                      <a:spcBef>
                        <a:spcPct val="20000"/>
                      </a:spcBef>
                      <a:spcAft>
                        <a:spcPct val="0"/>
                      </a:spcAft>
                      <a:buChar char="•"/>
                      <a:defRPr sz="2400">
                        <a:solidFill>
                          <a:srgbClr val="666699"/>
                        </a:solidFill>
                        <a:latin typeface="+mn-lt"/>
                        <a:ea typeface="+mn-ea"/>
                      </a:defRPr>
                    </a:lvl3pPr>
                    <a:lvl4pPr marL="1600200" indent="-228600" algn="l" rtl="0" eaLnBrk="0" fontAlgn="base" hangingPunct="0">
                      <a:spcBef>
                        <a:spcPct val="20000"/>
                      </a:spcBef>
                      <a:spcAft>
                        <a:spcPct val="0"/>
                      </a:spcAft>
                      <a:buChar char="–"/>
                      <a:defRPr sz="2000">
                        <a:solidFill>
                          <a:srgbClr val="666699"/>
                        </a:solidFill>
                        <a:latin typeface="+mn-lt"/>
                        <a:ea typeface="+mn-ea"/>
                      </a:defRPr>
                    </a:lvl4pPr>
                    <a:lvl5pPr marL="2057400" indent="-228600" algn="l" rtl="0" eaLnBrk="0" fontAlgn="base" hangingPunct="0">
                      <a:spcBef>
                        <a:spcPct val="20000"/>
                      </a:spcBef>
                      <a:spcAft>
                        <a:spcPct val="0"/>
                      </a:spcAft>
                      <a:buChar char="»"/>
                      <a:defRPr sz="2000">
                        <a:solidFill>
                          <a:srgbClr val="666699"/>
                        </a:solidFill>
                        <a:latin typeface="+mn-lt"/>
                        <a:ea typeface="+mn-ea"/>
                      </a:defRPr>
                    </a:lvl5pPr>
                  </a:lstStyle>
                  <a:p>
                    <a:pPr marL="0" lvl="0" indent="0" eaLnBrk="1" hangingPunct="1">
                      <a:spcBef>
                        <a:spcPct val="0"/>
                      </a:spcBef>
                      <a:buNone/>
                    </a:pPr>
                    <a:endParaRPr lang="zh-CN" altLang="en-US" sz="2400" dirty="0">
                      <a:solidFill>
                        <a:schemeClr val="tx1"/>
                      </a:solidFill>
                    </a:endParaRPr>
                  </a:p>
                </p:txBody>
              </p:sp>
            </p:grpSp>
            <p:grpSp>
              <p:nvGrpSpPr>
                <p:cNvPr id="24608" name="Group 39"/>
                <p:cNvGrpSpPr/>
                <p:nvPr/>
              </p:nvGrpSpPr>
              <p:grpSpPr>
                <a:xfrm>
                  <a:off x="1487" y="288"/>
                  <a:ext cx="432" cy="518"/>
                  <a:chOff x="0" y="0"/>
                  <a:chExt cx="432" cy="518"/>
                </a:xfrm>
              </p:grpSpPr>
              <p:sp>
                <p:nvSpPr>
                  <p:cNvPr id="24729" name="Rectangle 40"/>
                  <p:cNvSpPr/>
                  <p:nvPr/>
                </p:nvSpPr>
                <p:spPr>
                  <a:xfrm>
                    <a:off x="0" y="0"/>
                    <a:ext cx="432" cy="518"/>
                  </a:xfrm>
                  <a:prstGeom prst="rect">
                    <a:avLst/>
                  </a:prstGeom>
                  <a:noFill/>
                  <a:ln w="9525">
                    <a:noFill/>
                  </a:ln>
                </p:spPr>
                <p:txBody>
                  <a:bodyPr anchor="ctr" anchorCtr="0"/>
                  <a:lstStyle>
                    <a:lvl1pPr marL="342900" indent="-342900" algn="l" rtl="0" eaLnBrk="0" fontAlgn="base" hangingPunct="0">
                      <a:spcBef>
                        <a:spcPct val="20000"/>
                      </a:spcBef>
                      <a:spcAft>
                        <a:spcPct val="0"/>
                      </a:spcAft>
                      <a:buChar char="•"/>
                      <a:defRPr sz="3200">
                        <a:solidFill>
                          <a:srgbClr val="666699"/>
                        </a:solidFill>
                        <a:latin typeface="+mn-lt"/>
                        <a:ea typeface="+mn-ea"/>
                        <a:cs typeface="+mn-cs"/>
                      </a:defRPr>
                    </a:lvl1pPr>
                    <a:lvl2pPr marL="742950" indent="-285750" algn="l" rtl="0" eaLnBrk="0" fontAlgn="base" hangingPunct="0">
                      <a:spcBef>
                        <a:spcPct val="20000"/>
                      </a:spcBef>
                      <a:spcAft>
                        <a:spcPct val="0"/>
                      </a:spcAft>
                      <a:buChar char="–"/>
                      <a:defRPr sz="2800">
                        <a:solidFill>
                          <a:srgbClr val="666699"/>
                        </a:solidFill>
                        <a:latin typeface="+mn-lt"/>
                        <a:ea typeface="+mn-ea"/>
                      </a:defRPr>
                    </a:lvl2pPr>
                    <a:lvl3pPr marL="1143000" indent="-228600" algn="l" rtl="0" eaLnBrk="0" fontAlgn="base" hangingPunct="0">
                      <a:spcBef>
                        <a:spcPct val="20000"/>
                      </a:spcBef>
                      <a:spcAft>
                        <a:spcPct val="0"/>
                      </a:spcAft>
                      <a:buChar char="•"/>
                      <a:defRPr sz="2400">
                        <a:solidFill>
                          <a:srgbClr val="666699"/>
                        </a:solidFill>
                        <a:latin typeface="+mn-lt"/>
                        <a:ea typeface="+mn-ea"/>
                      </a:defRPr>
                    </a:lvl3pPr>
                    <a:lvl4pPr marL="1600200" indent="-228600" algn="l" rtl="0" eaLnBrk="0" fontAlgn="base" hangingPunct="0">
                      <a:spcBef>
                        <a:spcPct val="20000"/>
                      </a:spcBef>
                      <a:spcAft>
                        <a:spcPct val="0"/>
                      </a:spcAft>
                      <a:buChar char="–"/>
                      <a:defRPr sz="2000">
                        <a:solidFill>
                          <a:srgbClr val="666699"/>
                        </a:solidFill>
                        <a:latin typeface="+mn-lt"/>
                        <a:ea typeface="+mn-ea"/>
                      </a:defRPr>
                    </a:lvl4pPr>
                    <a:lvl5pPr marL="2057400" indent="-228600" algn="l" rtl="0" eaLnBrk="0" fontAlgn="base" hangingPunct="0">
                      <a:spcBef>
                        <a:spcPct val="20000"/>
                      </a:spcBef>
                      <a:spcAft>
                        <a:spcPct val="0"/>
                      </a:spcAft>
                      <a:buChar char="»"/>
                      <a:defRPr sz="2000">
                        <a:solidFill>
                          <a:srgbClr val="666699"/>
                        </a:solidFill>
                        <a:latin typeface="+mn-lt"/>
                        <a:ea typeface="+mn-ea"/>
                      </a:defRPr>
                    </a:lvl5pPr>
                  </a:lstStyle>
                  <a:p>
                    <a:pPr marL="0" lvl="0" indent="0" algn="ctr" eaLnBrk="1" hangingPunct="1">
                      <a:spcBef>
                        <a:spcPct val="0"/>
                      </a:spcBef>
                      <a:buNone/>
                    </a:pPr>
                    <a:r>
                      <a:rPr lang="zh-CN" altLang="en-US" sz="2400" dirty="0">
                        <a:solidFill>
                          <a:schemeClr val="tx1"/>
                        </a:solidFill>
                      </a:rPr>
                      <a:t>C</a:t>
                    </a:r>
                    <a:r>
                      <a:rPr lang="zh-CN" altLang="en-US" sz="2400" baseline="-30000" dirty="0">
                        <a:solidFill>
                          <a:schemeClr val="tx1"/>
                        </a:solidFill>
                      </a:rPr>
                      <a:t>i+1</a:t>
                    </a:r>
                    <a:endParaRPr lang="zh-CN" altLang="en-US" sz="2400" dirty="0">
                      <a:solidFill>
                        <a:schemeClr val="tx1"/>
                      </a:solidFill>
                    </a:endParaRPr>
                  </a:p>
                </p:txBody>
              </p:sp>
              <p:sp>
                <p:nvSpPr>
                  <p:cNvPr id="24730" name="Rectangle 41"/>
                  <p:cNvSpPr/>
                  <p:nvPr/>
                </p:nvSpPr>
                <p:spPr>
                  <a:xfrm>
                    <a:off x="0" y="0"/>
                    <a:ext cx="432" cy="518"/>
                  </a:xfrm>
                  <a:prstGeom prst="rect">
                    <a:avLst/>
                  </a:prstGeom>
                  <a:noFill/>
                  <a:ln w="7" cap="flat" cmpd="sng">
                    <a:solidFill>
                      <a:srgbClr val="A0A0A0"/>
                    </a:solidFill>
                    <a:prstDash val="solid"/>
                    <a:miter/>
                    <a:headEnd type="none" w="med" len="med"/>
                    <a:tailEnd type="none" w="med" len="med"/>
                  </a:ln>
                </p:spPr>
                <p:txBody>
                  <a:bodyPr wrap="none"/>
                  <a:lstStyle>
                    <a:lvl1pPr marL="342900" indent="-342900" algn="l" rtl="0" eaLnBrk="0" fontAlgn="base" hangingPunct="0">
                      <a:spcBef>
                        <a:spcPct val="20000"/>
                      </a:spcBef>
                      <a:spcAft>
                        <a:spcPct val="0"/>
                      </a:spcAft>
                      <a:buChar char="•"/>
                      <a:defRPr sz="3200">
                        <a:solidFill>
                          <a:srgbClr val="666699"/>
                        </a:solidFill>
                        <a:latin typeface="+mn-lt"/>
                        <a:ea typeface="+mn-ea"/>
                        <a:cs typeface="+mn-cs"/>
                      </a:defRPr>
                    </a:lvl1pPr>
                    <a:lvl2pPr marL="742950" indent="-285750" algn="l" rtl="0" eaLnBrk="0" fontAlgn="base" hangingPunct="0">
                      <a:spcBef>
                        <a:spcPct val="20000"/>
                      </a:spcBef>
                      <a:spcAft>
                        <a:spcPct val="0"/>
                      </a:spcAft>
                      <a:buChar char="–"/>
                      <a:defRPr sz="2800">
                        <a:solidFill>
                          <a:srgbClr val="666699"/>
                        </a:solidFill>
                        <a:latin typeface="+mn-lt"/>
                        <a:ea typeface="+mn-ea"/>
                      </a:defRPr>
                    </a:lvl2pPr>
                    <a:lvl3pPr marL="1143000" indent="-228600" algn="l" rtl="0" eaLnBrk="0" fontAlgn="base" hangingPunct="0">
                      <a:spcBef>
                        <a:spcPct val="20000"/>
                      </a:spcBef>
                      <a:spcAft>
                        <a:spcPct val="0"/>
                      </a:spcAft>
                      <a:buChar char="•"/>
                      <a:defRPr sz="2400">
                        <a:solidFill>
                          <a:srgbClr val="666699"/>
                        </a:solidFill>
                        <a:latin typeface="+mn-lt"/>
                        <a:ea typeface="+mn-ea"/>
                      </a:defRPr>
                    </a:lvl3pPr>
                    <a:lvl4pPr marL="1600200" indent="-228600" algn="l" rtl="0" eaLnBrk="0" fontAlgn="base" hangingPunct="0">
                      <a:spcBef>
                        <a:spcPct val="20000"/>
                      </a:spcBef>
                      <a:spcAft>
                        <a:spcPct val="0"/>
                      </a:spcAft>
                      <a:buChar char="–"/>
                      <a:defRPr sz="2000">
                        <a:solidFill>
                          <a:srgbClr val="666699"/>
                        </a:solidFill>
                        <a:latin typeface="+mn-lt"/>
                        <a:ea typeface="+mn-ea"/>
                      </a:defRPr>
                    </a:lvl4pPr>
                    <a:lvl5pPr marL="2057400" indent="-228600" algn="l" rtl="0" eaLnBrk="0" fontAlgn="base" hangingPunct="0">
                      <a:spcBef>
                        <a:spcPct val="20000"/>
                      </a:spcBef>
                      <a:spcAft>
                        <a:spcPct val="0"/>
                      </a:spcAft>
                      <a:buChar char="»"/>
                      <a:defRPr sz="2000">
                        <a:solidFill>
                          <a:srgbClr val="666699"/>
                        </a:solidFill>
                        <a:latin typeface="+mn-lt"/>
                        <a:ea typeface="+mn-ea"/>
                      </a:defRPr>
                    </a:lvl5pPr>
                  </a:lstStyle>
                  <a:p>
                    <a:pPr marL="0" lvl="0" indent="0" eaLnBrk="1" hangingPunct="1">
                      <a:spcBef>
                        <a:spcPct val="0"/>
                      </a:spcBef>
                      <a:buNone/>
                    </a:pPr>
                    <a:endParaRPr lang="zh-CN" altLang="en-US" sz="2400" dirty="0">
                      <a:solidFill>
                        <a:schemeClr val="tx1"/>
                      </a:solidFill>
                    </a:endParaRPr>
                  </a:p>
                </p:txBody>
              </p:sp>
            </p:grpSp>
            <p:grpSp>
              <p:nvGrpSpPr>
                <p:cNvPr id="24609" name="Group 42"/>
                <p:cNvGrpSpPr/>
                <p:nvPr/>
              </p:nvGrpSpPr>
              <p:grpSpPr>
                <a:xfrm>
                  <a:off x="0" y="806"/>
                  <a:ext cx="353" cy="288"/>
                  <a:chOff x="0" y="0"/>
                  <a:chExt cx="353" cy="288"/>
                </a:xfrm>
              </p:grpSpPr>
              <p:sp>
                <p:nvSpPr>
                  <p:cNvPr id="24727" name="Rectangle 43"/>
                  <p:cNvSpPr/>
                  <p:nvPr/>
                </p:nvSpPr>
                <p:spPr>
                  <a:xfrm>
                    <a:off x="0" y="0"/>
                    <a:ext cx="353" cy="288"/>
                  </a:xfrm>
                  <a:prstGeom prst="rect">
                    <a:avLst/>
                  </a:prstGeom>
                  <a:noFill/>
                  <a:ln w="9525">
                    <a:noFill/>
                  </a:ln>
                </p:spPr>
                <p:txBody>
                  <a:bodyPr anchor="ctr" anchorCtr="0"/>
                  <a:lstStyle>
                    <a:lvl1pPr marL="342900" indent="-342900" algn="l" rtl="0" eaLnBrk="0" fontAlgn="base" hangingPunct="0">
                      <a:spcBef>
                        <a:spcPct val="20000"/>
                      </a:spcBef>
                      <a:spcAft>
                        <a:spcPct val="0"/>
                      </a:spcAft>
                      <a:buChar char="•"/>
                      <a:defRPr sz="3200">
                        <a:solidFill>
                          <a:srgbClr val="666699"/>
                        </a:solidFill>
                        <a:latin typeface="+mn-lt"/>
                        <a:ea typeface="+mn-ea"/>
                        <a:cs typeface="+mn-cs"/>
                      </a:defRPr>
                    </a:lvl1pPr>
                    <a:lvl2pPr marL="742950" indent="-285750" algn="l" rtl="0" eaLnBrk="0" fontAlgn="base" hangingPunct="0">
                      <a:spcBef>
                        <a:spcPct val="20000"/>
                      </a:spcBef>
                      <a:spcAft>
                        <a:spcPct val="0"/>
                      </a:spcAft>
                      <a:buChar char="–"/>
                      <a:defRPr sz="2800">
                        <a:solidFill>
                          <a:srgbClr val="666699"/>
                        </a:solidFill>
                        <a:latin typeface="+mn-lt"/>
                        <a:ea typeface="+mn-ea"/>
                      </a:defRPr>
                    </a:lvl2pPr>
                    <a:lvl3pPr marL="1143000" indent="-228600" algn="l" rtl="0" eaLnBrk="0" fontAlgn="base" hangingPunct="0">
                      <a:spcBef>
                        <a:spcPct val="20000"/>
                      </a:spcBef>
                      <a:spcAft>
                        <a:spcPct val="0"/>
                      </a:spcAft>
                      <a:buChar char="•"/>
                      <a:defRPr sz="2400">
                        <a:solidFill>
                          <a:srgbClr val="666699"/>
                        </a:solidFill>
                        <a:latin typeface="+mn-lt"/>
                        <a:ea typeface="+mn-ea"/>
                      </a:defRPr>
                    </a:lvl3pPr>
                    <a:lvl4pPr marL="1600200" indent="-228600" algn="l" rtl="0" eaLnBrk="0" fontAlgn="base" hangingPunct="0">
                      <a:spcBef>
                        <a:spcPct val="20000"/>
                      </a:spcBef>
                      <a:spcAft>
                        <a:spcPct val="0"/>
                      </a:spcAft>
                      <a:buChar char="–"/>
                      <a:defRPr sz="2000">
                        <a:solidFill>
                          <a:srgbClr val="666699"/>
                        </a:solidFill>
                        <a:latin typeface="+mn-lt"/>
                        <a:ea typeface="+mn-ea"/>
                      </a:defRPr>
                    </a:lvl4pPr>
                    <a:lvl5pPr marL="2057400" indent="-228600" algn="l" rtl="0" eaLnBrk="0" fontAlgn="base" hangingPunct="0">
                      <a:spcBef>
                        <a:spcPct val="20000"/>
                      </a:spcBef>
                      <a:spcAft>
                        <a:spcPct val="0"/>
                      </a:spcAft>
                      <a:buChar char="»"/>
                      <a:defRPr sz="2000">
                        <a:solidFill>
                          <a:srgbClr val="666699"/>
                        </a:solidFill>
                        <a:latin typeface="+mn-lt"/>
                        <a:ea typeface="+mn-ea"/>
                      </a:defRPr>
                    </a:lvl5pPr>
                  </a:lstStyle>
                  <a:p>
                    <a:pPr marL="0" lvl="0" indent="0" algn="ctr" eaLnBrk="1" hangingPunct="1">
                      <a:spcBef>
                        <a:spcPct val="0"/>
                      </a:spcBef>
                      <a:buNone/>
                    </a:pPr>
                    <a:r>
                      <a:rPr lang="zh-CN" altLang="en-US" sz="2400" dirty="0">
                        <a:solidFill>
                          <a:schemeClr val="tx1"/>
                        </a:solidFill>
                      </a:rPr>
                      <a:t>0</a:t>
                    </a:r>
                    <a:endParaRPr lang="zh-CN" altLang="en-US" sz="2400" dirty="0">
                      <a:solidFill>
                        <a:schemeClr val="tx1"/>
                      </a:solidFill>
                    </a:endParaRPr>
                  </a:p>
                </p:txBody>
              </p:sp>
              <p:sp>
                <p:nvSpPr>
                  <p:cNvPr id="24728" name="Rectangle 44"/>
                  <p:cNvSpPr/>
                  <p:nvPr/>
                </p:nvSpPr>
                <p:spPr>
                  <a:xfrm>
                    <a:off x="0" y="0"/>
                    <a:ext cx="353" cy="288"/>
                  </a:xfrm>
                  <a:prstGeom prst="rect">
                    <a:avLst/>
                  </a:prstGeom>
                  <a:noFill/>
                  <a:ln w="7" cap="flat" cmpd="sng">
                    <a:solidFill>
                      <a:srgbClr val="A0A0A0"/>
                    </a:solidFill>
                    <a:prstDash val="solid"/>
                    <a:miter/>
                    <a:headEnd type="none" w="med" len="med"/>
                    <a:tailEnd type="none" w="med" len="med"/>
                  </a:ln>
                </p:spPr>
                <p:txBody>
                  <a:bodyPr wrap="none"/>
                  <a:lstStyle>
                    <a:lvl1pPr marL="342900" indent="-342900" algn="l" rtl="0" eaLnBrk="0" fontAlgn="base" hangingPunct="0">
                      <a:spcBef>
                        <a:spcPct val="20000"/>
                      </a:spcBef>
                      <a:spcAft>
                        <a:spcPct val="0"/>
                      </a:spcAft>
                      <a:buChar char="•"/>
                      <a:defRPr sz="3200">
                        <a:solidFill>
                          <a:srgbClr val="666699"/>
                        </a:solidFill>
                        <a:latin typeface="+mn-lt"/>
                        <a:ea typeface="+mn-ea"/>
                        <a:cs typeface="+mn-cs"/>
                      </a:defRPr>
                    </a:lvl1pPr>
                    <a:lvl2pPr marL="742950" indent="-285750" algn="l" rtl="0" eaLnBrk="0" fontAlgn="base" hangingPunct="0">
                      <a:spcBef>
                        <a:spcPct val="20000"/>
                      </a:spcBef>
                      <a:spcAft>
                        <a:spcPct val="0"/>
                      </a:spcAft>
                      <a:buChar char="–"/>
                      <a:defRPr sz="2800">
                        <a:solidFill>
                          <a:srgbClr val="666699"/>
                        </a:solidFill>
                        <a:latin typeface="+mn-lt"/>
                        <a:ea typeface="+mn-ea"/>
                      </a:defRPr>
                    </a:lvl2pPr>
                    <a:lvl3pPr marL="1143000" indent="-228600" algn="l" rtl="0" eaLnBrk="0" fontAlgn="base" hangingPunct="0">
                      <a:spcBef>
                        <a:spcPct val="20000"/>
                      </a:spcBef>
                      <a:spcAft>
                        <a:spcPct val="0"/>
                      </a:spcAft>
                      <a:buChar char="•"/>
                      <a:defRPr sz="2400">
                        <a:solidFill>
                          <a:srgbClr val="666699"/>
                        </a:solidFill>
                        <a:latin typeface="+mn-lt"/>
                        <a:ea typeface="+mn-ea"/>
                      </a:defRPr>
                    </a:lvl3pPr>
                    <a:lvl4pPr marL="1600200" indent="-228600" algn="l" rtl="0" eaLnBrk="0" fontAlgn="base" hangingPunct="0">
                      <a:spcBef>
                        <a:spcPct val="20000"/>
                      </a:spcBef>
                      <a:spcAft>
                        <a:spcPct val="0"/>
                      </a:spcAft>
                      <a:buChar char="–"/>
                      <a:defRPr sz="2000">
                        <a:solidFill>
                          <a:srgbClr val="666699"/>
                        </a:solidFill>
                        <a:latin typeface="+mn-lt"/>
                        <a:ea typeface="+mn-ea"/>
                      </a:defRPr>
                    </a:lvl4pPr>
                    <a:lvl5pPr marL="2057400" indent="-228600" algn="l" rtl="0" eaLnBrk="0" fontAlgn="base" hangingPunct="0">
                      <a:spcBef>
                        <a:spcPct val="20000"/>
                      </a:spcBef>
                      <a:spcAft>
                        <a:spcPct val="0"/>
                      </a:spcAft>
                      <a:buChar char="»"/>
                      <a:defRPr sz="2000">
                        <a:solidFill>
                          <a:srgbClr val="666699"/>
                        </a:solidFill>
                        <a:latin typeface="+mn-lt"/>
                        <a:ea typeface="+mn-ea"/>
                      </a:defRPr>
                    </a:lvl5pPr>
                  </a:lstStyle>
                  <a:p>
                    <a:pPr marL="0" lvl="0" indent="0" eaLnBrk="1" hangingPunct="1">
                      <a:spcBef>
                        <a:spcPct val="0"/>
                      </a:spcBef>
                      <a:buNone/>
                    </a:pPr>
                    <a:endParaRPr lang="zh-CN" altLang="en-US" sz="2400" dirty="0">
                      <a:solidFill>
                        <a:schemeClr val="tx1"/>
                      </a:solidFill>
                    </a:endParaRPr>
                  </a:p>
                </p:txBody>
              </p:sp>
            </p:grpSp>
            <p:grpSp>
              <p:nvGrpSpPr>
                <p:cNvPr id="24610" name="Group 45"/>
                <p:cNvGrpSpPr/>
                <p:nvPr/>
              </p:nvGrpSpPr>
              <p:grpSpPr>
                <a:xfrm>
                  <a:off x="353" y="806"/>
                  <a:ext cx="353" cy="288"/>
                  <a:chOff x="0" y="0"/>
                  <a:chExt cx="353" cy="288"/>
                </a:xfrm>
              </p:grpSpPr>
              <p:sp>
                <p:nvSpPr>
                  <p:cNvPr id="24725" name="Rectangle 46"/>
                  <p:cNvSpPr/>
                  <p:nvPr/>
                </p:nvSpPr>
                <p:spPr>
                  <a:xfrm>
                    <a:off x="0" y="0"/>
                    <a:ext cx="353" cy="288"/>
                  </a:xfrm>
                  <a:prstGeom prst="rect">
                    <a:avLst/>
                  </a:prstGeom>
                  <a:noFill/>
                  <a:ln w="9525">
                    <a:noFill/>
                  </a:ln>
                </p:spPr>
                <p:txBody>
                  <a:bodyPr anchor="ctr" anchorCtr="0"/>
                  <a:lstStyle>
                    <a:lvl1pPr marL="342900" indent="-342900" algn="l" rtl="0" eaLnBrk="0" fontAlgn="base" hangingPunct="0">
                      <a:spcBef>
                        <a:spcPct val="20000"/>
                      </a:spcBef>
                      <a:spcAft>
                        <a:spcPct val="0"/>
                      </a:spcAft>
                      <a:buChar char="•"/>
                      <a:defRPr sz="3200">
                        <a:solidFill>
                          <a:srgbClr val="666699"/>
                        </a:solidFill>
                        <a:latin typeface="+mn-lt"/>
                        <a:ea typeface="+mn-ea"/>
                        <a:cs typeface="+mn-cs"/>
                      </a:defRPr>
                    </a:lvl1pPr>
                    <a:lvl2pPr marL="742950" indent="-285750" algn="l" rtl="0" eaLnBrk="0" fontAlgn="base" hangingPunct="0">
                      <a:spcBef>
                        <a:spcPct val="20000"/>
                      </a:spcBef>
                      <a:spcAft>
                        <a:spcPct val="0"/>
                      </a:spcAft>
                      <a:buChar char="–"/>
                      <a:defRPr sz="2800">
                        <a:solidFill>
                          <a:srgbClr val="666699"/>
                        </a:solidFill>
                        <a:latin typeface="+mn-lt"/>
                        <a:ea typeface="+mn-ea"/>
                      </a:defRPr>
                    </a:lvl2pPr>
                    <a:lvl3pPr marL="1143000" indent="-228600" algn="l" rtl="0" eaLnBrk="0" fontAlgn="base" hangingPunct="0">
                      <a:spcBef>
                        <a:spcPct val="20000"/>
                      </a:spcBef>
                      <a:spcAft>
                        <a:spcPct val="0"/>
                      </a:spcAft>
                      <a:buChar char="•"/>
                      <a:defRPr sz="2400">
                        <a:solidFill>
                          <a:srgbClr val="666699"/>
                        </a:solidFill>
                        <a:latin typeface="+mn-lt"/>
                        <a:ea typeface="+mn-ea"/>
                      </a:defRPr>
                    </a:lvl3pPr>
                    <a:lvl4pPr marL="1600200" indent="-228600" algn="l" rtl="0" eaLnBrk="0" fontAlgn="base" hangingPunct="0">
                      <a:spcBef>
                        <a:spcPct val="20000"/>
                      </a:spcBef>
                      <a:spcAft>
                        <a:spcPct val="0"/>
                      </a:spcAft>
                      <a:buChar char="–"/>
                      <a:defRPr sz="2000">
                        <a:solidFill>
                          <a:srgbClr val="666699"/>
                        </a:solidFill>
                        <a:latin typeface="+mn-lt"/>
                        <a:ea typeface="+mn-ea"/>
                      </a:defRPr>
                    </a:lvl4pPr>
                    <a:lvl5pPr marL="2057400" indent="-228600" algn="l" rtl="0" eaLnBrk="0" fontAlgn="base" hangingPunct="0">
                      <a:spcBef>
                        <a:spcPct val="20000"/>
                      </a:spcBef>
                      <a:spcAft>
                        <a:spcPct val="0"/>
                      </a:spcAft>
                      <a:buChar char="»"/>
                      <a:defRPr sz="2000">
                        <a:solidFill>
                          <a:srgbClr val="666699"/>
                        </a:solidFill>
                        <a:latin typeface="+mn-lt"/>
                        <a:ea typeface="+mn-ea"/>
                      </a:defRPr>
                    </a:lvl5pPr>
                  </a:lstStyle>
                  <a:p>
                    <a:pPr marL="0" lvl="0" indent="0" algn="ctr" eaLnBrk="1" hangingPunct="1">
                      <a:spcBef>
                        <a:spcPct val="0"/>
                      </a:spcBef>
                      <a:buNone/>
                    </a:pPr>
                    <a:r>
                      <a:rPr lang="zh-CN" altLang="en-US" sz="2400" dirty="0">
                        <a:solidFill>
                          <a:schemeClr val="tx1"/>
                        </a:solidFill>
                      </a:rPr>
                      <a:t>0</a:t>
                    </a:r>
                    <a:endParaRPr lang="zh-CN" altLang="en-US" sz="2400" dirty="0">
                      <a:solidFill>
                        <a:schemeClr val="tx1"/>
                      </a:solidFill>
                    </a:endParaRPr>
                  </a:p>
                </p:txBody>
              </p:sp>
              <p:sp>
                <p:nvSpPr>
                  <p:cNvPr id="24726" name="Rectangle 47"/>
                  <p:cNvSpPr/>
                  <p:nvPr/>
                </p:nvSpPr>
                <p:spPr>
                  <a:xfrm>
                    <a:off x="0" y="0"/>
                    <a:ext cx="353" cy="288"/>
                  </a:xfrm>
                  <a:prstGeom prst="rect">
                    <a:avLst/>
                  </a:prstGeom>
                  <a:noFill/>
                  <a:ln w="7" cap="flat" cmpd="sng">
                    <a:solidFill>
                      <a:srgbClr val="A0A0A0"/>
                    </a:solidFill>
                    <a:prstDash val="solid"/>
                    <a:miter/>
                    <a:headEnd type="none" w="med" len="med"/>
                    <a:tailEnd type="none" w="med" len="med"/>
                  </a:ln>
                </p:spPr>
                <p:txBody>
                  <a:bodyPr wrap="none"/>
                  <a:lstStyle>
                    <a:lvl1pPr marL="342900" indent="-342900" algn="l" rtl="0" eaLnBrk="0" fontAlgn="base" hangingPunct="0">
                      <a:spcBef>
                        <a:spcPct val="20000"/>
                      </a:spcBef>
                      <a:spcAft>
                        <a:spcPct val="0"/>
                      </a:spcAft>
                      <a:buChar char="•"/>
                      <a:defRPr sz="3200">
                        <a:solidFill>
                          <a:srgbClr val="666699"/>
                        </a:solidFill>
                        <a:latin typeface="+mn-lt"/>
                        <a:ea typeface="+mn-ea"/>
                        <a:cs typeface="+mn-cs"/>
                      </a:defRPr>
                    </a:lvl1pPr>
                    <a:lvl2pPr marL="742950" indent="-285750" algn="l" rtl="0" eaLnBrk="0" fontAlgn="base" hangingPunct="0">
                      <a:spcBef>
                        <a:spcPct val="20000"/>
                      </a:spcBef>
                      <a:spcAft>
                        <a:spcPct val="0"/>
                      </a:spcAft>
                      <a:buChar char="–"/>
                      <a:defRPr sz="2800">
                        <a:solidFill>
                          <a:srgbClr val="666699"/>
                        </a:solidFill>
                        <a:latin typeface="+mn-lt"/>
                        <a:ea typeface="+mn-ea"/>
                      </a:defRPr>
                    </a:lvl2pPr>
                    <a:lvl3pPr marL="1143000" indent="-228600" algn="l" rtl="0" eaLnBrk="0" fontAlgn="base" hangingPunct="0">
                      <a:spcBef>
                        <a:spcPct val="20000"/>
                      </a:spcBef>
                      <a:spcAft>
                        <a:spcPct val="0"/>
                      </a:spcAft>
                      <a:buChar char="•"/>
                      <a:defRPr sz="2400">
                        <a:solidFill>
                          <a:srgbClr val="666699"/>
                        </a:solidFill>
                        <a:latin typeface="+mn-lt"/>
                        <a:ea typeface="+mn-ea"/>
                      </a:defRPr>
                    </a:lvl3pPr>
                    <a:lvl4pPr marL="1600200" indent="-228600" algn="l" rtl="0" eaLnBrk="0" fontAlgn="base" hangingPunct="0">
                      <a:spcBef>
                        <a:spcPct val="20000"/>
                      </a:spcBef>
                      <a:spcAft>
                        <a:spcPct val="0"/>
                      </a:spcAft>
                      <a:buChar char="–"/>
                      <a:defRPr sz="2000">
                        <a:solidFill>
                          <a:srgbClr val="666699"/>
                        </a:solidFill>
                        <a:latin typeface="+mn-lt"/>
                        <a:ea typeface="+mn-ea"/>
                      </a:defRPr>
                    </a:lvl4pPr>
                    <a:lvl5pPr marL="2057400" indent="-228600" algn="l" rtl="0" eaLnBrk="0" fontAlgn="base" hangingPunct="0">
                      <a:spcBef>
                        <a:spcPct val="20000"/>
                      </a:spcBef>
                      <a:spcAft>
                        <a:spcPct val="0"/>
                      </a:spcAft>
                      <a:buChar char="»"/>
                      <a:defRPr sz="2000">
                        <a:solidFill>
                          <a:srgbClr val="666699"/>
                        </a:solidFill>
                        <a:latin typeface="+mn-lt"/>
                        <a:ea typeface="+mn-ea"/>
                      </a:defRPr>
                    </a:lvl5pPr>
                  </a:lstStyle>
                  <a:p>
                    <a:pPr marL="0" lvl="0" indent="0" eaLnBrk="1" hangingPunct="1">
                      <a:spcBef>
                        <a:spcPct val="0"/>
                      </a:spcBef>
                      <a:buNone/>
                    </a:pPr>
                    <a:endParaRPr lang="zh-CN" altLang="en-US" sz="2400" dirty="0">
                      <a:solidFill>
                        <a:schemeClr val="tx1"/>
                      </a:solidFill>
                    </a:endParaRPr>
                  </a:p>
                </p:txBody>
              </p:sp>
            </p:grpSp>
            <p:grpSp>
              <p:nvGrpSpPr>
                <p:cNvPr id="24611" name="Group 48"/>
                <p:cNvGrpSpPr/>
                <p:nvPr/>
              </p:nvGrpSpPr>
              <p:grpSpPr>
                <a:xfrm>
                  <a:off x="706" y="806"/>
                  <a:ext cx="349" cy="288"/>
                  <a:chOff x="0" y="0"/>
                  <a:chExt cx="349" cy="288"/>
                </a:xfrm>
              </p:grpSpPr>
              <p:sp>
                <p:nvSpPr>
                  <p:cNvPr id="24723" name="Rectangle 49"/>
                  <p:cNvSpPr/>
                  <p:nvPr/>
                </p:nvSpPr>
                <p:spPr>
                  <a:xfrm>
                    <a:off x="0" y="0"/>
                    <a:ext cx="349" cy="288"/>
                  </a:xfrm>
                  <a:prstGeom prst="rect">
                    <a:avLst/>
                  </a:prstGeom>
                  <a:noFill/>
                  <a:ln w="9525">
                    <a:noFill/>
                  </a:ln>
                </p:spPr>
                <p:txBody>
                  <a:bodyPr anchor="ctr" anchorCtr="0"/>
                  <a:lstStyle>
                    <a:lvl1pPr marL="342900" indent="-342900" algn="l" rtl="0" eaLnBrk="0" fontAlgn="base" hangingPunct="0">
                      <a:spcBef>
                        <a:spcPct val="20000"/>
                      </a:spcBef>
                      <a:spcAft>
                        <a:spcPct val="0"/>
                      </a:spcAft>
                      <a:buChar char="•"/>
                      <a:defRPr sz="3200">
                        <a:solidFill>
                          <a:srgbClr val="666699"/>
                        </a:solidFill>
                        <a:latin typeface="+mn-lt"/>
                        <a:ea typeface="+mn-ea"/>
                        <a:cs typeface="+mn-cs"/>
                      </a:defRPr>
                    </a:lvl1pPr>
                    <a:lvl2pPr marL="742950" indent="-285750" algn="l" rtl="0" eaLnBrk="0" fontAlgn="base" hangingPunct="0">
                      <a:spcBef>
                        <a:spcPct val="20000"/>
                      </a:spcBef>
                      <a:spcAft>
                        <a:spcPct val="0"/>
                      </a:spcAft>
                      <a:buChar char="–"/>
                      <a:defRPr sz="2800">
                        <a:solidFill>
                          <a:srgbClr val="666699"/>
                        </a:solidFill>
                        <a:latin typeface="+mn-lt"/>
                        <a:ea typeface="+mn-ea"/>
                      </a:defRPr>
                    </a:lvl2pPr>
                    <a:lvl3pPr marL="1143000" indent="-228600" algn="l" rtl="0" eaLnBrk="0" fontAlgn="base" hangingPunct="0">
                      <a:spcBef>
                        <a:spcPct val="20000"/>
                      </a:spcBef>
                      <a:spcAft>
                        <a:spcPct val="0"/>
                      </a:spcAft>
                      <a:buChar char="•"/>
                      <a:defRPr sz="2400">
                        <a:solidFill>
                          <a:srgbClr val="666699"/>
                        </a:solidFill>
                        <a:latin typeface="+mn-lt"/>
                        <a:ea typeface="+mn-ea"/>
                      </a:defRPr>
                    </a:lvl3pPr>
                    <a:lvl4pPr marL="1600200" indent="-228600" algn="l" rtl="0" eaLnBrk="0" fontAlgn="base" hangingPunct="0">
                      <a:spcBef>
                        <a:spcPct val="20000"/>
                      </a:spcBef>
                      <a:spcAft>
                        <a:spcPct val="0"/>
                      </a:spcAft>
                      <a:buChar char="–"/>
                      <a:defRPr sz="2000">
                        <a:solidFill>
                          <a:srgbClr val="666699"/>
                        </a:solidFill>
                        <a:latin typeface="+mn-lt"/>
                        <a:ea typeface="+mn-ea"/>
                      </a:defRPr>
                    </a:lvl4pPr>
                    <a:lvl5pPr marL="2057400" indent="-228600" algn="l" rtl="0" eaLnBrk="0" fontAlgn="base" hangingPunct="0">
                      <a:spcBef>
                        <a:spcPct val="20000"/>
                      </a:spcBef>
                      <a:spcAft>
                        <a:spcPct val="0"/>
                      </a:spcAft>
                      <a:buChar char="»"/>
                      <a:defRPr sz="2000">
                        <a:solidFill>
                          <a:srgbClr val="666699"/>
                        </a:solidFill>
                        <a:latin typeface="+mn-lt"/>
                        <a:ea typeface="+mn-ea"/>
                      </a:defRPr>
                    </a:lvl5pPr>
                  </a:lstStyle>
                  <a:p>
                    <a:pPr marL="0" lvl="0" indent="0" algn="ctr" eaLnBrk="1" hangingPunct="1">
                      <a:spcBef>
                        <a:spcPct val="0"/>
                      </a:spcBef>
                      <a:buNone/>
                    </a:pPr>
                    <a:r>
                      <a:rPr lang="zh-CN" altLang="en-US" sz="2400" dirty="0">
                        <a:solidFill>
                          <a:schemeClr val="tx1"/>
                        </a:solidFill>
                      </a:rPr>
                      <a:t>0</a:t>
                    </a:r>
                    <a:endParaRPr lang="zh-CN" altLang="en-US" sz="2400" dirty="0">
                      <a:solidFill>
                        <a:schemeClr val="tx1"/>
                      </a:solidFill>
                    </a:endParaRPr>
                  </a:p>
                </p:txBody>
              </p:sp>
              <p:sp>
                <p:nvSpPr>
                  <p:cNvPr id="24724" name="Rectangle 50"/>
                  <p:cNvSpPr/>
                  <p:nvPr/>
                </p:nvSpPr>
                <p:spPr>
                  <a:xfrm>
                    <a:off x="0" y="0"/>
                    <a:ext cx="349" cy="288"/>
                  </a:xfrm>
                  <a:prstGeom prst="rect">
                    <a:avLst/>
                  </a:prstGeom>
                  <a:noFill/>
                  <a:ln w="7" cap="flat" cmpd="sng">
                    <a:solidFill>
                      <a:srgbClr val="A0A0A0"/>
                    </a:solidFill>
                    <a:prstDash val="solid"/>
                    <a:miter/>
                    <a:headEnd type="none" w="med" len="med"/>
                    <a:tailEnd type="none" w="med" len="med"/>
                  </a:ln>
                </p:spPr>
                <p:txBody>
                  <a:bodyPr wrap="none"/>
                  <a:lstStyle>
                    <a:lvl1pPr marL="342900" indent="-342900" algn="l" rtl="0" eaLnBrk="0" fontAlgn="base" hangingPunct="0">
                      <a:spcBef>
                        <a:spcPct val="20000"/>
                      </a:spcBef>
                      <a:spcAft>
                        <a:spcPct val="0"/>
                      </a:spcAft>
                      <a:buChar char="•"/>
                      <a:defRPr sz="3200">
                        <a:solidFill>
                          <a:srgbClr val="666699"/>
                        </a:solidFill>
                        <a:latin typeface="+mn-lt"/>
                        <a:ea typeface="+mn-ea"/>
                        <a:cs typeface="+mn-cs"/>
                      </a:defRPr>
                    </a:lvl1pPr>
                    <a:lvl2pPr marL="742950" indent="-285750" algn="l" rtl="0" eaLnBrk="0" fontAlgn="base" hangingPunct="0">
                      <a:spcBef>
                        <a:spcPct val="20000"/>
                      </a:spcBef>
                      <a:spcAft>
                        <a:spcPct val="0"/>
                      </a:spcAft>
                      <a:buChar char="–"/>
                      <a:defRPr sz="2800">
                        <a:solidFill>
                          <a:srgbClr val="666699"/>
                        </a:solidFill>
                        <a:latin typeface="+mn-lt"/>
                        <a:ea typeface="+mn-ea"/>
                      </a:defRPr>
                    </a:lvl2pPr>
                    <a:lvl3pPr marL="1143000" indent="-228600" algn="l" rtl="0" eaLnBrk="0" fontAlgn="base" hangingPunct="0">
                      <a:spcBef>
                        <a:spcPct val="20000"/>
                      </a:spcBef>
                      <a:spcAft>
                        <a:spcPct val="0"/>
                      </a:spcAft>
                      <a:buChar char="•"/>
                      <a:defRPr sz="2400">
                        <a:solidFill>
                          <a:srgbClr val="666699"/>
                        </a:solidFill>
                        <a:latin typeface="+mn-lt"/>
                        <a:ea typeface="+mn-ea"/>
                      </a:defRPr>
                    </a:lvl3pPr>
                    <a:lvl4pPr marL="1600200" indent="-228600" algn="l" rtl="0" eaLnBrk="0" fontAlgn="base" hangingPunct="0">
                      <a:spcBef>
                        <a:spcPct val="20000"/>
                      </a:spcBef>
                      <a:spcAft>
                        <a:spcPct val="0"/>
                      </a:spcAft>
                      <a:buChar char="–"/>
                      <a:defRPr sz="2000">
                        <a:solidFill>
                          <a:srgbClr val="666699"/>
                        </a:solidFill>
                        <a:latin typeface="+mn-lt"/>
                        <a:ea typeface="+mn-ea"/>
                      </a:defRPr>
                    </a:lvl4pPr>
                    <a:lvl5pPr marL="2057400" indent="-228600" algn="l" rtl="0" eaLnBrk="0" fontAlgn="base" hangingPunct="0">
                      <a:spcBef>
                        <a:spcPct val="20000"/>
                      </a:spcBef>
                      <a:spcAft>
                        <a:spcPct val="0"/>
                      </a:spcAft>
                      <a:buChar char="»"/>
                      <a:defRPr sz="2000">
                        <a:solidFill>
                          <a:srgbClr val="666699"/>
                        </a:solidFill>
                        <a:latin typeface="+mn-lt"/>
                        <a:ea typeface="+mn-ea"/>
                      </a:defRPr>
                    </a:lvl5pPr>
                  </a:lstStyle>
                  <a:p>
                    <a:pPr marL="0" lvl="0" indent="0" eaLnBrk="1" hangingPunct="1">
                      <a:spcBef>
                        <a:spcPct val="0"/>
                      </a:spcBef>
                      <a:buNone/>
                    </a:pPr>
                    <a:endParaRPr lang="zh-CN" altLang="en-US" sz="2400" dirty="0">
                      <a:solidFill>
                        <a:schemeClr val="tx1"/>
                      </a:solidFill>
                    </a:endParaRPr>
                  </a:p>
                </p:txBody>
              </p:sp>
            </p:grpSp>
            <p:grpSp>
              <p:nvGrpSpPr>
                <p:cNvPr id="24612" name="Group 51"/>
                <p:cNvGrpSpPr/>
                <p:nvPr/>
              </p:nvGrpSpPr>
              <p:grpSpPr>
                <a:xfrm>
                  <a:off x="1055" y="806"/>
                  <a:ext cx="432" cy="288"/>
                  <a:chOff x="0" y="0"/>
                  <a:chExt cx="432" cy="288"/>
                </a:xfrm>
              </p:grpSpPr>
              <p:sp>
                <p:nvSpPr>
                  <p:cNvPr id="24721" name="Rectangle 52"/>
                  <p:cNvSpPr/>
                  <p:nvPr/>
                </p:nvSpPr>
                <p:spPr>
                  <a:xfrm>
                    <a:off x="0" y="0"/>
                    <a:ext cx="432" cy="288"/>
                  </a:xfrm>
                  <a:prstGeom prst="rect">
                    <a:avLst/>
                  </a:prstGeom>
                  <a:noFill/>
                  <a:ln w="9525">
                    <a:noFill/>
                  </a:ln>
                </p:spPr>
                <p:txBody>
                  <a:bodyPr anchor="ctr" anchorCtr="0"/>
                  <a:lstStyle>
                    <a:lvl1pPr marL="342900" indent="-342900" algn="l" rtl="0" eaLnBrk="0" fontAlgn="base" hangingPunct="0">
                      <a:spcBef>
                        <a:spcPct val="20000"/>
                      </a:spcBef>
                      <a:spcAft>
                        <a:spcPct val="0"/>
                      </a:spcAft>
                      <a:buChar char="•"/>
                      <a:defRPr sz="3200">
                        <a:solidFill>
                          <a:srgbClr val="666699"/>
                        </a:solidFill>
                        <a:latin typeface="+mn-lt"/>
                        <a:ea typeface="+mn-ea"/>
                        <a:cs typeface="+mn-cs"/>
                      </a:defRPr>
                    </a:lvl1pPr>
                    <a:lvl2pPr marL="742950" indent="-285750" algn="l" rtl="0" eaLnBrk="0" fontAlgn="base" hangingPunct="0">
                      <a:spcBef>
                        <a:spcPct val="20000"/>
                      </a:spcBef>
                      <a:spcAft>
                        <a:spcPct val="0"/>
                      </a:spcAft>
                      <a:buChar char="–"/>
                      <a:defRPr sz="2800">
                        <a:solidFill>
                          <a:srgbClr val="666699"/>
                        </a:solidFill>
                        <a:latin typeface="+mn-lt"/>
                        <a:ea typeface="+mn-ea"/>
                      </a:defRPr>
                    </a:lvl2pPr>
                    <a:lvl3pPr marL="1143000" indent="-228600" algn="l" rtl="0" eaLnBrk="0" fontAlgn="base" hangingPunct="0">
                      <a:spcBef>
                        <a:spcPct val="20000"/>
                      </a:spcBef>
                      <a:spcAft>
                        <a:spcPct val="0"/>
                      </a:spcAft>
                      <a:buChar char="•"/>
                      <a:defRPr sz="2400">
                        <a:solidFill>
                          <a:srgbClr val="666699"/>
                        </a:solidFill>
                        <a:latin typeface="+mn-lt"/>
                        <a:ea typeface="+mn-ea"/>
                      </a:defRPr>
                    </a:lvl3pPr>
                    <a:lvl4pPr marL="1600200" indent="-228600" algn="l" rtl="0" eaLnBrk="0" fontAlgn="base" hangingPunct="0">
                      <a:spcBef>
                        <a:spcPct val="20000"/>
                      </a:spcBef>
                      <a:spcAft>
                        <a:spcPct val="0"/>
                      </a:spcAft>
                      <a:buChar char="–"/>
                      <a:defRPr sz="2000">
                        <a:solidFill>
                          <a:srgbClr val="666699"/>
                        </a:solidFill>
                        <a:latin typeface="+mn-lt"/>
                        <a:ea typeface="+mn-ea"/>
                      </a:defRPr>
                    </a:lvl4pPr>
                    <a:lvl5pPr marL="2057400" indent="-228600" algn="l" rtl="0" eaLnBrk="0" fontAlgn="base" hangingPunct="0">
                      <a:spcBef>
                        <a:spcPct val="20000"/>
                      </a:spcBef>
                      <a:spcAft>
                        <a:spcPct val="0"/>
                      </a:spcAft>
                      <a:buChar char="»"/>
                      <a:defRPr sz="2000">
                        <a:solidFill>
                          <a:srgbClr val="666699"/>
                        </a:solidFill>
                        <a:latin typeface="+mn-lt"/>
                        <a:ea typeface="+mn-ea"/>
                      </a:defRPr>
                    </a:lvl5pPr>
                  </a:lstStyle>
                  <a:p>
                    <a:pPr marL="0" lvl="0" indent="0" algn="ctr" eaLnBrk="1" hangingPunct="1">
                      <a:spcBef>
                        <a:spcPct val="0"/>
                      </a:spcBef>
                      <a:buNone/>
                    </a:pPr>
                    <a:r>
                      <a:rPr lang="zh-CN" altLang="en-US" sz="2400" dirty="0">
                        <a:solidFill>
                          <a:schemeClr val="tx1"/>
                        </a:solidFill>
                      </a:rPr>
                      <a:t>0</a:t>
                    </a:r>
                    <a:endParaRPr lang="zh-CN" altLang="en-US" sz="2400" dirty="0">
                      <a:solidFill>
                        <a:schemeClr val="tx1"/>
                      </a:solidFill>
                    </a:endParaRPr>
                  </a:p>
                </p:txBody>
              </p:sp>
              <p:sp>
                <p:nvSpPr>
                  <p:cNvPr id="24722" name="Rectangle 53"/>
                  <p:cNvSpPr/>
                  <p:nvPr/>
                </p:nvSpPr>
                <p:spPr>
                  <a:xfrm>
                    <a:off x="0" y="0"/>
                    <a:ext cx="432" cy="288"/>
                  </a:xfrm>
                  <a:prstGeom prst="rect">
                    <a:avLst/>
                  </a:prstGeom>
                  <a:noFill/>
                  <a:ln w="7" cap="flat" cmpd="sng">
                    <a:solidFill>
                      <a:srgbClr val="A0A0A0"/>
                    </a:solidFill>
                    <a:prstDash val="solid"/>
                    <a:miter/>
                    <a:headEnd type="none" w="med" len="med"/>
                    <a:tailEnd type="none" w="med" len="med"/>
                  </a:ln>
                </p:spPr>
                <p:txBody>
                  <a:bodyPr wrap="none"/>
                  <a:lstStyle>
                    <a:lvl1pPr marL="342900" indent="-342900" algn="l" rtl="0" eaLnBrk="0" fontAlgn="base" hangingPunct="0">
                      <a:spcBef>
                        <a:spcPct val="20000"/>
                      </a:spcBef>
                      <a:spcAft>
                        <a:spcPct val="0"/>
                      </a:spcAft>
                      <a:buChar char="•"/>
                      <a:defRPr sz="3200">
                        <a:solidFill>
                          <a:srgbClr val="666699"/>
                        </a:solidFill>
                        <a:latin typeface="+mn-lt"/>
                        <a:ea typeface="+mn-ea"/>
                        <a:cs typeface="+mn-cs"/>
                      </a:defRPr>
                    </a:lvl1pPr>
                    <a:lvl2pPr marL="742950" indent="-285750" algn="l" rtl="0" eaLnBrk="0" fontAlgn="base" hangingPunct="0">
                      <a:spcBef>
                        <a:spcPct val="20000"/>
                      </a:spcBef>
                      <a:spcAft>
                        <a:spcPct val="0"/>
                      </a:spcAft>
                      <a:buChar char="–"/>
                      <a:defRPr sz="2800">
                        <a:solidFill>
                          <a:srgbClr val="666699"/>
                        </a:solidFill>
                        <a:latin typeface="+mn-lt"/>
                        <a:ea typeface="+mn-ea"/>
                      </a:defRPr>
                    </a:lvl2pPr>
                    <a:lvl3pPr marL="1143000" indent="-228600" algn="l" rtl="0" eaLnBrk="0" fontAlgn="base" hangingPunct="0">
                      <a:spcBef>
                        <a:spcPct val="20000"/>
                      </a:spcBef>
                      <a:spcAft>
                        <a:spcPct val="0"/>
                      </a:spcAft>
                      <a:buChar char="•"/>
                      <a:defRPr sz="2400">
                        <a:solidFill>
                          <a:srgbClr val="666699"/>
                        </a:solidFill>
                        <a:latin typeface="+mn-lt"/>
                        <a:ea typeface="+mn-ea"/>
                      </a:defRPr>
                    </a:lvl3pPr>
                    <a:lvl4pPr marL="1600200" indent="-228600" algn="l" rtl="0" eaLnBrk="0" fontAlgn="base" hangingPunct="0">
                      <a:spcBef>
                        <a:spcPct val="20000"/>
                      </a:spcBef>
                      <a:spcAft>
                        <a:spcPct val="0"/>
                      </a:spcAft>
                      <a:buChar char="–"/>
                      <a:defRPr sz="2000">
                        <a:solidFill>
                          <a:srgbClr val="666699"/>
                        </a:solidFill>
                        <a:latin typeface="+mn-lt"/>
                        <a:ea typeface="+mn-ea"/>
                      </a:defRPr>
                    </a:lvl4pPr>
                    <a:lvl5pPr marL="2057400" indent="-228600" algn="l" rtl="0" eaLnBrk="0" fontAlgn="base" hangingPunct="0">
                      <a:spcBef>
                        <a:spcPct val="20000"/>
                      </a:spcBef>
                      <a:spcAft>
                        <a:spcPct val="0"/>
                      </a:spcAft>
                      <a:buChar char="»"/>
                      <a:defRPr sz="2000">
                        <a:solidFill>
                          <a:srgbClr val="666699"/>
                        </a:solidFill>
                        <a:latin typeface="+mn-lt"/>
                        <a:ea typeface="+mn-ea"/>
                      </a:defRPr>
                    </a:lvl5pPr>
                  </a:lstStyle>
                  <a:p>
                    <a:pPr marL="0" lvl="0" indent="0" eaLnBrk="1" hangingPunct="1">
                      <a:spcBef>
                        <a:spcPct val="0"/>
                      </a:spcBef>
                      <a:buNone/>
                    </a:pPr>
                    <a:endParaRPr lang="zh-CN" altLang="en-US" sz="2400" dirty="0">
                      <a:solidFill>
                        <a:schemeClr val="tx1"/>
                      </a:solidFill>
                    </a:endParaRPr>
                  </a:p>
                </p:txBody>
              </p:sp>
            </p:grpSp>
            <p:grpSp>
              <p:nvGrpSpPr>
                <p:cNvPr id="24613" name="Group 54"/>
                <p:cNvGrpSpPr/>
                <p:nvPr/>
              </p:nvGrpSpPr>
              <p:grpSpPr>
                <a:xfrm>
                  <a:off x="1487" y="806"/>
                  <a:ext cx="432" cy="288"/>
                  <a:chOff x="0" y="0"/>
                  <a:chExt cx="432" cy="288"/>
                </a:xfrm>
              </p:grpSpPr>
              <p:sp>
                <p:nvSpPr>
                  <p:cNvPr id="24719" name="Rectangle 55"/>
                  <p:cNvSpPr/>
                  <p:nvPr/>
                </p:nvSpPr>
                <p:spPr>
                  <a:xfrm>
                    <a:off x="0" y="0"/>
                    <a:ext cx="432" cy="288"/>
                  </a:xfrm>
                  <a:prstGeom prst="rect">
                    <a:avLst/>
                  </a:prstGeom>
                  <a:noFill/>
                  <a:ln w="9525">
                    <a:noFill/>
                  </a:ln>
                </p:spPr>
                <p:txBody>
                  <a:bodyPr anchor="ctr" anchorCtr="0"/>
                  <a:lstStyle>
                    <a:lvl1pPr marL="342900" indent="-342900" algn="l" rtl="0" eaLnBrk="0" fontAlgn="base" hangingPunct="0">
                      <a:spcBef>
                        <a:spcPct val="20000"/>
                      </a:spcBef>
                      <a:spcAft>
                        <a:spcPct val="0"/>
                      </a:spcAft>
                      <a:buChar char="•"/>
                      <a:defRPr sz="3200">
                        <a:solidFill>
                          <a:srgbClr val="666699"/>
                        </a:solidFill>
                        <a:latin typeface="+mn-lt"/>
                        <a:ea typeface="+mn-ea"/>
                        <a:cs typeface="+mn-cs"/>
                      </a:defRPr>
                    </a:lvl1pPr>
                    <a:lvl2pPr marL="742950" indent="-285750" algn="l" rtl="0" eaLnBrk="0" fontAlgn="base" hangingPunct="0">
                      <a:spcBef>
                        <a:spcPct val="20000"/>
                      </a:spcBef>
                      <a:spcAft>
                        <a:spcPct val="0"/>
                      </a:spcAft>
                      <a:buChar char="–"/>
                      <a:defRPr sz="2800">
                        <a:solidFill>
                          <a:srgbClr val="666699"/>
                        </a:solidFill>
                        <a:latin typeface="+mn-lt"/>
                        <a:ea typeface="+mn-ea"/>
                      </a:defRPr>
                    </a:lvl2pPr>
                    <a:lvl3pPr marL="1143000" indent="-228600" algn="l" rtl="0" eaLnBrk="0" fontAlgn="base" hangingPunct="0">
                      <a:spcBef>
                        <a:spcPct val="20000"/>
                      </a:spcBef>
                      <a:spcAft>
                        <a:spcPct val="0"/>
                      </a:spcAft>
                      <a:buChar char="•"/>
                      <a:defRPr sz="2400">
                        <a:solidFill>
                          <a:srgbClr val="666699"/>
                        </a:solidFill>
                        <a:latin typeface="+mn-lt"/>
                        <a:ea typeface="+mn-ea"/>
                      </a:defRPr>
                    </a:lvl3pPr>
                    <a:lvl4pPr marL="1600200" indent="-228600" algn="l" rtl="0" eaLnBrk="0" fontAlgn="base" hangingPunct="0">
                      <a:spcBef>
                        <a:spcPct val="20000"/>
                      </a:spcBef>
                      <a:spcAft>
                        <a:spcPct val="0"/>
                      </a:spcAft>
                      <a:buChar char="–"/>
                      <a:defRPr sz="2000">
                        <a:solidFill>
                          <a:srgbClr val="666699"/>
                        </a:solidFill>
                        <a:latin typeface="+mn-lt"/>
                        <a:ea typeface="+mn-ea"/>
                      </a:defRPr>
                    </a:lvl4pPr>
                    <a:lvl5pPr marL="2057400" indent="-228600" algn="l" rtl="0" eaLnBrk="0" fontAlgn="base" hangingPunct="0">
                      <a:spcBef>
                        <a:spcPct val="20000"/>
                      </a:spcBef>
                      <a:spcAft>
                        <a:spcPct val="0"/>
                      </a:spcAft>
                      <a:buChar char="»"/>
                      <a:defRPr sz="2000">
                        <a:solidFill>
                          <a:srgbClr val="666699"/>
                        </a:solidFill>
                        <a:latin typeface="+mn-lt"/>
                        <a:ea typeface="+mn-ea"/>
                      </a:defRPr>
                    </a:lvl5pPr>
                  </a:lstStyle>
                  <a:p>
                    <a:pPr marL="0" lvl="0" indent="0" algn="ctr" eaLnBrk="1" hangingPunct="1">
                      <a:spcBef>
                        <a:spcPct val="0"/>
                      </a:spcBef>
                      <a:buNone/>
                    </a:pPr>
                    <a:r>
                      <a:rPr lang="zh-CN" altLang="en-US" sz="2400" dirty="0">
                        <a:solidFill>
                          <a:schemeClr val="tx1"/>
                        </a:solidFill>
                      </a:rPr>
                      <a:t>0</a:t>
                    </a:r>
                    <a:endParaRPr lang="zh-CN" altLang="en-US" sz="2400" dirty="0">
                      <a:solidFill>
                        <a:schemeClr val="tx1"/>
                      </a:solidFill>
                    </a:endParaRPr>
                  </a:p>
                </p:txBody>
              </p:sp>
              <p:sp>
                <p:nvSpPr>
                  <p:cNvPr id="24720" name="Rectangle 56"/>
                  <p:cNvSpPr/>
                  <p:nvPr/>
                </p:nvSpPr>
                <p:spPr>
                  <a:xfrm>
                    <a:off x="0" y="0"/>
                    <a:ext cx="432" cy="288"/>
                  </a:xfrm>
                  <a:prstGeom prst="rect">
                    <a:avLst/>
                  </a:prstGeom>
                  <a:noFill/>
                  <a:ln w="7" cap="flat" cmpd="sng">
                    <a:solidFill>
                      <a:srgbClr val="A0A0A0"/>
                    </a:solidFill>
                    <a:prstDash val="solid"/>
                    <a:miter/>
                    <a:headEnd type="none" w="med" len="med"/>
                    <a:tailEnd type="none" w="med" len="med"/>
                  </a:ln>
                </p:spPr>
                <p:txBody>
                  <a:bodyPr wrap="none"/>
                  <a:lstStyle>
                    <a:lvl1pPr marL="342900" indent="-342900" algn="l" rtl="0" eaLnBrk="0" fontAlgn="base" hangingPunct="0">
                      <a:spcBef>
                        <a:spcPct val="20000"/>
                      </a:spcBef>
                      <a:spcAft>
                        <a:spcPct val="0"/>
                      </a:spcAft>
                      <a:buChar char="•"/>
                      <a:defRPr sz="3200">
                        <a:solidFill>
                          <a:srgbClr val="666699"/>
                        </a:solidFill>
                        <a:latin typeface="+mn-lt"/>
                        <a:ea typeface="+mn-ea"/>
                        <a:cs typeface="+mn-cs"/>
                      </a:defRPr>
                    </a:lvl1pPr>
                    <a:lvl2pPr marL="742950" indent="-285750" algn="l" rtl="0" eaLnBrk="0" fontAlgn="base" hangingPunct="0">
                      <a:spcBef>
                        <a:spcPct val="20000"/>
                      </a:spcBef>
                      <a:spcAft>
                        <a:spcPct val="0"/>
                      </a:spcAft>
                      <a:buChar char="–"/>
                      <a:defRPr sz="2800">
                        <a:solidFill>
                          <a:srgbClr val="666699"/>
                        </a:solidFill>
                        <a:latin typeface="+mn-lt"/>
                        <a:ea typeface="+mn-ea"/>
                      </a:defRPr>
                    </a:lvl2pPr>
                    <a:lvl3pPr marL="1143000" indent="-228600" algn="l" rtl="0" eaLnBrk="0" fontAlgn="base" hangingPunct="0">
                      <a:spcBef>
                        <a:spcPct val="20000"/>
                      </a:spcBef>
                      <a:spcAft>
                        <a:spcPct val="0"/>
                      </a:spcAft>
                      <a:buChar char="•"/>
                      <a:defRPr sz="2400">
                        <a:solidFill>
                          <a:srgbClr val="666699"/>
                        </a:solidFill>
                        <a:latin typeface="+mn-lt"/>
                        <a:ea typeface="+mn-ea"/>
                      </a:defRPr>
                    </a:lvl3pPr>
                    <a:lvl4pPr marL="1600200" indent="-228600" algn="l" rtl="0" eaLnBrk="0" fontAlgn="base" hangingPunct="0">
                      <a:spcBef>
                        <a:spcPct val="20000"/>
                      </a:spcBef>
                      <a:spcAft>
                        <a:spcPct val="0"/>
                      </a:spcAft>
                      <a:buChar char="–"/>
                      <a:defRPr sz="2000">
                        <a:solidFill>
                          <a:srgbClr val="666699"/>
                        </a:solidFill>
                        <a:latin typeface="+mn-lt"/>
                        <a:ea typeface="+mn-ea"/>
                      </a:defRPr>
                    </a:lvl4pPr>
                    <a:lvl5pPr marL="2057400" indent="-228600" algn="l" rtl="0" eaLnBrk="0" fontAlgn="base" hangingPunct="0">
                      <a:spcBef>
                        <a:spcPct val="20000"/>
                      </a:spcBef>
                      <a:spcAft>
                        <a:spcPct val="0"/>
                      </a:spcAft>
                      <a:buChar char="»"/>
                      <a:defRPr sz="2000">
                        <a:solidFill>
                          <a:srgbClr val="666699"/>
                        </a:solidFill>
                        <a:latin typeface="+mn-lt"/>
                        <a:ea typeface="+mn-ea"/>
                      </a:defRPr>
                    </a:lvl5pPr>
                  </a:lstStyle>
                  <a:p>
                    <a:pPr marL="0" lvl="0" indent="0" eaLnBrk="1" hangingPunct="1">
                      <a:spcBef>
                        <a:spcPct val="0"/>
                      </a:spcBef>
                      <a:buNone/>
                    </a:pPr>
                    <a:endParaRPr lang="zh-CN" altLang="en-US" sz="2400" dirty="0">
                      <a:solidFill>
                        <a:schemeClr val="tx1"/>
                      </a:solidFill>
                    </a:endParaRPr>
                  </a:p>
                </p:txBody>
              </p:sp>
            </p:grpSp>
            <p:grpSp>
              <p:nvGrpSpPr>
                <p:cNvPr id="24614" name="Group 57"/>
                <p:cNvGrpSpPr/>
                <p:nvPr/>
              </p:nvGrpSpPr>
              <p:grpSpPr>
                <a:xfrm>
                  <a:off x="0" y="1094"/>
                  <a:ext cx="353" cy="288"/>
                  <a:chOff x="0" y="0"/>
                  <a:chExt cx="353" cy="288"/>
                </a:xfrm>
              </p:grpSpPr>
              <p:sp>
                <p:nvSpPr>
                  <p:cNvPr id="24717" name="Rectangle 58"/>
                  <p:cNvSpPr/>
                  <p:nvPr/>
                </p:nvSpPr>
                <p:spPr>
                  <a:xfrm>
                    <a:off x="0" y="0"/>
                    <a:ext cx="353" cy="288"/>
                  </a:xfrm>
                  <a:prstGeom prst="rect">
                    <a:avLst/>
                  </a:prstGeom>
                  <a:noFill/>
                  <a:ln w="9525">
                    <a:noFill/>
                  </a:ln>
                </p:spPr>
                <p:txBody>
                  <a:bodyPr anchor="ctr" anchorCtr="0"/>
                  <a:lstStyle>
                    <a:lvl1pPr marL="342900" indent="-342900" algn="l" rtl="0" eaLnBrk="0" fontAlgn="base" hangingPunct="0">
                      <a:spcBef>
                        <a:spcPct val="20000"/>
                      </a:spcBef>
                      <a:spcAft>
                        <a:spcPct val="0"/>
                      </a:spcAft>
                      <a:buChar char="•"/>
                      <a:defRPr sz="3200">
                        <a:solidFill>
                          <a:srgbClr val="666699"/>
                        </a:solidFill>
                        <a:latin typeface="+mn-lt"/>
                        <a:ea typeface="+mn-ea"/>
                        <a:cs typeface="+mn-cs"/>
                      </a:defRPr>
                    </a:lvl1pPr>
                    <a:lvl2pPr marL="742950" indent="-285750" algn="l" rtl="0" eaLnBrk="0" fontAlgn="base" hangingPunct="0">
                      <a:spcBef>
                        <a:spcPct val="20000"/>
                      </a:spcBef>
                      <a:spcAft>
                        <a:spcPct val="0"/>
                      </a:spcAft>
                      <a:buChar char="–"/>
                      <a:defRPr sz="2800">
                        <a:solidFill>
                          <a:srgbClr val="666699"/>
                        </a:solidFill>
                        <a:latin typeface="+mn-lt"/>
                        <a:ea typeface="+mn-ea"/>
                      </a:defRPr>
                    </a:lvl2pPr>
                    <a:lvl3pPr marL="1143000" indent="-228600" algn="l" rtl="0" eaLnBrk="0" fontAlgn="base" hangingPunct="0">
                      <a:spcBef>
                        <a:spcPct val="20000"/>
                      </a:spcBef>
                      <a:spcAft>
                        <a:spcPct val="0"/>
                      </a:spcAft>
                      <a:buChar char="•"/>
                      <a:defRPr sz="2400">
                        <a:solidFill>
                          <a:srgbClr val="666699"/>
                        </a:solidFill>
                        <a:latin typeface="+mn-lt"/>
                        <a:ea typeface="+mn-ea"/>
                      </a:defRPr>
                    </a:lvl3pPr>
                    <a:lvl4pPr marL="1600200" indent="-228600" algn="l" rtl="0" eaLnBrk="0" fontAlgn="base" hangingPunct="0">
                      <a:spcBef>
                        <a:spcPct val="20000"/>
                      </a:spcBef>
                      <a:spcAft>
                        <a:spcPct val="0"/>
                      </a:spcAft>
                      <a:buChar char="–"/>
                      <a:defRPr sz="2000">
                        <a:solidFill>
                          <a:srgbClr val="666699"/>
                        </a:solidFill>
                        <a:latin typeface="+mn-lt"/>
                        <a:ea typeface="+mn-ea"/>
                      </a:defRPr>
                    </a:lvl4pPr>
                    <a:lvl5pPr marL="2057400" indent="-228600" algn="l" rtl="0" eaLnBrk="0" fontAlgn="base" hangingPunct="0">
                      <a:spcBef>
                        <a:spcPct val="20000"/>
                      </a:spcBef>
                      <a:spcAft>
                        <a:spcPct val="0"/>
                      </a:spcAft>
                      <a:buChar char="»"/>
                      <a:defRPr sz="2000">
                        <a:solidFill>
                          <a:srgbClr val="666699"/>
                        </a:solidFill>
                        <a:latin typeface="+mn-lt"/>
                        <a:ea typeface="+mn-ea"/>
                      </a:defRPr>
                    </a:lvl5pPr>
                  </a:lstStyle>
                  <a:p>
                    <a:pPr marL="0" lvl="0" indent="0" algn="ctr" eaLnBrk="1" hangingPunct="1">
                      <a:spcBef>
                        <a:spcPct val="0"/>
                      </a:spcBef>
                      <a:buNone/>
                    </a:pPr>
                    <a:r>
                      <a:rPr lang="zh-CN" altLang="en-US" sz="2400" dirty="0">
                        <a:solidFill>
                          <a:schemeClr val="tx1"/>
                        </a:solidFill>
                      </a:rPr>
                      <a:t>0</a:t>
                    </a:r>
                    <a:endParaRPr lang="zh-CN" altLang="en-US" sz="2400" dirty="0">
                      <a:solidFill>
                        <a:schemeClr val="tx1"/>
                      </a:solidFill>
                    </a:endParaRPr>
                  </a:p>
                </p:txBody>
              </p:sp>
              <p:sp>
                <p:nvSpPr>
                  <p:cNvPr id="24718" name="Rectangle 59"/>
                  <p:cNvSpPr/>
                  <p:nvPr/>
                </p:nvSpPr>
                <p:spPr>
                  <a:xfrm>
                    <a:off x="0" y="0"/>
                    <a:ext cx="353" cy="288"/>
                  </a:xfrm>
                  <a:prstGeom prst="rect">
                    <a:avLst/>
                  </a:prstGeom>
                  <a:noFill/>
                  <a:ln w="7" cap="flat" cmpd="sng">
                    <a:solidFill>
                      <a:srgbClr val="A0A0A0"/>
                    </a:solidFill>
                    <a:prstDash val="solid"/>
                    <a:miter/>
                    <a:headEnd type="none" w="med" len="med"/>
                    <a:tailEnd type="none" w="med" len="med"/>
                  </a:ln>
                </p:spPr>
                <p:txBody>
                  <a:bodyPr wrap="none"/>
                  <a:lstStyle>
                    <a:lvl1pPr marL="342900" indent="-342900" algn="l" rtl="0" eaLnBrk="0" fontAlgn="base" hangingPunct="0">
                      <a:spcBef>
                        <a:spcPct val="20000"/>
                      </a:spcBef>
                      <a:spcAft>
                        <a:spcPct val="0"/>
                      </a:spcAft>
                      <a:buChar char="•"/>
                      <a:defRPr sz="3200">
                        <a:solidFill>
                          <a:srgbClr val="666699"/>
                        </a:solidFill>
                        <a:latin typeface="+mn-lt"/>
                        <a:ea typeface="+mn-ea"/>
                        <a:cs typeface="+mn-cs"/>
                      </a:defRPr>
                    </a:lvl1pPr>
                    <a:lvl2pPr marL="742950" indent="-285750" algn="l" rtl="0" eaLnBrk="0" fontAlgn="base" hangingPunct="0">
                      <a:spcBef>
                        <a:spcPct val="20000"/>
                      </a:spcBef>
                      <a:spcAft>
                        <a:spcPct val="0"/>
                      </a:spcAft>
                      <a:buChar char="–"/>
                      <a:defRPr sz="2800">
                        <a:solidFill>
                          <a:srgbClr val="666699"/>
                        </a:solidFill>
                        <a:latin typeface="+mn-lt"/>
                        <a:ea typeface="+mn-ea"/>
                      </a:defRPr>
                    </a:lvl2pPr>
                    <a:lvl3pPr marL="1143000" indent="-228600" algn="l" rtl="0" eaLnBrk="0" fontAlgn="base" hangingPunct="0">
                      <a:spcBef>
                        <a:spcPct val="20000"/>
                      </a:spcBef>
                      <a:spcAft>
                        <a:spcPct val="0"/>
                      </a:spcAft>
                      <a:buChar char="•"/>
                      <a:defRPr sz="2400">
                        <a:solidFill>
                          <a:srgbClr val="666699"/>
                        </a:solidFill>
                        <a:latin typeface="+mn-lt"/>
                        <a:ea typeface="+mn-ea"/>
                      </a:defRPr>
                    </a:lvl3pPr>
                    <a:lvl4pPr marL="1600200" indent="-228600" algn="l" rtl="0" eaLnBrk="0" fontAlgn="base" hangingPunct="0">
                      <a:spcBef>
                        <a:spcPct val="20000"/>
                      </a:spcBef>
                      <a:spcAft>
                        <a:spcPct val="0"/>
                      </a:spcAft>
                      <a:buChar char="–"/>
                      <a:defRPr sz="2000">
                        <a:solidFill>
                          <a:srgbClr val="666699"/>
                        </a:solidFill>
                        <a:latin typeface="+mn-lt"/>
                        <a:ea typeface="+mn-ea"/>
                      </a:defRPr>
                    </a:lvl4pPr>
                    <a:lvl5pPr marL="2057400" indent="-228600" algn="l" rtl="0" eaLnBrk="0" fontAlgn="base" hangingPunct="0">
                      <a:spcBef>
                        <a:spcPct val="20000"/>
                      </a:spcBef>
                      <a:spcAft>
                        <a:spcPct val="0"/>
                      </a:spcAft>
                      <a:buChar char="»"/>
                      <a:defRPr sz="2000">
                        <a:solidFill>
                          <a:srgbClr val="666699"/>
                        </a:solidFill>
                        <a:latin typeface="+mn-lt"/>
                        <a:ea typeface="+mn-ea"/>
                      </a:defRPr>
                    </a:lvl5pPr>
                  </a:lstStyle>
                  <a:p>
                    <a:pPr marL="0" lvl="0" indent="0" eaLnBrk="1" hangingPunct="1">
                      <a:spcBef>
                        <a:spcPct val="0"/>
                      </a:spcBef>
                      <a:buNone/>
                    </a:pPr>
                    <a:endParaRPr lang="zh-CN" altLang="en-US" sz="2400" dirty="0">
                      <a:solidFill>
                        <a:schemeClr val="tx1"/>
                      </a:solidFill>
                    </a:endParaRPr>
                  </a:p>
                </p:txBody>
              </p:sp>
            </p:grpSp>
            <p:grpSp>
              <p:nvGrpSpPr>
                <p:cNvPr id="24615" name="Group 60"/>
                <p:cNvGrpSpPr/>
                <p:nvPr/>
              </p:nvGrpSpPr>
              <p:grpSpPr>
                <a:xfrm>
                  <a:off x="353" y="1094"/>
                  <a:ext cx="353" cy="288"/>
                  <a:chOff x="0" y="0"/>
                  <a:chExt cx="353" cy="288"/>
                </a:xfrm>
              </p:grpSpPr>
              <p:sp>
                <p:nvSpPr>
                  <p:cNvPr id="24715" name="Rectangle 61"/>
                  <p:cNvSpPr/>
                  <p:nvPr/>
                </p:nvSpPr>
                <p:spPr>
                  <a:xfrm>
                    <a:off x="0" y="0"/>
                    <a:ext cx="353" cy="288"/>
                  </a:xfrm>
                  <a:prstGeom prst="rect">
                    <a:avLst/>
                  </a:prstGeom>
                  <a:noFill/>
                  <a:ln w="9525">
                    <a:noFill/>
                  </a:ln>
                </p:spPr>
                <p:txBody>
                  <a:bodyPr anchor="ctr" anchorCtr="0"/>
                  <a:lstStyle>
                    <a:lvl1pPr marL="342900" indent="-342900" algn="l" rtl="0" eaLnBrk="0" fontAlgn="base" hangingPunct="0">
                      <a:spcBef>
                        <a:spcPct val="20000"/>
                      </a:spcBef>
                      <a:spcAft>
                        <a:spcPct val="0"/>
                      </a:spcAft>
                      <a:buChar char="•"/>
                      <a:defRPr sz="3200">
                        <a:solidFill>
                          <a:srgbClr val="666699"/>
                        </a:solidFill>
                        <a:latin typeface="+mn-lt"/>
                        <a:ea typeface="+mn-ea"/>
                        <a:cs typeface="+mn-cs"/>
                      </a:defRPr>
                    </a:lvl1pPr>
                    <a:lvl2pPr marL="742950" indent="-285750" algn="l" rtl="0" eaLnBrk="0" fontAlgn="base" hangingPunct="0">
                      <a:spcBef>
                        <a:spcPct val="20000"/>
                      </a:spcBef>
                      <a:spcAft>
                        <a:spcPct val="0"/>
                      </a:spcAft>
                      <a:buChar char="–"/>
                      <a:defRPr sz="2800">
                        <a:solidFill>
                          <a:srgbClr val="666699"/>
                        </a:solidFill>
                        <a:latin typeface="+mn-lt"/>
                        <a:ea typeface="+mn-ea"/>
                      </a:defRPr>
                    </a:lvl2pPr>
                    <a:lvl3pPr marL="1143000" indent="-228600" algn="l" rtl="0" eaLnBrk="0" fontAlgn="base" hangingPunct="0">
                      <a:spcBef>
                        <a:spcPct val="20000"/>
                      </a:spcBef>
                      <a:spcAft>
                        <a:spcPct val="0"/>
                      </a:spcAft>
                      <a:buChar char="•"/>
                      <a:defRPr sz="2400">
                        <a:solidFill>
                          <a:srgbClr val="666699"/>
                        </a:solidFill>
                        <a:latin typeface="+mn-lt"/>
                        <a:ea typeface="+mn-ea"/>
                      </a:defRPr>
                    </a:lvl3pPr>
                    <a:lvl4pPr marL="1600200" indent="-228600" algn="l" rtl="0" eaLnBrk="0" fontAlgn="base" hangingPunct="0">
                      <a:spcBef>
                        <a:spcPct val="20000"/>
                      </a:spcBef>
                      <a:spcAft>
                        <a:spcPct val="0"/>
                      </a:spcAft>
                      <a:buChar char="–"/>
                      <a:defRPr sz="2000">
                        <a:solidFill>
                          <a:srgbClr val="666699"/>
                        </a:solidFill>
                        <a:latin typeface="+mn-lt"/>
                        <a:ea typeface="+mn-ea"/>
                      </a:defRPr>
                    </a:lvl4pPr>
                    <a:lvl5pPr marL="2057400" indent="-228600" algn="l" rtl="0" eaLnBrk="0" fontAlgn="base" hangingPunct="0">
                      <a:spcBef>
                        <a:spcPct val="20000"/>
                      </a:spcBef>
                      <a:spcAft>
                        <a:spcPct val="0"/>
                      </a:spcAft>
                      <a:buChar char="»"/>
                      <a:defRPr sz="2000">
                        <a:solidFill>
                          <a:srgbClr val="666699"/>
                        </a:solidFill>
                        <a:latin typeface="+mn-lt"/>
                        <a:ea typeface="+mn-ea"/>
                      </a:defRPr>
                    </a:lvl5pPr>
                  </a:lstStyle>
                  <a:p>
                    <a:pPr marL="0" lvl="0" indent="0" algn="ctr" eaLnBrk="1" hangingPunct="1">
                      <a:spcBef>
                        <a:spcPct val="0"/>
                      </a:spcBef>
                      <a:buNone/>
                    </a:pPr>
                    <a:r>
                      <a:rPr lang="zh-CN" altLang="en-US" sz="2400" dirty="0">
                        <a:solidFill>
                          <a:schemeClr val="tx1"/>
                        </a:solidFill>
                      </a:rPr>
                      <a:t>0</a:t>
                    </a:r>
                    <a:endParaRPr lang="zh-CN" altLang="en-US" sz="2400" dirty="0">
                      <a:solidFill>
                        <a:schemeClr val="tx1"/>
                      </a:solidFill>
                    </a:endParaRPr>
                  </a:p>
                </p:txBody>
              </p:sp>
              <p:sp>
                <p:nvSpPr>
                  <p:cNvPr id="24716" name="Rectangle 62"/>
                  <p:cNvSpPr/>
                  <p:nvPr/>
                </p:nvSpPr>
                <p:spPr>
                  <a:xfrm>
                    <a:off x="0" y="0"/>
                    <a:ext cx="353" cy="288"/>
                  </a:xfrm>
                  <a:prstGeom prst="rect">
                    <a:avLst/>
                  </a:prstGeom>
                  <a:noFill/>
                  <a:ln w="7" cap="flat" cmpd="sng">
                    <a:solidFill>
                      <a:srgbClr val="A0A0A0"/>
                    </a:solidFill>
                    <a:prstDash val="solid"/>
                    <a:miter/>
                    <a:headEnd type="none" w="med" len="med"/>
                    <a:tailEnd type="none" w="med" len="med"/>
                  </a:ln>
                </p:spPr>
                <p:txBody>
                  <a:bodyPr wrap="none"/>
                  <a:lstStyle>
                    <a:lvl1pPr marL="342900" indent="-342900" algn="l" rtl="0" eaLnBrk="0" fontAlgn="base" hangingPunct="0">
                      <a:spcBef>
                        <a:spcPct val="20000"/>
                      </a:spcBef>
                      <a:spcAft>
                        <a:spcPct val="0"/>
                      </a:spcAft>
                      <a:buChar char="•"/>
                      <a:defRPr sz="3200">
                        <a:solidFill>
                          <a:srgbClr val="666699"/>
                        </a:solidFill>
                        <a:latin typeface="+mn-lt"/>
                        <a:ea typeface="+mn-ea"/>
                        <a:cs typeface="+mn-cs"/>
                      </a:defRPr>
                    </a:lvl1pPr>
                    <a:lvl2pPr marL="742950" indent="-285750" algn="l" rtl="0" eaLnBrk="0" fontAlgn="base" hangingPunct="0">
                      <a:spcBef>
                        <a:spcPct val="20000"/>
                      </a:spcBef>
                      <a:spcAft>
                        <a:spcPct val="0"/>
                      </a:spcAft>
                      <a:buChar char="–"/>
                      <a:defRPr sz="2800">
                        <a:solidFill>
                          <a:srgbClr val="666699"/>
                        </a:solidFill>
                        <a:latin typeface="+mn-lt"/>
                        <a:ea typeface="+mn-ea"/>
                      </a:defRPr>
                    </a:lvl2pPr>
                    <a:lvl3pPr marL="1143000" indent="-228600" algn="l" rtl="0" eaLnBrk="0" fontAlgn="base" hangingPunct="0">
                      <a:spcBef>
                        <a:spcPct val="20000"/>
                      </a:spcBef>
                      <a:spcAft>
                        <a:spcPct val="0"/>
                      </a:spcAft>
                      <a:buChar char="•"/>
                      <a:defRPr sz="2400">
                        <a:solidFill>
                          <a:srgbClr val="666699"/>
                        </a:solidFill>
                        <a:latin typeface="+mn-lt"/>
                        <a:ea typeface="+mn-ea"/>
                      </a:defRPr>
                    </a:lvl3pPr>
                    <a:lvl4pPr marL="1600200" indent="-228600" algn="l" rtl="0" eaLnBrk="0" fontAlgn="base" hangingPunct="0">
                      <a:spcBef>
                        <a:spcPct val="20000"/>
                      </a:spcBef>
                      <a:spcAft>
                        <a:spcPct val="0"/>
                      </a:spcAft>
                      <a:buChar char="–"/>
                      <a:defRPr sz="2000">
                        <a:solidFill>
                          <a:srgbClr val="666699"/>
                        </a:solidFill>
                        <a:latin typeface="+mn-lt"/>
                        <a:ea typeface="+mn-ea"/>
                      </a:defRPr>
                    </a:lvl4pPr>
                    <a:lvl5pPr marL="2057400" indent="-228600" algn="l" rtl="0" eaLnBrk="0" fontAlgn="base" hangingPunct="0">
                      <a:spcBef>
                        <a:spcPct val="20000"/>
                      </a:spcBef>
                      <a:spcAft>
                        <a:spcPct val="0"/>
                      </a:spcAft>
                      <a:buChar char="»"/>
                      <a:defRPr sz="2000">
                        <a:solidFill>
                          <a:srgbClr val="666699"/>
                        </a:solidFill>
                        <a:latin typeface="+mn-lt"/>
                        <a:ea typeface="+mn-ea"/>
                      </a:defRPr>
                    </a:lvl5pPr>
                  </a:lstStyle>
                  <a:p>
                    <a:pPr marL="0" lvl="0" indent="0" eaLnBrk="1" hangingPunct="1">
                      <a:spcBef>
                        <a:spcPct val="0"/>
                      </a:spcBef>
                      <a:buNone/>
                    </a:pPr>
                    <a:endParaRPr lang="zh-CN" altLang="en-US" sz="2400" dirty="0">
                      <a:solidFill>
                        <a:schemeClr val="tx1"/>
                      </a:solidFill>
                    </a:endParaRPr>
                  </a:p>
                </p:txBody>
              </p:sp>
            </p:grpSp>
            <p:grpSp>
              <p:nvGrpSpPr>
                <p:cNvPr id="24616" name="Group 63"/>
                <p:cNvGrpSpPr/>
                <p:nvPr/>
              </p:nvGrpSpPr>
              <p:grpSpPr>
                <a:xfrm>
                  <a:off x="706" y="1094"/>
                  <a:ext cx="349" cy="288"/>
                  <a:chOff x="0" y="0"/>
                  <a:chExt cx="349" cy="288"/>
                </a:xfrm>
              </p:grpSpPr>
              <p:sp>
                <p:nvSpPr>
                  <p:cNvPr id="24713" name="Rectangle 64"/>
                  <p:cNvSpPr/>
                  <p:nvPr/>
                </p:nvSpPr>
                <p:spPr>
                  <a:xfrm>
                    <a:off x="0" y="0"/>
                    <a:ext cx="349" cy="288"/>
                  </a:xfrm>
                  <a:prstGeom prst="rect">
                    <a:avLst/>
                  </a:prstGeom>
                  <a:noFill/>
                  <a:ln w="9525">
                    <a:noFill/>
                  </a:ln>
                </p:spPr>
                <p:txBody>
                  <a:bodyPr anchor="ctr" anchorCtr="0"/>
                  <a:lstStyle>
                    <a:lvl1pPr marL="342900" indent="-342900" algn="l" rtl="0" eaLnBrk="0" fontAlgn="base" hangingPunct="0">
                      <a:spcBef>
                        <a:spcPct val="20000"/>
                      </a:spcBef>
                      <a:spcAft>
                        <a:spcPct val="0"/>
                      </a:spcAft>
                      <a:buChar char="•"/>
                      <a:defRPr sz="3200">
                        <a:solidFill>
                          <a:srgbClr val="666699"/>
                        </a:solidFill>
                        <a:latin typeface="+mn-lt"/>
                        <a:ea typeface="+mn-ea"/>
                        <a:cs typeface="+mn-cs"/>
                      </a:defRPr>
                    </a:lvl1pPr>
                    <a:lvl2pPr marL="742950" indent="-285750" algn="l" rtl="0" eaLnBrk="0" fontAlgn="base" hangingPunct="0">
                      <a:spcBef>
                        <a:spcPct val="20000"/>
                      </a:spcBef>
                      <a:spcAft>
                        <a:spcPct val="0"/>
                      </a:spcAft>
                      <a:buChar char="–"/>
                      <a:defRPr sz="2800">
                        <a:solidFill>
                          <a:srgbClr val="666699"/>
                        </a:solidFill>
                        <a:latin typeface="+mn-lt"/>
                        <a:ea typeface="+mn-ea"/>
                      </a:defRPr>
                    </a:lvl2pPr>
                    <a:lvl3pPr marL="1143000" indent="-228600" algn="l" rtl="0" eaLnBrk="0" fontAlgn="base" hangingPunct="0">
                      <a:spcBef>
                        <a:spcPct val="20000"/>
                      </a:spcBef>
                      <a:spcAft>
                        <a:spcPct val="0"/>
                      </a:spcAft>
                      <a:buChar char="•"/>
                      <a:defRPr sz="2400">
                        <a:solidFill>
                          <a:srgbClr val="666699"/>
                        </a:solidFill>
                        <a:latin typeface="+mn-lt"/>
                        <a:ea typeface="+mn-ea"/>
                      </a:defRPr>
                    </a:lvl3pPr>
                    <a:lvl4pPr marL="1600200" indent="-228600" algn="l" rtl="0" eaLnBrk="0" fontAlgn="base" hangingPunct="0">
                      <a:spcBef>
                        <a:spcPct val="20000"/>
                      </a:spcBef>
                      <a:spcAft>
                        <a:spcPct val="0"/>
                      </a:spcAft>
                      <a:buChar char="–"/>
                      <a:defRPr sz="2000">
                        <a:solidFill>
                          <a:srgbClr val="666699"/>
                        </a:solidFill>
                        <a:latin typeface="+mn-lt"/>
                        <a:ea typeface="+mn-ea"/>
                      </a:defRPr>
                    </a:lvl4pPr>
                    <a:lvl5pPr marL="2057400" indent="-228600" algn="l" rtl="0" eaLnBrk="0" fontAlgn="base" hangingPunct="0">
                      <a:spcBef>
                        <a:spcPct val="20000"/>
                      </a:spcBef>
                      <a:spcAft>
                        <a:spcPct val="0"/>
                      </a:spcAft>
                      <a:buChar char="»"/>
                      <a:defRPr sz="2000">
                        <a:solidFill>
                          <a:srgbClr val="666699"/>
                        </a:solidFill>
                        <a:latin typeface="+mn-lt"/>
                        <a:ea typeface="+mn-ea"/>
                      </a:defRPr>
                    </a:lvl5pPr>
                  </a:lstStyle>
                  <a:p>
                    <a:pPr marL="0" lvl="0" indent="0" algn="ctr" eaLnBrk="1" hangingPunct="1">
                      <a:spcBef>
                        <a:spcPct val="0"/>
                      </a:spcBef>
                      <a:buNone/>
                    </a:pPr>
                    <a:r>
                      <a:rPr lang="zh-CN" altLang="en-US" sz="2400" dirty="0">
                        <a:solidFill>
                          <a:schemeClr val="tx1"/>
                        </a:solidFill>
                      </a:rPr>
                      <a:t>1</a:t>
                    </a:r>
                    <a:endParaRPr lang="zh-CN" altLang="en-US" sz="2400" dirty="0">
                      <a:solidFill>
                        <a:schemeClr val="tx1"/>
                      </a:solidFill>
                    </a:endParaRPr>
                  </a:p>
                </p:txBody>
              </p:sp>
              <p:sp>
                <p:nvSpPr>
                  <p:cNvPr id="24714" name="Rectangle 65"/>
                  <p:cNvSpPr/>
                  <p:nvPr/>
                </p:nvSpPr>
                <p:spPr>
                  <a:xfrm>
                    <a:off x="0" y="0"/>
                    <a:ext cx="349" cy="288"/>
                  </a:xfrm>
                  <a:prstGeom prst="rect">
                    <a:avLst/>
                  </a:prstGeom>
                  <a:noFill/>
                  <a:ln w="7" cap="flat" cmpd="sng">
                    <a:solidFill>
                      <a:srgbClr val="A0A0A0"/>
                    </a:solidFill>
                    <a:prstDash val="solid"/>
                    <a:miter/>
                    <a:headEnd type="none" w="med" len="med"/>
                    <a:tailEnd type="none" w="med" len="med"/>
                  </a:ln>
                </p:spPr>
                <p:txBody>
                  <a:bodyPr wrap="none"/>
                  <a:lstStyle>
                    <a:lvl1pPr marL="342900" indent="-342900" algn="l" rtl="0" eaLnBrk="0" fontAlgn="base" hangingPunct="0">
                      <a:spcBef>
                        <a:spcPct val="20000"/>
                      </a:spcBef>
                      <a:spcAft>
                        <a:spcPct val="0"/>
                      </a:spcAft>
                      <a:buChar char="•"/>
                      <a:defRPr sz="3200">
                        <a:solidFill>
                          <a:srgbClr val="666699"/>
                        </a:solidFill>
                        <a:latin typeface="+mn-lt"/>
                        <a:ea typeface="+mn-ea"/>
                        <a:cs typeface="+mn-cs"/>
                      </a:defRPr>
                    </a:lvl1pPr>
                    <a:lvl2pPr marL="742950" indent="-285750" algn="l" rtl="0" eaLnBrk="0" fontAlgn="base" hangingPunct="0">
                      <a:spcBef>
                        <a:spcPct val="20000"/>
                      </a:spcBef>
                      <a:spcAft>
                        <a:spcPct val="0"/>
                      </a:spcAft>
                      <a:buChar char="–"/>
                      <a:defRPr sz="2800">
                        <a:solidFill>
                          <a:srgbClr val="666699"/>
                        </a:solidFill>
                        <a:latin typeface="+mn-lt"/>
                        <a:ea typeface="+mn-ea"/>
                      </a:defRPr>
                    </a:lvl2pPr>
                    <a:lvl3pPr marL="1143000" indent="-228600" algn="l" rtl="0" eaLnBrk="0" fontAlgn="base" hangingPunct="0">
                      <a:spcBef>
                        <a:spcPct val="20000"/>
                      </a:spcBef>
                      <a:spcAft>
                        <a:spcPct val="0"/>
                      </a:spcAft>
                      <a:buChar char="•"/>
                      <a:defRPr sz="2400">
                        <a:solidFill>
                          <a:srgbClr val="666699"/>
                        </a:solidFill>
                        <a:latin typeface="+mn-lt"/>
                        <a:ea typeface="+mn-ea"/>
                      </a:defRPr>
                    </a:lvl3pPr>
                    <a:lvl4pPr marL="1600200" indent="-228600" algn="l" rtl="0" eaLnBrk="0" fontAlgn="base" hangingPunct="0">
                      <a:spcBef>
                        <a:spcPct val="20000"/>
                      </a:spcBef>
                      <a:spcAft>
                        <a:spcPct val="0"/>
                      </a:spcAft>
                      <a:buChar char="–"/>
                      <a:defRPr sz="2000">
                        <a:solidFill>
                          <a:srgbClr val="666699"/>
                        </a:solidFill>
                        <a:latin typeface="+mn-lt"/>
                        <a:ea typeface="+mn-ea"/>
                      </a:defRPr>
                    </a:lvl4pPr>
                    <a:lvl5pPr marL="2057400" indent="-228600" algn="l" rtl="0" eaLnBrk="0" fontAlgn="base" hangingPunct="0">
                      <a:spcBef>
                        <a:spcPct val="20000"/>
                      </a:spcBef>
                      <a:spcAft>
                        <a:spcPct val="0"/>
                      </a:spcAft>
                      <a:buChar char="»"/>
                      <a:defRPr sz="2000">
                        <a:solidFill>
                          <a:srgbClr val="666699"/>
                        </a:solidFill>
                        <a:latin typeface="+mn-lt"/>
                        <a:ea typeface="+mn-ea"/>
                      </a:defRPr>
                    </a:lvl5pPr>
                  </a:lstStyle>
                  <a:p>
                    <a:pPr marL="0" lvl="0" indent="0" eaLnBrk="1" hangingPunct="1">
                      <a:spcBef>
                        <a:spcPct val="0"/>
                      </a:spcBef>
                      <a:buNone/>
                    </a:pPr>
                    <a:endParaRPr lang="zh-CN" altLang="en-US" sz="2400" dirty="0">
                      <a:solidFill>
                        <a:schemeClr val="tx1"/>
                      </a:solidFill>
                    </a:endParaRPr>
                  </a:p>
                </p:txBody>
              </p:sp>
            </p:grpSp>
            <p:grpSp>
              <p:nvGrpSpPr>
                <p:cNvPr id="24617" name="Group 66"/>
                <p:cNvGrpSpPr/>
                <p:nvPr/>
              </p:nvGrpSpPr>
              <p:grpSpPr>
                <a:xfrm>
                  <a:off x="1055" y="1094"/>
                  <a:ext cx="432" cy="288"/>
                  <a:chOff x="0" y="0"/>
                  <a:chExt cx="432" cy="288"/>
                </a:xfrm>
              </p:grpSpPr>
              <p:sp>
                <p:nvSpPr>
                  <p:cNvPr id="24711" name="Rectangle 67"/>
                  <p:cNvSpPr/>
                  <p:nvPr/>
                </p:nvSpPr>
                <p:spPr>
                  <a:xfrm>
                    <a:off x="0" y="0"/>
                    <a:ext cx="432" cy="288"/>
                  </a:xfrm>
                  <a:prstGeom prst="rect">
                    <a:avLst/>
                  </a:prstGeom>
                  <a:noFill/>
                  <a:ln w="9525">
                    <a:noFill/>
                  </a:ln>
                </p:spPr>
                <p:txBody>
                  <a:bodyPr anchor="ctr" anchorCtr="0"/>
                  <a:lstStyle>
                    <a:lvl1pPr marL="342900" indent="-342900" algn="l" rtl="0" eaLnBrk="0" fontAlgn="base" hangingPunct="0">
                      <a:spcBef>
                        <a:spcPct val="20000"/>
                      </a:spcBef>
                      <a:spcAft>
                        <a:spcPct val="0"/>
                      </a:spcAft>
                      <a:buChar char="•"/>
                      <a:defRPr sz="3200">
                        <a:solidFill>
                          <a:srgbClr val="666699"/>
                        </a:solidFill>
                        <a:latin typeface="+mn-lt"/>
                        <a:ea typeface="+mn-ea"/>
                        <a:cs typeface="+mn-cs"/>
                      </a:defRPr>
                    </a:lvl1pPr>
                    <a:lvl2pPr marL="742950" indent="-285750" algn="l" rtl="0" eaLnBrk="0" fontAlgn="base" hangingPunct="0">
                      <a:spcBef>
                        <a:spcPct val="20000"/>
                      </a:spcBef>
                      <a:spcAft>
                        <a:spcPct val="0"/>
                      </a:spcAft>
                      <a:buChar char="–"/>
                      <a:defRPr sz="2800">
                        <a:solidFill>
                          <a:srgbClr val="666699"/>
                        </a:solidFill>
                        <a:latin typeface="+mn-lt"/>
                        <a:ea typeface="+mn-ea"/>
                      </a:defRPr>
                    </a:lvl2pPr>
                    <a:lvl3pPr marL="1143000" indent="-228600" algn="l" rtl="0" eaLnBrk="0" fontAlgn="base" hangingPunct="0">
                      <a:spcBef>
                        <a:spcPct val="20000"/>
                      </a:spcBef>
                      <a:spcAft>
                        <a:spcPct val="0"/>
                      </a:spcAft>
                      <a:buChar char="•"/>
                      <a:defRPr sz="2400">
                        <a:solidFill>
                          <a:srgbClr val="666699"/>
                        </a:solidFill>
                        <a:latin typeface="+mn-lt"/>
                        <a:ea typeface="+mn-ea"/>
                      </a:defRPr>
                    </a:lvl3pPr>
                    <a:lvl4pPr marL="1600200" indent="-228600" algn="l" rtl="0" eaLnBrk="0" fontAlgn="base" hangingPunct="0">
                      <a:spcBef>
                        <a:spcPct val="20000"/>
                      </a:spcBef>
                      <a:spcAft>
                        <a:spcPct val="0"/>
                      </a:spcAft>
                      <a:buChar char="–"/>
                      <a:defRPr sz="2000">
                        <a:solidFill>
                          <a:srgbClr val="666699"/>
                        </a:solidFill>
                        <a:latin typeface="+mn-lt"/>
                        <a:ea typeface="+mn-ea"/>
                      </a:defRPr>
                    </a:lvl4pPr>
                    <a:lvl5pPr marL="2057400" indent="-228600" algn="l" rtl="0" eaLnBrk="0" fontAlgn="base" hangingPunct="0">
                      <a:spcBef>
                        <a:spcPct val="20000"/>
                      </a:spcBef>
                      <a:spcAft>
                        <a:spcPct val="0"/>
                      </a:spcAft>
                      <a:buChar char="»"/>
                      <a:defRPr sz="2000">
                        <a:solidFill>
                          <a:srgbClr val="666699"/>
                        </a:solidFill>
                        <a:latin typeface="+mn-lt"/>
                        <a:ea typeface="+mn-ea"/>
                      </a:defRPr>
                    </a:lvl5pPr>
                  </a:lstStyle>
                  <a:p>
                    <a:pPr marL="0" lvl="0" indent="0" algn="ctr" eaLnBrk="1" hangingPunct="1">
                      <a:spcBef>
                        <a:spcPct val="0"/>
                      </a:spcBef>
                      <a:buNone/>
                    </a:pPr>
                    <a:r>
                      <a:rPr lang="zh-CN" altLang="en-US" sz="2400" dirty="0">
                        <a:solidFill>
                          <a:schemeClr val="tx1"/>
                        </a:solidFill>
                      </a:rPr>
                      <a:t>1</a:t>
                    </a:r>
                    <a:endParaRPr lang="zh-CN" altLang="en-US" sz="2400" dirty="0">
                      <a:solidFill>
                        <a:schemeClr val="tx1"/>
                      </a:solidFill>
                    </a:endParaRPr>
                  </a:p>
                </p:txBody>
              </p:sp>
              <p:sp>
                <p:nvSpPr>
                  <p:cNvPr id="24712" name="Rectangle 68"/>
                  <p:cNvSpPr/>
                  <p:nvPr/>
                </p:nvSpPr>
                <p:spPr>
                  <a:xfrm>
                    <a:off x="0" y="0"/>
                    <a:ext cx="432" cy="288"/>
                  </a:xfrm>
                  <a:prstGeom prst="rect">
                    <a:avLst/>
                  </a:prstGeom>
                  <a:noFill/>
                  <a:ln w="7" cap="flat" cmpd="sng">
                    <a:solidFill>
                      <a:srgbClr val="A0A0A0"/>
                    </a:solidFill>
                    <a:prstDash val="solid"/>
                    <a:miter/>
                    <a:headEnd type="none" w="med" len="med"/>
                    <a:tailEnd type="none" w="med" len="med"/>
                  </a:ln>
                </p:spPr>
                <p:txBody>
                  <a:bodyPr wrap="none"/>
                  <a:lstStyle>
                    <a:lvl1pPr marL="342900" indent="-342900" algn="l" rtl="0" eaLnBrk="0" fontAlgn="base" hangingPunct="0">
                      <a:spcBef>
                        <a:spcPct val="20000"/>
                      </a:spcBef>
                      <a:spcAft>
                        <a:spcPct val="0"/>
                      </a:spcAft>
                      <a:buChar char="•"/>
                      <a:defRPr sz="3200">
                        <a:solidFill>
                          <a:srgbClr val="666699"/>
                        </a:solidFill>
                        <a:latin typeface="+mn-lt"/>
                        <a:ea typeface="+mn-ea"/>
                        <a:cs typeface="+mn-cs"/>
                      </a:defRPr>
                    </a:lvl1pPr>
                    <a:lvl2pPr marL="742950" indent="-285750" algn="l" rtl="0" eaLnBrk="0" fontAlgn="base" hangingPunct="0">
                      <a:spcBef>
                        <a:spcPct val="20000"/>
                      </a:spcBef>
                      <a:spcAft>
                        <a:spcPct val="0"/>
                      </a:spcAft>
                      <a:buChar char="–"/>
                      <a:defRPr sz="2800">
                        <a:solidFill>
                          <a:srgbClr val="666699"/>
                        </a:solidFill>
                        <a:latin typeface="+mn-lt"/>
                        <a:ea typeface="+mn-ea"/>
                      </a:defRPr>
                    </a:lvl2pPr>
                    <a:lvl3pPr marL="1143000" indent="-228600" algn="l" rtl="0" eaLnBrk="0" fontAlgn="base" hangingPunct="0">
                      <a:spcBef>
                        <a:spcPct val="20000"/>
                      </a:spcBef>
                      <a:spcAft>
                        <a:spcPct val="0"/>
                      </a:spcAft>
                      <a:buChar char="•"/>
                      <a:defRPr sz="2400">
                        <a:solidFill>
                          <a:srgbClr val="666699"/>
                        </a:solidFill>
                        <a:latin typeface="+mn-lt"/>
                        <a:ea typeface="+mn-ea"/>
                      </a:defRPr>
                    </a:lvl3pPr>
                    <a:lvl4pPr marL="1600200" indent="-228600" algn="l" rtl="0" eaLnBrk="0" fontAlgn="base" hangingPunct="0">
                      <a:spcBef>
                        <a:spcPct val="20000"/>
                      </a:spcBef>
                      <a:spcAft>
                        <a:spcPct val="0"/>
                      </a:spcAft>
                      <a:buChar char="–"/>
                      <a:defRPr sz="2000">
                        <a:solidFill>
                          <a:srgbClr val="666699"/>
                        </a:solidFill>
                        <a:latin typeface="+mn-lt"/>
                        <a:ea typeface="+mn-ea"/>
                      </a:defRPr>
                    </a:lvl4pPr>
                    <a:lvl5pPr marL="2057400" indent="-228600" algn="l" rtl="0" eaLnBrk="0" fontAlgn="base" hangingPunct="0">
                      <a:spcBef>
                        <a:spcPct val="20000"/>
                      </a:spcBef>
                      <a:spcAft>
                        <a:spcPct val="0"/>
                      </a:spcAft>
                      <a:buChar char="»"/>
                      <a:defRPr sz="2000">
                        <a:solidFill>
                          <a:srgbClr val="666699"/>
                        </a:solidFill>
                        <a:latin typeface="+mn-lt"/>
                        <a:ea typeface="+mn-ea"/>
                      </a:defRPr>
                    </a:lvl5pPr>
                  </a:lstStyle>
                  <a:p>
                    <a:pPr marL="0" lvl="0" indent="0" eaLnBrk="1" hangingPunct="1">
                      <a:spcBef>
                        <a:spcPct val="0"/>
                      </a:spcBef>
                      <a:buNone/>
                    </a:pPr>
                    <a:endParaRPr lang="zh-CN" altLang="en-US" sz="2400" dirty="0">
                      <a:solidFill>
                        <a:schemeClr val="tx1"/>
                      </a:solidFill>
                    </a:endParaRPr>
                  </a:p>
                </p:txBody>
              </p:sp>
            </p:grpSp>
            <p:grpSp>
              <p:nvGrpSpPr>
                <p:cNvPr id="24618" name="Group 69"/>
                <p:cNvGrpSpPr/>
                <p:nvPr/>
              </p:nvGrpSpPr>
              <p:grpSpPr>
                <a:xfrm>
                  <a:off x="1487" y="1094"/>
                  <a:ext cx="432" cy="288"/>
                  <a:chOff x="0" y="0"/>
                  <a:chExt cx="432" cy="288"/>
                </a:xfrm>
              </p:grpSpPr>
              <p:sp>
                <p:nvSpPr>
                  <p:cNvPr id="24709" name="Rectangle 70"/>
                  <p:cNvSpPr/>
                  <p:nvPr/>
                </p:nvSpPr>
                <p:spPr>
                  <a:xfrm>
                    <a:off x="0" y="0"/>
                    <a:ext cx="432" cy="288"/>
                  </a:xfrm>
                  <a:prstGeom prst="rect">
                    <a:avLst/>
                  </a:prstGeom>
                  <a:noFill/>
                  <a:ln w="9525">
                    <a:noFill/>
                  </a:ln>
                </p:spPr>
                <p:txBody>
                  <a:bodyPr anchor="ctr" anchorCtr="0"/>
                  <a:lstStyle>
                    <a:lvl1pPr marL="342900" indent="-342900" algn="l" rtl="0" eaLnBrk="0" fontAlgn="base" hangingPunct="0">
                      <a:spcBef>
                        <a:spcPct val="20000"/>
                      </a:spcBef>
                      <a:spcAft>
                        <a:spcPct val="0"/>
                      </a:spcAft>
                      <a:buChar char="•"/>
                      <a:defRPr sz="3200">
                        <a:solidFill>
                          <a:srgbClr val="666699"/>
                        </a:solidFill>
                        <a:latin typeface="+mn-lt"/>
                        <a:ea typeface="+mn-ea"/>
                        <a:cs typeface="+mn-cs"/>
                      </a:defRPr>
                    </a:lvl1pPr>
                    <a:lvl2pPr marL="742950" indent="-285750" algn="l" rtl="0" eaLnBrk="0" fontAlgn="base" hangingPunct="0">
                      <a:spcBef>
                        <a:spcPct val="20000"/>
                      </a:spcBef>
                      <a:spcAft>
                        <a:spcPct val="0"/>
                      </a:spcAft>
                      <a:buChar char="–"/>
                      <a:defRPr sz="2800">
                        <a:solidFill>
                          <a:srgbClr val="666699"/>
                        </a:solidFill>
                        <a:latin typeface="+mn-lt"/>
                        <a:ea typeface="+mn-ea"/>
                      </a:defRPr>
                    </a:lvl2pPr>
                    <a:lvl3pPr marL="1143000" indent="-228600" algn="l" rtl="0" eaLnBrk="0" fontAlgn="base" hangingPunct="0">
                      <a:spcBef>
                        <a:spcPct val="20000"/>
                      </a:spcBef>
                      <a:spcAft>
                        <a:spcPct val="0"/>
                      </a:spcAft>
                      <a:buChar char="•"/>
                      <a:defRPr sz="2400">
                        <a:solidFill>
                          <a:srgbClr val="666699"/>
                        </a:solidFill>
                        <a:latin typeface="+mn-lt"/>
                        <a:ea typeface="+mn-ea"/>
                      </a:defRPr>
                    </a:lvl3pPr>
                    <a:lvl4pPr marL="1600200" indent="-228600" algn="l" rtl="0" eaLnBrk="0" fontAlgn="base" hangingPunct="0">
                      <a:spcBef>
                        <a:spcPct val="20000"/>
                      </a:spcBef>
                      <a:spcAft>
                        <a:spcPct val="0"/>
                      </a:spcAft>
                      <a:buChar char="–"/>
                      <a:defRPr sz="2000">
                        <a:solidFill>
                          <a:srgbClr val="666699"/>
                        </a:solidFill>
                        <a:latin typeface="+mn-lt"/>
                        <a:ea typeface="+mn-ea"/>
                      </a:defRPr>
                    </a:lvl4pPr>
                    <a:lvl5pPr marL="2057400" indent="-228600" algn="l" rtl="0" eaLnBrk="0" fontAlgn="base" hangingPunct="0">
                      <a:spcBef>
                        <a:spcPct val="20000"/>
                      </a:spcBef>
                      <a:spcAft>
                        <a:spcPct val="0"/>
                      </a:spcAft>
                      <a:buChar char="»"/>
                      <a:defRPr sz="2000">
                        <a:solidFill>
                          <a:srgbClr val="666699"/>
                        </a:solidFill>
                        <a:latin typeface="+mn-lt"/>
                        <a:ea typeface="+mn-ea"/>
                      </a:defRPr>
                    </a:lvl5pPr>
                  </a:lstStyle>
                  <a:p>
                    <a:pPr marL="0" lvl="0" indent="0" algn="ctr" eaLnBrk="1" hangingPunct="1">
                      <a:spcBef>
                        <a:spcPct val="0"/>
                      </a:spcBef>
                      <a:buNone/>
                    </a:pPr>
                    <a:r>
                      <a:rPr lang="zh-CN" altLang="en-US" sz="2400" dirty="0">
                        <a:solidFill>
                          <a:schemeClr val="tx1"/>
                        </a:solidFill>
                      </a:rPr>
                      <a:t>0</a:t>
                    </a:r>
                    <a:endParaRPr lang="zh-CN" altLang="en-US" sz="2400" dirty="0">
                      <a:solidFill>
                        <a:schemeClr val="tx1"/>
                      </a:solidFill>
                    </a:endParaRPr>
                  </a:p>
                </p:txBody>
              </p:sp>
              <p:sp>
                <p:nvSpPr>
                  <p:cNvPr id="24710" name="Rectangle 71"/>
                  <p:cNvSpPr/>
                  <p:nvPr/>
                </p:nvSpPr>
                <p:spPr>
                  <a:xfrm>
                    <a:off x="0" y="0"/>
                    <a:ext cx="432" cy="288"/>
                  </a:xfrm>
                  <a:prstGeom prst="rect">
                    <a:avLst/>
                  </a:prstGeom>
                  <a:noFill/>
                  <a:ln w="7" cap="flat" cmpd="sng">
                    <a:solidFill>
                      <a:srgbClr val="A0A0A0"/>
                    </a:solidFill>
                    <a:prstDash val="solid"/>
                    <a:miter/>
                    <a:headEnd type="none" w="med" len="med"/>
                    <a:tailEnd type="none" w="med" len="med"/>
                  </a:ln>
                </p:spPr>
                <p:txBody>
                  <a:bodyPr wrap="none"/>
                  <a:lstStyle>
                    <a:lvl1pPr marL="342900" indent="-342900" algn="l" rtl="0" eaLnBrk="0" fontAlgn="base" hangingPunct="0">
                      <a:spcBef>
                        <a:spcPct val="20000"/>
                      </a:spcBef>
                      <a:spcAft>
                        <a:spcPct val="0"/>
                      </a:spcAft>
                      <a:buChar char="•"/>
                      <a:defRPr sz="3200">
                        <a:solidFill>
                          <a:srgbClr val="666699"/>
                        </a:solidFill>
                        <a:latin typeface="+mn-lt"/>
                        <a:ea typeface="+mn-ea"/>
                        <a:cs typeface="+mn-cs"/>
                      </a:defRPr>
                    </a:lvl1pPr>
                    <a:lvl2pPr marL="742950" indent="-285750" algn="l" rtl="0" eaLnBrk="0" fontAlgn="base" hangingPunct="0">
                      <a:spcBef>
                        <a:spcPct val="20000"/>
                      </a:spcBef>
                      <a:spcAft>
                        <a:spcPct val="0"/>
                      </a:spcAft>
                      <a:buChar char="–"/>
                      <a:defRPr sz="2800">
                        <a:solidFill>
                          <a:srgbClr val="666699"/>
                        </a:solidFill>
                        <a:latin typeface="+mn-lt"/>
                        <a:ea typeface="+mn-ea"/>
                      </a:defRPr>
                    </a:lvl2pPr>
                    <a:lvl3pPr marL="1143000" indent="-228600" algn="l" rtl="0" eaLnBrk="0" fontAlgn="base" hangingPunct="0">
                      <a:spcBef>
                        <a:spcPct val="20000"/>
                      </a:spcBef>
                      <a:spcAft>
                        <a:spcPct val="0"/>
                      </a:spcAft>
                      <a:buChar char="•"/>
                      <a:defRPr sz="2400">
                        <a:solidFill>
                          <a:srgbClr val="666699"/>
                        </a:solidFill>
                        <a:latin typeface="+mn-lt"/>
                        <a:ea typeface="+mn-ea"/>
                      </a:defRPr>
                    </a:lvl3pPr>
                    <a:lvl4pPr marL="1600200" indent="-228600" algn="l" rtl="0" eaLnBrk="0" fontAlgn="base" hangingPunct="0">
                      <a:spcBef>
                        <a:spcPct val="20000"/>
                      </a:spcBef>
                      <a:spcAft>
                        <a:spcPct val="0"/>
                      </a:spcAft>
                      <a:buChar char="–"/>
                      <a:defRPr sz="2000">
                        <a:solidFill>
                          <a:srgbClr val="666699"/>
                        </a:solidFill>
                        <a:latin typeface="+mn-lt"/>
                        <a:ea typeface="+mn-ea"/>
                      </a:defRPr>
                    </a:lvl4pPr>
                    <a:lvl5pPr marL="2057400" indent="-228600" algn="l" rtl="0" eaLnBrk="0" fontAlgn="base" hangingPunct="0">
                      <a:spcBef>
                        <a:spcPct val="20000"/>
                      </a:spcBef>
                      <a:spcAft>
                        <a:spcPct val="0"/>
                      </a:spcAft>
                      <a:buChar char="»"/>
                      <a:defRPr sz="2000">
                        <a:solidFill>
                          <a:srgbClr val="666699"/>
                        </a:solidFill>
                        <a:latin typeface="+mn-lt"/>
                        <a:ea typeface="+mn-ea"/>
                      </a:defRPr>
                    </a:lvl5pPr>
                  </a:lstStyle>
                  <a:p>
                    <a:pPr marL="0" lvl="0" indent="0" eaLnBrk="1" hangingPunct="1">
                      <a:spcBef>
                        <a:spcPct val="0"/>
                      </a:spcBef>
                      <a:buNone/>
                    </a:pPr>
                    <a:endParaRPr lang="zh-CN" altLang="en-US" sz="2400" dirty="0">
                      <a:solidFill>
                        <a:schemeClr val="tx1"/>
                      </a:solidFill>
                    </a:endParaRPr>
                  </a:p>
                </p:txBody>
              </p:sp>
            </p:grpSp>
            <p:grpSp>
              <p:nvGrpSpPr>
                <p:cNvPr id="24619" name="Group 72"/>
                <p:cNvGrpSpPr/>
                <p:nvPr/>
              </p:nvGrpSpPr>
              <p:grpSpPr>
                <a:xfrm>
                  <a:off x="0" y="1382"/>
                  <a:ext cx="353" cy="288"/>
                  <a:chOff x="0" y="0"/>
                  <a:chExt cx="353" cy="288"/>
                </a:xfrm>
              </p:grpSpPr>
              <p:sp>
                <p:nvSpPr>
                  <p:cNvPr id="24707" name="Rectangle 73"/>
                  <p:cNvSpPr/>
                  <p:nvPr/>
                </p:nvSpPr>
                <p:spPr>
                  <a:xfrm>
                    <a:off x="0" y="0"/>
                    <a:ext cx="353" cy="288"/>
                  </a:xfrm>
                  <a:prstGeom prst="rect">
                    <a:avLst/>
                  </a:prstGeom>
                  <a:noFill/>
                  <a:ln w="9525">
                    <a:noFill/>
                  </a:ln>
                </p:spPr>
                <p:txBody>
                  <a:bodyPr anchor="ctr" anchorCtr="0"/>
                  <a:lstStyle>
                    <a:lvl1pPr marL="342900" indent="-342900" algn="l" rtl="0" eaLnBrk="0" fontAlgn="base" hangingPunct="0">
                      <a:spcBef>
                        <a:spcPct val="20000"/>
                      </a:spcBef>
                      <a:spcAft>
                        <a:spcPct val="0"/>
                      </a:spcAft>
                      <a:buChar char="•"/>
                      <a:defRPr sz="3200">
                        <a:solidFill>
                          <a:srgbClr val="666699"/>
                        </a:solidFill>
                        <a:latin typeface="+mn-lt"/>
                        <a:ea typeface="+mn-ea"/>
                        <a:cs typeface="+mn-cs"/>
                      </a:defRPr>
                    </a:lvl1pPr>
                    <a:lvl2pPr marL="742950" indent="-285750" algn="l" rtl="0" eaLnBrk="0" fontAlgn="base" hangingPunct="0">
                      <a:spcBef>
                        <a:spcPct val="20000"/>
                      </a:spcBef>
                      <a:spcAft>
                        <a:spcPct val="0"/>
                      </a:spcAft>
                      <a:buChar char="–"/>
                      <a:defRPr sz="2800">
                        <a:solidFill>
                          <a:srgbClr val="666699"/>
                        </a:solidFill>
                        <a:latin typeface="+mn-lt"/>
                        <a:ea typeface="+mn-ea"/>
                      </a:defRPr>
                    </a:lvl2pPr>
                    <a:lvl3pPr marL="1143000" indent="-228600" algn="l" rtl="0" eaLnBrk="0" fontAlgn="base" hangingPunct="0">
                      <a:spcBef>
                        <a:spcPct val="20000"/>
                      </a:spcBef>
                      <a:spcAft>
                        <a:spcPct val="0"/>
                      </a:spcAft>
                      <a:buChar char="•"/>
                      <a:defRPr sz="2400">
                        <a:solidFill>
                          <a:srgbClr val="666699"/>
                        </a:solidFill>
                        <a:latin typeface="+mn-lt"/>
                        <a:ea typeface="+mn-ea"/>
                      </a:defRPr>
                    </a:lvl3pPr>
                    <a:lvl4pPr marL="1600200" indent="-228600" algn="l" rtl="0" eaLnBrk="0" fontAlgn="base" hangingPunct="0">
                      <a:spcBef>
                        <a:spcPct val="20000"/>
                      </a:spcBef>
                      <a:spcAft>
                        <a:spcPct val="0"/>
                      </a:spcAft>
                      <a:buChar char="–"/>
                      <a:defRPr sz="2000">
                        <a:solidFill>
                          <a:srgbClr val="666699"/>
                        </a:solidFill>
                        <a:latin typeface="+mn-lt"/>
                        <a:ea typeface="+mn-ea"/>
                      </a:defRPr>
                    </a:lvl4pPr>
                    <a:lvl5pPr marL="2057400" indent="-228600" algn="l" rtl="0" eaLnBrk="0" fontAlgn="base" hangingPunct="0">
                      <a:spcBef>
                        <a:spcPct val="20000"/>
                      </a:spcBef>
                      <a:spcAft>
                        <a:spcPct val="0"/>
                      </a:spcAft>
                      <a:buChar char="»"/>
                      <a:defRPr sz="2000">
                        <a:solidFill>
                          <a:srgbClr val="666699"/>
                        </a:solidFill>
                        <a:latin typeface="+mn-lt"/>
                        <a:ea typeface="+mn-ea"/>
                      </a:defRPr>
                    </a:lvl5pPr>
                  </a:lstStyle>
                  <a:p>
                    <a:pPr marL="0" lvl="0" indent="0" algn="ctr" eaLnBrk="1" hangingPunct="1">
                      <a:spcBef>
                        <a:spcPct val="0"/>
                      </a:spcBef>
                      <a:buNone/>
                    </a:pPr>
                    <a:r>
                      <a:rPr lang="zh-CN" altLang="en-US" sz="2400" dirty="0">
                        <a:solidFill>
                          <a:schemeClr val="tx1"/>
                        </a:solidFill>
                      </a:rPr>
                      <a:t>0</a:t>
                    </a:r>
                    <a:endParaRPr lang="zh-CN" altLang="en-US" sz="2400" dirty="0">
                      <a:solidFill>
                        <a:schemeClr val="tx1"/>
                      </a:solidFill>
                    </a:endParaRPr>
                  </a:p>
                </p:txBody>
              </p:sp>
              <p:sp>
                <p:nvSpPr>
                  <p:cNvPr id="24708" name="Rectangle 74"/>
                  <p:cNvSpPr/>
                  <p:nvPr/>
                </p:nvSpPr>
                <p:spPr>
                  <a:xfrm>
                    <a:off x="0" y="0"/>
                    <a:ext cx="353" cy="288"/>
                  </a:xfrm>
                  <a:prstGeom prst="rect">
                    <a:avLst/>
                  </a:prstGeom>
                  <a:noFill/>
                  <a:ln w="7" cap="flat" cmpd="sng">
                    <a:solidFill>
                      <a:srgbClr val="A0A0A0"/>
                    </a:solidFill>
                    <a:prstDash val="solid"/>
                    <a:miter/>
                    <a:headEnd type="none" w="med" len="med"/>
                    <a:tailEnd type="none" w="med" len="med"/>
                  </a:ln>
                </p:spPr>
                <p:txBody>
                  <a:bodyPr wrap="none"/>
                  <a:lstStyle>
                    <a:lvl1pPr marL="342900" indent="-342900" algn="l" rtl="0" eaLnBrk="0" fontAlgn="base" hangingPunct="0">
                      <a:spcBef>
                        <a:spcPct val="20000"/>
                      </a:spcBef>
                      <a:spcAft>
                        <a:spcPct val="0"/>
                      </a:spcAft>
                      <a:buChar char="•"/>
                      <a:defRPr sz="3200">
                        <a:solidFill>
                          <a:srgbClr val="666699"/>
                        </a:solidFill>
                        <a:latin typeface="+mn-lt"/>
                        <a:ea typeface="+mn-ea"/>
                        <a:cs typeface="+mn-cs"/>
                      </a:defRPr>
                    </a:lvl1pPr>
                    <a:lvl2pPr marL="742950" indent="-285750" algn="l" rtl="0" eaLnBrk="0" fontAlgn="base" hangingPunct="0">
                      <a:spcBef>
                        <a:spcPct val="20000"/>
                      </a:spcBef>
                      <a:spcAft>
                        <a:spcPct val="0"/>
                      </a:spcAft>
                      <a:buChar char="–"/>
                      <a:defRPr sz="2800">
                        <a:solidFill>
                          <a:srgbClr val="666699"/>
                        </a:solidFill>
                        <a:latin typeface="+mn-lt"/>
                        <a:ea typeface="+mn-ea"/>
                      </a:defRPr>
                    </a:lvl2pPr>
                    <a:lvl3pPr marL="1143000" indent="-228600" algn="l" rtl="0" eaLnBrk="0" fontAlgn="base" hangingPunct="0">
                      <a:spcBef>
                        <a:spcPct val="20000"/>
                      </a:spcBef>
                      <a:spcAft>
                        <a:spcPct val="0"/>
                      </a:spcAft>
                      <a:buChar char="•"/>
                      <a:defRPr sz="2400">
                        <a:solidFill>
                          <a:srgbClr val="666699"/>
                        </a:solidFill>
                        <a:latin typeface="+mn-lt"/>
                        <a:ea typeface="+mn-ea"/>
                      </a:defRPr>
                    </a:lvl3pPr>
                    <a:lvl4pPr marL="1600200" indent="-228600" algn="l" rtl="0" eaLnBrk="0" fontAlgn="base" hangingPunct="0">
                      <a:spcBef>
                        <a:spcPct val="20000"/>
                      </a:spcBef>
                      <a:spcAft>
                        <a:spcPct val="0"/>
                      </a:spcAft>
                      <a:buChar char="–"/>
                      <a:defRPr sz="2000">
                        <a:solidFill>
                          <a:srgbClr val="666699"/>
                        </a:solidFill>
                        <a:latin typeface="+mn-lt"/>
                        <a:ea typeface="+mn-ea"/>
                      </a:defRPr>
                    </a:lvl4pPr>
                    <a:lvl5pPr marL="2057400" indent="-228600" algn="l" rtl="0" eaLnBrk="0" fontAlgn="base" hangingPunct="0">
                      <a:spcBef>
                        <a:spcPct val="20000"/>
                      </a:spcBef>
                      <a:spcAft>
                        <a:spcPct val="0"/>
                      </a:spcAft>
                      <a:buChar char="»"/>
                      <a:defRPr sz="2000">
                        <a:solidFill>
                          <a:srgbClr val="666699"/>
                        </a:solidFill>
                        <a:latin typeface="+mn-lt"/>
                        <a:ea typeface="+mn-ea"/>
                      </a:defRPr>
                    </a:lvl5pPr>
                  </a:lstStyle>
                  <a:p>
                    <a:pPr marL="0" lvl="0" indent="0" eaLnBrk="1" hangingPunct="1">
                      <a:spcBef>
                        <a:spcPct val="0"/>
                      </a:spcBef>
                      <a:buNone/>
                    </a:pPr>
                    <a:endParaRPr lang="zh-CN" altLang="en-US" sz="2400" dirty="0">
                      <a:solidFill>
                        <a:schemeClr val="tx1"/>
                      </a:solidFill>
                    </a:endParaRPr>
                  </a:p>
                </p:txBody>
              </p:sp>
            </p:grpSp>
            <p:grpSp>
              <p:nvGrpSpPr>
                <p:cNvPr id="24620" name="Group 75"/>
                <p:cNvGrpSpPr/>
                <p:nvPr/>
              </p:nvGrpSpPr>
              <p:grpSpPr>
                <a:xfrm>
                  <a:off x="353" y="1382"/>
                  <a:ext cx="353" cy="288"/>
                  <a:chOff x="0" y="0"/>
                  <a:chExt cx="353" cy="288"/>
                </a:xfrm>
              </p:grpSpPr>
              <p:sp>
                <p:nvSpPr>
                  <p:cNvPr id="24705" name="Rectangle 76"/>
                  <p:cNvSpPr/>
                  <p:nvPr/>
                </p:nvSpPr>
                <p:spPr>
                  <a:xfrm>
                    <a:off x="0" y="0"/>
                    <a:ext cx="353" cy="288"/>
                  </a:xfrm>
                  <a:prstGeom prst="rect">
                    <a:avLst/>
                  </a:prstGeom>
                  <a:noFill/>
                  <a:ln w="9525">
                    <a:noFill/>
                  </a:ln>
                </p:spPr>
                <p:txBody>
                  <a:bodyPr anchor="ctr" anchorCtr="0"/>
                  <a:lstStyle>
                    <a:lvl1pPr marL="342900" indent="-342900" algn="l" rtl="0" eaLnBrk="0" fontAlgn="base" hangingPunct="0">
                      <a:spcBef>
                        <a:spcPct val="20000"/>
                      </a:spcBef>
                      <a:spcAft>
                        <a:spcPct val="0"/>
                      </a:spcAft>
                      <a:buChar char="•"/>
                      <a:defRPr sz="3200">
                        <a:solidFill>
                          <a:srgbClr val="666699"/>
                        </a:solidFill>
                        <a:latin typeface="+mn-lt"/>
                        <a:ea typeface="+mn-ea"/>
                        <a:cs typeface="+mn-cs"/>
                      </a:defRPr>
                    </a:lvl1pPr>
                    <a:lvl2pPr marL="742950" indent="-285750" algn="l" rtl="0" eaLnBrk="0" fontAlgn="base" hangingPunct="0">
                      <a:spcBef>
                        <a:spcPct val="20000"/>
                      </a:spcBef>
                      <a:spcAft>
                        <a:spcPct val="0"/>
                      </a:spcAft>
                      <a:buChar char="–"/>
                      <a:defRPr sz="2800">
                        <a:solidFill>
                          <a:srgbClr val="666699"/>
                        </a:solidFill>
                        <a:latin typeface="+mn-lt"/>
                        <a:ea typeface="+mn-ea"/>
                      </a:defRPr>
                    </a:lvl2pPr>
                    <a:lvl3pPr marL="1143000" indent="-228600" algn="l" rtl="0" eaLnBrk="0" fontAlgn="base" hangingPunct="0">
                      <a:spcBef>
                        <a:spcPct val="20000"/>
                      </a:spcBef>
                      <a:spcAft>
                        <a:spcPct val="0"/>
                      </a:spcAft>
                      <a:buChar char="•"/>
                      <a:defRPr sz="2400">
                        <a:solidFill>
                          <a:srgbClr val="666699"/>
                        </a:solidFill>
                        <a:latin typeface="+mn-lt"/>
                        <a:ea typeface="+mn-ea"/>
                      </a:defRPr>
                    </a:lvl3pPr>
                    <a:lvl4pPr marL="1600200" indent="-228600" algn="l" rtl="0" eaLnBrk="0" fontAlgn="base" hangingPunct="0">
                      <a:spcBef>
                        <a:spcPct val="20000"/>
                      </a:spcBef>
                      <a:spcAft>
                        <a:spcPct val="0"/>
                      </a:spcAft>
                      <a:buChar char="–"/>
                      <a:defRPr sz="2000">
                        <a:solidFill>
                          <a:srgbClr val="666699"/>
                        </a:solidFill>
                        <a:latin typeface="+mn-lt"/>
                        <a:ea typeface="+mn-ea"/>
                      </a:defRPr>
                    </a:lvl4pPr>
                    <a:lvl5pPr marL="2057400" indent="-228600" algn="l" rtl="0" eaLnBrk="0" fontAlgn="base" hangingPunct="0">
                      <a:spcBef>
                        <a:spcPct val="20000"/>
                      </a:spcBef>
                      <a:spcAft>
                        <a:spcPct val="0"/>
                      </a:spcAft>
                      <a:buChar char="»"/>
                      <a:defRPr sz="2000">
                        <a:solidFill>
                          <a:srgbClr val="666699"/>
                        </a:solidFill>
                        <a:latin typeface="+mn-lt"/>
                        <a:ea typeface="+mn-ea"/>
                      </a:defRPr>
                    </a:lvl5pPr>
                  </a:lstStyle>
                  <a:p>
                    <a:pPr marL="0" lvl="0" indent="0" algn="ctr" eaLnBrk="1" hangingPunct="1">
                      <a:spcBef>
                        <a:spcPct val="0"/>
                      </a:spcBef>
                      <a:buNone/>
                    </a:pPr>
                    <a:r>
                      <a:rPr lang="zh-CN" altLang="en-US" sz="2400" dirty="0">
                        <a:solidFill>
                          <a:schemeClr val="tx1"/>
                        </a:solidFill>
                      </a:rPr>
                      <a:t>1</a:t>
                    </a:r>
                    <a:endParaRPr lang="zh-CN" altLang="en-US" sz="2400" dirty="0">
                      <a:solidFill>
                        <a:schemeClr val="tx1"/>
                      </a:solidFill>
                    </a:endParaRPr>
                  </a:p>
                </p:txBody>
              </p:sp>
              <p:sp>
                <p:nvSpPr>
                  <p:cNvPr id="24706" name="Rectangle 77"/>
                  <p:cNvSpPr/>
                  <p:nvPr/>
                </p:nvSpPr>
                <p:spPr>
                  <a:xfrm>
                    <a:off x="0" y="0"/>
                    <a:ext cx="353" cy="288"/>
                  </a:xfrm>
                  <a:prstGeom prst="rect">
                    <a:avLst/>
                  </a:prstGeom>
                  <a:noFill/>
                  <a:ln w="7" cap="flat" cmpd="sng">
                    <a:solidFill>
                      <a:srgbClr val="A0A0A0"/>
                    </a:solidFill>
                    <a:prstDash val="solid"/>
                    <a:miter/>
                    <a:headEnd type="none" w="med" len="med"/>
                    <a:tailEnd type="none" w="med" len="med"/>
                  </a:ln>
                </p:spPr>
                <p:txBody>
                  <a:bodyPr wrap="none"/>
                  <a:lstStyle>
                    <a:lvl1pPr marL="342900" indent="-342900" algn="l" rtl="0" eaLnBrk="0" fontAlgn="base" hangingPunct="0">
                      <a:spcBef>
                        <a:spcPct val="20000"/>
                      </a:spcBef>
                      <a:spcAft>
                        <a:spcPct val="0"/>
                      </a:spcAft>
                      <a:buChar char="•"/>
                      <a:defRPr sz="3200">
                        <a:solidFill>
                          <a:srgbClr val="666699"/>
                        </a:solidFill>
                        <a:latin typeface="+mn-lt"/>
                        <a:ea typeface="+mn-ea"/>
                        <a:cs typeface="+mn-cs"/>
                      </a:defRPr>
                    </a:lvl1pPr>
                    <a:lvl2pPr marL="742950" indent="-285750" algn="l" rtl="0" eaLnBrk="0" fontAlgn="base" hangingPunct="0">
                      <a:spcBef>
                        <a:spcPct val="20000"/>
                      </a:spcBef>
                      <a:spcAft>
                        <a:spcPct val="0"/>
                      </a:spcAft>
                      <a:buChar char="–"/>
                      <a:defRPr sz="2800">
                        <a:solidFill>
                          <a:srgbClr val="666699"/>
                        </a:solidFill>
                        <a:latin typeface="+mn-lt"/>
                        <a:ea typeface="+mn-ea"/>
                      </a:defRPr>
                    </a:lvl2pPr>
                    <a:lvl3pPr marL="1143000" indent="-228600" algn="l" rtl="0" eaLnBrk="0" fontAlgn="base" hangingPunct="0">
                      <a:spcBef>
                        <a:spcPct val="20000"/>
                      </a:spcBef>
                      <a:spcAft>
                        <a:spcPct val="0"/>
                      </a:spcAft>
                      <a:buChar char="•"/>
                      <a:defRPr sz="2400">
                        <a:solidFill>
                          <a:srgbClr val="666699"/>
                        </a:solidFill>
                        <a:latin typeface="+mn-lt"/>
                        <a:ea typeface="+mn-ea"/>
                      </a:defRPr>
                    </a:lvl3pPr>
                    <a:lvl4pPr marL="1600200" indent="-228600" algn="l" rtl="0" eaLnBrk="0" fontAlgn="base" hangingPunct="0">
                      <a:spcBef>
                        <a:spcPct val="20000"/>
                      </a:spcBef>
                      <a:spcAft>
                        <a:spcPct val="0"/>
                      </a:spcAft>
                      <a:buChar char="–"/>
                      <a:defRPr sz="2000">
                        <a:solidFill>
                          <a:srgbClr val="666699"/>
                        </a:solidFill>
                        <a:latin typeface="+mn-lt"/>
                        <a:ea typeface="+mn-ea"/>
                      </a:defRPr>
                    </a:lvl4pPr>
                    <a:lvl5pPr marL="2057400" indent="-228600" algn="l" rtl="0" eaLnBrk="0" fontAlgn="base" hangingPunct="0">
                      <a:spcBef>
                        <a:spcPct val="20000"/>
                      </a:spcBef>
                      <a:spcAft>
                        <a:spcPct val="0"/>
                      </a:spcAft>
                      <a:buChar char="»"/>
                      <a:defRPr sz="2000">
                        <a:solidFill>
                          <a:srgbClr val="666699"/>
                        </a:solidFill>
                        <a:latin typeface="+mn-lt"/>
                        <a:ea typeface="+mn-ea"/>
                      </a:defRPr>
                    </a:lvl5pPr>
                  </a:lstStyle>
                  <a:p>
                    <a:pPr marL="0" lvl="0" indent="0" eaLnBrk="1" hangingPunct="1">
                      <a:spcBef>
                        <a:spcPct val="0"/>
                      </a:spcBef>
                      <a:buNone/>
                    </a:pPr>
                    <a:endParaRPr lang="zh-CN" altLang="en-US" sz="2400" dirty="0">
                      <a:solidFill>
                        <a:schemeClr val="tx1"/>
                      </a:solidFill>
                    </a:endParaRPr>
                  </a:p>
                </p:txBody>
              </p:sp>
            </p:grpSp>
            <p:grpSp>
              <p:nvGrpSpPr>
                <p:cNvPr id="24621" name="Group 78"/>
                <p:cNvGrpSpPr/>
                <p:nvPr/>
              </p:nvGrpSpPr>
              <p:grpSpPr>
                <a:xfrm>
                  <a:off x="706" y="1382"/>
                  <a:ext cx="349" cy="288"/>
                  <a:chOff x="0" y="0"/>
                  <a:chExt cx="349" cy="288"/>
                </a:xfrm>
              </p:grpSpPr>
              <p:sp>
                <p:nvSpPr>
                  <p:cNvPr id="24703" name="Rectangle 79"/>
                  <p:cNvSpPr/>
                  <p:nvPr/>
                </p:nvSpPr>
                <p:spPr>
                  <a:xfrm>
                    <a:off x="0" y="0"/>
                    <a:ext cx="349" cy="288"/>
                  </a:xfrm>
                  <a:prstGeom prst="rect">
                    <a:avLst/>
                  </a:prstGeom>
                  <a:noFill/>
                  <a:ln w="9525">
                    <a:noFill/>
                  </a:ln>
                </p:spPr>
                <p:txBody>
                  <a:bodyPr anchor="ctr" anchorCtr="0"/>
                  <a:lstStyle>
                    <a:lvl1pPr marL="342900" indent="-342900" algn="l" rtl="0" eaLnBrk="0" fontAlgn="base" hangingPunct="0">
                      <a:spcBef>
                        <a:spcPct val="20000"/>
                      </a:spcBef>
                      <a:spcAft>
                        <a:spcPct val="0"/>
                      </a:spcAft>
                      <a:buChar char="•"/>
                      <a:defRPr sz="3200">
                        <a:solidFill>
                          <a:srgbClr val="666699"/>
                        </a:solidFill>
                        <a:latin typeface="+mn-lt"/>
                        <a:ea typeface="+mn-ea"/>
                        <a:cs typeface="+mn-cs"/>
                      </a:defRPr>
                    </a:lvl1pPr>
                    <a:lvl2pPr marL="742950" indent="-285750" algn="l" rtl="0" eaLnBrk="0" fontAlgn="base" hangingPunct="0">
                      <a:spcBef>
                        <a:spcPct val="20000"/>
                      </a:spcBef>
                      <a:spcAft>
                        <a:spcPct val="0"/>
                      </a:spcAft>
                      <a:buChar char="–"/>
                      <a:defRPr sz="2800">
                        <a:solidFill>
                          <a:srgbClr val="666699"/>
                        </a:solidFill>
                        <a:latin typeface="+mn-lt"/>
                        <a:ea typeface="+mn-ea"/>
                      </a:defRPr>
                    </a:lvl2pPr>
                    <a:lvl3pPr marL="1143000" indent="-228600" algn="l" rtl="0" eaLnBrk="0" fontAlgn="base" hangingPunct="0">
                      <a:spcBef>
                        <a:spcPct val="20000"/>
                      </a:spcBef>
                      <a:spcAft>
                        <a:spcPct val="0"/>
                      </a:spcAft>
                      <a:buChar char="•"/>
                      <a:defRPr sz="2400">
                        <a:solidFill>
                          <a:srgbClr val="666699"/>
                        </a:solidFill>
                        <a:latin typeface="+mn-lt"/>
                        <a:ea typeface="+mn-ea"/>
                      </a:defRPr>
                    </a:lvl3pPr>
                    <a:lvl4pPr marL="1600200" indent="-228600" algn="l" rtl="0" eaLnBrk="0" fontAlgn="base" hangingPunct="0">
                      <a:spcBef>
                        <a:spcPct val="20000"/>
                      </a:spcBef>
                      <a:spcAft>
                        <a:spcPct val="0"/>
                      </a:spcAft>
                      <a:buChar char="–"/>
                      <a:defRPr sz="2000">
                        <a:solidFill>
                          <a:srgbClr val="666699"/>
                        </a:solidFill>
                        <a:latin typeface="+mn-lt"/>
                        <a:ea typeface="+mn-ea"/>
                      </a:defRPr>
                    </a:lvl4pPr>
                    <a:lvl5pPr marL="2057400" indent="-228600" algn="l" rtl="0" eaLnBrk="0" fontAlgn="base" hangingPunct="0">
                      <a:spcBef>
                        <a:spcPct val="20000"/>
                      </a:spcBef>
                      <a:spcAft>
                        <a:spcPct val="0"/>
                      </a:spcAft>
                      <a:buChar char="»"/>
                      <a:defRPr sz="2000">
                        <a:solidFill>
                          <a:srgbClr val="666699"/>
                        </a:solidFill>
                        <a:latin typeface="+mn-lt"/>
                        <a:ea typeface="+mn-ea"/>
                      </a:defRPr>
                    </a:lvl5pPr>
                  </a:lstStyle>
                  <a:p>
                    <a:pPr marL="0" lvl="0" indent="0" algn="ctr" eaLnBrk="1" hangingPunct="1">
                      <a:spcBef>
                        <a:spcPct val="0"/>
                      </a:spcBef>
                      <a:buNone/>
                    </a:pPr>
                    <a:r>
                      <a:rPr lang="zh-CN" altLang="en-US" sz="2400" dirty="0">
                        <a:solidFill>
                          <a:schemeClr val="tx1"/>
                        </a:solidFill>
                      </a:rPr>
                      <a:t>0</a:t>
                    </a:r>
                    <a:endParaRPr lang="zh-CN" altLang="en-US" sz="2400" dirty="0">
                      <a:solidFill>
                        <a:schemeClr val="tx1"/>
                      </a:solidFill>
                    </a:endParaRPr>
                  </a:p>
                </p:txBody>
              </p:sp>
              <p:sp>
                <p:nvSpPr>
                  <p:cNvPr id="24704" name="Rectangle 80"/>
                  <p:cNvSpPr/>
                  <p:nvPr/>
                </p:nvSpPr>
                <p:spPr>
                  <a:xfrm>
                    <a:off x="0" y="0"/>
                    <a:ext cx="349" cy="288"/>
                  </a:xfrm>
                  <a:prstGeom prst="rect">
                    <a:avLst/>
                  </a:prstGeom>
                  <a:noFill/>
                  <a:ln w="7" cap="flat" cmpd="sng">
                    <a:solidFill>
                      <a:srgbClr val="A0A0A0"/>
                    </a:solidFill>
                    <a:prstDash val="solid"/>
                    <a:miter/>
                    <a:headEnd type="none" w="med" len="med"/>
                    <a:tailEnd type="none" w="med" len="med"/>
                  </a:ln>
                </p:spPr>
                <p:txBody>
                  <a:bodyPr wrap="none"/>
                  <a:lstStyle>
                    <a:lvl1pPr marL="342900" indent="-342900" algn="l" rtl="0" eaLnBrk="0" fontAlgn="base" hangingPunct="0">
                      <a:spcBef>
                        <a:spcPct val="20000"/>
                      </a:spcBef>
                      <a:spcAft>
                        <a:spcPct val="0"/>
                      </a:spcAft>
                      <a:buChar char="•"/>
                      <a:defRPr sz="3200">
                        <a:solidFill>
                          <a:srgbClr val="666699"/>
                        </a:solidFill>
                        <a:latin typeface="+mn-lt"/>
                        <a:ea typeface="+mn-ea"/>
                        <a:cs typeface="+mn-cs"/>
                      </a:defRPr>
                    </a:lvl1pPr>
                    <a:lvl2pPr marL="742950" indent="-285750" algn="l" rtl="0" eaLnBrk="0" fontAlgn="base" hangingPunct="0">
                      <a:spcBef>
                        <a:spcPct val="20000"/>
                      </a:spcBef>
                      <a:spcAft>
                        <a:spcPct val="0"/>
                      </a:spcAft>
                      <a:buChar char="–"/>
                      <a:defRPr sz="2800">
                        <a:solidFill>
                          <a:srgbClr val="666699"/>
                        </a:solidFill>
                        <a:latin typeface="+mn-lt"/>
                        <a:ea typeface="+mn-ea"/>
                      </a:defRPr>
                    </a:lvl2pPr>
                    <a:lvl3pPr marL="1143000" indent="-228600" algn="l" rtl="0" eaLnBrk="0" fontAlgn="base" hangingPunct="0">
                      <a:spcBef>
                        <a:spcPct val="20000"/>
                      </a:spcBef>
                      <a:spcAft>
                        <a:spcPct val="0"/>
                      </a:spcAft>
                      <a:buChar char="•"/>
                      <a:defRPr sz="2400">
                        <a:solidFill>
                          <a:srgbClr val="666699"/>
                        </a:solidFill>
                        <a:latin typeface="+mn-lt"/>
                        <a:ea typeface="+mn-ea"/>
                      </a:defRPr>
                    </a:lvl3pPr>
                    <a:lvl4pPr marL="1600200" indent="-228600" algn="l" rtl="0" eaLnBrk="0" fontAlgn="base" hangingPunct="0">
                      <a:spcBef>
                        <a:spcPct val="20000"/>
                      </a:spcBef>
                      <a:spcAft>
                        <a:spcPct val="0"/>
                      </a:spcAft>
                      <a:buChar char="–"/>
                      <a:defRPr sz="2000">
                        <a:solidFill>
                          <a:srgbClr val="666699"/>
                        </a:solidFill>
                        <a:latin typeface="+mn-lt"/>
                        <a:ea typeface="+mn-ea"/>
                      </a:defRPr>
                    </a:lvl4pPr>
                    <a:lvl5pPr marL="2057400" indent="-228600" algn="l" rtl="0" eaLnBrk="0" fontAlgn="base" hangingPunct="0">
                      <a:spcBef>
                        <a:spcPct val="20000"/>
                      </a:spcBef>
                      <a:spcAft>
                        <a:spcPct val="0"/>
                      </a:spcAft>
                      <a:buChar char="»"/>
                      <a:defRPr sz="2000">
                        <a:solidFill>
                          <a:srgbClr val="666699"/>
                        </a:solidFill>
                        <a:latin typeface="+mn-lt"/>
                        <a:ea typeface="+mn-ea"/>
                      </a:defRPr>
                    </a:lvl5pPr>
                  </a:lstStyle>
                  <a:p>
                    <a:pPr marL="0" lvl="0" indent="0" eaLnBrk="1" hangingPunct="1">
                      <a:spcBef>
                        <a:spcPct val="0"/>
                      </a:spcBef>
                      <a:buNone/>
                    </a:pPr>
                    <a:endParaRPr lang="zh-CN" altLang="en-US" sz="2400" dirty="0">
                      <a:solidFill>
                        <a:schemeClr val="tx1"/>
                      </a:solidFill>
                    </a:endParaRPr>
                  </a:p>
                </p:txBody>
              </p:sp>
            </p:grpSp>
            <p:grpSp>
              <p:nvGrpSpPr>
                <p:cNvPr id="24622" name="Group 81"/>
                <p:cNvGrpSpPr/>
                <p:nvPr/>
              </p:nvGrpSpPr>
              <p:grpSpPr>
                <a:xfrm>
                  <a:off x="1055" y="1382"/>
                  <a:ext cx="432" cy="288"/>
                  <a:chOff x="0" y="0"/>
                  <a:chExt cx="432" cy="288"/>
                </a:xfrm>
              </p:grpSpPr>
              <p:sp>
                <p:nvSpPr>
                  <p:cNvPr id="24701" name="Rectangle 82"/>
                  <p:cNvSpPr/>
                  <p:nvPr/>
                </p:nvSpPr>
                <p:spPr>
                  <a:xfrm>
                    <a:off x="0" y="0"/>
                    <a:ext cx="432" cy="288"/>
                  </a:xfrm>
                  <a:prstGeom prst="rect">
                    <a:avLst/>
                  </a:prstGeom>
                  <a:noFill/>
                  <a:ln w="9525">
                    <a:noFill/>
                  </a:ln>
                </p:spPr>
                <p:txBody>
                  <a:bodyPr anchor="ctr" anchorCtr="0"/>
                  <a:lstStyle>
                    <a:lvl1pPr marL="342900" indent="-342900" algn="l" rtl="0" eaLnBrk="0" fontAlgn="base" hangingPunct="0">
                      <a:spcBef>
                        <a:spcPct val="20000"/>
                      </a:spcBef>
                      <a:spcAft>
                        <a:spcPct val="0"/>
                      </a:spcAft>
                      <a:buChar char="•"/>
                      <a:defRPr sz="3200">
                        <a:solidFill>
                          <a:srgbClr val="666699"/>
                        </a:solidFill>
                        <a:latin typeface="+mn-lt"/>
                        <a:ea typeface="+mn-ea"/>
                        <a:cs typeface="+mn-cs"/>
                      </a:defRPr>
                    </a:lvl1pPr>
                    <a:lvl2pPr marL="742950" indent="-285750" algn="l" rtl="0" eaLnBrk="0" fontAlgn="base" hangingPunct="0">
                      <a:spcBef>
                        <a:spcPct val="20000"/>
                      </a:spcBef>
                      <a:spcAft>
                        <a:spcPct val="0"/>
                      </a:spcAft>
                      <a:buChar char="–"/>
                      <a:defRPr sz="2800">
                        <a:solidFill>
                          <a:srgbClr val="666699"/>
                        </a:solidFill>
                        <a:latin typeface="+mn-lt"/>
                        <a:ea typeface="+mn-ea"/>
                      </a:defRPr>
                    </a:lvl2pPr>
                    <a:lvl3pPr marL="1143000" indent="-228600" algn="l" rtl="0" eaLnBrk="0" fontAlgn="base" hangingPunct="0">
                      <a:spcBef>
                        <a:spcPct val="20000"/>
                      </a:spcBef>
                      <a:spcAft>
                        <a:spcPct val="0"/>
                      </a:spcAft>
                      <a:buChar char="•"/>
                      <a:defRPr sz="2400">
                        <a:solidFill>
                          <a:srgbClr val="666699"/>
                        </a:solidFill>
                        <a:latin typeface="+mn-lt"/>
                        <a:ea typeface="+mn-ea"/>
                      </a:defRPr>
                    </a:lvl3pPr>
                    <a:lvl4pPr marL="1600200" indent="-228600" algn="l" rtl="0" eaLnBrk="0" fontAlgn="base" hangingPunct="0">
                      <a:spcBef>
                        <a:spcPct val="20000"/>
                      </a:spcBef>
                      <a:spcAft>
                        <a:spcPct val="0"/>
                      </a:spcAft>
                      <a:buChar char="–"/>
                      <a:defRPr sz="2000">
                        <a:solidFill>
                          <a:srgbClr val="666699"/>
                        </a:solidFill>
                        <a:latin typeface="+mn-lt"/>
                        <a:ea typeface="+mn-ea"/>
                      </a:defRPr>
                    </a:lvl4pPr>
                    <a:lvl5pPr marL="2057400" indent="-228600" algn="l" rtl="0" eaLnBrk="0" fontAlgn="base" hangingPunct="0">
                      <a:spcBef>
                        <a:spcPct val="20000"/>
                      </a:spcBef>
                      <a:spcAft>
                        <a:spcPct val="0"/>
                      </a:spcAft>
                      <a:buChar char="»"/>
                      <a:defRPr sz="2000">
                        <a:solidFill>
                          <a:srgbClr val="666699"/>
                        </a:solidFill>
                        <a:latin typeface="+mn-lt"/>
                        <a:ea typeface="+mn-ea"/>
                      </a:defRPr>
                    </a:lvl5pPr>
                  </a:lstStyle>
                  <a:p>
                    <a:pPr marL="0" lvl="0" indent="0" algn="ctr" eaLnBrk="1" hangingPunct="1">
                      <a:spcBef>
                        <a:spcPct val="0"/>
                      </a:spcBef>
                      <a:buNone/>
                    </a:pPr>
                    <a:r>
                      <a:rPr lang="zh-CN" altLang="en-US" sz="2400" dirty="0">
                        <a:solidFill>
                          <a:schemeClr val="tx1"/>
                        </a:solidFill>
                      </a:rPr>
                      <a:t>1</a:t>
                    </a:r>
                    <a:endParaRPr lang="zh-CN" altLang="en-US" sz="2400" dirty="0">
                      <a:solidFill>
                        <a:schemeClr val="tx1"/>
                      </a:solidFill>
                    </a:endParaRPr>
                  </a:p>
                </p:txBody>
              </p:sp>
              <p:sp>
                <p:nvSpPr>
                  <p:cNvPr id="24702" name="Rectangle 83"/>
                  <p:cNvSpPr/>
                  <p:nvPr/>
                </p:nvSpPr>
                <p:spPr>
                  <a:xfrm>
                    <a:off x="0" y="0"/>
                    <a:ext cx="432" cy="288"/>
                  </a:xfrm>
                  <a:prstGeom prst="rect">
                    <a:avLst/>
                  </a:prstGeom>
                  <a:noFill/>
                  <a:ln w="7" cap="flat" cmpd="sng">
                    <a:solidFill>
                      <a:srgbClr val="A0A0A0"/>
                    </a:solidFill>
                    <a:prstDash val="solid"/>
                    <a:miter/>
                    <a:headEnd type="none" w="med" len="med"/>
                    <a:tailEnd type="none" w="med" len="med"/>
                  </a:ln>
                </p:spPr>
                <p:txBody>
                  <a:bodyPr wrap="none"/>
                  <a:lstStyle>
                    <a:lvl1pPr marL="342900" indent="-342900" algn="l" rtl="0" eaLnBrk="0" fontAlgn="base" hangingPunct="0">
                      <a:spcBef>
                        <a:spcPct val="20000"/>
                      </a:spcBef>
                      <a:spcAft>
                        <a:spcPct val="0"/>
                      </a:spcAft>
                      <a:buChar char="•"/>
                      <a:defRPr sz="3200">
                        <a:solidFill>
                          <a:srgbClr val="666699"/>
                        </a:solidFill>
                        <a:latin typeface="+mn-lt"/>
                        <a:ea typeface="+mn-ea"/>
                        <a:cs typeface="+mn-cs"/>
                      </a:defRPr>
                    </a:lvl1pPr>
                    <a:lvl2pPr marL="742950" indent="-285750" algn="l" rtl="0" eaLnBrk="0" fontAlgn="base" hangingPunct="0">
                      <a:spcBef>
                        <a:spcPct val="20000"/>
                      </a:spcBef>
                      <a:spcAft>
                        <a:spcPct val="0"/>
                      </a:spcAft>
                      <a:buChar char="–"/>
                      <a:defRPr sz="2800">
                        <a:solidFill>
                          <a:srgbClr val="666699"/>
                        </a:solidFill>
                        <a:latin typeface="+mn-lt"/>
                        <a:ea typeface="+mn-ea"/>
                      </a:defRPr>
                    </a:lvl2pPr>
                    <a:lvl3pPr marL="1143000" indent="-228600" algn="l" rtl="0" eaLnBrk="0" fontAlgn="base" hangingPunct="0">
                      <a:spcBef>
                        <a:spcPct val="20000"/>
                      </a:spcBef>
                      <a:spcAft>
                        <a:spcPct val="0"/>
                      </a:spcAft>
                      <a:buChar char="•"/>
                      <a:defRPr sz="2400">
                        <a:solidFill>
                          <a:srgbClr val="666699"/>
                        </a:solidFill>
                        <a:latin typeface="+mn-lt"/>
                        <a:ea typeface="+mn-ea"/>
                      </a:defRPr>
                    </a:lvl3pPr>
                    <a:lvl4pPr marL="1600200" indent="-228600" algn="l" rtl="0" eaLnBrk="0" fontAlgn="base" hangingPunct="0">
                      <a:spcBef>
                        <a:spcPct val="20000"/>
                      </a:spcBef>
                      <a:spcAft>
                        <a:spcPct val="0"/>
                      </a:spcAft>
                      <a:buChar char="–"/>
                      <a:defRPr sz="2000">
                        <a:solidFill>
                          <a:srgbClr val="666699"/>
                        </a:solidFill>
                        <a:latin typeface="+mn-lt"/>
                        <a:ea typeface="+mn-ea"/>
                      </a:defRPr>
                    </a:lvl4pPr>
                    <a:lvl5pPr marL="2057400" indent="-228600" algn="l" rtl="0" eaLnBrk="0" fontAlgn="base" hangingPunct="0">
                      <a:spcBef>
                        <a:spcPct val="20000"/>
                      </a:spcBef>
                      <a:spcAft>
                        <a:spcPct val="0"/>
                      </a:spcAft>
                      <a:buChar char="»"/>
                      <a:defRPr sz="2000">
                        <a:solidFill>
                          <a:srgbClr val="666699"/>
                        </a:solidFill>
                        <a:latin typeface="+mn-lt"/>
                        <a:ea typeface="+mn-ea"/>
                      </a:defRPr>
                    </a:lvl5pPr>
                  </a:lstStyle>
                  <a:p>
                    <a:pPr marL="0" lvl="0" indent="0" eaLnBrk="1" hangingPunct="1">
                      <a:spcBef>
                        <a:spcPct val="0"/>
                      </a:spcBef>
                      <a:buNone/>
                    </a:pPr>
                    <a:endParaRPr lang="zh-CN" altLang="en-US" sz="2400" dirty="0">
                      <a:solidFill>
                        <a:schemeClr val="tx1"/>
                      </a:solidFill>
                    </a:endParaRPr>
                  </a:p>
                </p:txBody>
              </p:sp>
            </p:grpSp>
            <p:grpSp>
              <p:nvGrpSpPr>
                <p:cNvPr id="24623" name="Group 84"/>
                <p:cNvGrpSpPr/>
                <p:nvPr/>
              </p:nvGrpSpPr>
              <p:grpSpPr>
                <a:xfrm>
                  <a:off x="1487" y="1382"/>
                  <a:ext cx="432" cy="288"/>
                  <a:chOff x="0" y="0"/>
                  <a:chExt cx="432" cy="288"/>
                </a:xfrm>
              </p:grpSpPr>
              <p:sp>
                <p:nvSpPr>
                  <p:cNvPr id="24699" name="Rectangle 85"/>
                  <p:cNvSpPr/>
                  <p:nvPr/>
                </p:nvSpPr>
                <p:spPr>
                  <a:xfrm>
                    <a:off x="0" y="0"/>
                    <a:ext cx="432" cy="288"/>
                  </a:xfrm>
                  <a:prstGeom prst="rect">
                    <a:avLst/>
                  </a:prstGeom>
                  <a:noFill/>
                  <a:ln w="9525">
                    <a:noFill/>
                  </a:ln>
                </p:spPr>
                <p:txBody>
                  <a:bodyPr anchor="ctr" anchorCtr="0"/>
                  <a:lstStyle>
                    <a:lvl1pPr marL="342900" indent="-342900" algn="l" rtl="0" eaLnBrk="0" fontAlgn="base" hangingPunct="0">
                      <a:spcBef>
                        <a:spcPct val="20000"/>
                      </a:spcBef>
                      <a:spcAft>
                        <a:spcPct val="0"/>
                      </a:spcAft>
                      <a:buChar char="•"/>
                      <a:defRPr sz="3200">
                        <a:solidFill>
                          <a:srgbClr val="666699"/>
                        </a:solidFill>
                        <a:latin typeface="+mn-lt"/>
                        <a:ea typeface="+mn-ea"/>
                        <a:cs typeface="+mn-cs"/>
                      </a:defRPr>
                    </a:lvl1pPr>
                    <a:lvl2pPr marL="742950" indent="-285750" algn="l" rtl="0" eaLnBrk="0" fontAlgn="base" hangingPunct="0">
                      <a:spcBef>
                        <a:spcPct val="20000"/>
                      </a:spcBef>
                      <a:spcAft>
                        <a:spcPct val="0"/>
                      </a:spcAft>
                      <a:buChar char="–"/>
                      <a:defRPr sz="2800">
                        <a:solidFill>
                          <a:srgbClr val="666699"/>
                        </a:solidFill>
                        <a:latin typeface="+mn-lt"/>
                        <a:ea typeface="+mn-ea"/>
                      </a:defRPr>
                    </a:lvl2pPr>
                    <a:lvl3pPr marL="1143000" indent="-228600" algn="l" rtl="0" eaLnBrk="0" fontAlgn="base" hangingPunct="0">
                      <a:spcBef>
                        <a:spcPct val="20000"/>
                      </a:spcBef>
                      <a:spcAft>
                        <a:spcPct val="0"/>
                      </a:spcAft>
                      <a:buChar char="•"/>
                      <a:defRPr sz="2400">
                        <a:solidFill>
                          <a:srgbClr val="666699"/>
                        </a:solidFill>
                        <a:latin typeface="+mn-lt"/>
                        <a:ea typeface="+mn-ea"/>
                      </a:defRPr>
                    </a:lvl3pPr>
                    <a:lvl4pPr marL="1600200" indent="-228600" algn="l" rtl="0" eaLnBrk="0" fontAlgn="base" hangingPunct="0">
                      <a:spcBef>
                        <a:spcPct val="20000"/>
                      </a:spcBef>
                      <a:spcAft>
                        <a:spcPct val="0"/>
                      </a:spcAft>
                      <a:buChar char="–"/>
                      <a:defRPr sz="2000">
                        <a:solidFill>
                          <a:srgbClr val="666699"/>
                        </a:solidFill>
                        <a:latin typeface="+mn-lt"/>
                        <a:ea typeface="+mn-ea"/>
                      </a:defRPr>
                    </a:lvl4pPr>
                    <a:lvl5pPr marL="2057400" indent="-228600" algn="l" rtl="0" eaLnBrk="0" fontAlgn="base" hangingPunct="0">
                      <a:spcBef>
                        <a:spcPct val="20000"/>
                      </a:spcBef>
                      <a:spcAft>
                        <a:spcPct val="0"/>
                      </a:spcAft>
                      <a:buChar char="»"/>
                      <a:defRPr sz="2000">
                        <a:solidFill>
                          <a:srgbClr val="666699"/>
                        </a:solidFill>
                        <a:latin typeface="+mn-lt"/>
                        <a:ea typeface="+mn-ea"/>
                      </a:defRPr>
                    </a:lvl5pPr>
                  </a:lstStyle>
                  <a:p>
                    <a:pPr marL="0" lvl="0" indent="0" algn="ctr" eaLnBrk="1" hangingPunct="1">
                      <a:spcBef>
                        <a:spcPct val="0"/>
                      </a:spcBef>
                      <a:buNone/>
                    </a:pPr>
                    <a:r>
                      <a:rPr lang="zh-CN" altLang="en-US" sz="2400" dirty="0">
                        <a:solidFill>
                          <a:schemeClr val="tx1"/>
                        </a:solidFill>
                      </a:rPr>
                      <a:t>0</a:t>
                    </a:r>
                    <a:endParaRPr lang="zh-CN" altLang="en-US" sz="2400" dirty="0">
                      <a:solidFill>
                        <a:schemeClr val="tx1"/>
                      </a:solidFill>
                    </a:endParaRPr>
                  </a:p>
                </p:txBody>
              </p:sp>
              <p:sp>
                <p:nvSpPr>
                  <p:cNvPr id="24700" name="Rectangle 86"/>
                  <p:cNvSpPr/>
                  <p:nvPr/>
                </p:nvSpPr>
                <p:spPr>
                  <a:xfrm>
                    <a:off x="0" y="0"/>
                    <a:ext cx="432" cy="288"/>
                  </a:xfrm>
                  <a:prstGeom prst="rect">
                    <a:avLst/>
                  </a:prstGeom>
                  <a:noFill/>
                  <a:ln w="7" cap="flat" cmpd="sng">
                    <a:solidFill>
                      <a:srgbClr val="A0A0A0"/>
                    </a:solidFill>
                    <a:prstDash val="solid"/>
                    <a:miter/>
                    <a:headEnd type="none" w="med" len="med"/>
                    <a:tailEnd type="none" w="med" len="med"/>
                  </a:ln>
                </p:spPr>
                <p:txBody>
                  <a:bodyPr wrap="none"/>
                  <a:lstStyle>
                    <a:lvl1pPr marL="342900" indent="-342900" algn="l" rtl="0" eaLnBrk="0" fontAlgn="base" hangingPunct="0">
                      <a:spcBef>
                        <a:spcPct val="20000"/>
                      </a:spcBef>
                      <a:spcAft>
                        <a:spcPct val="0"/>
                      </a:spcAft>
                      <a:buChar char="•"/>
                      <a:defRPr sz="3200">
                        <a:solidFill>
                          <a:srgbClr val="666699"/>
                        </a:solidFill>
                        <a:latin typeface="+mn-lt"/>
                        <a:ea typeface="+mn-ea"/>
                        <a:cs typeface="+mn-cs"/>
                      </a:defRPr>
                    </a:lvl1pPr>
                    <a:lvl2pPr marL="742950" indent="-285750" algn="l" rtl="0" eaLnBrk="0" fontAlgn="base" hangingPunct="0">
                      <a:spcBef>
                        <a:spcPct val="20000"/>
                      </a:spcBef>
                      <a:spcAft>
                        <a:spcPct val="0"/>
                      </a:spcAft>
                      <a:buChar char="–"/>
                      <a:defRPr sz="2800">
                        <a:solidFill>
                          <a:srgbClr val="666699"/>
                        </a:solidFill>
                        <a:latin typeface="+mn-lt"/>
                        <a:ea typeface="+mn-ea"/>
                      </a:defRPr>
                    </a:lvl2pPr>
                    <a:lvl3pPr marL="1143000" indent="-228600" algn="l" rtl="0" eaLnBrk="0" fontAlgn="base" hangingPunct="0">
                      <a:spcBef>
                        <a:spcPct val="20000"/>
                      </a:spcBef>
                      <a:spcAft>
                        <a:spcPct val="0"/>
                      </a:spcAft>
                      <a:buChar char="•"/>
                      <a:defRPr sz="2400">
                        <a:solidFill>
                          <a:srgbClr val="666699"/>
                        </a:solidFill>
                        <a:latin typeface="+mn-lt"/>
                        <a:ea typeface="+mn-ea"/>
                      </a:defRPr>
                    </a:lvl3pPr>
                    <a:lvl4pPr marL="1600200" indent="-228600" algn="l" rtl="0" eaLnBrk="0" fontAlgn="base" hangingPunct="0">
                      <a:spcBef>
                        <a:spcPct val="20000"/>
                      </a:spcBef>
                      <a:spcAft>
                        <a:spcPct val="0"/>
                      </a:spcAft>
                      <a:buChar char="–"/>
                      <a:defRPr sz="2000">
                        <a:solidFill>
                          <a:srgbClr val="666699"/>
                        </a:solidFill>
                        <a:latin typeface="+mn-lt"/>
                        <a:ea typeface="+mn-ea"/>
                      </a:defRPr>
                    </a:lvl4pPr>
                    <a:lvl5pPr marL="2057400" indent="-228600" algn="l" rtl="0" eaLnBrk="0" fontAlgn="base" hangingPunct="0">
                      <a:spcBef>
                        <a:spcPct val="20000"/>
                      </a:spcBef>
                      <a:spcAft>
                        <a:spcPct val="0"/>
                      </a:spcAft>
                      <a:buChar char="»"/>
                      <a:defRPr sz="2000">
                        <a:solidFill>
                          <a:srgbClr val="666699"/>
                        </a:solidFill>
                        <a:latin typeface="+mn-lt"/>
                        <a:ea typeface="+mn-ea"/>
                      </a:defRPr>
                    </a:lvl5pPr>
                  </a:lstStyle>
                  <a:p>
                    <a:pPr marL="0" lvl="0" indent="0" eaLnBrk="1" hangingPunct="1">
                      <a:spcBef>
                        <a:spcPct val="0"/>
                      </a:spcBef>
                      <a:buNone/>
                    </a:pPr>
                    <a:endParaRPr lang="zh-CN" altLang="en-US" sz="2400" dirty="0">
                      <a:solidFill>
                        <a:schemeClr val="tx1"/>
                      </a:solidFill>
                    </a:endParaRPr>
                  </a:p>
                </p:txBody>
              </p:sp>
            </p:grpSp>
            <p:grpSp>
              <p:nvGrpSpPr>
                <p:cNvPr id="24624" name="Group 87"/>
                <p:cNvGrpSpPr/>
                <p:nvPr/>
              </p:nvGrpSpPr>
              <p:grpSpPr>
                <a:xfrm>
                  <a:off x="0" y="1670"/>
                  <a:ext cx="353" cy="288"/>
                  <a:chOff x="0" y="0"/>
                  <a:chExt cx="353" cy="288"/>
                </a:xfrm>
              </p:grpSpPr>
              <p:sp>
                <p:nvSpPr>
                  <p:cNvPr id="24697" name="Rectangle 88"/>
                  <p:cNvSpPr/>
                  <p:nvPr/>
                </p:nvSpPr>
                <p:spPr>
                  <a:xfrm>
                    <a:off x="0" y="0"/>
                    <a:ext cx="353" cy="288"/>
                  </a:xfrm>
                  <a:prstGeom prst="rect">
                    <a:avLst/>
                  </a:prstGeom>
                  <a:noFill/>
                  <a:ln w="9525">
                    <a:noFill/>
                  </a:ln>
                </p:spPr>
                <p:txBody>
                  <a:bodyPr anchor="ctr" anchorCtr="0"/>
                  <a:lstStyle>
                    <a:lvl1pPr marL="342900" indent="-342900" algn="l" rtl="0" eaLnBrk="0" fontAlgn="base" hangingPunct="0">
                      <a:spcBef>
                        <a:spcPct val="20000"/>
                      </a:spcBef>
                      <a:spcAft>
                        <a:spcPct val="0"/>
                      </a:spcAft>
                      <a:buChar char="•"/>
                      <a:defRPr sz="3200">
                        <a:solidFill>
                          <a:srgbClr val="666699"/>
                        </a:solidFill>
                        <a:latin typeface="+mn-lt"/>
                        <a:ea typeface="+mn-ea"/>
                        <a:cs typeface="+mn-cs"/>
                      </a:defRPr>
                    </a:lvl1pPr>
                    <a:lvl2pPr marL="742950" indent="-285750" algn="l" rtl="0" eaLnBrk="0" fontAlgn="base" hangingPunct="0">
                      <a:spcBef>
                        <a:spcPct val="20000"/>
                      </a:spcBef>
                      <a:spcAft>
                        <a:spcPct val="0"/>
                      </a:spcAft>
                      <a:buChar char="–"/>
                      <a:defRPr sz="2800">
                        <a:solidFill>
                          <a:srgbClr val="666699"/>
                        </a:solidFill>
                        <a:latin typeface="+mn-lt"/>
                        <a:ea typeface="+mn-ea"/>
                      </a:defRPr>
                    </a:lvl2pPr>
                    <a:lvl3pPr marL="1143000" indent="-228600" algn="l" rtl="0" eaLnBrk="0" fontAlgn="base" hangingPunct="0">
                      <a:spcBef>
                        <a:spcPct val="20000"/>
                      </a:spcBef>
                      <a:spcAft>
                        <a:spcPct val="0"/>
                      </a:spcAft>
                      <a:buChar char="•"/>
                      <a:defRPr sz="2400">
                        <a:solidFill>
                          <a:srgbClr val="666699"/>
                        </a:solidFill>
                        <a:latin typeface="+mn-lt"/>
                        <a:ea typeface="+mn-ea"/>
                      </a:defRPr>
                    </a:lvl3pPr>
                    <a:lvl4pPr marL="1600200" indent="-228600" algn="l" rtl="0" eaLnBrk="0" fontAlgn="base" hangingPunct="0">
                      <a:spcBef>
                        <a:spcPct val="20000"/>
                      </a:spcBef>
                      <a:spcAft>
                        <a:spcPct val="0"/>
                      </a:spcAft>
                      <a:buChar char="–"/>
                      <a:defRPr sz="2000">
                        <a:solidFill>
                          <a:srgbClr val="666699"/>
                        </a:solidFill>
                        <a:latin typeface="+mn-lt"/>
                        <a:ea typeface="+mn-ea"/>
                      </a:defRPr>
                    </a:lvl4pPr>
                    <a:lvl5pPr marL="2057400" indent="-228600" algn="l" rtl="0" eaLnBrk="0" fontAlgn="base" hangingPunct="0">
                      <a:spcBef>
                        <a:spcPct val="20000"/>
                      </a:spcBef>
                      <a:spcAft>
                        <a:spcPct val="0"/>
                      </a:spcAft>
                      <a:buChar char="»"/>
                      <a:defRPr sz="2000">
                        <a:solidFill>
                          <a:srgbClr val="666699"/>
                        </a:solidFill>
                        <a:latin typeface="+mn-lt"/>
                        <a:ea typeface="+mn-ea"/>
                      </a:defRPr>
                    </a:lvl5pPr>
                  </a:lstStyle>
                  <a:p>
                    <a:pPr marL="0" lvl="0" indent="0" algn="ctr" eaLnBrk="1" hangingPunct="1">
                      <a:spcBef>
                        <a:spcPct val="0"/>
                      </a:spcBef>
                      <a:buNone/>
                    </a:pPr>
                    <a:r>
                      <a:rPr lang="zh-CN" altLang="en-US" sz="2400" dirty="0">
                        <a:solidFill>
                          <a:schemeClr val="tx1"/>
                        </a:solidFill>
                      </a:rPr>
                      <a:t>0</a:t>
                    </a:r>
                    <a:endParaRPr lang="zh-CN" altLang="en-US" sz="2400" dirty="0">
                      <a:solidFill>
                        <a:schemeClr val="tx1"/>
                      </a:solidFill>
                    </a:endParaRPr>
                  </a:p>
                </p:txBody>
              </p:sp>
              <p:sp>
                <p:nvSpPr>
                  <p:cNvPr id="24698" name="Rectangle 89"/>
                  <p:cNvSpPr/>
                  <p:nvPr/>
                </p:nvSpPr>
                <p:spPr>
                  <a:xfrm>
                    <a:off x="0" y="0"/>
                    <a:ext cx="353" cy="288"/>
                  </a:xfrm>
                  <a:prstGeom prst="rect">
                    <a:avLst/>
                  </a:prstGeom>
                  <a:noFill/>
                  <a:ln w="7" cap="flat" cmpd="sng">
                    <a:solidFill>
                      <a:srgbClr val="A0A0A0"/>
                    </a:solidFill>
                    <a:prstDash val="solid"/>
                    <a:miter/>
                    <a:headEnd type="none" w="med" len="med"/>
                    <a:tailEnd type="none" w="med" len="med"/>
                  </a:ln>
                </p:spPr>
                <p:txBody>
                  <a:bodyPr wrap="none"/>
                  <a:lstStyle>
                    <a:lvl1pPr marL="342900" indent="-342900" algn="l" rtl="0" eaLnBrk="0" fontAlgn="base" hangingPunct="0">
                      <a:spcBef>
                        <a:spcPct val="20000"/>
                      </a:spcBef>
                      <a:spcAft>
                        <a:spcPct val="0"/>
                      </a:spcAft>
                      <a:buChar char="•"/>
                      <a:defRPr sz="3200">
                        <a:solidFill>
                          <a:srgbClr val="666699"/>
                        </a:solidFill>
                        <a:latin typeface="+mn-lt"/>
                        <a:ea typeface="+mn-ea"/>
                        <a:cs typeface="+mn-cs"/>
                      </a:defRPr>
                    </a:lvl1pPr>
                    <a:lvl2pPr marL="742950" indent="-285750" algn="l" rtl="0" eaLnBrk="0" fontAlgn="base" hangingPunct="0">
                      <a:spcBef>
                        <a:spcPct val="20000"/>
                      </a:spcBef>
                      <a:spcAft>
                        <a:spcPct val="0"/>
                      </a:spcAft>
                      <a:buChar char="–"/>
                      <a:defRPr sz="2800">
                        <a:solidFill>
                          <a:srgbClr val="666699"/>
                        </a:solidFill>
                        <a:latin typeface="+mn-lt"/>
                        <a:ea typeface="+mn-ea"/>
                      </a:defRPr>
                    </a:lvl2pPr>
                    <a:lvl3pPr marL="1143000" indent="-228600" algn="l" rtl="0" eaLnBrk="0" fontAlgn="base" hangingPunct="0">
                      <a:spcBef>
                        <a:spcPct val="20000"/>
                      </a:spcBef>
                      <a:spcAft>
                        <a:spcPct val="0"/>
                      </a:spcAft>
                      <a:buChar char="•"/>
                      <a:defRPr sz="2400">
                        <a:solidFill>
                          <a:srgbClr val="666699"/>
                        </a:solidFill>
                        <a:latin typeface="+mn-lt"/>
                        <a:ea typeface="+mn-ea"/>
                      </a:defRPr>
                    </a:lvl3pPr>
                    <a:lvl4pPr marL="1600200" indent="-228600" algn="l" rtl="0" eaLnBrk="0" fontAlgn="base" hangingPunct="0">
                      <a:spcBef>
                        <a:spcPct val="20000"/>
                      </a:spcBef>
                      <a:spcAft>
                        <a:spcPct val="0"/>
                      </a:spcAft>
                      <a:buChar char="–"/>
                      <a:defRPr sz="2000">
                        <a:solidFill>
                          <a:srgbClr val="666699"/>
                        </a:solidFill>
                        <a:latin typeface="+mn-lt"/>
                        <a:ea typeface="+mn-ea"/>
                      </a:defRPr>
                    </a:lvl4pPr>
                    <a:lvl5pPr marL="2057400" indent="-228600" algn="l" rtl="0" eaLnBrk="0" fontAlgn="base" hangingPunct="0">
                      <a:spcBef>
                        <a:spcPct val="20000"/>
                      </a:spcBef>
                      <a:spcAft>
                        <a:spcPct val="0"/>
                      </a:spcAft>
                      <a:buChar char="»"/>
                      <a:defRPr sz="2000">
                        <a:solidFill>
                          <a:srgbClr val="666699"/>
                        </a:solidFill>
                        <a:latin typeface="+mn-lt"/>
                        <a:ea typeface="+mn-ea"/>
                      </a:defRPr>
                    </a:lvl5pPr>
                  </a:lstStyle>
                  <a:p>
                    <a:pPr marL="0" lvl="0" indent="0" eaLnBrk="1" hangingPunct="1">
                      <a:spcBef>
                        <a:spcPct val="0"/>
                      </a:spcBef>
                      <a:buNone/>
                    </a:pPr>
                    <a:endParaRPr lang="zh-CN" altLang="en-US" sz="2400" dirty="0">
                      <a:solidFill>
                        <a:schemeClr val="tx1"/>
                      </a:solidFill>
                    </a:endParaRPr>
                  </a:p>
                </p:txBody>
              </p:sp>
            </p:grpSp>
            <p:grpSp>
              <p:nvGrpSpPr>
                <p:cNvPr id="24625" name="Group 90"/>
                <p:cNvGrpSpPr/>
                <p:nvPr/>
              </p:nvGrpSpPr>
              <p:grpSpPr>
                <a:xfrm>
                  <a:off x="353" y="1670"/>
                  <a:ext cx="353" cy="288"/>
                  <a:chOff x="0" y="0"/>
                  <a:chExt cx="353" cy="288"/>
                </a:xfrm>
              </p:grpSpPr>
              <p:sp>
                <p:nvSpPr>
                  <p:cNvPr id="24695" name="Rectangle 91"/>
                  <p:cNvSpPr/>
                  <p:nvPr/>
                </p:nvSpPr>
                <p:spPr>
                  <a:xfrm>
                    <a:off x="0" y="0"/>
                    <a:ext cx="353" cy="288"/>
                  </a:xfrm>
                  <a:prstGeom prst="rect">
                    <a:avLst/>
                  </a:prstGeom>
                  <a:noFill/>
                  <a:ln w="9525">
                    <a:noFill/>
                  </a:ln>
                </p:spPr>
                <p:txBody>
                  <a:bodyPr anchor="ctr" anchorCtr="0"/>
                  <a:lstStyle>
                    <a:lvl1pPr marL="342900" indent="-342900" algn="l" rtl="0" eaLnBrk="0" fontAlgn="base" hangingPunct="0">
                      <a:spcBef>
                        <a:spcPct val="20000"/>
                      </a:spcBef>
                      <a:spcAft>
                        <a:spcPct val="0"/>
                      </a:spcAft>
                      <a:buChar char="•"/>
                      <a:defRPr sz="3200">
                        <a:solidFill>
                          <a:srgbClr val="666699"/>
                        </a:solidFill>
                        <a:latin typeface="+mn-lt"/>
                        <a:ea typeface="+mn-ea"/>
                        <a:cs typeface="+mn-cs"/>
                      </a:defRPr>
                    </a:lvl1pPr>
                    <a:lvl2pPr marL="742950" indent="-285750" algn="l" rtl="0" eaLnBrk="0" fontAlgn="base" hangingPunct="0">
                      <a:spcBef>
                        <a:spcPct val="20000"/>
                      </a:spcBef>
                      <a:spcAft>
                        <a:spcPct val="0"/>
                      </a:spcAft>
                      <a:buChar char="–"/>
                      <a:defRPr sz="2800">
                        <a:solidFill>
                          <a:srgbClr val="666699"/>
                        </a:solidFill>
                        <a:latin typeface="+mn-lt"/>
                        <a:ea typeface="+mn-ea"/>
                      </a:defRPr>
                    </a:lvl2pPr>
                    <a:lvl3pPr marL="1143000" indent="-228600" algn="l" rtl="0" eaLnBrk="0" fontAlgn="base" hangingPunct="0">
                      <a:spcBef>
                        <a:spcPct val="20000"/>
                      </a:spcBef>
                      <a:spcAft>
                        <a:spcPct val="0"/>
                      </a:spcAft>
                      <a:buChar char="•"/>
                      <a:defRPr sz="2400">
                        <a:solidFill>
                          <a:srgbClr val="666699"/>
                        </a:solidFill>
                        <a:latin typeface="+mn-lt"/>
                        <a:ea typeface="+mn-ea"/>
                      </a:defRPr>
                    </a:lvl3pPr>
                    <a:lvl4pPr marL="1600200" indent="-228600" algn="l" rtl="0" eaLnBrk="0" fontAlgn="base" hangingPunct="0">
                      <a:spcBef>
                        <a:spcPct val="20000"/>
                      </a:spcBef>
                      <a:spcAft>
                        <a:spcPct val="0"/>
                      </a:spcAft>
                      <a:buChar char="–"/>
                      <a:defRPr sz="2000">
                        <a:solidFill>
                          <a:srgbClr val="666699"/>
                        </a:solidFill>
                        <a:latin typeface="+mn-lt"/>
                        <a:ea typeface="+mn-ea"/>
                      </a:defRPr>
                    </a:lvl4pPr>
                    <a:lvl5pPr marL="2057400" indent="-228600" algn="l" rtl="0" eaLnBrk="0" fontAlgn="base" hangingPunct="0">
                      <a:spcBef>
                        <a:spcPct val="20000"/>
                      </a:spcBef>
                      <a:spcAft>
                        <a:spcPct val="0"/>
                      </a:spcAft>
                      <a:buChar char="»"/>
                      <a:defRPr sz="2000">
                        <a:solidFill>
                          <a:srgbClr val="666699"/>
                        </a:solidFill>
                        <a:latin typeface="+mn-lt"/>
                        <a:ea typeface="+mn-ea"/>
                      </a:defRPr>
                    </a:lvl5pPr>
                  </a:lstStyle>
                  <a:p>
                    <a:pPr marL="0" lvl="0" indent="0" algn="ctr" eaLnBrk="1" hangingPunct="1">
                      <a:spcBef>
                        <a:spcPct val="0"/>
                      </a:spcBef>
                      <a:buNone/>
                    </a:pPr>
                    <a:r>
                      <a:rPr lang="zh-CN" altLang="en-US" sz="2400" dirty="0">
                        <a:solidFill>
                          <a:schemeClr val="tx1"/>
                        </a:solidFill>
                      </a:rPr>
                      <a:t>1</a:t>
                    </a:r>
                    <a:endParaRPr lang="zh-CN" altLang="en-US" sz="2400" dirty="0">
                      <a:solidFill>
                        <a:schemeClr val="tx1"/>
                      </a:solidFill>
                    </a:endParaRPr>
                  </a:p>
                </p:txBody>
              </p:sp>
              <p:sp>
                <p:nvSpPr>
                  <p:cNvPr id="24696" name="Rectangle 92"/>
                  <p:cNvSpPr/>
                  <p:nvPr/>
                </p:nvSpPr>
                <p:spPr>
                  <a:xfrm>
                    <a:off x="0" y="0"/>
                    <a:ext cx="353" cy="288"/>
                  </a:xfrm>
                  <a:prstGeom prst="rect">
                    <a:avLst/>
                  </a:prstGeom>
                  <a:noFill/>
                  <a:ln w="7" cap="flat" cmpd="sng">
                    <a:solidFill>
                      <a:srgbClr val="A0A0A0"/>
                    </a:solidFill>
                    <a:prstDash val="solid"/>
                    <a:miter/>
                    <a:headEnd type="none" w="med" len="med"/>
                    <a:tailEnd type="none" w="med" len="med"/>
                  </a:ln>
                </p:spPr>
                <p:txBody>
                  <a:bodyPr wrap="none"/>
                  <a:lstStyle>
                    <a:lvl1pPr marL="342900" indent="-342900" algn="l" rtl="0" eaLnBrk="0" fontAlgn="base" hangingPunct="0">
                      <a:spcBef>
                        <a:spcPct val="20000"/>
                      </a:spcBef>
                      <a:spcAft>
                        <a:spcPct val="0"/>
                      </a:spcAft>
                      <a:buChar char="•"/>
                      <a:defRPr sz="3200">
                        <a:solidFill>
                          <a:srgbClr val="666699"/>
                        </a:solidFill>
                        <a:latin typeface="+mn-lt"/>
                        <a:ea typeface="+mn-ea"/>
                        <a:cs typeface="+mn-cs"/>
                      </a:defRPr>
                    </a:lvl1pPr>
                    <a:lvl2pPr marL="742950" indent="-285750" algn="l" rtl="0" eaLnBrk="0" fontAlgn="base" hangingPunct="0">
                      <a:spcBef>
                        <a:spcPct val="20000"/>
                      </a:spcBef>
                      <a:spcAft>
                        <a:spcPct val="0"/>
                      </a:spcAft>
                      <a:buChar char="–"/>
                      <a:defRPr sz="2800">
                        <a:solidFill>
                          <a:srgbClr val="666699"/>
                        </a:solidFill>
                        <a:latin typeface="+mn-lt"/>
                        <a:ea typeface="+mn-ea"/>
                      </a:defRPr>
                    </a:lvl2pPr>
                    <a:lvl3pPr marL="1143000" indent="-228600" algn="l" rtl="0" eaLnBrk="0" fontAlgn="base" hangingPunct="0">
                      <a:spcBef>
                        <a:spcPct val="20000"/>
                      </a:spcBef>
                      <a:spcAft>
                        <a:spcPct val="0"/>
                      </a:spcAft>
                      <a:buChar char="•"/>
                      <a:defRPr sz="2400">
                        <a:solidFill>
                          <a:srgbClr val="666699"/>
                        </a:solidFill>
                        <a:latin typeface="+mn-lt"/>
                        <a:ea typeface="+mn-ea"/>
                      </a:defRPr>
                    </a:lvl3pPr>
                    <a:lvl4pPr marL="1600200" indent="-228600" algn="l" rtl="0" eaLnBrk="0" fontAlgn="base" hangingPunct="0">
                      <a:spcBef>
                        <a:spcPct val="20000"/>
                      </a:spcBef>
                      <a:spcAft>
                        <a:spcPct val="0"/>
                      </a:spcAft>
                      <a:buChar char="–"/>
                      <a:defRPr sz="2000">
                        <a:solidFill>
                          <a:srgbClr val="666699"/>
                        </a:solidFill>
                        <a:latin typeface="+mn-lt"/>
                        <a:ea typeface="+mn-ea"/>
                      </a:defRPr>
                    </a:lvl4pPr>
                    <a:lvl5pPr marL="2057400" indent="-228600" algn="l" rtl="0" eaLnBrk="0" fontAlgn="base" hangingPunct="0">
                      <a:spcBef>
                        <a:spcPct val="20000"/>
                      </a:spcBef>
                      <a:spcAft>
                        <a:spcPct val="0"/>
                      </a:spcAft>
                      <a:buChar char="»"/>
                      <a:defRPr sz="2000">
                        <a:solidFill>
                          <a:srgbClr val="666699"/>
                        </a:solidFill>
                        <a:latin typeface="+mn-lt"/>
                        <a:ea typeface="+mn-ea"/>
                      </a:defRPr>
                    </a:lvl5pPr>
                  </a:lstStyle>
                  <a:p>
                    <a:pPr marL="0" lvl="0" indent="0" eaLnBrk="1" hangingPunct="1">
                      <a:spcBef>
                        <a:spcPct val="0"/>
                      </a:spcBef>
                      <a:buNone/>
                    </a:pPr>
                    <a:endParaRPr lang="zh-CN" altLang="en-US" sz="2400" dirty="0">
                      <a:solidFill>
                        <a:schemeClr val="tx1"/>
                      </a:solidFill>
                    </a:endParaRPr>
                  </a:p>
                </p:txBody>
              </p:sp>
            </p:grpSp>
            <p:grpSp>
              <p:nvGrpSpPr>
                <p:cNvPr id="24626" name="Group 93"/>
                <p:cNvGrpSpPr/>
                <p:nvPr/>
              </p:nvGrpSpPr>
              <p:grpSpPr>
                <a:xfrm>
                  <a:off x="706" y="1670"/>
                  <a:ext cx="349" cy="288"/>
                  <a:chOff x="0" y="0"/>
                  <a:chExt cx="349" cy="288"/>
                </a:xfrm>
              </p:grpSpPr>
              <p:sp>
                <p:nvSpPr>
                  <p:cNvPr id="24693" name="Rectangle 94"/>
                  <p:cNvSpPr/>
                  <p:nvPr/>
                </p:nvSpPr>
                <p:spPr>
                  <a:xfrm>
                    <a:off x="0" y="0"/>
                    <a:ext cx="349" cy="288"/>
                  </a:xfrm>
                  <a:prstGeom prst="rect">
                    <a:avLst/>
                  </a:prstGeom>
                  <a:noFill/>
                  <a:ln w="9525">
                    <a:noFill/>
                  </a:ln>
                </p:spPr>
                <p:txBody>
                  <a:bodyPr anchor="ctr" anchorCtr="0"/>
                  <a:lstStyle>
                    <a:lvl1pPr marL="342900" indent="-342900" algn="l" rtl="0" eaLnBrk="0" fontAlgn="base" hangingPunct="0">
                      <a:spcBef>
                        <a:spcPct val="20000"/>
                      </a:spcBef>
                      <a:spcAft>
                        <a:spcPct val="0"/>
                      </a:spcAft>
                      <a:buChar char="•"/>
                      <a:defRPr sz="3200">
                        <a:solidFill>
                          <a:srgbClr val="666699"/>
                        </a:solidFill>
                        <a:latin typeface="+mn-lt"/>
                        <a:ea typeface="+mn-ea"/>
                        <a:cs typeface="+mn-cs"/>
                      </a:defRPr>
                    </a:lvl1pPr>
                    <a:lvl2pPr marL="742950" indent="-285750" algn="l" rtl="0" eaLnBrk="0" fontAlgn="base" hangingPunct="0">
                      <a:spcBef>
                        <a:spcPct val="20000"/>
                      </a:spcBef>
                      <a:spcAft>
                        <a:spcPct val="0"/>
                      </a:spcAft>
                      <a:buChar char="–"/>
                      <a:defRPr sz="2800">
                        <a:solidFill>
                          <a:srgbClr val="666699"/>
                        </a:solidFill>
                        <a:latin typeface="+mn-lt"/>
                        <a:ea typeface="+mn-ea"/>
                      </a:defRPr>
                    </a:lvl2pPr>
                    <a:lvl3pPr marL="1143000" indent="-228600" algn="l" rtl="0" eaLnBrk="0" fontAlgn="base" hangingPunct="0">
                      <a:spcBef>
                        <a:spcPct val="20000"/>
                      </a:spcBef>
                      <a:spcAft>
                        <a:spcPct val="0"/>
                      </a:spcAft>
                      <a:buChar char="•"/>
                      <a:defRPr sz="2400">
                        <a:solidFill>
                          <a:srgbClr val="666699"/>
                        </a:solidFill>
                        <a:latin typeface="+mn-lt"/>
                        <a:ea typeface="+mn-ea"/>
                      </a:defRPr>
                    </a:lvl3pPr>
                    <a:lvl4pPr marL="1600200" indent="-228600" algn="l" rtl="0" eaLnBrk="0" fontAlgn="base" hangingPunct="0">
                      <a:spcBef>
                        <a:spcPct val="20000"/>
                      </a:spcBef>
                      <a:spcAft>
                        <a:spcPct val="0"/>
                      </a:spcAft>
                      <a:buChar char="–"/>
                      <a:defRPr sz="2000">
                        <a:solidFill>
                          <a:srgbClr val="666699"/>
                        </a:solidFill>
                        <a:latin typeface="+mn-lt"/>
                        <a:ea typeface="+mn-ea"/>
                      </a:defRPr>
                    </a:lvl4pPr>
                    <a:lvl5pPr marL="2057400" indent="-228600" algn="l" rtl="0" eaLnBrk="0" fontAlgn="base" hangingPunct="0">
                      <a:spcBef>
                        <a:spcPct val="20000"/>
                      </a:spcBef>
                      <a:spcAft>
                        <a:spcPct val="0"/>
                      </a:spcAft>
                      <a:buChar char="»"/>
                      <a:defRPr sz="2000">
                        <a:solidFill>
                          <a:srgbClr val="666699"/>
                        </a:solidFill>
                        <a:latin typeface="+mn-lt"/>
                        <a:ea typeface="+mn-ea"/>
                      </a:defRPr>
                    </a:lvl5pPr>
                  </a:lstStyle>
                  <a:p>
                    <a:pPr marL="0" lvl="0" indent="0" algn="ctr" eaLnBrk="1" hangingPunct="1">
                      <a:spcBef>
                        <a:spcPct val="0"/>
                      </a:spcBef>
                      <a:buNone/>
                    </a:pPr>
                    <a:r>
                      <a:rPr lang="zh-CN" altLang="en-US" sz="2400" dirty="0">
                        <a:solidFill>
                          <a:schemeClr val="tx1"/>
                        </a:solidFill>
                      </a:rPr>
                      <a:t>1</a:t>
                    </a:r>
                    <a:endParaRPr lang="zh-CN" altLang="en-US" sz="2400" dirty="0">
                      <a:solidFill>
                        <a:schemeClr val="tx1"/>
                      </a:solidFill>
                    </a:endParaRPr>
                  </a:p>
                </p:txBody>
              </p:sp>
              <p:sp>
                <p:nvSpPr>
                  <p:cNvPr id="24694" name="Rectangle 95"/>
                  <p:cNvSpPr/>
                  <p:nvPr/>
                </p:nvSpPr>
                <p:spPr>
                  <a:xfrm>
                    <a:off x="0" y="0"/>
                    <a:ext cx="349" cy="288"/>
                  </a:xfrm>
                  <a:prstGeom prst="rect">
                    <a:avLst/>
                  </a:prstGeom>
                  <a:noFill/>
                  <a:ln w="7" cap="flat" cmpd="sng">
                    <a:solidFill>
                      <a:srgbClr val="A0A0A0"/>
                    </a:solidFill>
                    <a:prstDash val="solid"/>
                    <a:miter/>
                    <a:headEnd type="none" w="med" len="med"/>
                    <a:tailEnd type="none" w="med" len="med"/>
                  </a:ln>
                </p:spPr>
                <p:txBody>
                  <a:bodyPr wrap="none"/>
                  <a:lstStyle>
                    <a:lvl1pPr marL="342900" indent="-342900" algn="l" rtl="0" eaLnBrk="0" fontAlgn="base" hangingPunct="0">
                      <a:spcBef>
                        <a:spcPct val="20000"/>
                      </a:spcBef>
                      <a:spcAft>
                        <a:spcPct val="0"/>
                      </a:spcAft>
                      <a:buChar char="•"/>
                      <a:defRPr sz="3200">
                        <a:solidFill>
                          <a:srgbClr val="666699"/>
                        </a:solidFill>
                        <a:latin typeface="+mn-lt"/>
                        <a:ea typeface="+mn-ea"/>
                        <a:cs typeface="+mn-cs"/>
                      </a:defRPr>
                    </a:lvl1pPr>
                    <a:lvl2pPr marL="742950" indent="-285750" algn="l" rtl="0" eaLnBrk="0" fontAlgn="base" hangingPunct="0">
                      <a:spcBef>
                        <a:spcPct val="20000"/>
                      </a:spcBef>
                      <a:spcAft>
                        <a:spcPct val="0"/>
                      </a:spcAft>
                      <a:buChar char="–"/>
                      <a:defRPr sz="2800">
                        <a:solidFill>
                          <a:srgbClr val="666699"/>
                        </a:solidFill>
                        <a:latin typeface="+mn-lt"/>
                        <a:ea typeface="+mn-ea"/>
                      </a:defRPr>
                    </a:lvl2pPr>
                    <a:lvl3pPr marL="1143000" indent="-228600" algn="l" rtl="0" eaLnBrk="0" fontAlgn="base" hangingPunct="0">
                      <a:spcBef>
                        <a:spcPct val="20000"/>
                      </a:spcBef>
                      <a:spcAft>
                        <a:spcPct val="0"/>
                      </a:spcAft>
                      <a:buChar char="•"/>
                      <a:defRPr sz="2400">
                        <a:solidFill>
                          <a:srgbClr val="666699"/>
                        </a:solidFill>
                        <a:latin typeface="+mn-lt"/>
                        <a:ea typeface="+mn-ea"/>
                      </a:defRPr>
                    </a:lvl3pPr>
                    <a:lvl4pPr marL="1600200" indent="-228600" algn="l" rtl="0" eaLnBrk="0" fontAlgn="base" hangingPunct="0">
                      <a:spcBef>
                        <a:spcPct val="20000"/>
                      </a:spcBef>
                      <a:spcAft>
                        <a:spcPct val="0"/>
                      </a:spcAft>
                      <a:buChar char="–"/>
                      <a:defRPr sz="2000">
                        <a:solidFill>
                          <a:srgbClr val="666699"/>
                        </a:solidFill>
                        <a:latin typeface="+mn-lt"/>
                        <a:ea typeface="+mn-ea"/>
                      </a:defRPr>
                    </a:lvl4pPr>
                    <a:lvl5pPr marL="2057400" indent="-228600" algn="l" rtl="0" eaLnBrk="0" fontAlgn="base" hangingPunct="0">
                      <a:spcBef>
                        <a:spcPct val="20000"/>
                      </a:spcBef>
                      <a:spcAft>
                        <a:spcPct val="0"/>
                      </a:spcAft>
                      <a:buChar char="»"/>
                      <a:defRPr sz="2000">
                        <a:solidFill>
                          <a:srgbClr val="666699"/>
                        </a:solidFill>
                        <a:latin typeface="+mn-lt"/>
                        <a:ea typeface="+mn-ea"/>
                      </a:defRPr>
                    </a:lvl5pPr>
                  </a:lstStyle>
                  <a:p>
                    <a:pPr marL="0" lvl="0" indent="0" eaLnBrk="1" hangingPunct="1">
                      <a:spcBef>
                        <a:spcPct val="0"/>
                      </a:spcBef>
                      <a:buNone/>
                    </a:pPr>
                    <a:endParaRPr lang="zh-CN" altLang="en-US" sz="2400" dirty="0">
                      <a:solidFill>
                        <a:schemeClr val="tx1"/>
                      </a:solidFill>
                    </a:endParaRPr>
                  </a:p>
                </p:txBody>
              </p:sp>
            </p:grpSp>
            <p:grpSp>
              <p:nvGrpSpPr>
                <p:cNvPr id="24627" name="Group 96"/>
                <p:cNvGrpSpPr/>
                <p:nvPr/>
              </p:nvGrpSpPr>
              <p:grpSpPr>
                <a:xfrm>
                  <a:off x="1055" y="1670"/>
                  <a:ext cx="432" cy="288"/>
                  <a:chOff x="0" y="0"/>
                  <a:chExt cx="432" cy="288"/>
                </a:xfrm>
              </p:grpSpPr>
              <p:sp>
                <p:nvSpPr>
                  <p:cNvPr id="24691" name="Rectangle 97"/>
                  <p:cNvSpPr/>
                  <p:nvPr/>
                </p:nvSpPr>
                <p:spPr>
                  <a:xfrm>
                    <a:off x="0" y="0"/>
                    <a:ext cx="432" cy="288"/>
                  </a:xfrm>
                  <a:prstGeom prst="rect">
                    <a:avLst/>
                  </a:prstGeom>
                  <a:noFill/>
                  <a:ln w="9525">
                    <a:noFill/>
                  </a:ln>
                </p:spPr>
                <p:txBody>
                  <a:bodyPr anchor="ctr" anchorCtr="0"/>
                  <a:lstStyle>
                    <a:lvl1pPr marL="342900" indent="-342900" algn="l" rtl="0" eaLnBrk="0" fontAlgn="base" hangingPunct="0">
                      <a:spcBef>
                        <a:spcPct val="20000"/>
                      </a:spcBef>
                      <a:spcAft>
                        <a:spcPct val="0"/>
                      </a:spcAft>
                      <a:buChar char="•"/>
                      <a:defRPr sz="3200">
                        <a:solidFill>
                          <a:srgbClr val="666699"/>
                        </a:solidFill>
                        <a:latin typeface="+mn-lt"/>
                        <a:ea typeface="+mn-ea"/>
                        <a:cs typeface="+mn-cs"/>
                      </a:defRPr>
                    </a:lvl1pPr>
                    <a:lvl2pPr marL="742950" indent="-285750" algn="l" rtl="0" eaLnBrk="0" fontAlgn="base" hangingPunct="0">
                      <a:spcBef>
                        <a:spcPct val="20000"/>
                      </a:spcBef>
                      <a:spcAft>
                        <a:spcPct val="0"/>
                      </a:spcAft>
                      <a:buChar char="–"/>
                      <a:defRPr sz="2800">
                        <a:solidFill>
                          <a:srgbClr val="666699"/>
                        </a:solidFill>
                        <a:latin typeface="+mn-lt"/>
                        <a:ea typeface="+mn-ea"/>
                      </a:defRPr>
                    </a:lvl2pPr>
                    <a:lvl3pPr marL="1143000" indent="-228600" algn="l" rtl="0" eaLnBrk="0" fontAlgn="base" hangingPunct="0">
                      <a:spcBef>
                        <a:spcPct val="20000"/>
                      </a:spcBef>
                      <a:spcAft>
                        <a:spcPct val="0"/>
                      </a:spcAft>
                      <a:buChar char="•"/>
                      <a:defRPr sz="2400">
                        <a:solidFill>
                          <a:srgbClr val="666699"/>
                        </a:solidFill>
                        <a:latin typeface="+mn-lt"/>
                        <a:ea typeface="+mn-ea"/>
                      </a:defRPr>
                    </a:lvl3pPr>
                    <a:lvl4pPr marL="1600200" indent="-228600" algn="l" rtl="0" eaLnBrk="0" fontAlgn="base" hangingPunct="0">
                      <a:spcBef>
                        <a:spcPct val="20000"/>
                      </a:spcBef>
                      <a:spcAft>
                        <a:spcPct val="0"/>
                      </a:spcAft>
                      <a:buChar char="–"/>
                      <a:defRPr sz="2000">
                        <a:solidFill>
                          <a:srgbClr val="666699"/>
                        </a:solidFill>
                        <a:latin typeface="+mn-lt"/>
                        <a:ea typeface="+mn-ea"/>
                      </a:defRPr>
                    </a:lvl4pPr>
                    <a:lvl5pPr marL="2057400" indent="-228600" algn="l" rtl="0" eaLnBrk="0" fontAlgn="base" hangingPunct="0">
                      <a:spcBef>
                        <a:spcPct val="20000"/>
                      </a:spcBef>
                      <a:spcAft>
                        <a:spcPct val="0"/>
                      </a:spcAft>
                      <a:buChar char="»"/>
                      <a:defRPr sz="2000">
                        <a:solidFill>
                          <a:srgbClr val="666699"/>
                        </a:solidFill>
                        <a:latin typeface="+mn-lt"/>
                        <a:ea typeface="+mn-ea"/>
                      </a:defRPr>
                    </a:lvl5pPr>
                  </a:lstStyle>
                  <a:p>
                    <a:pPr marL="0" lvl="0" indent="0" algn="ctr" eaLnBrk="1" hangingPunct="1">
                      <a:spcBef>
                        <a:spcPct val="0"/>
                      </a:spcBef>
                      <a:buNone/>
                    </a:pPr>
                    <a:r>
                      <a:rPr lang="zh-CN" altLang="en-US" sz="2400" dirty="0">
                        <a:solidFill>
                          <a:schemeClr val="tx1"/>
                        </a:solidFill>
                      </a:rPr>
                      <a:t>0</a:t>
                    </a:r>
                    <a:endParaRPr lang="zh-CN" altLang="en-US" sz="2400" dirty="0">
                      <a:solidFill>
                        <a:schemeClr val="tx1"/>
                      </a:solidFill>
                    </a:endParaRPr>
                  </a:p>
                </p:txBody>
              </p:sp>
              <p:sp>
                <p:nvSpPr>
                  <p:cNvPr id="24692" name="Rectangle 98"/>
                  <p:cNvSpPr/>
                  <p:nvPr/>
                </p:nvSpPr>
                <p:spPr>
                  <a:xfrm>
                    <a:off x="0" y="0"/>
                    <a:ext cx="432" cy="288"/>
                  </a:xfrm>
                  <a:prstGeom prst="rect">
                    <a:avLst/>
                  </a:prstGeom>
                  <a:noFill/>
                  <a:ln w="7" cap="flat" cmpd="sng">
                    <a:solidFill>
                      <a:srgbClr val="A0A0A0"/>
                    </a:solidFill>
                    <a:prstDash val="solid"/>
                    <a:miter/>
                    <a:headEnd type="none" w="med" len="med"/>
                    <a:tailEnd type="none" w="med" len="med"/>
                  </a:ln>
                </p:spPr>
                <p:txBody>
                  <a:bodyPr wrap="none"/>
                  <a:lstStyle>
                    <a:lvl1pPr marL="342900" indent="-342900" algn="l" rtl="0" eaLnBrk="0" fontAlgn="base" hangingPunct="0">
                      <a:spcBef>
                        <a:spcPct val="20000"/>
                      </a:spcBef>
                      <a:spcAft>
                        <a:spcPct val="0"/>
                      </a:spcAft>
                      <a:buChar char="•"/>
                      <a:defRPr sz="3200">
                        <a:solidFill>
                          <a:srgbClr val="666699"/>
                        </a:solidFill>
                        <a:latin typeface="+mn-lt"/>
                        <a:ea typeface="+mn-ea"/>
                        <a:cs typeface="+mn-cs"/>
                      </a:defRPr>
                    </a:lvl1pPr>
                    <a:lvl2pPr marL="742950" indent="-285750" algn="l" rtl="0" eaLnBrk="0" fontAlgn="base" hangingPunct="0">
                      <a:spcBef>
                        <a:spcPct val="20000"/>
                      </a:spcBef>
                      <a:spcAft>
                        <a:spcPct val="0"/>
                      </a:spcAft>
                      <a:buChar char="–"/>
                      <a:defRPr sz="2800">
                        <a:solidFill>
                          <a:srgbClr val="666699"/>
                        </a:solidFill>
                        <a:latin typeface="+mn-lt"/>
                        <a:ea typeface="+mn-ea"/>
                      </a:defRPr>
                    </a:lvl2pPr>
                    <a:lvl3pPr marL="1143000" indent="-228600" algn="l" rtl="0" eaLnBrk="0" fontAlgn="base" hangingPunct="0">
                      <a:spcBef>
                        <a:spcPct val="20000"/>
                      </a:spcBef>
                      <a:spcAft>
                        <a:spcPct val="0"/>
                      </a:spcAft>
                      <a:buChar char="•"/>
                      <a:defRPr sz="2400">
                        <a:solidFill>
                          <a:srgbClr val="666699"/>
                        </a:solidFill>
                        <a:latin typeface="+mn-lt"/>
                        <a:ea typeface="+mn-ea"/>
                      </a:defRPr>
                    </a:lvl3pPr>
                    <a:lvl4pPr marL="1600200" indent="-228600" algn="l" rtl="0" eaLnBrk="0" fontAlgn="base" hangingPunct="0">
                      <a:spcBef>
                        <a:spcPct val="20000"/>
                      </a:spcBef>
                      <a:spcAft>
                        <a:spcPct val="0"/>
                      </a:spcAft>
                      <a:buChar char="–"/>
                      <a:defRPr sz="2000">
                        <a:solidFill>
                          <a:srgbClr val="666699"/>
                        </a:solidFill>
                        <a:latin typeface="+mn-lt"/>
                        <a:ea typeface="+mn-ea"/>
                      </a:defRPr>
                    </a:lvl4pPr>
                    <a:lvl5pPr marL="2057400" indent="-228600" algn="l" rtl="0" eaLnBrk="0" fontAlgn="base" hangingPunct="0">
                      <a:spcBef>
                        <a:spcPct val="20000"/>
                      </a:spcBef>
                      <a:spcAft>
                        <a:spcPct val="0"/>
                      </a:spcAft>
                      <a:buChar char="»"/>
                      <a:defRPr sz="2000">
                        <a:solidFill>
                          <a:srgbClr val="666699"/>
                        </a:solidFill>
                        <a:latin typeface="+mn-lt"/>
                        <a:ea typeface="+mn-ea"/>
                      </a:defRPr>
                    </a:lvl5pPr>
                  </a:lstStyle>
                  <a:p>
                    <a:pPr marL="0" lvl="0" indent="0" eaLnBrk="1" hangingPunct="1">
                      <a:spcBef>
                        <a:spcPct val="0"/>
                      </a:spcBef>
                      <a:buNone/>
                    </a:pPr>
                    <a:endParaRPr lang="zh-CN" altLang="en-US" sz="2400" dirty="0">
                      <a:solidFill>
                        <a:schemeClr val="tx1"/>
                      </a:solidFill>
                    </a:endParaRPr>
                  </a:p>
                </p:txBody>
              </p:sp>
            </p:grpSp>
            <p:grpSp>
              <p:nvGrpSpPr>
                <p:cNvPr id="24628" name="Group 99"/>
                <p:cNvGrpSpPr/>
                <p:nvPr/>
              </p:nvGrpSpPr>
              <p:grpSpPr>
                <a:xfrm>
                  <a:off x="1487" y="1670"/>
                  <a:ext cx="432" cy="288"/>
                  <a:chOff x="0" y="0"/>
                  <a:chExt cx="432" cy="288"/>
                </a:xfrm>
              </p:grpSpPr>
              <p:sp>
                <p:nvSpPr>
                  <p:cNvPr id="24689" name="Rectangle 100"/>
                  <p:cNvSpPr/>
                  <p:nvPr/>
                </p:nvSpPr>
                <p:spPr>
                  <a:xfrm>
                    <a:off x="0" y="0"/>
                    <a:ext cx="432" cy="288"/>
                  </a:xfrm>
                  <a:prstGeom prst="rect">
                    <a:avLst/>
                  </a:prstGeom>
                  <a:noFill/>
                  <a:ln w="9525">
                    <a:noFill/>
                  </a:ln>
                </p:spPr>
                <p:txBody>
                  <a:bodyPr anchor="ctr" anchorCtr="0"/>
                  <a:lstStyle>
                    <a:lvl1pPr marL="342900" indent="-342900" algn="l" rtl="0" eaLnBrk="0" fontAlgn="base" hangingPunct="0">
                      <a:spcBef>
                        <a:spcPct val="20000"/>
                      </a:spcBef>
                      <a:spcAft>
                        <a:spcPct val="0"/>
                      </a:spcAft>
                      <a:buChar char="•"/>
                      <a:defRPr sz="3200">
                        <a:solidFill>
                          <a:srgbClr val="666699"/>
                        </a:solidFill>
                        <a:latin typeface="+mn-lt"/>
                        <a:ea typeface="+mn-ea"/>
                        <a:cs typeface="+mn-cs"/>
                      </a:defRPr>
                    </a:lvl1pPr>
                    <a:lvl2pPr marL="742950" indent="-285750" algn="l" rtl="0" eaLnBrk="0" fontAlgn="base" hangingPunct="0">
                      <a:spcBef>
                        <a:spcPct val="20000"/>
                      </a:spcBef>
                      <a:spcAft>
                        <a:spcPct val="0"/>
                      </a:spcAft>
                      <a:buChar char="–"/>
                      <a:defRPr sz="2800">
                        <a:solidFill>
                          <a:srgbClr val="666699"/>
                        </a:solidFill>
                        <a:latin typeface="+mn-lt"/>
                        <a:ea typeface="+mn-ea"/>
                      </a:defRPr>
                    </a:lvl2pPr>
                    <a:lvl3pPr marL="1143000" indent="-228600" algn="l" rtl="0" eaLnBrk="0" fontAlgn="base" hangingPunct="0">
                      <a:spcBef>
                        <a:spcPct val="20000"/>
                      </a:spcBef>
                      <a:spcAft>
                        <a:spcPct val="0"/>
                      </a:spcAft>
                      <a:buChar char="•"/>
                      <a:defRPr sz="2400">
                        <a:solidFill>
                          <a:srgbClr val="666699"/>
                        </a:solidFill>
                        <a:latin typeface="+mn-lt"/>
                        <a:ea typeface="+mn-ea"/>
                      </a:defRPr>
                    </a:lvl3pPr>
                    <a:lvl4pPr marL="1600200" indent="-228600" algn="l" rtl="0" eaLnBrk="0" fontAlgn="base" hangingPunct="0">
                      <a:spcBef>
                        <a:spcPct val="20000"/>
                      </a:spcBef>
                      <a:spcAft>
                        <a:spcPct val="0"/>
                      </a:spcAft>
                      <a:buChar char="–"/>
                      <a:defRPr sz="2000">
                        <a:solidFill>
                          <a:srgbClr val="666699"/>
                        </a:solidFill>
                        <a:latin typeface="+mn-lt"/>
                        <a:ea typeface="+mn-ea"/>
                      </a:defRPr>
                    </a:lvl4pPr>
                    <a:lvl5pPr marL="2057400" indent="-228600" algn="l" rtl="0" eaLnBrk="0" fontAlgn="base" hangingPunct="0">
                      <a:spcBef>
                        <a:spcPct val="20000"/>
                      </a:spcBef>
                      <a:spcAft>
                        <a:spcPct val="0"/>
                      </a:spcAft>
                      <a:buChar char="»"/>
                      <a:defRPr sz="2000">
                        <a:solidFill>
                          <a:srgbClr val="666699"/>
                        </a:solidFill>
                        <a:latin typeface="+mn-lt"/>
                        <a:ea typeface="+mn-ea"/>
                      </a:defRPr>
                    </a:lvl5pPr>
                  </a:lstStyle>
                  <a:p>
                    <a:pPr marL="0" lvl="0" indent="0" algn="ctr" eaLnBrk="1" hangingPunct="1">
                      <a:spcBef>
                        <a:spcPct val="0"/>
                      </a:spcBef>
                      <a:buNone/>
                    </a:pPr>
                    <a:r>
                      <a:rPr lang="zh-CN" altLang="en-US" sz="2400" dirty="0">
                        <a:solidFill>
                          <a:schemeClr val="tx1"/>
                        </a:solidFill>
                      </a:rPr>
                      <a:t>1</a:t>
                    </a:r>
                    <a:endParaRPr lang="zh-CN" altLang="en-US" sz="2400" dirty="0">
                      <a:solidFill>
                        <a:schemeClr val="tx1"/>
                      </a:solidFill>
                    </a:endParaRPr>
                  </a:p>
                </p:txBody>
              </p:sp>
              <p:sp>
                <p:nvSpPr>
                  <p:cNvPr id="24690" name="Rectangle 101"/>
                  <p:cNvSpPr/>
                  <p:nvPr/>
                </p:nvSpPr>
                <p:spPr>
                  <a:xfrm>
                    <a:off x="0" y="0"/>
                    <a:ext cx="432" cy="288"/>
                  </a:xfrm>
                  <a:prstGeom prst="rect">
                    <a:avLst/>
                  </a:prstGeom>
                  <a:noFill/>
                  <a:ln w="7" cap="flat" cmpd="sng">
                    <a:solidFill>
                      <a:srgbClr val="A0A0A0"/>
                    </a:solidFill>
                    <a:prstDash val="solid"/>
                    <a:miter/>
                    <a:headEnd type="none" w="med" len="med"/>
                    <a:tailEnd type="none" w="med" len="med"/>
                  </a:ln>
                </p:spPr>
                <p:txBody>
                  <a:bodyPr wrap="none"/>
                  <a:lstStyle>
                    <a:lvl1pPr marL="342900" indent="-342900" algn="l" rtl="0" eaLnBrk="0" fontAlgn="base" hangingPunct="0">
                      <a:spcBef>
                        <a:spcPct val="20000"/>
                      </a:spcBef>
                      <a:spcAft>
                        <a:spcPct val="0"/>
                      </a:spcAft>
                      <a:buChar char="•"/>
                      <a:defRPr sz="3200">
                        <a:solidFill>
                          <a:srgbClr val="666699"/>
                        </a:solidFill>
                        <a:latin typeface="+mn-lt"/>
                        <a:ea typeface="+mn-ea"/>
                        <a:cs typeface="+mn-cs"/>
                      </a:defRPr>
                    </a:lvl1pPr>
                    <a:lvl2pPr marL="742950" indent="-285750" algn="l" rtl="0" eaLnBrk="0" fontAlgn="base" hangingPunct="0">
                      <a:spcBef>
                        <a:spcPct val="20000"/>
                      </a:spcBef>
                      <a:spcAft>
                        <a:spcPct val="0"/>
                      </a:spcAft>
                      <a:buChar char="–"/>
                      <a:defRPr sz="2800">
                        <a:solidFill>
                          <a:srgbClr val="666699"/>
                        </a:solidFill>
                        <a:latin typeface="+mn-lt"/>
                        <a:ea typeface="+mn-ea"/>
                      </a:defRPr>
                    </a:lvl2pPr>
                    <a:lvl3pPr marL="1143000" indent="-228600" algn="l" rtl="0" eaLnBrk="0" fontAlgn="base" hangingPunct="0">
                      <a:spcBef>
                        <a:spcPct val="20000"/>
                      </a:spcBef>
                      <a:spcAft>
                        <a:spcPct val="0"/>
                      </a:spcAft>
                      <a:buChar char="•"/>
                      <a:defRPr sz="2400">
                        <a:solidFill>
                          <a:srgbClr val="666699"/>
                        </a:solidFill>
                        <a:latin typeface="+mn-lt"/>
                        <a:ea typeface="+mn-ea"/>
                      </a:defRPr>
                    </a:lvl3pPr>
                    <a:lvl4pPr marL="1600200" indent="-228600" algn="l" rtl="0" eaLnBrk="0" fontAlgn="base" hangingPunct="0">
                      <a:spcBef>
                        <a:spcPct val="20000"/>
                      </a:spcBef>
                      <a:spcAft>
                        <a:spcPct val="0"/>
                      </a:spcAft>
                      <a:buChar char="–"/>
                      <a:defRPr sz="2000">
                        <a:solidFill>
                          <a:srgbClr val="666699"/>
                        </a:solidFill>
                        <a:latin typeface="+mn-lt"/>
                        <a:ea typeface="+mn-ea"/>
                      </a:defRPr>
                    </a:lvl4pPr>
                    <a:lvl5pPr marL="2057400" indent="-228600" algn="l" rtl="0" eaLnBrk="0" fontAlgn="base" hangingPunct="0">
                      <a:spcBef>
                        <a:spcPct val="20000"/>
                      </a:spcBef>
                      <a:spcAft>
                        <a:spcPct val="0"/>
                      </a:spcAft>
                      <a:buChar char="»"/>
                      <a:defRPr sz="2000">
                        <a:solidFill>
                          <a:srgbClr val="666699"/>
                        </a:solidFill>
                        <a:latin typeface="+mn-lt"/>
                        <a:ea typeface="+mn-ea"/>
                      </a:defRPr>
                    </a:lvl5pPr>
                  </a:lstStyle>
                  <a:p>
                    <a:pPr marL="0" lvl="0" indent="0" eaLnBrk="1" hangingPunct="1">
                      <a:spcBef>
                        <a:spcPct val="0"/>
                      </a:spcBef>
                      <a:buNone/>
                    </a:pPr>
                    <a:endParaRPr lang="zh-CN" altLang="en-US" sz="2400" dirty="0">
                      <a:solidFill>
                        <a:schemeClr val="tx1"/>
                      </a:solidFill>
                    </a:endParaRPr>
                  </a:p>
                </p:txBody>
              </p:sp>
            </p:grpSp>
            <p:grpSp>
              <p:nvGrpSpPr>
                <p:cNvPr id="24629" name="Group 102"/>
                <p:cNvGrpSpPr/>
                <p:nvPr/>
              </p:nvGrpSpPr>
              <p:grpSpPr>
                <a:xfrm>
                  <a:off x="0" y="1958"/>
                  <a:ext cx="353" cy="288"/>
                  <a:chOff x="0" y="0"/>
                  <a:chExt cx="353" cy="288"/>
                </a:xfrm>
              </p:grpSpPr>
              <p:sp>
                <p:nvSpPr>
                  <p:cNvPr id="24687" name="Rectangle 103"/>
                  <p:cNvSpPr/>
                  <p:nvPr/>
                </p:nvSpPr>
                <p:spPr>
                  <a:xfrm>
                    <a:off x="0" y="0"/>
                    <a:ext cx="353" cy="288"/>
                  </a:xfrm>
                  <a:prstGeom prst="rect">
                    <a:avLst/>
                  </a:prstGeom>
                  <a:noFill/>
                  <a:ln w="9525">
                    <a:noFill/>
                  </a:ln>
                </p:spPr>
                <p:txBody>
                  <a:bodyPr anchor="ctr" anchorCtr="0"/>
                  <a:lstStyle>
                    <a:lvl1pPr marL="342900" indent="-342900" algn="l" rtl="0" eaLnBrk="0" fontAlgn="base" hangingPunct="0">
                      <a:spcBef>
                        <a:spcPct val="20000"/>
                      </a:spcBef>
                      <a:spcAft>
                        <a:spcPct val="0"/>
                      </a:spcAft>
                      <a:buChar char="•"/>
                      <a:defRPr sz="3200">
                        <a:solidFill>
                          <a:srgbClr val="666699"/>
                        </a:solidFill>
                        <a:latin typeface="+mn-lt"/>
                        <a:ea typeface="+mn-ea"/>
                        <a:cs typeface="+mn-cs"/>
                      </a:defRPr>
                    </a:lvl1pPr>
                    <a:lvl2pPr marL="742950" indent="-285750" algn="l" rtl="0" eaLnBrk="0" fontAlgn="base" hangingPunct="0">
                      <a:spcBef>
                        <a:spcPct val="20000"/>
                      </a:spcBef>
                      <a:spcAft>
                        <a:spcPct val="0"/>
                      </a:spcAft>
                      <a:buChar char="–"/>
                      <a:defRPr sz="2800">
                        <a:solidFill>
                          <a:srgbClr val="666699"/>
                        </a:solidFill>
                        <a:latin typeface="+mn-lt"/>
                        <a:ea typeface="+mn-ea"/>
                      </a:defRPr>
                    </a:lvl2pPr>
                    <a:lvl3pPr marL="1143000" indent="-228600" algn="l" rtl="0" eaLnBrk="0" fontAlgn="base" hangingPunct="0">
                      <a:spcBef>
                        <a:spcPct val="20000"/>
                      </a:spcBef>
                      <a:spcAft>
                        <a:spcPct val="0"/>
                      </a:spcAft>
                      <a:buChar char="•"/>
                      <a:defRPr sz="2400">
                        <a:solidFill>
                          <a:srgbClr val="666699"/>
                        </a:solidFill>
                        <a:latin typeface="+mn-lt"/>
                        <a:ea typeface="+mn-ea"/>
                      </a:defRPr>
                    </a:lvl3pPr>
                    <a:lvl4pPr marL="1600200" indent="-228600" algn="l" rtl="0" eaLnBrk="0" fontAlgn="base" hangingPunct="0">
                      <a:spcBef>
                        <a:spcPct val="20000"/>
                      </a:spcBef>
                      <a:spcAft>
                        <a:spcPct val="0"/>
                      </a:spcAft>
                      <a:buChar char="–"/>
                      <a:defRPr sz="2000">
                        <a:solidFill>
                          <a:srgbClr val="666699"/>
                        </a:solidFill>
                        <a:latin typeface="+mn-lt"/>
                        <a:ea typeface="+mn-ea"/>
                      </a:defRPr>
                    </a:lvl4pPr>
                    <a:lvl5pPr marL="2057400" indent="-228600" algn="l" rtl="0" eaLnBrk="0" fontAlgn="base" hangingPunct="0">
                      <a:spcBef>
                        <a:spcPct val="20000"/>
                      </a:spcBef>
                      <a:spcAft>
                        <a:spcPct val="0"/>
                      </a:spcAft>
                      <a:buChar char="»"/>
                      <a:defRPr sz="2000">
                        <a:solidFill>
                          <a:srgbClr val="666699"/>
                        </a:solidFill>
                        <a:latin typeface="+mn-lt"/>
                        <a:ea typeface="+mn-ea"/>
                      </a:defRPr>
                    </a:lvl5pPr>
                  </a:lstStyle>
                  <a:p>
                    <a:pPr marL="0" lvl="0" indent="0" algn="ctr" eaLnBrk="1" hangingPunct="1">
                      <a:spcBef>
                        <a:spcPct val="0"/>
                      </a:spcBef>
                      <a:buNone/>
                    </a:pPr>
                    <a:r>
                      <a:rPr lang="zh-CN" altLang="en-US" sz="2400" dirty="0">
                        <a:solidFill>
                          <a:schemeClr val="tx1"/>
                        </a:solidFill>
                      </a:rPr>
                      <a:t>1</a:t>
                    </a:r>
                    <a:endParaRPr lang="zh-CN" altLang="en-US" sz="2400" dirty="0">
                      <a:solidFill>
                        <a:schemeClr val="tx1"/>
                      </a:solidFill>
                    </a:endParaRPr>
                  </a:p>
                </p:txBody>
              </p:sp>
              <p:sp>
                <p:nvSpPr>
                  <p:cNvPr id="24688" name="Rectangle 104"/>
                  <p:cNvSpPr/>
                  <p:nvPr/>
                </p:nvSpPr>
                <p:spPr>
                  <a:xfrm>
                    <a:off x="0" y="0"/>
                    <a:ext cx="353" cy="288"/>
                  </a:xfrm>
                  <a:prstGeom prst="rect">
                    <a:avLst/>
                  </a:prstGeom>
                  <a:noFill/>
                  <a:ln w="7" cap="flat" cmpd="sng">
                    <a:solidFill>
                      <a:srgbClr val="A0A0A0"/>
                    </a:solidFill>
                    <a:prstDash val="solid"/>
                    <a:miter/>
                    <a:headEnd type="none" w="med" len="med"/>
                    <a:tailEnd type="none" w="med" len="med"/>
                  </a:ln>
                </p:spPr>
                <p:txBody>
                  <a:bodyPr wrap="none"/>
                  <a:lstStyle>
                    <a:lvl1pPr marL="342900" indent="-342900" algn="l" rtl="0" eaLnBrk="0" fontAlgn="base" hangingPunct="0">
                      <a:spcBef>
                        <a:spcPct val="20000"/>
                      </a:spcBef>
                      <a:spcAft>
                        <a:spcPct val="0"/>
                      </a:spcAft>
                      <a:buChar char="•"/>
                      <a:defRPr sz="3200">
                        <a:solidFill>
                          <a:srgbClr val="666699"/>
                        </a:solidFill>
                        <a:latin typeface="+mn-lt"/>
                        <a:ea typeface="+mn-ea"/>
                        <a:cs typeface="+mn-cs"/>
                      </a:defRPr>
                    </a:lvl1pPr>
                    <a:lvl2pPr marL="742950" indent="-285750" algn="l" rtl="0" eaLnBrk="0" fontAlgn="base" hangingPunct="0">
                      <a:spcBef>
                        <a:spcPct val="20000"/>
                      </a:spcBef>
                      <a:spcAft>
                        <a:spcPct val="0"/>
                      </a:spcAft>
                      <a:buChar char="–"/>
                      <a:defRPr sz="2800">
                        <a:solidFill>
                          <a:srgbClr val="666699"/>
                        </a:solidFill>
                        <a:latin typeface="+mn-lt"/>
                        <a:ea typeface="+mn-ea"/>
                      </a:defRPr>
                    </a:lvl2pPr>
                    <a:lvl3pPr marL="1143000" indent="-228600" algn="l" rtl="0" eaLnBrk="0" fontAlgn="base" hangingPunct="0">
                      <a:spcBef>
                        <a:spcPct val="20000"/>
                      </a:spcBef>
                      <a:spcAft>
                        <a:spcPct val="0"/>
                      </a:spcAft>
                      <a:buChar char="•"/>
                      <a:defRPr sz="2400">
                        <a:solidFill>
                          <a:srgbClr val="666699"/>
                        </a:solidFill>
                        <a:latin typeface="+mn-lt"/>
                        <a:ea typeface="+mn-ea"/>
                      </a:defRPr>
                    </a:lvl3pPr>
                    <a:lvl4pPr marL="1600200" indent="-228600" algn="l" rtl="0" eaLnBrk="0" fontAlgn="base" hangingPunct="0">
                      <a:spcBef>
                        <a:spcPct val="20000"/>
                      </a:spcBef>
                      <a:spcAft>
                        <a:spcPct val="0"/>
                      </a:spcAft>
                      <a:buChar char="–"/>
                      <a:defRPr sz="2000">
                        <a:solidFill>
                          <a:srgbClr val="666699"/>
                        </a:solidFill>
                        <a:latin typeface="+mn-lt"/>
                        <a:ea typeface="+mn-ea"/>
                      </a:defRPr>
                    </a:lvl4pPr>
                    <a:lvl5pPr marL="2057400" indent="-228600" algn="l" rtl="0" eaLnBrk="0" fontAlgn="base" hangingPunct="0">
                      <a:spcBef>
                        <a:spcPct val="20000"/>
                      </a:spcBef>
                      <a:spcAft>
                        <a:spcPct val="0"/>
                      </a:spcAft>
                      <a:buChar char="»"/>
                      <a:defRPr sz="2000">
                        <a:solidFill>
                          <a:srgbClr val="666699"/>
                        </a:solidFill>
                        <a:latin typeface="+mn-lt"/>
                        <a:ea typeface="+mn-ea"/>
                      </a:defRPr>
                    </a:lvl5pPr>
                  </a:lstStyle>
                  <a:p>
                    <a:pPr marL="0" lvl="0" indent="0" eaLnBrk="1" hangingPunct="1">
                      <a:spcBef>
                        <a:spcPct val="0"/>
                      </a:spcBef>
                      <a:buNone/>
                    </a:pPr>
                    <a:endParaRPr lang="zh-CN" altLang="en-US" sz="2400" dirty="0">
                      <a:solidFill>
                        <a:schemeClr val="tx1"/>
                      </a:solidFill>
                    </a:endParaRPr>
                  </a:p>
                </p:txBody>
              </p:sp>
            </p:grpSp>
            <p:grpSp>
              <p:nvGrpSpPr>
                <p:cNvPr id="24630" name="Group 105"/>
                <p:cNvGrpSpPr/>
                <p:nvPr/>
              </p:nvGrpSpPr>
              <p:grpSpPr>
                <a:xfrm>
                  <a:off x="353" y="1958"/>
                  <a:ext cx="353" cy="288"/>
                  <a:chOff x="0" y="0"/>
                  <a:chExt cx="353" cy="288"/>
                </a:xfrm>
              </p:grpSpPr>
              <p:sp>
                <p:nvSpPr>
                  <p:cNvPr id="24685" name="Rectangle 106"/>
                  <p:cNvSpPr/>
                  <p:nvPr/>
                </p:nvSpPr>
                <p:spPr>
                  <a:xfrm>
                    <a:off x="0" y="0"/>
                    <a:ext cx="353" cy="288"/>
                  </a:xfrm>
                  <a:prstGeom prst="rect">
                    <a:avLst/>
                  </a:prstGeom>
                  <a:noFill/>
                  <a:ln w="9525">
                    <a:noFill/>
                  </a:ln>
                </p:spPr>
                <p:txBody>
                  <a:bodyPr anchor="ctr" anchorCtr="0"/>
                  <a:lstStyle>
                    <a:lvl1pPr marL="342900" indent="-342900" algn="l" rtl="0" eaLnBrk="0" fontAlgn="base" hangingPunct="0">
                      <a:spcBef>
                        <a:spcPct val="20000"/>
                      </a:spcBef>
                      <a:spcAft>
                        <a:spcPct val="0"/>
                      </a:spcAft>
                      <a:buChar char="•"/>
                      <a:defRPr sz="3200">
                        <a:solidFill>
                          <a:srgbClr val="666699"/>
                        </a:solidFill>
                        <a:latin typeface="+mn-lt"/>
                        <a:ea typeface="+mn-ea"/>
                        <a:cs typeface="+mn-cs"/>
                      </a:defRPr>
                    </a:lvl1pPr>
                    <a:lvl2pPr marL="742950" indent="-285750" algn="l" rtl="0" eaLnBrk="0" fontAlgn="base" hangingPunct="0">
                      <a:spcBef>
                        <a:spcPct val="20000"/>
                      </a:spcBef>
                      <a:spcAft>
                        <a:spcPct val="0"/>
                      </a:spcAft>
                      <a:buChar char="–"/>
                      <a:defRPr sz="2800">
                        <a:solidFill>
                          <a:srgbClr val="666699"/>
                        </a:solidFill>
                        <a:latin typeface="+mn-lt"/>
                        <a:ea typeface="+mn-ea"/>
                      </a:defRPr>
                    </a:lvl2pPr>
                    <a:lvl3pPr marL="1143000" indent="-228600" algn="l" rtl="0" eaLnBrk="0" fontAlgn="base" hangingPunct="0">
                      <a:spcBef>
                        <a:spcPct val="20000"/>
                      </a:spcBef>
                      <a:spcAft>
                        <a:spcPct val="0"/>
                      </a:spcAft>
                      <a:buChar char="•"/>
                      <a:defRPr sz="2400">
                        <a:solidFill>
                          <a:srgbClr val="666699"/>
                        </a:solidFill>
                        <a:latin typeface="+mn-lt"/>
                        <a:ea typeface="+mn-ea"/>
                      </a:defRPr>
                    </a:lvl3pPr>
                    <a:lvl4pPr marL="1600200" indent="-228600" algn="l" rtl="0" eaLnBrk="0" fontAlgn="base" hangingPunct="0">
                      <a:spcBef>
                        <a:spcPct val="20000"/>
                      </a:spcBef>
                      <a:spcAft>
                        <a:spcPct val="0"/>
                      </a:spcAft>
                      <a:buChar char="–"/>
                      <a:defRPr sz="2000">
                        <a:solidFill>
                          <a:srgbClr val="666699"/>
                        </a:solidFill>
                        <a:latin typeface="+mn-lt"/>
                        <a:ea typeface="+mn-ea"/>
                      </a:defRPr>
                    </a:lvl4pPr>
                    <a:lvl5pPr marL="2057400" indent="-228600" algn="l" rtl="0" eaLnBrk="0" fontAlgn="base" hangingPunct="0">
                      <a:spcBef>
                        <a:spcPct val="20000"/>
                      </a:spcBef>
                      <a:spcAft>
                        <a:spcPct val="0"/>
                      </a:spcAft>
                      <a:buChar char="»"/>
                      <a:defRPr sz="2000">
                        <a:solidFill>
                          <a:srgbClr val="666699"/>
                        </a:solidFill>
                        <a:latin typeface="+mn-lt"/>
                        <a:ea typeface="+mn-ea"/>
                      </a:defRPr>
                    </a:lvl5pPr>
                  </a:lstStyle>
                  <a:p>
                    <a:pPr marL="0" lvl="0" indent="0" algn="ctr" eaLnBrk="1" hangingPunct="1">
                      <a:spcBef>
                        <a:spcPct val="0"/>
                      </a:spcBef>
                      <a:buNone/>
                    </a:pPr>
                    <a:r>
                      <a:rPr lang="zh-CN" altLang="en-US" sz="2400" dirty="0">
                        <a:solidFill>
                          <a:schemeClr val="tx1"/>
                        </a:solidFill>
                      </a:rPr>
                      <a:t>0</a:t>
                    </a:r>
                    <a:endParaRPr lang="zh-CN" altLang="en-US" sz="2400" dirty="0">
                      <a:solidFill>
                        <a:schemeClr val="tx1"/>
                      </a:solidFill>
                    </a:endParaRPr>
                  </a:p>
                </p:txBody>
              </p:sp>
              <p:sp>
                <p:nvSpPr>
                  <p:cNvPr id="24686" name="Rectangle 107"/>
                  <p:cNvSpPr/>
                  <p:nvPr/>
                </p:nvSpPr>
                <p:spPr>
                  <a:xfrm>
                    <a:off x="0" y="0"/>
                    <a:ext cx="353" cy="288"/>
                  </a:xfrm>
                  <a:prstGeom prst="rect">
                    <a:avLst/>
                  </a:prstGeom>
                  <a:noFill/>
                  <a:ln w="7" cap="flat" cmpd="sng">
                    <a:solidFill>
                      <a:srgbClr val="A0A0A0"/>
                    </a:solidFill>
                    <a:prstDash val="solid"/>
                    <a:miter/>
                    <a:headEnd type="none" w="med" len="med"/>
                    <a:tailEnd type="none" w="med" len="med"/>
                  </a:ln>
                </p:spPr>
                <p:txBody>
                  <a:bodyPr wrap="none"/>
                  <a:lstStyle>
                    <a:lvl1pPr marL="342900" indent="-342900" algn="l" rtl="0" eaLnBrk="0" fontAlgn="base" hangingPunct="0">
                      <a:spcBef>
                        <a:spcPct val="20000"/>
                      </a:spcBef>
                      <a:spcAft>
                        <a:spcPct val="0"/>
                      </a:spcAft>
                      <a:buChar char="•"/>
                      <a:defRPr sz="3200">
                        <a:solidFill>
                          <a:srgbClr val="666699"/>
                        </a:solidFill>
                        <a:latin typeface="+mn-lt"/>
                        <a:ea typeface="+mn-ea"/>
                        <a:cs typeface="+mn-cs"/>
                      </a:defRPr>
                    </a:lvl1pPr>
                    <a:lvl2pPr marL="742950" indent="-285750" algn="l" rtl="0" eaLnBrk="0" fontAlgn="base" hangingPunct="0">
                      <a:spcBef>
                        <a:spcPct val="20000"/>
                      </a:spcBef>
                      <a:spcAft>
                        <a:spcPct val="0"/>
                      </a:spcAft>
                      <a:buChar char="–"/>
                      <a:defRPr sz="2800">
                        <a:solidFill>
                          <a:srgbClr val="666699"/>
                        </a:solidFill>
                        <a:latin typeface="+mn-lt"/>
                        <a:ea typeface="+mn-ea"/>
                      </a:defRPr>
                    </a:lvl2pPr>
                    <a:lvl3pPr marL="1143000" indent="-228600" algn="l" rtl="0" eaLnBrk="0" fontAlgn="base" hangingPunct="0">
                      <a:spcBef>
                        <a:spcPct val="20000"/>
                      </a:spcBef>
                      <a:spcAft>
                        <a:spcPct val="0"/>
                      </a:spcAft>
                      <a:buChar char="•"/>
                      <a:defRPr sz="2400">
                        <a:solidFill>
                          <a:srgbClr val="666699"/>
                        </a:solidFill>
                        <a:latin typeface="+mn-lt"/>
                        <a:ea typeface="+mn-ea"/>
                      </a:defRPr>
                    </a:lvl3pPr>
                    <a:lvl4pPr marL="1600200" indent="-228600" algn="l" rtl="0" eaLnBrk="0" fontAlgn="base" hangingPunct="0">
                      <a:spcBef>
                        <a:spcPct val="20000"/>
                      </a:spcBef>
                      <a:spcAft>
                        <a:spcPct val="0"/>
                      </a:spcAft>
                      <a:buChar char="–"/>
                      <a:defRPr sz="2000">
                        <a:solidFill>
                          <a:srgbClr val="666699"/>
                        </a:solidFill>
                        <a:latin typeface="+mn-lt"/>
                        <a:ea typeface="+mn-ea"/>
                      </a:defRPr>
                    </a:lvl4pPr>
                    <a:lvl5pPr marL="2057400" indent="-228600" algn="l" rtl="0" eaLnBrk="0" fontAlgn="base" hangingPunct="0">
                      <a:spcBef>
                        <a:spcPct val="20000"/>
                      </a:spcBef>
                      <a:spcAft>
                        <a:spcPct val="0"/>
                      </a:spcAft>
                      <a:buChar char="»"/>
                      <a:defRPr sz="2000">
                        <a:solidFill>
                          <a:srgbClr val="666699"/>
                        </a:solidFill>
                        <a:latin typeface="+mn-lt"/>
                        <a:ea typeface="+mn-ea"/>
                      </a:defRPr>
                    </a:lvl5pPr>
                  </a:lstStyle>
                  <a:p>
                    <a:pPr marL="0" lvl="0" indent="0" eaLnBrk="1" hangingPunct="1">
                      <a:spcBef>
                        <a:spcPct val="0"/>
                      </a:spcBef>
                      <a:buNone/>
                    </a:pPr>
                    <a:endParaRPr lang="zh-CN" altLang="en-US" sz="2400" dirty="0">
                      <a:solidFill>
                        <a:schemeClr val="tx1"/>
                      </a:solidFill>
                    </a:endParaRPr>
                  </a:p>
                </p:txBody>
              </p:sp>
            </p:grpSp>
            <p:grpSp>
              <p:nvGrpSpPr>
                <p:cNvPr id="24631" name="Group 108"/>
                <p:cNvGrpSpPr/>
                <p:nvPr/>
              </p:nvGrpSpPr>
              <p:grpSpPr>
                <a:xfrm>
                  <a:off x="706" y="1958"/>
                  <a:ext cx="349" cy="288"/>
                  <a:chOff x="0" y="0"/>
                  <a:chExt cx="349" cy="288"/>
                </a:xfrm>
              </p:grpSpPr>
              <p:sp>
                <p:nvSpPr>
                  <p:cNvPr id="24683" name="Rectangle 109"/>
                  <p:cNvSpPr/>
                  <p:nvPr/>
                </p:nvSpPr>
                <p:spPr>
                  <a:xfrm>
                    <a:off x="0" y="0"/>
                    <a:ext cx="349" cy="288"/>
                  </a:xfrm>
                  <a:prstGeom prst="rect">
                    <a:avLst/>
                  </a:prstGeom>
                  <a:noFill/>
                  <a:ln w="9525">
                    <a:noFill/>
                  </a:ln>
                </p:spPr>
                <p:txBody>
                  <a:bodyPr anchor="ctr" anchorCtr="0"/>
                  <a:lstStyle>
                    <a:lvl1pPr marL="342900" indent="-342900" algn="l" rtl="0" eaLnBrk="0" fontAlgn="base" hangingPunct="0">
                      <a:spcBef>
                        <a:spcPct val="20000"/>
                      </a:spcBef>
                      <a:spcAft>
                        <a:spcPct val="0"/>
                      </a:spcAft>
                      <a:buChar char="•"/>
                      <a:defRPr sz="3200">
                        <a:solidFill>
                          <a:srgbClr val="666699"/>
                        </a:solidFill>
                        <a:latin typeface="+mn-lt"/>
                        <a:ea typeface="+mn-ea"/>
                        <a:cs typeface="+mn-cs"/>
                      </a:defRPr>
                    </a:lvl1pPr>
                    <a:lvl2pPr marL="742950" indent="-285750" algn="l" rtl="0" eaLnBrk="0" fontAlgn="base" hangingPunct="0">
                      <a:spcBef>
                        <a:spcPct val="20000"/>
                      </a:spcBef>
                      <a:spcAft>
                        <a:spcPct val="0"/>
                      </a:spcAft>
                      <a:buChar char="–"/>
                      <a:defRPr sz="2800">
                        <a:solidFill>
                          <a:srgbClr val="666699"/>
                        </a:solidFill>
                        <a:latin typeface="+mn-lt"/>
                        <a:ea typeface="+mn-ea"/>
                      </a:defRPr>
                    </a:lvl2pPr>
                    <a:lvl3pPr marL="1143000" indent="-228600" algn="l" rtl="0" eaLnBrk="0" fontAlgn="base" hangingPunct="0">
                      <a:spcBef>
                        <a:spcPct val="20000"/>
                      </a:spcBef>
                      <a:spcAft>
                        <a:spcPct val="0"/>
                      </a:spcAft>
                      <a:buChar char="•"/>
                      <a:defRPr sz="2400">
                        <a:solidFill>
                          <a:srgbClr val="666699"/>
                        </a:solidFill>
                        <a:latin typeface="+mn-lt"/>
                        <a:ea typeface="+mn-ea"/>
                      </a:defRPr>
                    </a:lvl3pPr>
                    <a:lvl4pPr marL="1600200" indent="-228600" algn="l" rtl="0" eaLnBrk="0" fontAlgn="base" hangingPunct="0">
                      <a:spcBef>
                        <a:spcPct val="20000"/>
                      </a:spcBef>
                      <a:spcAft>
                        <a:spcPct val="0"/>
                      </a:spcAft>
                      <a:buChar char="–"/>
                      <a:defRPr sz="2000">
                        <a:solidFill>
                          <a:srgbClr val="666699"/>
                        </a:solidFill>
                        <a:latin typeface="+mn-lt"/>
                        <a:ea typeface="+mn-ea"/>
                      </a:defRPr>
                    </a:lvl4pPr>
                    <a:lvl5pPr marL="2057400" indent="-228600" algn="l" rtl="0" eaLnBrk="0" fontAlgn="base" hangingPunct="0">
                      <a:spcBef>
                        <a:spcPct val="20000"/>
                      </a:spcBef>
                      <a:spcAft>
                        <a:spcPct val="0"/>
                      </a:spcAft>
                      <a:buChar char="»"/>
                      <a:defRPr sz="2000">
                        <a:solidFill>
                          <a:srgbClr val="666699"/>
                        </a:solidFill>
                        <a:latin typeface="+mn-lt"/>
                        <a:ea typeface="+mn-ea"/>
                      </a:defRPr>
                    </a:lvl5pPr>
                  </a:lstStyle>
                  <a:p>
                    <a:pPr marL="0" lvl="0" indent="0" algn="ctr" eaLnBrk="1" hangingPunct="1">
                      <a:spcBef>
                        <a:spcPct val="0"/>
                      </a:spcBef>
                      <a:buNone/>
                    </a:pPr>
                    <a:r>
                      <a:rPr lang="zh-CN" altLang="en-US" sz="2400" dirty="0">
                        <a:solidFill>
                          <a:schemeClr val="tx1"/>
                        </a:solidFill>
                      </a:rPr>
                      <a:t>0</a:t>
                    </a:r>
                    <a:endParaRPr lang="zh-CN" altLang="en-US" sz="2400" dirty="0">
                      <a:solidFill>
                        <a:schemeClr val="tx1"/>
                      </a:solidFill>
                    </a:endParaRPr>
                  </a:p>
                </p:txBody>
              </p:sp>
              <p:sp>
                <p:nvSpPr>
                  <p:cNvPr id="24684" name="Rectangle 110"/>
                  <p:cNvSpPr/>
                  <p:nvPr/>
                </p:nvSpPr>
                <p:spPr>
                  <a:xfrm>
                    <a:off x="0" y="0"/>
                    <a:ext cx="349" cy="288"/>
                  </a:xfrm>
                  <a:prstGeom prst="rect">
                    <a:avLst/>
                  </a:prstGeom>
                  <a:noFill/>
                  <a:ln w="7" cap="flat" cmpd="sng">
                    <a:solidFill>
                      <a:srgbClr val="A0A0A0"/>
                    </a:solidFill>
                    <a:prstDash val="solid"/>
                    <a:miter/>
                    <a:headEnd type="none" w="med" len="med"/>
                    <a:tailEnd type="none" w="med" len="med"/>
                  </a:ln>
                </p:spPr>
                <p:txBody>
                  <a:bodyPr wrap="none"/>
                  <a:lstStyle>
                    <a:lvl1pPr marL="342900" indent="-342900" algn="l" rtl="0" eaLnBrk="0" fontAlgn="base" hangingPunct="0">
                      <a:spcBef>
                        <a:spcPct val="20000"/>
                      </a:spcBef>
                      <a:spcAft>
                        <a:spcPct val="0"/>
                      </a:spcAft>
                      <a:buChar char="•"/>
                      <a:defRPr sz="3200">
                        <a:solidFill>
                          <a:srgbClr val="666699"/>
                        </a:solidFill>
                        <a:latin typeface="+mn-lt"/>
                        <a:ea typeface="+mn-ea"/>
                        <a:cs typeface="+mn-cs"/>
                      </a:defRPr>
                    </a:lvl1pPr>
                    <a:lvl2pPr marL="742950" indent="-285750" algn="l" rtl="0" eaLnBrk="0" fontAlgn="base" hangingPunct="0">
                      <a:spcBef>
                        <a:spcPct val="20000"/>
                      </a:spcBef>
                      <a:spcAft>
                        <a:spcPct val="0"/>
                      </a:spcAft>
                      <a:buChar char="–"/>
                      <a:defRPr sz="2800">
                        <a:solidFill>
                          <a:srgbClr val="666699"/>
                        </a:solidFill>
                        <a:latin typeface="+mn-lt"/>
                        <a:ea typeface="+mn-ea"/>
                      </a:defRPr>
                    </a:lvl2pPr>
                    <a:lvl3pPr marL="1143000" indent="-228600" algn="l" rtl="0" eaLnBrk="0" fontAlgn="base" hangingPunct="0">
                      <a:spcBef>
                        <a:spcPct val="20000"/>
                      </a:spcBef>
                      <a:spcAft>
                        <a:spcPct val="0"/>
                      </a:spcAft>
                      <a:buChar char="•"/>
                      <a:defRPr sz="2400">
                        <a:solidFill>
                          <a:srgbClr val="666699"/>
                        </a:solidFill>
                        <a:latin typeface="+mn-lt"/>
                        <a:ea typeface="+mn-ea"/>
                      </a:defRPr>
                    </a:lvl3pPr>
                    <a:lvl4pPr marL="1600200" indent="-228600" algn="l" rtl="0" eaLnBrk="0" fontAlgn="base" hangingPunct="0">
                      <a:spcBef>
                        <a:spcPct val="20000"/>
                      </a:spcBef>
                      <a:spcAft>
                        <a:spcPct val="0"/>
                      </a:spcAft>
                      <a:buChar char="–"/>
                      <a:defRPr sz="2000">
                        <a:solidFill>
                          <a:srgbClr val="666699"/>
                        </a:solidFill>
                        <a:latin typeface="+mn-lt"/>
                        <a:ea typeface="+mn-ea"/>
                      </a:defRPr>
                    </a:lvl4pPr>
                    <a:lvl5pPr marL="2057400" indent="-228600" algn="l" rtl="0" eaLnBrk="0" fontAlgn="base" hangingPunct="0">
                      <a:spcBef>
                        <a:spcPct val="20000"/>
                      </a:spcBef>
                      <a:spcAft>
                        <a:spcPct val="0"/>
                      </a:spcAft>
                      <a:buChar char="»"/>
                      <a:defRPr sz="2000">
                        <a:solidFill>
                          <a:srgbClr val="666699"/>
                        </a:solidFill>
                        <a:latin typeface="+mn-lt"/>
                        <a:ea typeface="+mn-ea"/>
                      </a:defRPr>
                    </a:lvl5pPr>
                  </a:lstStyle>
                  <a:p>
                    <a:pPr marL="0" lvl="0" indent="0" eaLnBrk="1" hangingPunct="1">
                      <a:spcBef>
                        <a:spcPct val="0"/>
                      </a:spcBef>
                      <a:buNone/>
                    </a:pPr>
                    <a:endParaRPr lang="zh-CN" altLang="en-US" sz="2400" dirty="0">
                      <a:solidFill>
                        <a:schemeClr val="tx1"/>
                      </a:solidFill>
                    </a:endParaRPr>
                  </a:p>
                </p:txBody>
              </p:sp>
            </p:grpSp>
            <p:grpSp>
              <p:nvGrpSpPr>
                <p:cNvPr id="24632" name="Group 111"/>
                <p:cNvGrpSpPr/>
                <p:nvPr/>
              </p:nvGrpSpPr>
              <p:grpSpPr>
                <a:xfrm>
                  <a:off x="1055" y="1958"/>
                  <a:ext cx="432" cy="288"/>
                  <a:chOff x="0" y="0"/>
                  <a:chExt cx="432" cy="288"/>
                </a:xfrm>
              </p:grpSpPr>
              <p:sp>
                <p:nvSpPr>
                  <p:cNvPr id="24681" name="Rectangle 112"/>
                  <p:cNvSpPr/>
                  <p:nvPr/>
                </p:nvSpPr>
                <p:spPr>
                  <a:xfrm>
                    <a:off x="0" y="0"/>
                    <a:ext cx="432" cy="288"/>
                  </a:xfrm>
                  <a:prstGeom prst="rect">
                    <a:avLst/>
                  </a:prstGeom>
                  <a:noFill/>
                  <a:ln w="9525">
                    <a:noFill/>
                  </a:ln>
                </p:spPr>
                <p:txBody>
                  <a:bodyPr anchor="ctr" anchorCtr="0"/>
                  <a:lstStyle>
                    <a:lvl1pPr marL="342900" indent="-342900" algn="l" rtl="0" eaLnBrk="0" fontAlgn="base" hangingPunct="0">
                      <a:spcBef>
                        <a:spcPct val="20000"/>
                      </a:spcBef>
                      <a:spcAft>
                        <a:spcPct val="0"/>
                      </a:spcAft>
                      <a:buChar char="•"/>
                      <a:defRPr sz="3200">
                        <a:solidFill>
                          <a:srgbClr val="666699"/>
                        </a:solidFill>
                        <a:latin typeface="+mn-lt"/>
                        <a:ea typeface="+mn-ea"/>
                        <a:cs typeface="+mn-cs"/>
                      </a:defRPr>
                    </a:lvl1pPr>
                    <a:lvl2pPr marL="742950" indent="-285750" algn="l" rtl="0" eaLnBrk="0" fontAlgn="base" hangingPunct="0">
                      <a:spcBef>
                        <a:spcPct val="20000"/>
                      </a:spcBef>
                      <a:spcAft>
                        <a:spcPct val="0"/>
                      </a:spcAft>
                      <a:buChar char="–"/>
                      <a:defRPr sz="2800">
                        <a:solidFill>
                          <a:srgbClr val="666699"/>
                        </a:solidFill>
                        <a:latin typeface="+mn-lt"/>
                        <a:ea typeface="+mn-ea"/>
                      </a:defRPr>
                    </a:lvl2pPr>
                    <a:lvl3pPr marL="1143000" indent="-228600" algn="l" rtl="0" eaLnBrk="0" fontAlgn="base" hangingPunct="0">
                      <a:spcBef>
                        <a:spcPct val="20000"/>
                      </a:spcBef>
                      <a:spcAft>
                        <a:spcPct val="0"/>
                      </a:spcAft>
                      <a:buChar char="•"/>
                      <a:defRPr sz="2400">
                        <a:solidFill>
                          <a:srgbClr val="666699"/>
                        </a:solidFill>
                        <a:latin typeface="+mn-lt"/>
                        <a:ea typeface="+mn-ea"/>
                      </a:defRPr>
                    </a:lvl3pPr>
                    <a:lvl4pPr marL="1600200" indent="-228600" algn="l" rtl="0" eaLnBrk="0" fontAlgn="base" hangingPunct="0">
                      <a:spcBef>
                        <a:spcPct val="20000"/>
                      </a:spcBef>
                      <a:spcAft>
                        <a:spcPct val="0"/>
                      </a:spcAft>
                      <a:buChar char="–"/>
                      <a:defRPr sz="2000">
                        <a:solidFill>
                          <a:srgbClr val="666699"/>
                        </a:solidFill>
                        <a:latin typeface="+mn-lt"/>
                        <a:ea typeface="+mn-ea"/>
                      </a:defRPr>
                    </a:lvl4pPr>
                    <a:lvl5pPr marL="2057400" indent="-228600" algn="l" rtl="0" eaLnBrk="0" fontAlgn="base" hangingPunct="0">
                      <a:spcBef>
                        <a:spcPct val="20000"/>
                      </a:spcBef>
                      <a:spcAft>
                        <a:spcPct val="0"/>
                      </a:spcAft>
                      <a:buChar char="»"/>
                      <a:defRPr sz="2000">
                        <a:solidFill>
                          <a:srgbClr val="666699"/>
                        </a:solidFill>
                        <a:latin typeface="+mn-lt"/>
                        <a:ea typeface="+mn-ea"/>
                      </a:defRPr>
                    </a:lvl5pPr>
                  </a:lstStyle>
                  <a:p>
                    <a:pPr marL="0" lvl="0" indent="0" algn="ctr" eaLnBrk="1" hangingPunct="1">
                      <a:spcBef>
                        <a:spcPct val="0"/>
                      </a:spcBef>
                      <a:buNone/>
                    </a:pPr>
                    <a:r>
                      <a:rPr lang="zh-CN" altLang="en-US" sz="2400" dirty="0">
                        <a:solidFill>
                          <a:schemeClr val="tx1"/>
                        </a:solidFill>
                      </a:rPr>
                      <a:t>1</a:t>
                    </a:r>
                    <a:endParaRPr lang="zh-CN" altLang="en-US" sz="2400" dirty="0">
                      <a:solidFill>
                        <a:schemeClr val="tx1"/>
                      </a:solidFill>
                    </a:endParaRPr>
                  </a:p>
                </p:txBody>
              </p:sp>
              <p:sp>
                <p:nvSpPr>
                  <p:cNvPr id="24682" name="Rectangle 113"/>
                  <p:cNvSpPr/>
                  <p:nvPr/>
                </p:nvSpPr>
                <p:spPr>
                  <a:xfrm>
                    <a:off x="0" y="0"/>
                    <a:ext cx="432" cy="288"/>
                  </a:xfrm>
                  <a:prstGeom prst="rect">
                    <a:avLst/>
                  </a:prstGeom>
                  <a:noFill/>
                  <a:ln w="7" cap="flat" cmpd="sng">
                    <a:solidFill>
                      <a:srgbClr val="A0A0A0"/>
                    </a:solidFill>
                    <a:prstDash val="solid"/>
                    <a:miter/>
                    <a:headEnd type="none" w="med" len="med"/>
                    <a:tailEnd type="none" w="med" len="med"/>
                  </a:ln>
                </p:spPr>
                <p:txBody>
                  <a:bodyPr wrap="none"/>
                  <a:lstStyle>
                    <a:lvl1pPr marL="342900" indent="-342900" algn="l" rtl="0" eaLnBrk="0" fontAlgn="base" hangingPunct="0">
                      <a:spcBef>
                        <a:spcPct val="20000"/>
                      </a:spcBef>
                      <a:spcAft>
                        <a:spcPct val="0"/>
                      </a:spcAft>
                      <a:buChar char="•"/>
                      <a:defRPr sz="3200">
                        <a:solidFill>
                          <a:srgbClr val="666699"/>
                        </a:solidFill>
                        <a:latin typeface="+mn-lt"/>
                        <a:ea typeface="+mn-ea"/>
                        <a:cs typeface="+mn-cs"/>
                      </a:defRPr>
                    </a:lvl1pPr>
                    <a:lvl2pPr marL="742950" indent="-285750" algn="l" rtl="0" eaLnBrk="0" fontAlgn="base" hangingPunct="0">
                      <a:spcBef>
                        <a:spcPct val="20000"/>
                      </a:spcBef>
                      <a:spcAft>
                        <a:spcPct val="0"/>
                      </a:spcAft>
                      <a:buChar char="–"/>
                      <a:defRPr sz="2800">
                        <a:solidFill>
                          <a:srgbClr val="666699"/>
                        </a:solidFill>
                        <a:latin typeface="+mn-lt"/>
                        <a:ea typeface="+mn-ea"/>
                      </a:defRPr>
                    </a:lvl2pPr>
                    <a:lvl3pPr marL="1143000" indent="-228600" algn="l" rtl="0" eaLnBrk="0" fontAlgn="base" hangingPunct="0">
                      <a:spcBef>
                        <a:spcPct val="20000"/>
                      </a:spcBef>
                      <a:spcAft>
                        <a:spcPct val="0"/>
                      </a:spcAft>
                      <a:buChar char="•"/>
                      <a:defRPr sz="2400">
                        <a:solidFill>
                          <a:srgbClr val="666699"/>
                        </a:solidFill>
                        <a:latin typeface="+mn-lt"/>
                        <a:ea typeface="+mn-ea"/>
                      </a:defRPr>
                    </a:lvl3pPr>
                    <a:lvl4pPr marL="1600200" indent="-228600" algn="l" rtl="0" eaLnBrk="0" fontAlgn="base" hangingPunct="0">
                      <a:spcBef>
                        <a:spcPct val="20000"/>
                      </a:spcBef>
                      <a:spcAft>
                        <a:spcPct val="0"/>
                      </a:spcAft>
                      <a:buChar char="–"/>
                      <a:defRPr sz="2000">
                        <a:solidFill>
                          <a:srgbClr val="666699"/>
                        </a:solidFill>
                        <a:latin typeface="+mn-lt"/>
                        <a:ea typeface="+mn-ea"/>
                      </a:defRPr>
                    </a:lvl4pPr>
                    <a:lvl5pPr marL="2057400" indent="-228600" algn="l" rtl="0" eaLnBrk="0" fontAlgn="base" hangingPunct="0">
                      <a:spcBef>
                        <a:spcPct val="20000"/>
                      </a:spcBef>
                      <a:spcAft>
                        <a:spcPct val="0"/>
                      </a:spcAft>
                      <a:buChar char="»"/>
                      <a:defRPr sz="2000">
                        <a:solidFill>
                          <a:srgbClr val="666699"/>
                        </a:solidFill>
                        <a:latin typeface="+mn-lt"/>
                        <a:ea typeface="+mn-ea"/>
                      </a:defRPr>
                    </a:lvl5pPr>
                  </a:lstStyle>
                  <a:p>
                    <a:pPr marL="0" lvl="0" indent="0" eaLnBrk="1" hangingPunct="1">
                      <a:spcBef>
                        <a:spcPct val="0"/>
                      </a:spcBef>
                      <a:buNone/>
                    </a:pPr>
                    <a:endParaRPr lang="zh-CN" altLang="en-US" sz="2400" dirty="0">
                      <a:solidFill>
                        <a:schemeClr val="tx1"/>
                      </a:solidFill>
                    </a:endParaRPr>
                  </a:p>
                </p:txBody>
              </p:sp>
            </p:grpSp>
            <p:grpSp>
              <p:nvGrpSpPr>
                <p:cNvPr id="24633" name="Group 114"/>
                <p:cNvGrpSpPr/>
                <p:nvPr/>
              </p:nvGrpSpPr>
              <p:grpSpPr>
                <a:xfrm>
                  <a:off x="1487" y="1958"/>
                  <a:ext cx="432" cy="288"/>
                  <a:chOff x="0" y="0"/>
                  <a:chExt cx="432" cy="288"/>
                </a:xfrm>
              </p:grpSpPr>
              <p:sp>
                <p:nvSpPr>
                  <p:cNvPr id="24679" name="Rectangle 115"/>
                  <p:cNvSpPr/>
                  <p:nvPr/>
                </p:nvSpPr>
                <p:spPr>
                  <a:xfrm>
                    <a:off x="0" y="0"/>
                    <a:ext cx="432" cy="288"/>
                  </a:xfrm>
                  <a:prstGeom prst="rect">
                    <a:avLst/>
                  </a:prstGeom>
                  <a:noFill/>
                  <a:ln w="9525">
                    <a:noFill/>
                  </a:ln>
                </p:spPr>
                <p:txBody>
                  <a:bodyPr anchor="ctr" anchorCtr="0"/>
                  <a:lstStyle>
                    <a:lvl1pPr marL="342900" indent="-342900" algn="l" rtl="0" eaLnBrk="0" fontAlgn="base" hangingPunct="0">
                      <a:spcBef>
                        <a:spcPct val="20000"/>
                      </a:spcBef>
                      <a:spcAft>
                        <a:spcPct val="0"/>
                      </a:spcAft>
                      <a:buChar char="•"/>
                      <a:defRPr sz="3200">
                        <a:solidFill>
                          <a:srgbClr val="666699"/>
                        </a:solidFill>
                        <a:latin typeface="+mn-lt"/>
                        <a:ea typeface="+mn-ea"/>
                        <a:cs typeface="+mn-cs"/>
                      </a:defRPr>
                    </a:lvl1pPr>
                    <a:lvl2pPr marL="742950" indent="-285750" algn="l" rtl="0" eaLnBrk="0" fontAlgn="base" hangingPunct="0">
                      <a:spcBef>
                        <a:spcPct val="20000"/>
                      </a:spcBef>
                      <a:spcAft>
                        <a:spcPct val="0"/>
                      </a:spcAft>
                      <a:buChar char="–"/>
                      <a:defRPr sz="2800">
                        <a:solidFill>
                          <a:srgbClr val="666699"/>
                        </a:solidFill>
                        <a:latin typeface="+mn-lt"/>
                        <a:ea typeface="+mn-ea"/>
                      </a:defRPr>
                    </a:lvl2pPr>
                    <a:lvl3pPr marL="1143000" indent="-228600" algn="l" rtl="0" eaLnBrk="0" fontAlgn="base" hangingPunct="0">
                      <a:spcBef>
                        <a:spcPct val="20000"/>
                      </a:spcBef>
                      <a:spcAft>
                        <a:spcPct val="0"/>
                      </a:spcAft>
                      <a:buChar char="•"/>
                      <a:defRPr sz="2400">
                        <a:solidFill>
                          <a:srgbClr val="666699"/>
                        </a:solidFill>
                        <a:latin typeface="+mn-lt"/>
                        <a:ea typeface="+mn-ea"/>
                      </a:defRPr>
                    </a:lvl3pPr>
                    <a:lvl4pPr marL="1600200" indent="-228600" algn="l" rtl="0" eaLnBrk="0" fontAlgn="base" hangingPunct="0">
                      <a:spcBef>
                        <a:spcPct val="20000"/>
                      </a:spcBef>
                      <a:spcAft>
                        <a:spcPct val="0"/>
                      </a:spcAft>
                      <a:buChar char="–"/>
                      <a:defRPr sz="2000">
                        <a:solidFill>
                          <a:srgbClr val="666699"/>
                        </a:solidFill>
                        <a:latin typeface="+mn-lt"/>
                        <a:ea typeface="+mn-ea"/>
                      </a:defRPr>
                    </a:lvl4pPr>
                    <a:lvl5pPr marL="2057400" indent="-228600" algn="l" rtl="0" eaLnBrk="0" fontAlgn="base" hangingPunct="0">
                      <a:spcBef>
                        <a:spcPct val="20000"/>
                      </a:spcBef>
                      <a:spcAft>
                        <a:spcPct val="0"/>
                      </a:spcAft>
                      <a:buChar char="»"/>
                      <a:defRPr sz="2000">
                        <a:solidFill>
                          <a:srgbClr val="666699"/>
                        </a:solidFill>
                        <a:latin typeface="+mn-lt"/>
                        <a:ea typeface="+mn-ea"/>
                      </a:defRPr>
                    </a:lvl5pPr>
                  </a:lstStyle>
                  <a:p>
                    <a:pPr marL="0" lvl="0" indent="0" algn="ctr" eaLnBrk="1" hangingPunct="1">
                      <a:spcBef>
                        <a:spcPct val="0"/>
                      </a:spcBef>
                      <a:buNone/>
                    </a:pPr>
                    <a:r>
                      <a:rPr lang="zh-CN" altLang="en-US" sz="2400" dirty="0">
                        <a:solidFill>
                          <a:schemeClr val="tx1"/>
                        </a:solidFill>
                      </a:rPr>
                      <a:t>0</a:t>
                    </a:r>
                    <a:endParaRPr lang="zh-CN" altLang="en-US" sz="2400" dirty="0">
                      <a:solidFill>
                        <a:schemeClr val="tx1"/>
                      </a:solidFill>
                    </a:endParaRPr>
                  </a:p>
                </p:txBody>
              </p:sp>
              <p:sp>
                <p:nvSpPr>
                  <p:cNvPr id="24680" name="Rectangle 116"/>
                  <p:cNvSpPr/>
                  <p:nvPr/>
                </p:nvSpPr>
                <p:spPr>
                  <a:xfrm>
                    <a:off x="0" y="0"/>
                    <a:ext cx="432" cy="288"/>
                  </a:xfrm>
                  <a:prstGeom prst="rect">
                    <a:avLst/>
                  </a:prstGeom>
                  <a:noFill/>
                  <a:ln w="7" cap="flat" cmpd="sng">
                    <a:solidFill>
                      <a:srgbClr val="A0A0A0"/>
                    </a:solidFill>
                    <a:prstDash val="solid"/>
                    <a:miter/>
                    <a:headEnd type="none" w="med" len="med"/>
                    <a:tailEnd type="none" w="med" len="med"/>
                  </a:ln>
                </p:spPr>
                <p:txBody>
                  <a:bodyPr wrap="none"/>
                  <a:lstStyle>
                    <a:lvl1pPr marL="342900" indent="-342900" algn="l" rtl="0" eaLnBrk="0" fontAlgn="base" hangingPunct="0">
                      <a:spcBef>
                        <a:spcPct val="20000"/>
                      </a:spcBef>
                      <a:spcAft>
                        <a:spcPct val="0"/>
                      </a:spcAft>
                      <a:buChar char="•"/>
                      <a:defRPr sz="3200">
                        <a:solidFill>
                          <a:srgbClr val="666699"/>
                        </a:solidFill>
                        <a:latin typeface="+mn-lt"/>
                        <a:ea typeface="+mn-ea"/>
                        <a:cs typeface="+mn-cs"/>
                      </a:defRPr>
                    </a:lvl1pPr>
                    <a:lvl2pPr marL="742950" indent="-285750" algn="l" rtl="0" eaLnBrk="0" fontAlgn="base" hangingPunct="0">
                      <a:spcBef>
                        <a:spcPct val="20000"/>
                      </a:spcBef>
                      <a:spcAft>
                        <a:spcPct val="0"/>
                      </a:spcAft>
                      <a:buChar char="–"/>
                      <a:defRPr sz="2800">
                        <a:solidFill>
                          <a:srgbClr val="666699"/>
                        </a:solidFill>
                        <a:latin typeface="+mn-lt"/>
                        <a:ea typeface="+mn-ea"/>
                      </a:defRPr>
                    </a:lvl2pPr>
                    <a:lvl3pPr marL="1143000" indent="-228600" algn="l" rtl="0" eaLnBrk="0" fontAlgn="base" hangingPunct="0">
                      <a:spcBef>
                        <a:spcPct val="20000"/>
                      </a:spcBef>
                      <a:spcAft>
                        <a:spcPct val="0"/>
                      </a:spcAft>
                      <a:buChar char="•"/>
                      <a:defRPr sz="2400">
                        <a:solidFill>
                          <a:srgbClr val="666699"/>
                        </a:solidFill>
                        <a:latin typeface="+mn-lt"/>
                        <a:ea typeface="+mn-ea"/>
                      </a:defRPr>
                    </a:lvl3pPr>
                    <a:lvl4pPr marL="1600200" indent="-228600" algn="l" rtl="0" eaLnBrk="0" fontAlgn="base" hangingPunct="0">
                      <a:spcBef>
                        <a:spcPct val="20000"/>
                      </a:spcBef>
                      <a:spcAft>
                        <a:spcPct val="0"/>
                      </a:spcAft>
                      <a:buChar char="–"/>
                      <a:defRPr sz="2000">
                        <a:solidFill>
                          <a:srgbClr val="666699"/>
                        </a:solidFill>
                        <a:latin typeface="+mn-lt"/>
                        <a:ea typeface="+mn-ea"/>
                      </a:defRPr>
                    </a:lvl4pPr>
                    <a:lvl5pPr marL="2057400" indent="-228600" algn="l" rtl="0" eaLnBrk="0" fontAlgn="base" hangingPunct="0">
                      <a:spcBef>
                        <a:spcPct val="20000"/>
                      </a:spcBef>
                      <a:spcAft>
                        <a:spcPct val="0"/>
                      </a:spcAft>
                      <a:buChar char="»"/>
                      <a:defRPr sz="2000">
                        <a:solidFill>
                          <a:srgbClr val="666699"/>
                        </a:solidFill>
                        <a:latin typeface="+mn-lt"/>
                        <a:ea typeface="+mn-ea"/>
                      </a:defRPr>
                    </a:lvl5pPr>
                  </a:lstStyle>
                  <a:p>
                    <a:pPr marL="0" lvl="0" indent="0" eaLnBrk="1" hangingPunct="1">
                      <a:spcBef>
                        <a:spcPct val="0"/>
                      </a:spcBef>
                      <a:buNone/>
                    </a:pPr>
                    <a:endParaRPr lang="zh-CN" altLang="en-US" sz="2400" dirty="0">
                      <a:solidFill>
                        <a:schemeClr val="tx1"/>
                      </a:solidFill>
                    </a:endParaRPr>
                  </a:p>
                </p:txBody>
              </p:sp>
            </p:grpSp>
            <p:grpSp>
              <p:nvGrpSpPr>
                <p:cNvPr id="24634" name="Group 117"/>
                <p:cNvGrpSpPr/>
                <p:nvPr/>
              </p:nvGrpSpPr>
              <p:grpSpPr>
                <a:xfrm>
                  <a:off x="0" y="2246"/>
                  <a:ext cx="353" cy="288"/>
                  <a:chOff x="0" y="0"/>
                  <a:chExt cx="353" cy="288"/>
                </a:xfrm>
              </p:grpSpPr>
              <p:sp>
                <p:nvSpPr>
                  <p:cNvPr id="24677" name="Rectangle 118"/>
                  <p:cNvSpPr/>
                  <p:nvPr/>
                </p:nvSpPr>
                <p:spPr>
                  <a:xfrm>
                    <a:off x="0" y="0"/>
                    <a:ext cx="353" cy="288"/>
                  </a:xfrm>
                  <a:prstGeom prst="rect">
                    <a:avLst/>
                  </a:prstGeom>
                  <a:noFill/>
                  <a:ln w="9525">
                    <a:noFill/>
                  </a:ln>
                </p:spPr>
                <p:txBody>
                  <a:bodyPr anchor="ctr" anchorCtr="0"/>
                  <a:lstStyle>
                    <a:lvl1pPr marL="342900" indent="-342900" algn="l" rtl="0" eaLnBrk="0" fontAlgn="base" hangingPunct="0">
                      <a:spcBef>
                        <a:spcPct val="20000"/>
                      </a:spcBef>
                      <a:spcAft>
                        <a:spcPct val="0"/>
                      </a:spcAft>
                      <a:buChar char="•"/>
                      <a:defRPr sz="3200">
                        <a:solidFill>
                          <a:srgbClr val="666699"/>
                        </a:solidFill>
                        <a:latin typeface="+mn-lt"/>
                        <a:ea typeface="+mn-ea"/>
                        <a:cs typeface="+mn-cs"/>
                      </a:defRPr>
                    </a:lvl1pPr>
                    <a:lvl2pPr marL="742950" indent="-285750" algn="l" rtl="0" eaLnBrk="0" fontAlgn="base" hangingPunct="0">
                      <a:spcBef>
                        <a:spcPct val="20000"/>
                      </a:spcBef>
                      <a:spcAft>
                        <a:spcPct val="0"/>
                      </a:spcAft>
                      <a:buChar char="–"/>
                      <a:defRPr sz="2800">
                        <a:solidFill>
                          <a:srgbClr val="666699"/>
                        </a:solidFill>
                        <a:latin typeface="+mn-lt"/>
                        <a:ea typeface="+mn-ea"/>
                      </a:defRPr>
                    </a:lvl2pPr>
                    <a:lvl3pPr marL="1143000" indent="-228600" algn="l" rtl="0" eaLnBrk="0" fontAlgn="base" hangingPunct="0">
                      <a:spcBef>
                        <a:spcPct val="20000"/>
                      </a:spcBef>
                      <a:spcAft>
                        <a:spcPct val="0"/>
                      </a:spcAft>
                      <a:buChar char="•"/>
                      <a:defRPr sz="2400">
                        <a:solidFill>
                          <a:srgbClr val="666699"/>
                        </a:solidFill>
                        <a:latin typeface="+mn-lt"/>
                        <a:ea typeface="+mn-ea"/>
                      </a:defRPr>
                    </a:lvl3pPr>
                    <a:lvl4pPr marL="1600200" indent="-228600" algn="l" rtl="0" eaLnBrk="0" fontAlgn="base" hangingPunct="0">
                      <a:spcBef>
                        <a:spcPct val="20000"/>
                      </a:spcBef>
                      <a:spcAft>
                        <a:spcPct val="0"/>
                      </a:spcAft>
                      <a:buChar char="–"/>
                      <a:defRPr sz="2000">
                        <a:solidFill>
                          <a:srgbClr val="666699"/>
                        </a:solidFill>
                        <a:latin typeface="+mn-lt"/>
                        <a:ea typeface="+mn-ea"/>
                      </a:defRPr>
                    </a:lvl4pPr>
                    <a:lvl5pPr marL="2057400" indent="-228600" algn="l" rtl="0" eaLnBrk="0" fontAlgn="base" hangingPunct="0">
                      <a:spcBef>
                        <a:spcPct val="20000"/>
                      </a:spcBef>
                      <a:spcAft>
                        <a:spcPct val="0"/>
                      </a:spcAft>
                      <a:buChar char="»"/>
                      <a:defRPr sz="2000">
                        <a:solidFill>
                          <a:srgbClr val="666699"/>
                        </a:solidFill>
                        <a:latin typeface="+mn-lt"/>
                        <a:ea typeface="+mn-ea"/>
                      </a:defRPr>
                    </a:lvl5pPr>
                  </a:lstStyle>
                  <a:p>
                    <a:pPr marL="0" lvl="0" indent="0" algn="ctr" eaLnBrk="1" hangingPunct="1">
                      <a:spcBef>
                        <a:spcPct val="0"/>
                      </a:spcBef>
                      <a:buNone/>
                    </a:pPr>
                    <a:r>
                      <a:rPr lang="zh-CN" altLang="en-US" sz="2400" dirty="0">
                        <a:solidFill>
                          <a:schemeClr val="tx1"/>
                        </a:solidFill>
                      </a:rPr>
                      <a:t>1</a:t>
                    </a:r>
                    <a:endParaRPr lang="zh-CN" altLang="en-US" sz="2400" dirty="0">
                      <a:solidFill>
                        <a:schemeClr val="tx1"/>
                      </a:solidFill>
                    </a:endParaRPr>
                  </a:p>
                </p:txBody>
              </p:sp>
              <p:sp>
                <p:nvSpPr>
                  <p:cNvPr id="24678" name="Rectangle 119"/>
                  <p:cNvSpPr/>
                  <p:nvPr/>
                </p:nvSpPr>
                <p:spPr>
                  <a:xfrm>
                    <a:off x="0" y="0"/>
                    <a:ext cx="353" cy="288"/>
                  </a:xfrm>
                  <a:prstGeom prst="rect">
                    <a:avLst/>
                  </a:prstGeom>
                  <a:noFill/>
                  <a:ln w="7" cap="flat" cmpd="sng">
                    <a:solidFill>
                      <a:srgbClr val="A0A0A0"/>
                    </a:solidFill>
                    <a:prstDash val="solid"/>
                    <a:miter/>
                    <a:headEnd type="none" w="med" len="med"/>
                    <a:tailEnd type="none" w="med" len="med"/>
                  </a:ln>
                </p:spPr>
                <p:txBody>
                  <a:bodyPr wrap="none"/>
                  <a:lstStyle>
                    <a:lvl1pPr marL="342900" indent="-342900" algn="l" rtl="0" eaLnBrk="0" fontAlgn="base" hangingPunct="0">
                      <a:spcBef>
                        <a:spcPct val="20000"/>
                      </a:spcBef>
                      <a:spcAft>
                        <a:spcPct val="0"/>
                      </a:spcAft>
                      <a:buChar char="•"/>
                      <a:defRPr sz="3200">
                        <a:solidFill>
                          <a:srgbClr val="666699"/>
                        </a:solidFill>
                        <a:latin typeface="+mn-lt"/>
                        <a:ea typeface="+mn-ea"/>
                        <a:cs typeface="+mn-cs"/>
                      </a:defRPr>
                    </a:lvl1pPr>
                    <a:lvl2pPr marL="742950" indent="-285750" algn="l" rtl="0" eaLnBrk="0" fontAlgn="base" hangingPunct="0">
                      <a:spcBef>
                        <a:spcPct val="20000"/>
                      </a:spcBef>
                      <a:spcAft>
                        <a:spcPct val="0"/>
                      </a:spcAft>
                      <a:buChar char="–"/>
                      <a:defRPr sz="2800">
                        <a:solidFill>
                          <a:srgbClr val="666699"/>
                        </a:solidFill>
                        <a:latin typeface="+mn-lt"/>
                        <a:ea typeface="+mn-ea"/>
                      </a:defRPr>
                    </a:lvl2pPr>
                    <a:lvl3pPr marL="1143000" indent="-228600" algn="l" rtl="0" eaLnBrk="0" fontAlgn="base" hangingPunct="0">
                      <a:spcBef>
                        <a:spcPct val="20000"/>
                      </a:spcBef>
                      <a:spcAft>
                        <a:spcPct val="0"/>
                      </a:spcAft>
                      <a:buChar char="•"/>
                      <a:defRPr sz="2400">
                        <a:solidFill>
                          <a:srgbClr val="666699"/>
                        </a:solidFill>
                        <a:latin typeface="+mn-lt"/>
                        <a:ea typeface="+mn-ea"/>
                      </a:defRPr>
                    </a:lvl3pPr>
                    <a:lvl4pPr marL="1600200" indent="-228600" algn="l" rtl="0" eaLnBrk="0" fontAlgn="base" hangingPunct="0">
                      <a:spcBef>
                        <a:spcPct val="20000"/>
                      </a:spcBef>
                      <a:spcAft>
                        <a:spcPct val="0"/>
                      </a:spcAft>
                      <a:buChar char="–"/>
                      <a:defRPr sz="2000">
                        <a:solidFill>
                          <a:srgbClr val="666699"/>
                        </a:solidFill>
                        <a:latin typeface="+mn-lt"/>
                        <a:ea typeface="+mn-ea"/>
                      </a:defRPr>
                    </a:lvl4pPr>
                    <a:lvl5pPr marL="2057400" indent="-228600" algn="l" rtl="0" eaLnBrk="0" fontAlgn="base" hangingPunct="0">
                      <a:spcBef>
                        <a:spcPct val="20000"/>
                      </a:spcBef>
                      <a:spcAft>
                        <a:spcPct val="0"/>
                      </a:spcAft>
                      <a:buChar char="»"/>
                      <a:defRPr sz="2000">
                        <a:solidFill>
                          <a:srgbClr val="666699"/>
                        </a:solidFill>
                        <a:latin typeface="+mn-lt"/>
                        <a:ea typeface="+mn-ea"/>
                      </a:defRPr>
                    </a:lvl5pPr>
                  </a:lstStyle>
                  <a:p>
                    <a:pPr marL="0" lvl="0" indent="0" eaLnBrk="1" hangingPunct="1">
                      <a:spcBef>
                        <a:spcPct val="0"/>
                      </a:spcBef>
                      <a:buNone/>
                    </a:pPr>
                    <a:endParaRPr lang="zh-CN" altLang="en-US" sz="2400" dirty="0">
                      <a:solidFill>
                        <a:schemeClr val="tx1"/>
                      </a:solidFill>
                    </a:endParaRPr>
                  </a:p>
                </p:txBody>
              </p:sp>
            </p:grpSp>
            <p:grpSp>
              <p:nvGrpSpPr>
                <p:cNvPr id="24635" name="Group 120"/>
                <p:cNvGrpSpPr/>
                <p:nvPr/>
              </p:nvGrpSpPr>
              <p:grpSpPr>
                <a:xfrm>
                  <a:off x="353" y="2246"/>
                  <a:ext cx="353" cy="288"/>
                  <a:chOff x="0" y="0"/>
                  <a:chExt cx="353" cy="288"/>
                </a:xfrm>
              </p:grpSpPr>
              <p:sp>
                <p:nvSpPr>
                  <p:cNvPr id="24675" name="Rectangle 121"/>
                  <p:cNvSpPr/>
                  <p:nvPr/>
                </p:nvSpPr>
                <p:spPr>
                  <a:xfrm>
                    <a:off x="0" y="0"/>
                    <a:ext cx="353" cy="288"/>
                  </a:xfrm>
                  <a:prstGeom prst="rect">
                    <a:avLst/>
                  </a:prstGeom>
                  <a:noFill/>
                  <a:ln w="9525">
                    <a:noFill/>
                  </a:ln>
                </p:spPr>
                <p:txBody>
                  <a:bodyPr anchor="ctr" anchorCtr="0"/>
                  <a:lstStyle>
                    <a:lvl1pPr marL="342900" indent="-342900" algn="l" rtl="0" eaLnBrk="0" fontAlgn="base" hangingPunct="0">
                      <a:spcBef>
                        <a:spcPct val="20000"/>
                      </a:spcBef>
                      <a:spcAft>
                        <a:spcPct val="0"/>
                      </a:spcAft>
                      <a:buChar char="•"/>
                      <a:defRPr sz="3200">
                        <a:solidFill>
                          <a:srgbClr val="666699"/>
                        </a:solidFill>
                        <a:latin typeface="+mn-lt"/>
                        <a:ea typeface="+mn-ea"/>
                        <a:cs typeface="+mn-cs"/>
                      </a:defRPr>
                    </a:lvl1pPr>
                    <a:lvl2pPr marL="742950" indent="-285750" algn="l" rtl="0" eaLnBrk="0" fontAlgn="base" hangingPunct="0">
                      <a:spcBef>
                        <a:spcPct val="20000"/>
                      </a:spcBef>
                      <a:spcAft>
                        <a:spcPct val="0"/>
                      </a:spcAft>
                      <a:buChar char="–"/>
                      <a:defRPr sz="2800">
                        <a:solidFill>
                          <a:srgbClr val="666699"/>
                        </a:solidFill>
                        <a:latin typeface="+mn-lt"/>
                        <a:ea typeface="+mn-ea"/>
                      </a:defRPr>
                    </a:lvl2pPr>
                    <a:lvl3pPr marL="1143000" indent="-228600" algn="l" rtl="0" eaLnBrk="0" fontAlgn="base" hangingPunct="0">
                      <a:spcBef>
                        <a:spcPct val="20000"/>
                      </a:spcBef>
                      <a:spcAft>
                        <a:spcPct val="0"/>
                      </a:spcAft>
                      <a:buChar char="•"/>
                      <a:defRPr sz="2400">
                        <a:solidFill>
                          <a:srgbClr val="666699"/>
                        </a:solidFill>
                        <a:latin typeface="+mn-lt"/>
                        <a:ea typeface="+mn-ea"/>
                      </a:defRPr>
                    </a:lvl3pPr>
                    <a:lvl4pPr marL="1600200" indent="-228600" algn="l" rtl="0" eaLnBrk="0" fontAlgn="base" hangingPunct="0">
                      <a:spcBef>
                        <a:spcPct val="20000"/>
                      </a:spcBef>
                      <a:spcAft>
                        <a:spcPct val="0"/>
                      </a:spcAft>
                      <a:buChar char="–"/>
                      <a:defRPr sz="2000">
                        <a:solidFill>
                          <a:srgbClr val="666699"/>
                        </a:solidFill>
                        <a:latin typeface="+mn-lt"/>
                        <a:ea typeface="+mn-ea"/>
                      </a:defRPr>
                    </a:lvl4pPr>
                    <a:lvl5pPr marL="2057400" indent="-228600" algn="l" rtl="0" eaLnBrk="0" fontAlgn="base" hangingPunct="0">
                      <a:spcBef>
                        <a:spcPct val="20000"/>
                      </a:spcBef>
                      <a:spcAft>
                        <a:spcPct val="0"/>
                      </a:spcAft>
                      <a:buChar char="»"/>
                      <a:defRPr sz="2000">
                        <a:solidFill>
                          <a:srgbClr val="666699"/>
                        </a:solidFill>
                        <a:latin typeface="+mn-lt"/>
                        <a:ea typeface="+mn-ea"/>
                      </a:defRPr>
                    </a:lvl5pPr>
                  </a:lstStyle>
                  <a:p>
                    <a:pPr marL="0" lvl="0" indent="0" algn="ctr" eaLnBrk="1" hangingPunct="1">
                      <a:spcBef>
                        <a:spcPct val="0"/>
                      </a:spcBef>
                      <a:buNone/>
                    </a:pPr>
                    <a:r>
                      <a:rPr lang="zh-CN" altLang="en-US" sz="2400" dirty="0">
                        <a:solidFill>
                          <a:schemeClr val="tx1"/>
                        </a:solidFill>
                      </a:rPr>
                      <a:t>0</a:t>
                    </a:r>
                    <a:endParaRPr lang="zh-CN" altLang="en-US" sz="2400" dirty="0">
                      <a:solidFill>
                        <a:schemeClr val="tx1"/>
                      </a:solidFill>
                    </a:endParaRPr>
                  </a:p>
                </p:txBody>
              </p:sp>
              <p:sp>
                <p:nvSpPr>
                  <p:cNvPr id="24676" name="Rectangle 122"/>
                  <p:cNvSpPr/>
                  <p:nvPr/>
                </p:nvSpPr>
                <p:spPr>
                  <a:xfrm>
                    <a:off x="0" y="0"/>
                    <a:ext cx="353" cy="288"/>
                  </a:xfrm>
                  <a:prstGeom prst="rect">
                    <a:avLst/>
                  </a:prstGeom>
                  <a:noFill/>
                  <a:ln w="7" cap="flat" cmpd="sng">
                    <a:solidFill>
                      <a:srgbClr val="A0A0A0"/>
                    </a:solidFill>
                    <a:prstDash val="solid"/>
                    <a:miter/>
                    <a:headEnd type="none" w="med" len="med"/>
                    <a:tailEnd type="none" w="med" len="med"/>
                  </a:ln>
                </p:spPr>
                <p:txBody>
                  <a:bodyPr wrap="none"/>
                  <a:lstStyle>
                    <a:lvl1pPr marL="342900" indent="-342900" algn="l" rtl="0" eaLnBrk="0" fontAlgn="base" hangingPunct="0">
                      <a:spcBef>
                        <a:spcPct val="20000"/>
                      </a:spcBef>
                      <a:spcAft>
                        <a:spcPct val="0"/>
                      </a:spcAft>
                      <a:buChar char="•"/>
                      <a:defRPr sz="3200">
                        <a:solidFill>
                          <a:srgbClr val="666699"/>
                        </a:solidFill>
                        <a:latin typeface="+mn-lt"/>
                        <a:ea typeface="+mn-ea"/>
                        <a:cs typeface="+mn-cs"/>
                      </a:defRPr>
                    </a:lvl1pPr>
                    <a:lvl2pPr marL="742950" indent="-285750" algn="l" rtl="0" eaLnBrk="0" fontAlgn="base" hangingPunct="0">
                      <a:spcBef>
                        <a:spcPct val="20000"/>
                      </a:spcBef>
                      <a:spcAft>
                        <a:spcPct val="0"/>
                      </a:spcAft>
                      <a:buChar char="–"/>
                      <a:defRPr sz="2800">
                        <a:solidFill>
                          <a:srgbClr val="666699"/>
                        </a:solidFill>
                        <a:latin typeface="+mn-lt"/>
                        <a:ea typeface="+mn-ea"/>
                      </a:defRPr>
                    </a:lvl2pPr>
                    <a:lvl3pPr marL="1143000" indent="-228600" algn="l" rtl="0" eaLnBrk="0" fontAlgn="base" hangingPunct="0">
                      <a:spcBef>
                        <a:spcPct val="20000"/>
                      </a:spcBef>
                      <a:spcAft>
                        <a:spcPct val="0"/>
                      </a:spcAft>
                      <a:buChar char="•"/>
                      <a:defRPr sz="2400">
                        <a:solidFill>
                          <a:srgbClr val="666699"/>
                        </a:solidFill>
                        <a:latin typeface="+mn-lt"/>
                        <a:ea typeface="+mn-ea"/>
                      </a:defRPr>
                    </a:lvl3pPr>
                    <a:lvl4pPr marL="1600200" indent="-228600" algn="l" rtl="0" eaLnBrk="0" fontAlgn="base" hangingPunct="0">
                      <a:spcBef>
                        <a:spcPct val="20000"/>
                      </a:spcBef>
                      <a:spcAft>
                        <a:spcPct val="0"/>
                      </a:spcAft>
                      <a:buChar char="–"/>
                      <a:defRPr sz="2000">
                        <a:solidFill>
                          <a:srgbClr val="666699"/>
                        </a:solidFill>
                        <a:latin typeface="+mn-lt"/>
                        <a:ea typeface="+mn-ea"/>
                      </a:defRPr>
                    </a:lvl4pPr>
                    <a:lvl5pPr marL="2057400" indent="-228600" algn="l" rtl="0" eaLnBrk="0" fontAlgn="base" hangingPunct="0">
                      <a:spcBef>
                        <a:spcPct val="20000"/>
                      </a:spcBef>
                      <a:spcAft>
                        <a:spcPct val="0"/>
                      </a:spcAft>
                      <a:buChar char="»"/>
                      <a:defRPr sz="2000">
                        <a:solidFill>
                          <a:srgbClr val="666699"/>
                        </a:solidFill>
                        <a:latin typeface="+mn-lt"/>
                        <a:ea typeface="+mn-ea"/>
                      </a:defRPr>
                    </a:lvl5pPr>
                  </a:lstStyle>
                  <a:p>
                    <a:pPr marL="0" lvl="0" indent="0" eaLnBrk="1" hangingPunct="1">
                      <a:spcBef>
                        <a:spcPct val="0"/>
                      </a:spcBef>
                      <a:buNone/>
                    </a:pPr>
                    <a:endParaRPr lang="zh-CN" altLang="en-US" sz="2400" dirty="0">
                      <a:solidFill>
                        <a:schemeClr val="tx1"/>
                      </a:solidFill>
                    </a:endParaRPr>
                  </a:p>
                </p:txBody>
              </p:sp>
            </p:grpSp>
            <p:grpSp>
              <p:nvGrpSpPr>
                <p:cNvPr id="24636" name="Group 123"/>
                <p:cNvGrpSpPr/>
                <p:nvPr/>
              </p:nvGrpSpPr>
              <p:grpSpPr>
                <a:xfrm>
                  <a:off x="706" y="2246"/>
                  <a:ext cx="349" cy="288"/>
                  <a:chOff x="0" y="0"/>
                  <a:chExt cx="349" cy="288"/>
                </a:xfrm>
              </p:grpSpPr>
              <p:sp>
                <p:nvSpPr>
                  <p:cNvPr id="24673" name="Rectangle 124"/>
                  <p:cNvSpPr/>
                  <p:nvPr/>
                </p:nvSpPr>
                <p:spPr>
                  <a:xfrm>
                    <a:off x="0" y="0"/>
                    <a:ext cx="349" cy="288"/>
                  </a:xfrm>
                  <a:prstGeom prst="rect">
                    <a:avLst/>
                  </a:prstGeom>
                  <a:noFill/>
                  <a:ln w="9525">
                    <a:noFill/>
                  </a:ln>
                </p:spPr>
                <p:txBody>
                  <a:bodyPr anchor="ctr" anchorCtr="0"/>
                  <a:lstStyle>
                    <a:lvl1pPr marL="342900" indent="-342900" algn="l" rtl="0" eaLnBrk="0" fontAlgn="base" hangingPunct="0">
                      <a:spcBef>
                        <a:spcPct val="20000"/>
                      </a:spcBef>
                      <a:spcAft>
                        <a:spcPct val="0"/>
                      </a:spcAft>
                      <a:buChar char="•"/>
                      <a:defRPr sz="3200">
                        <a:solidFill>
                          <a:srgbClr val="666699"/>
                        </a:solidFill>
                        <a:latin typeface="+mn-lt"/>
                        <a:ea typeface="+mn-ea"/>
                        <a:cs typeface="+mn-cs"/>
                      </a:defRPr>
                    </a:lvl1pPr>
                    <a:lvl2pPr marL="742950" indent="-285750" algn="l" rtl="0" eaLnBrk="0" fontAlgn="base" hangingPunct="0">
                      <a:spcBef>
                        <a:spcPct val="20000"/>
                      </a:spcBef>
                      <a:spcAft>
                        <a:spcPct val="0"/>
                      </a:spcAft>
                      <a:buChar char="–"/>
                      <a:defRPr sz="2800">
                        <a:solidFill>
                          <a:srgbClr val="666699"/>
                        </a:solidFill>
                        <a:latin typeface="+mn-lt"/>
                        <a:ea typeface="+mn-ea"/>
                      </a:defRPr>
                    </a:lvl2pPr>
                    <a:lvl3pPr marL="1143000" indent="-228600" algn="l" rtl="0" eaLnBrk="0" fontAlgn="base" hangingPunct="0">
                      <a:spcBef>
                        <a:spcPct val="20000"/>
                      </a:spcBef>
                      <a:spcAft>
                        <a:spcPct val="0"/>
                      </a:spcAft>
                      <a:buChar char="•"/>
                      <a:defRPr sz="2400">
                        <a:solidFill>
                          <a:srgbClr val="666699"/>
                        </a:solidFill>
                        <a:latin typeface="+mn-lt"/>
                        <a:ea typeface="+mn-ea"/>
                      </a:defRPr>
                    </a:lvl3pPr>
                    <a:lvl4pPr marL="1600200" indent="-228600" algn="l" rtl="0" eaLnBrk="0" fontAlgn="base" hangingPunct="0">
                      <a:spcBef>
                        <a:spcPct val="20000"/>
                      </a:spcBef>
                      <a:spcAft>
                        <a:spcPct val="0"/>
                      </a:spcAft>
                      <a:buChar char="–"/>
                      <a:defRPr sz="2000">
                        <a:solidFill>
                          <a:srgbClr val="666699"/>
                        </a:solidFill>
                        <a:latin typeface="+mn-lt"/>
                        <a:ea typeface="+mn-ea"/>
                      </a:defRPr>
                    </a:lvl4pPr>
                    <a:lvl5pPr marL="2057400" indent="-228600" algn="l" rtl="0" eaLnBrk="0" fontAlgn="base" hangingPunct="0">
                      <a:spcBef>
                        <a:spcPct val="20000"/>
                      </a:spcBef>
                      <a:spcAft>
                        <a:spcPct val="0"/>
                      </a:spcAft>
                      <a:buChar char="»"/>
                      <a:defRPr sz="2000">
                        <a:solidFill>
                          <a:srgbClr val="666699"/>
                        </a:solidFill>
                        <a:latin typeface="+mn-lt"/>
                        <a:ea typeface="+mn-ea"/>
                      </a:defRPr>
                    </a:lvl5pPr>
                  </a:lstStyle>
                  <a:p>
                    <a:pPr marL="0" lvl="0" indent="0" algn="ctr" eaLnBrk="1" hangingPunct="1">
                      <a:spcBef>
                        <a:spcPct val="0"/>
                      </a:spcBef>
                      <a:buNone/>
                    </a:pPr>
                    <a:r>
                      <a:rPr lang="zh-CN" altLang="en-US" sz="2400" dirty="0">
                        <a:solidFill>
                          <a:schemeClr val="tx1"/>
                        </a:solidFill>
                      </a:rPr>
                      <a:t>1</a:t>
                    </a:r>
                    <a:endParaRPr lang="zh-CN" altLang="en-US" sz="2400" dirty="0">
                      <a:solidFill>
                        <a:schemeClr val="tx1"/>
                      </a:solidFill>
                    </a:endParaRPr>
                  </a:p>
                </p:txBody>
              </p:sp>
              <p:sp>
                <p:nvSpPr>
                  <p:cNvPr id="24674" name="Rectangle 125"/>
                  <p:cNvSpPr/>
                  <p:nvPr/>
                </p:nvSpPr>
                <p:spPr>
                  <a:xfrm>
                    <a:off x="0" y="0"/>
                    <a:ext cx="349" cy="288"/>
                  </a:xfrm>
                  <a:prstGeom prst="rect">
                    <a:avLst/>
                  </a:prstGeom>
                  <a:noFill/>
                  <a:ln w="7" cap="flat" cmpd="sng">
                    <a:solidFill>
                      <a:srgbClr val="A0A0A0"/>
                    </a:solidFill>
                    <a:prstDash val="solid"/>
                    <a:miter/>
                    <a:headEnd type="none" w="med" len="med"/>
                    <a:tailEnd type="none" w="med" len="med"/>
                  </a:ln>
                </p:spPr>
                <p:txBody>
                  <a:bodyPr wrap="none"/>
                  <a:lstStyle>
                    <a:lvl1pPr marL="342900" indent="-342900" algn="l" rtl="0" eaLnBrk="0" fontAlgn="base" hangingPunct="0">
                      <a:spcBef>
                        <a:spcPct val="20000"/>
                      </a:spcBef>
                      <a:spcAft>
                        <a:spcPct val="0"/>
                      </a:spcAft>
                      <a:buChar char="•"/>
                      <a:defRPr sz="3200">
                        <a:solidFill>
                          <a:srgbClr val="666699"/>
                        </a:solidFill>
                        <a:latin typeface="+mn-lt"/>
                        <a:ea typeface="+mn-ea"/>
                        <a:cs typeface="+mn-cs"/>
                      </a:defRPr>
                    </a:lvl1pPr>
                    <a:lvl2pPr marL="742950" indent="-285750" algn="l" rtl="0" eaLnBrk="0" fontAlgn="base" hangingPunct="0">
                      <a:spcBef>
                        <a:spcPct val="20000"/>
                      </a:spcBef>
                      <a:spcAft>
                        <a:spcPct val="0"/>
                      </a:spcAft>
                      <a:buChar char="–"/>
                      <a:defRPr sz="2800">
                        <a:solidFill>
                          <a:srgbClr val="666699"/>
                        </a:solidFill>
                        <a:latin typeface="+mn-lt"/>
                        <a:ea typeface="+mn-ea"/>
                      </a:defRPr>
                    </a:lvl2pPr>
                    <a:lvl3pPr marL="1143000" indent="-228600" algn="l" rtl="0" eaLnBrk="0" fontAlgn="base" hangingPunct="0">
                      <a:spcBef>
                        <a:spcPct val="20000"/>
                      </a:spcBef>
                      <a:spcAft>
                        <a:spcPct val="0"/>
                      </a:spcAft>
                      <a:buChar char="•"/>
                      <a:defRPr sz="2400">
                        <a:solidFill>
                          <a:srgbClr val="666699"/>
                        </a:solidFill>
                        <a:latin typeface="+mn-lt"/>
                        <a:ea typeface="+mn-ea"/>
                      </a:defRPr>
                    </a:lvl3pPr>
                    <a:lvl4pPr marL="1600200" indent="-228600" algn="l" rtl="0" eaLnBrk="0" fontAlgn="base" hangingPunct="0">
                      <a:spcBef>
                        <a:spcPct val="20000"/>
                      </a:spcBef>
                      <a:spcAft>
                        <a:spcPct val="0"/>
                      </a:spcAft>
                      <a:buChar char="–"/>
                      <a:defRPr sz="2000">
                        <a:solidFill>
                          <a:srgbClr val="666699"/>
                        </a:solidFill>
                        <a:latin typeface="+mn-lt"/>
                        <a:ea typeface="+mn-ea"/>
                      </a:defRPr>
                    </a:lvl4pPr>
                    <a:lvl5pPr marL="2057400" indent="-228600" algn="l" rtl="0" eaLnBrk="0" fontAlgn="base" hangingPunct="0">
                      <a:spcBef>
                        <a:spcPct val="20000"/>
                      </a:spcBef>
                      <a:spcAft>
                        <a:spcPct val="0"/>
                      </a:spcAft>
                      <a:buChar char="»"/>
                      <a:defRPr sz="2000">
                        <a:solidFill>
                          <a:srgbClr val="666699"/>
                        </a:solidFill>
                        <a:latin typeface="+mn-lt"/>
                        <a:ea typeface="+mn-ea"/>
                      </a:defRPr>
                    </a:lvl5pPr>
                  </a:lstStyle>
                  <a:p>
                    <a:pPr marL="0" lvl="0" indent="0" eaLnBrk="1" hangingPunct="1">
                      <a:spcBef>
                        <a:spcPct val="0"/>
                      </a:spcBef>
                      <a:buNone/>
                    </a:pPr>
                    <a:endParaRPr lang="zh-CN" altLang="en-US" sz="2400" dirty="0">
                      <a:solidFill>
                        <a:schemeClr val="tx1"/>
                      </a:solidFill>
                    </a:endParaRPr>
                  </a:p>
                </p:txBody>
              </p:sp>
            </p:grpSp>
            <p:grpSp>
              <p:nvGrpSpPr>
                <p:cNvPr id="24637" name="Group 126"/>
                <p:cNvGrpSpPr/>
                <p:nvPr/>
              </p:nvGrpSpPr>
              <p:grpSpPr>
                <a:xfrm>
                  <a:off x="1055" y="2246"/>
                  <a:ext cx="432" cy="288"/>
                  <a:chOff x="0" y="0"/>
                  <a:chExt cx="432" cy="288"/>
                </a:xfrm>
              </p:grpSpPr>
              <p:sp>
                <p:nvSpPr>
                  <p:cNvPr id="24671" name="Rectangle 127"/>
                  <p:cNvSpPr/>
                  <p:nvPr/>
                </p:nvSpPr>
                <p:spPr>
                  <a:xfrm>
                    <a:off x="0" y="0"/>
                    <a:ext cx="432" cy="288"/>
                  </a:xfrm>
                  <a:prstGeom prst="rect">
                    <a:avLst/>
                  </a:prstGeom>
                  <a:noFill/>
                  <a:ln w="9525">
                    <a:noFill/>
                  </a:ln>
                </p:spPr>
                <p:txBody>
                  <a:bodyPr anchor="ctr" anchorCtr="0"/>
                  <a:lstStyle>
                    <a:lvl1pPr marL="342900" indent="-342900" algn="l" rtl="0" eaLnBrk="0" fontAlgn="base" hangingPunct="0">
                      <a:spcBef>
                        <a:spcPct val="20000"/>
                      </a:spcBef>
                      <a:spcAft>
                        <a:spcPct val="0"/>
                      </a:spcAft>
                      <a:buChar char="•"/>
                      <a:defRPr sz="3200">
                        <a:solidFill>
                          <a:srgbClr val="666699"/>
                        </a:solidFill>
                        <a:latin typeface="+mn-lt"/>
                        <a:ea typeface="+mn-ea"/>
                        <a:cs typeface="+mn-cs"/>
                      </a:defRPr>
                    </a:lvl1pPr>
                    <a:lvl2pPr marL="742950" indent="-285750" algn="l" rtl="0" eaLnBrk="0" fontAlgn="base" hangingPunct="0">
                      <a:spcBef>
                        <a:spcPct val="20000"/>
                      </a:spcBef>
                      <a:spcAft>
                        <a:spcPct val="0"/>
                      </a:spcAft>
                      <a:buChar char="–"/>
                      <a:defRPr sz="2800">
                        <a:solidFill>
                          <a:srgbClr val="666699"/>
                        </a:solidFill>
                        <a:latin typeface="+mn-lt"/>
                        <a:ea typeface="+mn-ea"/>
                      </a:defRPr>
                    </a:lvl2pPr>
                    <a:lvl3pPr marL="1143000" indent="-228600" algn="l" rtl="0" eaLnBrk="0" fontAlgn="base" hangingPunct="0">
                      <a:spcBef>
                        <a:spcPct val="20000"/>
                      </a:spcBef>
                      <a:spcAft>
                        <a:spcPct val="0"/>
                      </a:spcAft>
                      <a:buChar char="•"/>
                      <a:defRPr sz="2400">
                        <a:solidFill>
                          <a:srgbClr val="666699"/>
                        </a:solidFill>
                        <a:latin typeface="+mn-lt"/>
                        <a:ea typeface="+mn-ea"/>
                      </a:defRPr>
                    </a:lvl3pPr>
                    <a:lvl4pPr marL="1600200" indent="-228600" algn="l" rtl="0" eaLnBrk="0" fontAlgn="base" hangingPunct="0">
                      <a:spcBef>
                        <a:spcPct val="20000"/>
                      </a:spcBef>
                      <a:spcAft>
                        <a:spcPct val="0"/>
                      </a:spcAft>
                      <a:buChar char="–"/>
                      <a:defRPr sz="2000">
                        <a:solidFill>
                          <a:srgbClr val="666699"/>
                        </a:solidFill>
                        <a:latin typeface="+mn-lt"/>
                        <a:ea typeface="+mn-ea"/>
                      </a:defRPr>
                    </a:lvl4pPr>
                    <a:lvl5pPr marL="2057400" indent="-228600" algn="l" rtl="0" eaLnBrk="0" fontAlgn="base" hangingPunct="0">
                      <a:spcBef>
                        <a:spcPct val="20000"/>
                      </a:spcBef>
                      <a:spcAft>
                        <a:spcPct val="0"/>
                      </a:spcAft>
                      <a:buChar char="»"/>
                      <a:defRPr sz="2000">
                        <a:solidFill>
                          <a:srgbClr val="666699"/>
                        </a:solidFill>
                        <a:latin typeface="+mn-lt"/>
                        <a:ea typeface="+mn-ea"/>
                      </a:defRPr>
                    </a:lvl5pPr>
                  </a:lstStyle>
                  <a:p>
                    <a:pPr marL="0" lvl="0" indent="0" algn="ctr" eaLnBrk="1" hangingPunct="1">
                      <a:spcBef>
                        <a:spcPct val="0"/>
                      </a:spcBef>
                      <a:buNone/>
                    </a:pPr>
                    <a:r>
                      <a:rPr lang="zh-CN" altLang="en-US" sz="2400" dirty="0">
                        <a:solidFill>
                          <a:schemeClr val="tx1"/>
                        </a:solidFill>
                      </a:rPr>
                      <a:t>0</a:t>
                    </a:r>
                    <a:endParaRPr lang="zh-CN" altLang="en-US" sz="2400" dirty="0">
                      <a:solidFill>
                        <a:schemeClr val="tx1"/>
                      </a:solidFill>
                    </a:endParaRPr>
                  </a:p>
                </p:txBody>
              </p:sp>
              <p:sp>
                <p:nvSpPr>
                  <p:cNvPr id="24672" name="Rectangle 128"/>
                  <p:cNvSpPr/>
                  <p:nvPr/>
                </p:nvSpPr>
                <p:spPr>
                  <a:xfrm>
                    <a:off x="0" y="0"/>
                    <a:ext cx="432" cy="288"/>
                  </a:xfrm>
                  <a:prstGeom prst="rect">
                    <a:avLst/>
                  </a:prstGeom>
                  <a:noFill/>
                  <a:ln w="7" cap="flat" cmpd="sng">
                    <a:solidFill>
                      <a:srgbClr val="A0A0A0"/>
                    </a:solidFill>
                    <a:prstDash val="solid"/>
                    <a:miter/>
                    <a:headEnd type="none" w="med" len="med"/>
                    <a:tailEnd type="none" w="med" len="med"/>
                  </a:ln>
                </p:spPr>
                <p:txBody>
                  <a:bodyPr wrap="none"/>
                  <a:lstStyle>
                    <a:lvl1pPr marL="342900" indent="-342900" algn="l" rtl="0" eaLnBrk="0" fontAlgn="base" hangingPunct="0">
                      <a:spcBef>
                        <a:spcPct val="20000"/>
                      </a:spcBef>
                      <a:spcAft>
                        <a:spcPct val="0"/>
                      </a:spcAft>
                      <a:buChar char="•"/>
                      <a:defRPr sz="3200">
                        <a:solidFill>
                          <a:srgbClr val="666699"/>
                        </a:solidFill>
                        <a:latin typeface="+mn-lt"/>
                        <a:ea typeface="+mn-ea"/>
                        <a:cs typeface="+mn-cs"/>
                      </a:defRPr>
                    </a:lvl1pPr>
                    <a:lvl2pPr marL="742950" indent="-285750" algn="l" rtl="0" eaLnBrk="0" fontAlgn="base" hangingPunct="0">
                      <a:spcBef>
                        <a:spcPct val="20000"/>
                      </a:spcBef>
                      <a:spcAft>
                        <a:spcPct val="0"/>
                      </a:spcAft>
                      <a:buChar char="–"/>
                      <a:defRPr sz="2800">
                        <a:solidFill>
                          <a:srgbClr val="666699"/>
                        </a:solidFill>
                        <a:latin typeface="+mn-lt"/>
                        <a:ea typeface="+mn-ea"/>
                      </a:defRPr>
                    </a:lvl2pPr>
                    <a:lvl3pPr marL="1143000" indent="-228600" algn="l" rtl="0" eaLnBrk="0" fontAlgn="base" hangingPunct="0">
                      <a:spcBef>
                        <a:spcPct val="20000"/>
                      </a:spcBef>
                      <a:spcAft>
                        <a:spcPct val="0"/>
                      </a:spcAft>
                      <a:buChar char="•"/>
                      <a:defRPr sz="2400">
                        <a:solidFill>
                          <a:srgbClr val="666699"/>
                        </a:solidFill>
                        <a:latin typeface="+mn-lt"/>
                        <a:ea typeface="+mn-ea"/>
                      </a:defRPr>
                    </a:lvl3pPr>
                    <a:lvl4pPr marL="1600200" indent="-228600" algn="l" rtl="0" eaLnBrk="0" fontAlgn="base" hangingPunct="0">
                      <a:spcBef>
                        <a:spcPct val="20000"/>
                      </a:spcBef>
                      <a:spcAft>
                        <a:spcPct val="0"/>
                      </a:spcAft>
                      <a:buChar char="–"/>
                      <a:defRPr sz="2000">
                        <a:solidFill>
                          <a:srgbClr val="666699"/>
                        </a:solidFill>
                        <a:latin typeface="+mn-lt"/>
                        <a:ea typeface="+mn-ea"/>
                      </a:defRPr>
                    </a:lvl4pPr>
                    <a:lvl5pPr marL="2057400" indent="-228600" algn="l" rtl="0" eaLnBrk="0" fontAlgn="base" hangingPunct="0">
                      <a:spcBef>
                        <a:spcPct val="20000"/>
                      </a:spcBef>
                      <a:spcAft>
                        <a:spcPct val="0"/>
                      </a:spcAft>
                      <a:buChar char="»"/>
                      <a:defRPr sz="2000">
                        <a:solidFill>
                          <a:srgbClr val="666699"/>
                        </a:solidFill>
                        <a:latin typeface="+mn-lt"/>
                        <a:ea typeface="+mn-ea"/>
                      </a:defRPr>
                    </a:lvl5pPr>
                  </a:lstStyle>
                  <a:p>
                    <a:pPr marL="0" lvl="0" indent="0" eaLnBrk="1" hangingPunct="1">
                      <a:spcBef>
                        <a:spcPct val="0"/>
                      </a:spcBef>
                      <a:buNone/>
                    </a:pPr>
                    <a:endParaRPr lang="zh-CN" altLang="en-US" sz="2400" dirty="0">
                      <a:solidFill>
                        <a:schemeClr val="tx1"/>
                      </a:solidFill>
                    </a:endParaRPr>
                  </a:p>
                </p:txBody>
              </p:sp>
            </p:grpSp>
            <p:grpSp>
              <p:nvGrpSpPr>
                <p:cNvPr id="24638" name="Group 129"/>
                <p:cNvGrpSpPr/>
                <p:nvPr/>
              </p:nvGrpSpPr>
              <p:grpSpPr>
                <a:xfrm>
                  <a:off x="1487" y="2246"/>
                  <a:ext cx="432" cy="288"/>
                  <a:chOff x="0" y="0"/>
                  <a:chExt cx="432" cy="288"/>
                </a:xfrm>
              </p:grpSpPr>
              <p:sp>
                <p:nvSpPr>
                  <p:cNvPr id="24669" name="Rectangle 130"/>
                  <p:cNvSpPr/>
                  <p:nvPr/>
                </p:nvSpPr>
                <p:spPr>
                  <a:xfrm>
                    <a:off x="0" y="0"/>
                    <a:ext cx="432" cy="288"/>
                  </a:xfrm>
                  <a:prstGeom prst="rect">
                    <a:avLst/>
                  </a:prstGeom>
                  <a:noFill/>
                  <a:ln w="9525">
                    <a:noFill/>
                  </a:ln>
                </p:spPr>
                <p:txBody>
                  <a:bodyPr anchor="ctr" anchorCtr="0"/>
                  <a:lstStyle>
                    <a:lvl1pPr marL="342900" indent="-342900" algn="l" rtl="0" eaLnBrk="0" fontAlgn="base" hangingPunct="0">
                      <a:spcBef>
                        <a:spcPct val="20000"/>
                      </a:spcBef>
                      <a:spcAft>
                        <a:spcPct val="0"/>
                      </a:spcAft>
                      <a:buChar char="•"/>
                      <a:defRPr sz="3200">
                        <a:solidFill>
                          <a:srgbClr val="666699"/>
                        </a:solidFill>
                        <a:latin typeface="+mn-lt"/>
                        <a:ea typeface="+mn-ea"/>
                        <a:cs typeface="+mn-cs"/>
                      </a:defRPr>
                    </a:lvl1pPr>
                    <a:lvl2pPr marL="742950" indent="-285750" algn="l" rtl="0" eaLnBrk="0" fontAlgn="base" hangingPunct="0">
                      <a:spcBef>
                        <a:spcPct val="20000"/>
                      </a:spcBef>
                      <a:spcAft>
                        <a:spcPct val="0"/>
                      </a:spcAft>
                      <a:buChar char="–"/>
                      <a:defRPr sz="2800">
                        <a:solidFill>
                          <a:srgbClr val="666699"/>
                        </a:solidFill>
                        <a:latin typeface="+mn-lt"/>
                        <a:ea typeface="+mn-ea"/>
                      </a:defRPr>
                    </a:lvl2pPr>
                    <a:lvl3pPr marL="1143000" indent="-228600" algn="l" rtl="0" eaLnBrk="0" fontAlgn="base" hangingPunct="0">
                      <a:spcBef>
                        <a:spcPct val="20000"/>
                      </a:spcBef>
                      <a:spcAft>
                        <a:spcPct val="0"/>
                      </a:spcAft>
                      <a:buChar char="•"/>
                      <a:defRPr sz="2400">
                        <a:solidFill>
                          <a:srgbClr val="666699"/>
                        </a:solidFill>
                        <a:latin typeface="+mn-lt"/>
                        <a:ea typeface="+mn-ea"/>
                      </a:defRPr>
                    </a:lvl3pPr>
                    <a:lvl4pPr marL="1600200" indent="-228600" algn="l" rtl="0" eaLnBrk="0" fontAlgn="base" hangingPunct="0">
                      <a:spcBef>
                        <a:spcPct val="20000"/>
                      </a:spcBef>
                      <a:spcAft>
                        <a:spcPct val="0"/>
                      </a:spcAft>
                      <a:buChar char="–"/>
                      <a:defRPr sz="2000">
                        <a:solidFill>
                          <a:srgbClr val="666699"/>
                        </a:solidFill>
                        <a:latin typeface="+mn-lt"/>
                        <a:ea typeface="+mn-ea"/>
                      </a:defRPr>
                    </a:lvl4pPr>
                    <a:lvl5pPr marL="2057400" indent="-228600" algn="l" rtl="0" eaLnBrk="0" fontAlgn="base" hangingPunct="0">
                      <a:spcBef>
                        <a:spcPct val="20000"/>
                      </a:spcBef>
                      <a:spcAft>
                        <a:spcPct val="0"/>
                      </a:spcAft>
                      <a:buChar char="»"/>
                      <a:defRPr sz="2000">
                        <a:solidFill>
                          <a:srgbClr val="666699"/>
                        </a:solidFill>
                        <a:latin typeface="+mn-lt"/>
                        <a:ea typeface="+mn-ea"/>
                      </a:defRPr>
                    </a:lvl5pPr>
                  </a:lstStyle>
                  <a:p>
                    <a:pPr marL="0" lvl="0" indent="0" algn="ctr" eaLnBrk="1" hangingPunct="1">
                      <a:spcBef>
                        <a:spcPct val="0"/>
                      </a:spcBef>
                      <a:buNone/>
                    </a:pPr>
                    <a:r>
                      <a:rPr lang="zh-CN" altLang="en-US" sz="2400" dirty="0">
                        <a:solidFill>
                          <a:schemeClr val="tx1"/>
                        </a:solidFill>
                      </a:rPr>
                      <a:t>1</a:t>
                    </a:r>
                    <a:endParaRPr lang="zh-CN" altLang="en-US" sz="2400" dirty="0">
                      <a:solidFill>
                        <a:schemeClr val="tx1"/>
                      </a:solidFill>
                    </a:endParaRPr>
                  </a:p>
                </p:txBody>
              </p:sp>
              <p:sp>
                <p:nvSpPr>
                  <p:cNvPr id="24670" name="Rectangle 131"/>
                  <p:cNvSpPr/>
                  <p:nvPr/>
                </p:nvSpPr>
                <p:spPr>
                  <a:xfrm>
                    <a:off x="0" y="0"/>
                    <a:ext cx="432" cy="288"/>
                  </a:xfrm>
                  <a:prstGeom prst="rect">
                    <a:avLst/>
                  </a:prstGeom>
                  <a:noFill/>
                  <a:ln w="7" cap="flat" cmpd="sng">
                    <a:solidFill>
                      <a:srgbClr val="A0A0A0"/>
                    </a:solidFill>
                    <a:prstDash val="solid"/>
                    <a:miter/>
                    <a:headEnd type="none" w="med" len="med"/>
                    <a:tailEnd type="none" w="med" len="med"/>
                  </a:ln>
                </p:spPr>
                <p:txBody>
                  <a:bodyPr wrap="none"/>
                  <a:lstStyle>
                    <a:lvl1pPr marL="342900" indent="-342900" algn="l" rtl="0" eaLnBrk="0" fontAlgn="base" hangingPunct="0">
                      <a:spcBef>
                        <a:spcPct val="20000"/>
                      </a:spcBef>
                      <a:spcAft>
                        <a:spcPct val="0"/>
                      </a:spcAft>
                      <a:buChar char="•"/>
                      <a:defRPr sz="3200">
                        <a:solidFill>
                          <a:srgbClr val="666699"/>
                        </a:solidFill>
                        <a:latin typeface="+mn-lt"/>
                        <a:ea typeface="+mn-ea"/>
                        <a:cs typeface="+mn-cs"/>
                      </a:defRPr>
                    </a:lvl1pPr>
                    <a:lvl2pPr marL="742950" indent="-285750" algn="l" rtl="0" eaLnBrk="0" fontAlgn="base" hangingPunct="0">
                      <a:spcBef>
                        <a:spcPct val="20000"/>
                      </a:spcBef>
                      <a:spcAft>
                        <a:spcPct val="0"/>
                      </a:spcAft>
                      <a:buChar char="–"/>
                      <a:defRPr sz="2800">
                        <a:solidFill>
                          <a:srgbClr val="666699"/>
                        </a:solidFill>
                        <a:latin typeface="+mn-lt"/>
                        <a:ea typeface="+mn-ea"/>
                      </a:defRPr>
                    </a:lvl2pPr>
                    <a:lvl3pPr marL="1143000" indent="-228600" algn="l" rtl="0" eaLnBrk="0" fontAlgn="base" hangingPunct="0">
                      <a:spcBef>
                        <a:spcPct val="20000"/>
                      </a:spcBef>
                      <a:spcAft>
                        <a:spcPct val="0"/>
                      </a:spcAft>
                      <a:buChar char="•"/>
                      <a:defRPr sz="2400">
                        <a:solidFill>
                          <a:srgbClr val="666699"/>
                        </a:solidFill>
                        <a:latin typeface="+mn-lt"/>
                        <a:ea typeface="+mn-ea"/>
                      </a:defRPr>
                    </a:lvl3pPr>
                    <a:lvl4pPr marL="1600200" indent="-228600" algn="l" rtl="0" eaLnBrk="0" fontAlgn="base" hangingPunct="0">
                      <a:spcBef>
                        <a:spcPct val="20000"/>
                      </a:spcBef>
                      <a:spcAft>
                        <a:spcPct val="0"/>
                      </a:spcAft>
                      <a:buChar char="–"/>
                      <a:defRPr sz="2000">
                        <a:solidFill>
                          <a:srgbClr val="666699"/>
                        </a:solidFill>
                        <a:latin typeface="+mn-lt"/>
                        <a:ea typeface="+mn-ea"/>
                      </a:defRPr>
                    </a:lvl4pPr>
                    <a:lvl5pPr marL="2057400" indent="-228600" algn="l" rtl="0" eaLnBrk="0" fontAlgn="base" hangingPunct="0">
                      <a:spcBef>
                        <a:spcPct val="20000"/>
                      </a:spcBef>
                      <a:spcAft>
                        <a:spcPct val="0"/>
                      </a:spcAft>
                      <a:buChar char="»"/>
                      <a:defRPr sz="2000">
                        <a:solidFill>
                          <a:srgbClr val="666699"/>
                        </a:solidFill>
                        <a:latin typeface="+mn-lt"/>
                        <a:ea typeface="+mn-ea"/>
                      </a:defRPr>
                    </a:lvl5pPr>
                  </a:lstStyle>
                  <a:p>
                    <a:pPr marL="0" lvl="0" indent="0" eaLnBrk="1" hangingPunct="1">
                      <a:spcBef>
                        <a:spcPct val="0"/>
                      </a:spcBef>
                      <a:buNone/>
                    </a:pPr>
                    <a:endParaRPr lang="zh-CN" altLang="en-US" sz="2400" dirty="0">
                      <a:solidFill>
                        <a:schemeClr val="tx1"/>
                      </a:solidFill>
                    </a:endParaRPr>
                  </a:p>
                </p:txBody>
              </p:sp>
            </p:grpSp>
            <p:grpSp>
              <p:nvGrpSpPr>
                <p:cNvPr id="24639" name="Group 132"/>
                <p:cNvGrpSpPr/>
                <p:nvPr/>
              </p:nvGrpSpPr>
              <p:grpSpPr>
                <a:xfrm>
                  <a:off x="0" y="2534"/>
                  <a:ext cx="353" cy="288"/>
                  <a:chOff x="0" y="0"/>
                  <a:chExt cx="353" cy="288"/>
                </a:xfrm>
              </p:grpSpPr>
              <p:sp>
                <p:nvSpPr>
                  <p:cNvPr id="24667" name="Rectangle 133"/>
                  <p:cNvSpPr/>
                  <p:nvPr/>
                </p:nvSpPr>
                <p:spPr>
                  <a:xfrm>
                    <a:off x="0" y="0"/>
                    <a:ext cx="353" cy="288"/>
                  </a:xfrm>
                  <a:prstGeom prst="rect">
                    <a:avLst/>
                  </a:prstGeom>
                  <a:noFill/>
                  <a:ln w="9525">
                    <a:noFill/>
                  </a:ln>
                </p:spPr>
                <p:txBody>
                  <a:bodyPr anchor="ctr" anchorCtr="0"/>
                  <a:lstStyle>
                    <a:lvl1pPr marL="342900" indent="-342900" algn="l" rtl="0" eaLnBrk="0" fontAlgn="base" hangingPunct="0">
                      <a:spcBef>
                        <a:spcPct val="20000"/>
                      </a:spcBef>
                      <a:spcAft>
                        <a:spcPct val="0"/>
                      </a:spcAft>
                      <a:buChar char="•"/>
                      <a:defRPr sz="3200">
                        <a:solidFill>
                          <a:srgbClr val="666699"/>
                        </a:solidFill>
                        <a:latin typeface="+mn-lt"/>
                        <a:ea typeface="+mn-ea"/>
                        <a:cs typeface="+mn-cs"/>
                      </a:defRPr>
                    </a:lvl1pPr>
                    <a:lvl2pPr marL="742950" indent="-285750" algn="l" rtl="0" eaLnBrk="0" fontAlgn="base" hangingPunct="0">
                      <a:spcBef>
                        <a:spcPct val="20000"/>
                      </a:spcBef>
                      <a:spcAft>
                        <a:spcPct val="0"/>
                      </a:spcAft>
                      <a:buChar char="–"/>
                      <a:defRPr sz="2800">
                        <a:solidFill>
                          <a:srgbClr val="666699"/>
                        </a:solidFill>
                        <a:latin typeface="+mn-lt"/>
                        <a:ea typeface="+mn-ea"/>
                      </a:defRPr>
                    </a:lvl2pPr>
                    <a:lvl3pPr marL="1143000" indent="-228600" algn="l" rtl="0" eaLnBrk="0" fontAlgn="base" hangingPunct="0">
                      <a:spcBef>
                        <a:spcPct val="20000"/>
                      </a:spcBef>
                      <a:spcAft>
                        <a:spcPct val="0"/>
                      </a:spcAft>
                      <a:buChar char="•"/>
                      <a:defRPr sz="2400">
                        <a:solidFill>
                          <a:srgbClr val="666699"/>
                        </a:solidFill>
                        <a:latin typeface="+mn-lt"/>
                        <a:ea typeface="+mn-ea"/>
                      </a:defRPr>
                    </a:lvl3pPr>
                    <a:lvl4pPr marL="1600200" indent="-228600" algn="l" rtl="0" eaLnBrk="0" fontAlgn="base" hangingPunct="0">
                      <a:spcBef>
                        <a:spcPct val="20000"/>
                      </a:spcBef>
                      <a:spcAft>
                        <a:spcPct val="0"/>
                      </a:spcAft>
                      <a:buChar char="–"/>
                      <a:defRPr sz="2000">
                        <a:solidFill>
                          <a:srgbClr val="666699"/>
                        </a:solidFill>
                        <a:latin typeface="+mn-lt"/>
                        <a:ea typeface="+mn-ea"/>
                      </a:defRPr>
                    </a:lvl4pPr>
                    <a:lvl5pPr marL="2057400" indent="-228600" algn="l" rtl="0" eaLnBrk="0" fontAlgn="base" hangingPunct="0">
                      <a:spcBef>
                        <a:spcPct val="20000"/>
                      </a:spcBef>
                      <a:spcAft>
                        <a:spcPct val="0"/>
                      </a:spcAft>
                      <a:buChar char="»"/>
                      <a:defRPr sz="2000">
                        <a:solidFill>
                          <a:srgbClr val="666699"/>
                        </a:solidFill>
                        <a:latin typeface="+mn-lt"/>
                        <a:ea typeface="+mn-ea"/>
                      </a:defRPr>
                    </a:lvl5pPr>
                  </a:lstStyle>
                  <a:p>
                    <a:pPr marL="0" lvl="0" indent="0" algn="ctr" eaLnBrk="1" hangingPunct="1">
                      <a:spcBef>
                        <a:spcPct val="0"/>
                      </a:spcBef>
                      <a:buNone/>
                    </a:pPr>
                    <a:r>
                      <a:rPr lang="zh-CN" altLang="en-US" sz="2400" dirty="0">
                        <a:solidFill>
                          <a:schemeClr val="tx1"/>
                        </a:solidFill>
                      </a:rPr>
                      <a:t>1</a:t>
                    </a:r>
                    <a:endParaRPr lang="zh-CN" altLang="en-US" sz="2400" dirty="0">
                      <a:solidFill>
                        <a:schemeClr val="tx1"/>
                      </a:solidFill>
                    </a:endParaRPr>
                  </a:p>
                </p:txBody>
              </p:sp>
              <p:sp>
                <p:nvSpPr>
                  <p:cNvPr id="24668" name="Rectangle 134"/>
                  <p:cNvSpPr/>
                  <p:nvPr/>
                </p:nvSpPr>
                <p:spPr>
                  <a:xfrm>
                    <a:off x="0" y="0"/>
                    <a:ext cx="353" cy="288"/>
                  </a:xfrm>
                  <a:prstGeom prst="rect">
                    <a:avLst/>
                  </a:prstGeom>
                  <a:noFill/>
                  <a:ln w="7" cap="flat" cmpd="sng">
                    <a:solidFill>
                      <a:srgbClr val="A0A0A0"/>
                    </a:solidFill>
                    <a:prstDash val="solid"/>
                    <a:miter/>
                    <a:headEnd type="none" w="med" len="med"/>
                    <a:tailEnd type="none" w="med" len="med"/>
                  </a:ln>
                </p:spPr>
                <p:txBody>
                  <a:bodyPr wrap="none"/>
                  <a:lstStyle>
                    <a:lvl1pPr marL="342900" indent="-342900" algn="l" rtl="0" eaLnBrk="0" fontAlgn="base" hangingPunct="0">
                      <a:spcBef>
                        <a:spcPct val="20000"/>
                      </a:spcBef>
                      <a:spcAft>
                        <a:spcPct val="0"/>
                      </a:spcAft>
                      <a:buChar char="•"/>
                      <a:defRPr sz="3200">
                        <a:solidFill>
                          <a:srgbClr val="666699"/>
                        </a:solidFill>
                        <a:latin typeface="+mn-lt"/>
                        <a:ea typeface="+mn-ea"/>
                        <a:cs typeface="+mn-cs"/>
                      </a:defRPr>
                    </a:lvl1pPr>
                    <a:lvl2pPr marL="742950" indent="-285750" algn="l" rtl="0" eaLnBrk="0" fontAlgn="base" hangingPunct="0">
                      <a:spcBef>
                        <a:spcPct val="20000"/>
                      </a:spcBef>
                      <a:spcAft>
                        <a:spcPct val="0"/>
                      </a:spcAft>
                      <a:buChar char="–"/>
                      <a:defRPr sz="2800">
                        <a:solidFill>
                          <a:srgbClr val="666699"/>
                        </a:solidFill>
                        <a:latin typeface="+mn-lt"/>
                        <a:ea typeface="+mn-ea"/>
                      </a:defRPr>
                    </a:lvl2pPr>
                    <a:lvl3pPr marL="1143000" indent="-228600" algn="l" rtl="0" eaLnBrk="0" fontAlgn="base" hangingPunct="0">
                      <a:spcBef>
                        <a:spcPct val="20000"/>
                      </a:spcBef>
                      <a:spcAft>
                        <a:spcPct val="0"/>
                      </a:spcAft>
                      <a:buChar char="•"/>
                      <a:defRPr sz="2400">
                        <a:solidFill>
                          <a:srgbClr val="666699"/>
                        </a:solidFill>
                        <a:latin typeface="+mn-lt"/>
                        <a:ea typeface="+mn-ea"/>
                      </a:defRPr>
                    </a:lvl3pPr>
                    <a:lvl4pPr marL="1600200" indent="-228600" algn="l" rtl="0" eaLnBrk="0" fontAlgn="base" hangingPunct="0">
                      <a:spcBef>
                        <a:spcPct val="20000"/>
                      </a:spcBef>
                      <a:spcAft>
                        <a:spcPct val="0"/>
                      </a:spcAft>
                      <a:buChar char="–"/>
                      <a:defRPr sz="2000">
                        <a:solidFill>
                          <a:srgbClr val="666699"/>
                        </a:solidFill>
                        <a:latin typeface="+mn-lt"/>
                        <a:ea typeface="+mn-ea"/>
                      </a:defRPr>
                    </a:lvl4pPr>
                    <a:lvl5pPr marL="2057400" indent="-228600" algn="l" rtl="0" eaLnBrk="0" fontAlgn="base" hangingPunct="0">
                      <a:spcBef>
                        <a:spcPct val="20000"/>
                      </a:spcBef>
                      <a:spcAft>
                        <a:spcPct val="0"/>
                      </a:spcAft>
                      <a:buChar char="»"/>
                      <a:defRPr sz="2000">
                        <a:solidFill>
                          <a:srgbClr val="666699"/>
                        </a:solidFill>
                        <a:latin typeface="+mn-lt"/>
                        <a:ea typeface="+mn-ea"/>
                      </a:defRPr>
                    </a:lvl5pPr>
                  </a:lstStyle>
                  <a:p>
                    <a:pPr marL="0" lvl="0" indent="0" eaLnBrk="1" hangingPunct="1">
                      <a:spcBef>
                        <a:spcPct val="0"/>
                      </a:spcBef>
                      <a:buNone/>
                    </a:pPr>
                    <a:endParaRPr lang="zh-CN" altLang="en-US" sz="2400" dirty="0">
                      <a:solidFill>
                        <a:schemeClr val="tx1"/>
                      </a:solidFill>
                    </a:endParaRPr>
                  </a:p>
                </p:txBody>
              </p:sp>
            </p:grpSp>
            <p:grpSp>
              <p:nvGrpSpPr>
                <p:cNvPr id="24640" name="Group 135"/>
                <p:cNvGrpSpPr/>
                <p:nvPr/>
              </p:nvGrpSpPr>
              <p:grpSpPr>
                <a:xfrm>
                  <a:off x="353" y="2534"/>
                  <a:ext cx="353" cy="288"/>
                  <a:chOff x="0" y="0"/>
                  <a:chExt cx="353" cy="288"/>
                </a:xfrm>
              </p:grpSpPr>
              <p:sp>
                <p:nvSpPr>
                  <p:cNvPr id="24665" name="Rectangle 136"/>
                  <p:cNvSpPr/>
                  <p:nvPr/>
                </p:nvSpPr>
                <p:spPr>
                  <a:xfrm>
                    <a:off x="0" y="0"/>
                    <a:ext cx="353" cy="288"/>
                  </a:xfrm>
                  <a:prstGeom prst="rect">
                    <a:avLst/>
                  </a:prstGeom>
                  <a:noFill/>
                  <a:ln w="9525">
                    <a:noFill/>
                  </a:ln>
                </p:spPr>
                <p:txBody>
                  <a:bodyPr anchor="ctr" anchorCtr="0"/>
                  <a:lstStyle>
                    <a:lvl1pPr marL="342900" indent="-342900" algn="l" rtl="0" eaLnBrk="0" fontAlgn="base" hangingPunct="0">
                      <a:spcBef>
                        <a:spcPct val="20000"/>
                      </a:spcBef>
                      <a:spcAft>
                        <a:spcPct val="0"/>
                      </a:spcAft>
                      <a:buChar char="•"/>
                      <a:defRPr sz="3200">
                        <a:solidFill>
                          <a:srgbClr val="666699"/>
                        </a:solidFill>
                        <a:latin typeface="+mn-lt"/>
                        <a:ea typeface="+mn-ea"/>
                        <a:cs typeface="+mn-cs"/>
                      </a:defRPr>
                    </a:lvl1pPr>
                    <a:lvl2pPr marL="742950" indent="-285750" algn="l" rtl="0" eaLnBrk="0" fontAlgn="base" hangingPunct="0">
                      <a:spcBef>
                        <a:spcPct val="20000"/>
                      </a:spcBef>
                      <a:spcAft>
                        <a:spcPct val="0"/>
                      </a:spcAft>
                      <a:buChar char="–"/>
                      <a:defRPr sz="2800">
                        <a:solidFill>
                          <a:srgbClr val="666699"/>
                        </a:solidFill>
                        <a:latin typeface="+mn-lt"/>
                        <a:ea typeface="+mn-ea"/>
                      </a:defRPr>
                    </a:lvl2pPr>
                    <a:lvl3pPr marL="1143000" indent="-228600" algn="l" rtl="0" eaLnBrk="0" fontAlgn="base" hangingPunct="0">
                      <a:spcBef>
                        <a:spcPct val="20000"/>
                      </a:spcBef>
                      <a:spcAft>
                        <a:spcPct val="0"/>
                      </a:spcAft>
                      <a:buChar char="•"/>
                      <a:defRPr sz="2400">
                        <a:solidFill>
                          <a:srgbClr val="666699"/>
                        </a:solidFill>
                        <a:latin typeface="+mn-lt"/>
                        <a:ea typeface="+mn-ea"/>
                      </a:defRPr>
                    </a:lvl3pPr>
                    <a:lvl4pPr marL="1600200" indent="-228600" algn="l" rtl="0" eaLnBrk="0" fontAlgn="base" hangingPunct="0">
                      <a:spcBef>
                        <a:spcPct val="20000"/>
                      </a:spcBef>
                      <a:spcAft>
                        <a:spcPct val="0"/>
                      </a:spcAft>
                      <a:buChar char="–"/>
                      <a:defRPr sz="2000">
                        <a:solidFill>
                          <a:srgbClr val="666699"/>
                        </a:solidFill>
                        <a:latin typeface="+mn-lt"/>
                        <a:ea typeface="+mn-ea"/>
                      </a:defRPr>
                    </a:lvl4pPr>
                    <a:lvl5pPr marL="2057400" indent="-228600" algn="l" rtl="0" eaLnBrk="0" fontAlgn="base" hangingPunct="0">
                      <a:spcBef>
                        <a:spcPct val="20000"/>
                      </a:spcBef>
                      <a:spcAft>
                        <a:spcPct val="0"/>
                      </a:spcAft>
                      <a:buChar char="»"/>
                      <a:defRPr sz="2000">
                        <a:solidFill>
                          <a:srgbClr val="666699"/>
                        </a:solidFill>
                        <a:latin typeface="+mn-lt"/>
                        <a:ea typeface="+mn-ea"/>
                      </a:defRPr>
                    </a:lvl5pPr>
                  </a:lstStyle>
                  <a:p>
                    <a:pPr marL="0" lvl="0" indent="0" algn="ctr" eaLnBrk="1" hangingPunct="1">
                      <a:spcBef>
                        <a:spcPct val="0"/>
                      </a:spcBef>
                      <a:buNone/>
                    </a:pPr>
                    <a:r>
                      <a:rPr lang="zh-CN" altLang="en-US" sz="2400" dirty="0">
                        <a:solidFill>
                          <a:schemeClr val="tx1"/>
                        </a:solidFill>
                      </a:rPr>
                      <a:t>1</a:t>
                    </a:r>
                    <a:endParaRPr lang="zh-CN" altLang="en-US" sz="2400" dirty="0">
                      <a:solidFill>
                        <a:schemeClr val="tx1"/>
                      </a:solidFill>
                    </a:endParaRPr>
                  </a:p>
                </p:txBody>
              </p:sp>
              <p:sp>
                <p:nvSpPr>
                  <p:cNvPr id="24666" name="Rectangle 137"/>
                  <p:cNvSpPr/>
                  <p:nvPr/>
                </p:nvSpPr>
                <p:spPr>
                  <a:xfrm>
                    <a:off x="0" y="0"/>
                    <a:ext cx="353" cy="288"/>
                  </a:xfrm>
                  <a:prstGeom prst="rect">
                    <a:avLst/>
                  </a:prstGeom>
                  <a:noFill/>
                  <a:ln w="7" cap="flat" cmpd="sng">
                    <a:solidFill>
                      <a:srgbClr val="A0A0A0"/>
                    </a:solidFill>
                    <a:prstDash val="solid"/>
                    <a:miter/>
                    <a:headEnd type="none" w="med" len="med"/>
                    <a:tailEnd type="none" w="med" len="med"/>
                  </a:ln>
                </p:spPr>
                <p:txBody>
                  <a:bodyPr wrap="none"/>
                  <a:lstStyle>
                    <a:lvl1pPr marL="342900" indent="-342900" algn="l" rtl="0" eaLnBrk="0" fontAlgn="base" hangingPunct="0">
                      <a:spcBef>
                        <a:spcPct val="20000"/>
                      </a:spcBef>
                      <a:spcAft>
                        <a:spcPct val="0"/>
                      </a:spcAft>
                      <a:buChar char="•"/>
                      <a:defRPr sz="3200">
                        <a:solidFill>
                          <a:srgbClr val="666699"/>
                        </a:solidFill>
                        <a:latin typeface="+mn-lt"/>
                        <a:ea typeface="+mn-ea"/>
                        <a:cs typeface="+mn-cs"/>
                      </a:defRPr>
                    </a:lvl1pPr>
                    <a:lvl2pPr marL="742950" indent="-285750" algn="l" rtl="0" eaLnBrk="0" fontAlgn="base" hangingPunct="0">
                      <a:spcBef>
                        <a:spcPct val="20000"/>
                      </a:spcBef>
                      <a:spcAft>
                        <a:spcPct val="0"/>
                      </a:spcAft>
                      <a:buChar char="–"/>
                      <a:defRPr sz="2800">
                        <a:solidFill>
                          <a:srgbClr val="666699"/>
                        </a:solidFill>
                        <a:latin typeface="+mn-lt"/>
                        <a:ea typeface="+mn-ea"/>
                      </a:defRPr>
                    </a:lvl2pPr>
                    <a:lvl3pPr marL="1143000" indent="-228600" algn="l" rtl="0" eaLnBrk="0" fontAlgn="base" hangingPunct="0">
                      <a:spcBef>
                        <a:spcPct val="20000"/>
                      </a:spcBef>
                      <a:spcAft>
                        <a:spcPct val="0"/>
                      </a:spcAft>
                      <a:buChar char="•"/>
                      <a:defRPr sz="2400">
                        <a:solidFill>
                          <a:srgbClr val="666699"/>
                        </a:solidFill>
                        <a:latin typeface="+mn-lt"/>
                        <a:ea typeface="+mn-ea"/>
                      </a:defRPr>
                    </a:lvl3pPr>
                    <a:lvl4pPr marL="1600200" indent="-228600" algn="l" rtl="0" eaLnBrk="0" fontAlgn="base" hangingPunct="0">
                      <a:spcBef>
                        <a:spcPct val="20000"/>
                      </a:spcBef>
                      <a:spcAft>
                        <a:spcPct val="0"/>
                      </a:spcAft>
                      <a:buChar char="–"/>
                      <a:defRPr sz="2000">
                        <a:solidFill>
                          <a:srgbClr val="666699"/>
                        </a:solidFill>
                        <a:latin typeface="+mn-lt"/>
                        <a:ea typeface="+mn-ea"/>
                      </a:defRPr>
                    </a:lvl4pPr>
                    <a:lvl5pPr marL="2057400" indent="-228600" algn="l" rtl="0" eaLnBrk="0" fontAlgn="base" hangingPunct="0">
                      <a:spcBef>
                        <a:spcPct val="20000"/>
                      </a:spcBef>
                      <a:spcAft>
                        <a:spcPct val="0"/>
                      </a:spcAft>
                      <a:buChar char="»"/>
                      <a:defRPr sz="2000">
                        <a:solidFill>
                          <a:srgbClr val="666699"/>
                        </a:solidFill>
                        <a:latin typeface="+mn-lt"/>
                        <a:ea typeface="+mn-ea"/>
                      </a:defRPr>
                    </a:lvl5pPr>
                  </a:lstStyle>
                  <a:p>
                    <a:pPr marL="0" lvl="0" indent="0" eaLnBrk="1" hangingPunct="1">
                      <a:spcBef>
                        <a:spcPct val="0"/>
                      </a:spcBef>
                      <a:buNone/>
                    </a:pPr>
                    <a:endParaRPr lang="zh-CN" altLang="en-US" sz="2400" dirty="0">
                      <a:solidFill>
                        <a:schemeClr val="tx1"/>
                      </a:solidFill>
                    </a:endParaRPr>
                  </a:p>
                </p:txBody>
              </p:sp>
            </p:grpSp>
            <p:grpSp>
              <p:nvGrpSpPr>
                <p:cNvPr id="24641" name="Group 138"/>
                <p:cNvGrpSpPr/>
                <p:nvPr/>
              </p:nvGrpSpPr>
              <p:grpSpPr>
                <a:xfrm>
                  <a:off x="706" y="2534"/>
                  <a:ext cx="349" cy="288"/>
                  <a:chOff x="0" y="0"/>
                  <a:chExt cx="349" cy="288"/>
                </a:xfrm>
              </p:grpSpPr>
              <p:sp>
                <p:nvSpPr>
                  <p:cNvPr id="24663" name="Rectangle 139"/>
                  <p:cNvSpPr/>
                  <p:nvPr/>
                </p:nvSpPr>
                <p:spPr>
                  <a:xfrm>
                    <a:off x="0" y="0"/>
                    <a:ext cx="349" cy="288"/>
                  </a:xfrm>
                  <a:prstGeom prst="rect">
                    <a:avLst/>
                  </a:prstGeom>
                  <a:noFill/>
                  <a:ln w="9525">
                    <a:noFill/>
                  </a:ln>
                </p:spPr>
                <p:txBody>
                  <a:bodyPr anchor="ctr" anchorCtr="0"/>
                  <a:lstStyle>
                    <a:lvl1pPr marL="342900" indent="-342900" algn="l" rtl="0" eaLnBrk="0" fontAlgn="base" hangingPunct="0">
                      <a:spcBef>
                        <a:spcPct val="20000"/>
                      </a:spcBef>
                      <a:spcAft>
                        <a:spcPct val="0"/>
                      </a:spcAft>
                      <a:buChar char="•"/>
                      <a:defRPr sz="3200">
                        <a:solidFill>
                          <a:srgbClr val="666699"/>
                        </a:solidFill>
                        <a:latin typeface="+mn-lt"/>
                        <a:ea typeface="+mn-ea"/>
                        <a:cs typeface="+mn-cs"/>
                      </a:defRPr>
                    </a:lvl1pPr>
                    <a:lvl2pPr marL="742950" indent="-285750" algn="l" rtl="0" eaLnBrk="0" fontAlgn="base" hangingPunct="0">
                      <a:spcBef>
                        <a:spcPct val="20000"/>
                      </a:spcBef>
                      <a:spcAft>
                        <a:spcPct val="0"/>
                      </a:spcAft>
                      <a:buChar char="–"/>
                      <a:defRPr sz="2800">
                        <a:solidFill>
                          <a:srgbClr val="666699"/>
                        </a:solidFill>
                        <a:latin typeface="+mn-lt"/>
                        <a:ea typeface="+mn-ea"/>
                      </a:defRPr>
                    </a:lvl2pPr>
                    <a:lvl3pPr marL="1143000" indent="-228600" algn="l" rtl="0" eaLnBrk="0" fontAlgn="base" hangingPunct="0">
                      <a:spcBef>
                        <a:spcPct val="20000"/>
                      </a:spcBef>
                      <a:spcAft>
                        <a:spcPct val="0"/>
                      </a:spcAft>
                      <a:buChar char="•"/>
                      <a:defRPr sz="2400">
                        <a:solidFill>
                          <a:srgbClr val="666699"/>
                        </a:solidFill>
                        <a:latin typeface="+mn-lt"/>
                        <a:ea typeface="+mn-ea"/>
                      </a:defRPr>
                    </a:lvl3pPr>
                    <a:lvl4pPr marL="1600200" indent="-228600" algn="l" rtl="0" eaLnBrk="0" fontAlgn="base" hangingPunct="0">
                      <a:spcBef>
                        <a:spcPct val="20000"/>
                      </a:spcBef>
                      <a:spcAft>
                        <a:spcPct val="0"/>
                      </a:spcAft>
                      <a:buChar char="–"/>
                      <a:defRPr sz="2000">
                        <a:solidFill>
                          <a:srgbClr val="666699"/>
                        </a:solidFill>
                        <a:latin typeface="+mn-lt"/>
                        <a:ea typeface="+mn-ea"/>
                      </a:defRPr>
                    </a:lvl4pPr>
                    <a:lvl5pPr marL="2057400" indent="-228600" algn="l" rtl="0" eaLnBrk="0" fontAlgn="base" hangingPunct="0">
                      <a:spcBef>
                        <a:spcPct val="20000"/>
                      </a:spcBef>
                      <a:spcAft>
                        <a:spcPct val="0"/>
                      </a:spcAft>
                      <a:buChar char="»"/>
                      <a:defRPr sz="2000">
                        <a:solidFill>
                          <a:srgbClr val="666699"/>
                        </a:solidFill>
                        <a:latin typeface="+mn-lt"/>
                        <a:ea typeface="+mn-ea"/>
                      </a:defRPr>
                    </a:lvl5pPr>
                  </a:lstStyle>
                  <a:p>
                    <a:pPr marL="0" lvl="0" indent="0" algn="ctr" eaLnBrk="1" hangingPunct="1">
                      <a:spcBef>
                        <a:spcPct val="0"/>
                      </a:spcBef>
                      <a:buNone/>
                    </a:pPr>
                    <a:r>
                      <a:rPr lang="zh-CN" altLang="en-US" sz="2400" dirty="0">
                        <a:solidFill>
                          <a:schemeClr val="tx1"/>
                        </a:solidFill>
                      </a:rPr>
                      <a:t>0</a:t>
                    </a:r>
                    <a:endParaRPr lang="zh-CN" altLang="en-US" sz="2400" dirty="0">
                      <a:solidFill>
                        <a:schemeClr val="tx1"/>
                      </a:solidFill>
                    </a:endParaRPr>
                  </a:p>
                </p:txBody>
              </p:sp>
              <p:sp>
                <p:nvSpPr>
                  <p:cNvPr id="24664" name="Rectangle 140"/>
                  <p:cNvSpPr/>
                  <p:nvPr/>
                </p:nvSpPr>
                <p:spPr>
                  <a:xfrm>
                    <a:off x="0" y="0"/>
                    <a:ext cx="349" cy="288"/>
                  </a:xfrm>
                  <a:prstGeom prst="rect">
                    <a:avLst/>
                  </a:prstGeom>
                  <a:noFill/>
                  <a:ln w="7" cap="flat" cmpd="sng">
                    <a:solidFill>
                      <a:srgbClr val="A0A0A0"/>
                    </a:solidFill>
                    <a:prstDash val="solid"/>
                    <a:miter/>
                    <a:headEnd type="none" w="med" len="med"/>
                    <a:tailEnd type="none" w="med" len="med"/>
                  </a:ln>
                </p:spPr>
                <p:txBody>
                  <a:bodyPr wrap="none"/>
                  <a:lstStyle>
                    <a:lvl1pPr marL="342900" indent="-342900" algn="l" rtl="0" eaLnBrk="0" fontAlgn="base" hangingPunct="0">
                      <a:spcBef>
                        <a:spcPct val="20000"/>
                      </a:spcBef>
                      <a:spcAft>
                        <a:spcPct val="0"/>
                      </a:spcAft>
                      <a:buChar char="•"/>
                      <a:defRPr sz="3200">
                        <a:solidFill>
                          <a:srgbClr val="666699"/>
                        </a:solidFill>
                        <a:latin typeface="+mn-lt"/>
                        <a:ea typeface="+mn-ea"/>
                        <a:cs typeface="+mn-cs"/>
                      </a:defRPr>
                    </a:lvl1pPr>
                    <a:lvl2pPr marL="742950" indent="-285750" algn="l" rtl="0" eaLnBrk="0" fontAlgn="base" hangingPunct="0">
                      <a:spcBef>
                        <a:spcPct val="20000"/>
                      </a:spcBef>
                      <a:spcAft>
                        <a:spcPct val="0"/>
                      </a:spcAft>
                      <a:buChar char="–"/>
                      <a:defRPr sz="2800">
                        <a:solidFill>
                          <a:srgbClr val="666699"/>
                        </a:solidFill>
                        <a:latin typeface="+mn-lt"/>
                        <a:ea typeface="+mn-ea"/>
                      </a:defRPr>
                    </a:lvl2pPr>
                    <a:lvl3pPr marL="1143000" indent="-228600" algn="l" rtl="0" eaLnBrk="0" fontAlgn="base" hangingPunct="0">
                      <a:spcBef>
                        <a:spcPct val="20000"/>
                      </a:spcBef>
                      <a:spcAft>
                        <a:spcPct val="0"/>
                      </a:spcAft>
                      <a:buChar char="•"/>
                      <a:defRPr sz="2400">
                        <a:solidFill>
                          <a:srgbClr val="666699"/>
                        </a:solidFill>
                        <a:latin typeface="+mn-lt"/>
                        <a:ea typeface="+mn-ea"/>
                      </a:defRPr>
                    </a:lvl3pPr>
                    <a:lvl4pPr marL="1600200" indent="-228600" algn="l" rtl="0" eaLnBrk="0" fontAlgn="base" hangingPunct="0">
                      <a:spcBef>
                        <a:spcPct val="20000"/>
                      </a:spcBef>
                      <a:spcAft>
                        <a:spcPct val="0"/>
                      </a:spcAft>
                      <a:buChar char="–"/>
                      <a:defRPr sz="2000">
                        <a:solidFill>
                          <a:srgbClr val="666699"/>
                        </a:solidFill>
                        <a:latin typeface="+mn-lt"/>
                        <a:ea typeface="+mn-ea"/>
                      </a:defRPr>
                    </a:lvl4pPr>
                    <a:lvl5pPr marL="2057400" indent="-228600" algn="l" rtl="0" eaLnBrk="0" fontAlgn="base" hangingPunct="0">
                      <a:spcBef>
                        <a:spcPct val="20000"/>
                      </a:spcBef>
                      <a:spcAft>
                        <a:spcPct val="0"/>
                      </a:spcAft>
                      <a:buChar char="»"/>
                      <a:defRPr sz="2000">
                        <a:solidFill>
                          <a:srgbClr val="666699"/>
                        </a:solidFill>
                        <a:latin typeface="+mn-lt"/>
                        <a:ea typeface="+mn-ea"/>
                      </a:defRPr>
                    </a:lvl5pPr>
                  </a:lstStyle>
                  <a:p>
                    <a:pPr marL="0" lvl="0" indent="0" eaLnBrk="1" hangingPunct="1">
                      <a:spcBef>
                        <a:spcPct val="0"/>
                      </a:spcBef>
                      <a:buNone/>
                    </a:pPr>
                    <a:endParaRPr lang="zh-CN" altLang="en-US" sz="2400" dirty="0">
                      <a:solidFill>
                        <a:schemeClr val="tx1"/>
                      </a:solidFill>
                    </a:endParaRPr>
                  </a:p>
                </p:txBody>
              </p:sp>
            </p:grpSp>
            <p:grpSp>
              <p:nvGrpSpPr>
                <p:cNvPr id="24642" name="Group 141"/>
                <p:cNvGrpSpPr/>
                <p:nvPr/>
              </p:nvGrpSpPr>
              <p:grpSpPr>
                <a:xfrm>
                  <a:off x="1055" y="2534"/>
                  <a:ext cx="432" cy="288"/>
                  <a:chOff x="0" y="0"/>
                  <a:chExt cx="432" cy="288"/>
                </a:xfrm>
              </p:grpSpPr>
              <p:sp>
                <p:nvSpPr>
                  <p:cNvPr id="24661" name="Rectangle 142"/>
                  <p:cNvSpPr/>
                  <p:nvPr/>
                </p:nvSpPr>
                <p:spPr>
                  <a:xfrm>
                    <a:off x="0" y="0"/>
                    <a:ext cx="432" cy="288"/>
                  </a:xfrm>
                  <a:prstGeom prst="rect">
                    <a:avLst/>
                  </a:prstGeom>
                  <a:noFill/>
                  <a:ln w="9525">
                    <a:noFill/>
                  </a:ln>
                </p:spPr>
                <p:txBody>
                  <a:bodyPr anchor="ctr" anchorCtr="0"/>
                  <a:lstStyle>
                    <a:lvl1pPr marL="342900" indent="-342900" algn="l" rtl="0" eaLnBrk="0" fontAlgn="base" hangingPunct="0">
                      <a:spcBef>
                        <a:spcPct val="20000"/>
                      </a:spcBef>
                      <a:spcAft>
                        <a:spcPct val="0"/>
                      </a:spcAft>
                      <a:buChar char="•"/>
                      <a:defRPr sz="3200">
                        <a:solidFill>
                          <a:srgbClr val="666699"/>
                        </a:solidFill>
                        <a:latin typeface="+mn-lt"/>
                        <a:ea typeface="+mn-ea"/>
                        <a:cs typeface="+mn-cs"/>
                      </a:defRPr>
                    </a:lvl1pPr>
                    <a:lvl2pPr marL="742950" indent="-285750" algn="l" rtl="0" eaLnBrk="0" fontAlgn="base" hangingPunct="0">
                      <a:spcBef>
                        <a:spcPct val="20000"/>
                      </a:spcBef>
                      <a:spcAft>
                        <a:spcPct val="0"/>
                      </a:spcAft>
                      <a:buChar char="–"/>
                      <a:defRPr sz="2800">
                        <a:solidFill>
                          <a:srgbClr val="666699"/>
                        </a:solidFill>
                        <a:latin typeface="+mn-lt"/>
                        <a:ea typeface="+mn-ea"/>
                      </a:defRPr>
                    </a:lvl2pPr>
                    <a:lvl3pPr marL="1143000" indent="-228600" algn="l" rtl="0" eaLnBrk="0" fontAlgn="base" hangingPunct="0">
                      <a:spcBef>
                        <a:spcPct val="20000"/>
                      </a:spcBef>
                      <a:spcAft>
                        <a:spcPct val="0"/>
                      </a:spcAft>
                      <a:buChar char="•"/>
                      <a:defRPr sz="2400">
                        <a:solidFill>
                          <a:srgbClr val="666699"/>
                        </a:solidFill>
                        <a:latin typeface="+mn-lt"/>
                        <a:ea typeface="+mn-ea"/>
                      </a:defRPr>
                    </a:lvl3pPr>
                    <a:lvl4pPr marL="1600200" indent="-228600" algn="l" rtl="0" eaLnBrk="0" fontAlgn="base" hangingPunct="0">
                      <a:spcBef>
                        <a:spcPct val="20000"/>
                      </a:spcBef>
                      <a:spcAft>
                        <a:spcPct val="0"/>
                      </a:spcAft>
                      <a:buChar char="–"/>
                      <a:defRPr sz="2000">
                        <a:solidFill>
                          <a:srgbClr val="666699"/>
                        </a:solidFill>
                        <a:latin typeface="+mn-lt"/>
                        <a:ea typeface="+mn-ea"/>
                      </a:defRPr>
                    </a:lvl4pPr>
                    <a:lvl5pPr marL="2057400" indent="-228600" algn="l" rtl="0" eaLnBrk="0" fontAlgn="base" hangingPunct="0">
                      <a:spcBef>
                        <a:spcPct val="20000"/>
                      </a:spcBef>
                      <a:spcAft>
                        <a:spcPct val="0"/>
                      </a:spcAft>
                      <a:buChar char="»"/>
                      <a:defRPr sz="2000">
                        <a:solidFill>
                          <a:srgbClr val="666699"/>
                        </a:solidFill>
                        <a:latin typeface="+mn-lt"/>
                        <a:ea typeface="+mn-ea"/>
                      </a:defRPr>
                    </a:lvl5pPr>
                  </a:lstStyle>
                  <a:p>
                    <a:pPr marL="0" lvl="0" indent="0" algn="ctr" eaLnBrk="1" hangingPunct="1">
                      <a:spcBef>
                        <a:spcPct val="0"/>
                      </a:spcBef>
                      <a:buNone/>
                    </a:pPr>
                    <a:r>
                      <a:rPr lang="zh-CN" altLang="en-US" sz="2400" dirty="0">
                        <a:solidFill>
                          <a:schemeClr val="tx1"/>
                        </a:solidFill>
                      </a:rPr>
                      <a:t>0</a:t>
                    </a:r>
                    <a:endParaRPr lang="zh-CN" altLang="en-US" sz="2400" dirty="0">
                      <a:solidFill>
                        <a:schemeClr val="tx1"/>
                      </a:solidFill>
                    </a:endParaRPr>
                  </a:p>
                </p:txBody>
              </p:sp>
              <p:sp>
                <p:nvSpPr>
                  <p:cNvPr id="24662" name="Rectangle 143"/>
                  <p:cNvSpPr/>
                  <p:nvPr/>
                </p:nvSpPr>
                <p:spPr>
                  <a:xfrm>
                    <a:off x="0" y="0"/>
                    <a:ext cx="432" cy="288"/>
                  </a:xfrm>
                  <a:prstGeom prst="rect">
                    <a:avLst/>
                  </a:prstGeom>
                  <a:noFill/>
                  <a:ln w="7" cap="flat" cmpd="sng">
                    <a:solidFill>
                      <a:srgbClr val="A0A0A0"/>
                    </a:solidFill>
                    <a:prstDash val="solid"/>
                    <a:miter/>
                    <a:headEnd type="none" w="med" len="med"/>
                    <a:tailEnd type="none" w="med" len="med"/>
                  </a:ln>
                </p:spPr>
                <p:txBody>
                  <a:bodyPr wrap="none"/>
                  <a:lstStyle>
                    <a:lvl1pPr marL="342900" indent="-342900" algn="l" rtl="0" eaLnBrk="0" fontAlgn="base" hangingPunct="0">
                      <a:spcBef>
                        <a:spcPct val="20000"/>
                      </a:spcBef>
                      <a:spcAft>
                        <a:spcPct val="0"/>
                      </a:spcAft>
                      <a:buChar char="•"/>
                      <a:defRPr sz="3200">
                        <a:solidFill>
                          <a:srgbClr val="666699"/>
                        </a:solidFill>
                        <a:latin typeface="+mn-lt"/>
                        <a:ea typeface="+mn-ea"/>
                        <a:cs typeface="+mn-cs"/>
                      </a:defRPr>
                    </a:lvl1pPr>
                    <a:lvl2pPr marL="742950" indent="-285750" algn="l" rtl="0" eaLnBrk="0" fontAlgn="base" hangingPunct="0">
                      <a:spcBef>
                        <a:spcPct val="20000"/>
                      </a:spcBef>
                      <a:spcAft>
                        <a:spcPct val="0"/>
                      </a:spcAft>
                      <a:buChar char="–"/>
                      <a:defRPr sz="2800">
                        <a:solidFill>
                          <a:srgbClr val="666699"/>
                        </a:solidFill>
                        <a:latin typeface="+mn-lt"/>
                        <a:ea typeface="+mn-ea"/>
                      </a:defRPr>
                    </a:lvl2pPr>
                    <a:lvl3pPr marL="1143000" indent="-228600" algn="l" rtl="0" eaLnBrk="0" fontAlgn="base" hangingPunct="0">
                      <a:spcBef>
                        <a:spcPct val="20000"/>
                      </a:spcBef>
                      <a:spcAft>
                        <a:spcPct val="0"/>
                      </a:spcAft>
                      <a:buChar char="•"/>
                      <a:defRPr sz="2400">
                        <a:solidFill>
                          <a:srgbClr val="666699"/>
                        </a:solidFill>
                        <a:latin typeface="+mn-lt"/>
                        <a:ea typeface="+mn-ea"/>
                      </a:defRPr>
                    </a:lvl3pPr>
                    <a:lvl4pPr marL="1600200" indent="-228600" algn="l" rtl="0" eaLnBrk="0" fontAlgn="base" hangingPunct="0">
                      <a:spcBef>
                        <a:spcPct val="20000"/>
                      </a:spcBef>
                      <a:spcAft>
                        <a:spcPct val="0"/>
                      </a:spcAft>
                      <a:buChar char="–"/>
                      <a:defRPr sz="2000">
                        <a:solidFill>
                          <a:srgbClr val="666699"/>
                        </a:solidFill>
                        <a:latin typeface="+mn-lt"/>
                        <a:ea typeface="+mn-ea"/>
                      </a:defRPr>
                    </a:lvl4pPr>
                    <a:lvl5pPr marL="2057400" indent="-228600" algn="l" rtl="0" eaLnBrk="0" fontAlgn="base" hangingPunct="0">
                      <a:spcBef>
                        <a:spcPct val="20000"/>
                      </a:spcBef>
                      <a:spcAft>
                        <a:spcPct val="0"/>
                      </a:spcAft>
                      <a:buChar char="»"/>
                      <a:defRPr sz="2000">
                        <a:solidFill>
                          <a:srgbClr val="666699"/>
                        </a:solidFill>
                        <a:latin typeface="+mn-lt"/>
                        <a:ea typeface="+mn-ea"/>
                      </a:defRPr>
                    </a:lvl5pPr>
                  </a:lstStyle>
                  <a:p>
                    <a:pPr marL="0" lvl="0" indent="0" eaLnBrk="1" hangingPunct="1">
                      <a:spcBef>
                        <a:spcPct val="0"/>
                      </a:spcBef>
                      <a:buNone/>
                    </a:pPr>
                    <a:endParaRPr lang="zh-CN" altLang="en-US" sz="2400" dirty="0">
                      <a:solidFill>
                        <a:schemeClr val="tx1"/>
                      </a:solidFill>
                    </a:endParaRPr>
                  </a:p>
                </p:txBody>
              </p:sp>
            </p:grpSp>
            <p:grpSp>
              <p:nvGrpSpPr>
                <p:cNvPr id="24643" name="Group 144"/>
                <p:cNvGrpSpPr/>
                <p:nvPr/>
              </p:nvGrpSpPr>
              <p:grpSpPr>
                <a:xfrm>
                  <a:off x="1487" y="2534"/>
                  <a:ext cx="432" cy="288"/>
                  <a:chOff x="0" y="0"/>
                  <a:chExt cx="432" cy="288"/>
                </a:xfrm>
              </p:grpSpPr>
              <p:sp>
                <p:nvSpPr>
                  <p:cNvPr id="24659" name="Rectangle 145"/>
                  <p:cNvSpPr/>
                  <p:nvPr/>
                </p:nvSpPr>
                <p:spPr>
                  <a:xfrm>
                    <a:off x="0" y="0"/>
                    <a:ext cx="432" cy="288"/>
                  </a:xfrm>
                  <a:prstGeom prst="rect">
                    <a:avLst/>
                  </a:prstGeom>
                  <a:noFill/>
                  <a:ln w="9525">
                    <a:noFill/>
                  </a:ln>
                </p:spPr>
                <p:txBody>
                  <a:bodyPr anchor="ctr" anchorCtr="0"/>
                  <a:lstStyle>
                    <a:lvl1pPr marL="342900" indent="-342900" algn="l" rtl="0" eaLnBrk="0" fontAlgn="base" hangingPunct="0">
                      <a:spcBef>
                        <a:spcPct val="20000"/>
                      </a:spcBef>
                      <a:spcAft>
                        <a:spcPct val="0"/>
                      </a:spcAft>
                      <a:buChar char="•"/>
                      <a:defRPr sz="3200">
                        <a:solidFill>
                          <a:srgbClr val="666699"/>
                        </a:solidFill>
                        <a:latin typeface="+mn-lt"/>
                        <a:ea typeface="+mn-ea"/>
                        <a:cs typeface="+mn-cs"/>
                      </a:defRPr>
                    </a:lvl1pPr>
                    <a:lvl2pPr marL="742950" indent="-285750" algn="l" rtl="0" eaLnBrk="0" fontAlgn="base" hangingPunct="0">
                      <a:spcBef>
                        <a:spcPct val="20000"/>
                      </a:spcBef>
                      <a:spcAft>
                        <a:spcPct val="0"/>
                      </a:spcAft>
                      <a:buChar char="–"/>
                      <a:defRPr sz="2800">
                        <a:solidFill>
                          <a:srgbClr val="666699"/>
                        </a:solidFill>
                        <a:latin typeface="+mn-lt"/>
                        <a:ea typeface="+mn-ea"/>
                      </a:defRPr>
                    </a:lvl2pPr>
                    <a:lvl3pPr marL="1143000" indent="-228600" algn="l" rtl="0" eaLnBrk="0" fontAlgn="base" hangingPunct="0">
                      <a:spcBef>
                        <a:spcPct val="20000"/>
                      </a:spcBef>
                      <a:spcAft>
                        <a:spcPct val="0"/>
                      </a:spcAft>
                      <a:buChar char="•"/>
                      <a:defRPr sz="2400">
                        <a:solidFill>
                          <a:srgbClr val="666699"/>
                        </a:solidFill>
                        <a:latin typeface="+mn-lt"/>
                        <a:ea typeface="+mn-ea"/>
                      </a:defRPr>
                    </a:lvl3pPr>
                    <a:lvl4pPr marL="1600200" indent="-228600" algn="l" rtl="0" eaLnBrk="0" fontAlgn="base" hangingPunct="0">
                      <a:spcBef>
                        <a:spcPct val="20000"/>
                      </a:spcBef>
                      <a:spcAft>
                        <a:spcPct val="0"/>
                      </a:spcAft>
                      <a:buChar char="–"/>
                      <a:defRPr sz="2000">
                        <a:solidFill>
                          <a:srgbClr val="666699"/>
                        </a:solidFill>
                        <a:latin typeface="+mn-lt"/>
                        <a:ea typeface="+mn-ea"/>
                      </a:defRPr>
                    </a:lvl4pPr>
                    <a:lvl5pPr marL="2057400" indent="-228600" algn="l" rtl="0" eaLnBrk="0" fontAlgn="base" hangingPunct="0">
                      <a:spcBef>
                        <a:spcPct val="20000"/>
                      </a:spcBef>
                      <a:spcAft>
                        <a:spcPct val="0"/>
                      </a:spcAft>
                      <a:buChar char="»"/>
                      <a:defRPr sz="2000">
                        <a:solidFill>
                          <a:srgbClr val="666699"/>
                        </a:solidFill>
                        <a:latin typeface="+mn-lt"/>
                        <a:ea typeface="+mn-ea"/>
                      </a:defRPr>
                    </a:lvl5pPr>
                  </a:lstStyle>
                  <a:p>
                    <a:pPr marL="0" lvl="0" indent="0" algn="ctr" eaLnBrk="1" hangingPunct="1">
                      <a:spcBef>
                        <a:spcPct val="0"/>
                      </a:spcBef>
                      <a:buNone/>
                    </a:pPr>
                    <a:r>
                      <a:rPr lang="zh-CN" altLang="en-US" sz="2400" dirty="0">
                        <a:solidFill>
                          <a:schemeClr val="tx1"/>
                        </a:solidFill>
                      </a:rPr>
                      <a:t>1</a:t>
                    </a:r>
                    <a:endParaRPr lang="zh-CN" altLang="en-US" sz="2400" dirty="0">
                      <a:solidFill>
                        <a:schemeClr val="tx1"/>
                      </a:solidFill>
                    </a:endParaRPr>
                  </a:p>
                </p:txBody>
              </p:sp>
              <p:sp>
                <p:nvSpPr>
                  <p:cNvPr id="24660" name="Rectangle 146"/>
                  <p:cNvSpPr/>
                  <p:nvPr/>
                </p:nvSpPr>
                <p:spPr>
                  <a:xfrm>
                    <a:off x="0" y="0"/>
                    <a:ext cx="432" cy="288"/>
                  </a:xfrm>
                  <a:prstGeom prst="rect">
                    <a:avLst/>
                  </a:prstGeom>
                  <a:noFill/>
                  <a:ln w="7" cap="flat" cmpd="sng">
                    <a:solidFill>
                      <a:srgbClr val="A0A0A0"/>
                    </a:solidFill>
                    <a:prstDash val="solid"/>
                    <a:miter/>
                    <a:headEnd type="none" w="med" len="med"/>
                    <a:tailEnd type="none" w="med" len="med"/>
                  </a:ln>
                </p:spPr>
                <p:txBody>
                  <a:bodyPr wrap="none"/>
                  <a:lstStyle>
                    <a:lvl1pPr marL="342900" indent="-342900" algn="l" rtl="0" eaLnBrk="0" fontAlgn="base" hangingPunct="0">
                      <a:spcBef>
                        <a:spcPct val="20000"/>
                      </a:spcBef>
                      <a:spcAft>
                        <a:spcPct val="0"/>
                      </a:spcAft>
                      <a:buChar char="•"/>
                      <a:defRPr sz="3200">
                        <a:solidFill>
                          <a:srgbClr val="666699"/>
                        </a:solidFill>
                        <a:latin typeface="+mn-lt"/>
                        <a:ea typeface="+mn-ea"/>
                        <a:cs typeface="+mn-cs"/>
                      </a:defRPr>
                    </a:lvl1pPr>
                    <a:lvl2pPr marL="742950" indent="-285750" algn="l" rtl="0" eaLnBrk="0" fontAlgn="base" hangingPunct="0">
                      <a:spcBef>
                        <a:spcPct val="20000"/>
                      </a:spcBef>
                      <a:spcAft>
                        <a:spcPct val="0"/>
                      </a:spcAft>
                      <a:buChar char="–"/>
                      <a:defRPr sz="2800">
                        <a:solidFill>
                          <a:srgbClr val="666699"/>
                        </a:solidFill>
                        <a:latin typeface="+mn-lt"/>
                        <a:ea typeface="+mn-ea"/>
                      </a:defRPr>
                    </a:lvl2pPr>
                    <a:lvl3pPr marL="1143000" indent="-228600" algn="l" rtl="0" eaLnBrk="0" fontAlgn="base" hangingPunct="0">
                      <a:spcBef>
                        <a:spcPct val="20000"/>
                      </a:spcBef>
                      <a:spcAft>
                        <a:spcPct val="0"/>
                      </a:spcAft>
                      <a:buChar char="•"/>
                      <a:defRPr sz="2400">
                        <a:solidFill>
                          <a:srgbClr val="666699"/>
                        </a:solidFill>
                        <a:latin typeface="+mn-lt"/>
                        <a:ea typeface="+mn-ea"/>
                      </a:defRPr>
                    </a:lvl3pPr>
                    <a:lvl4pPr marL="1600200" indent="-228600" algn="l" rtl="0" eaLnBrk="0" fontAlgn="base" hangingPunct="0">
                      <a:spcBef>
                        <a:spcPct val="20000"/>
                      </a:spcBef>
                      <a:spcAft>
                        <a:spcPct val="0"/>
                      </a:spcAft>
                      <a:buChar char="–"/>
                      <a:defRPr sz="2000">
                        <a:solidFill>
                          <a:srgbClr val="666699"/>
                        </a:solidFill>
                        <a:latin typeface="+mn-lt"/>
                        <a:ea typeface="+mn-ea"/>
                      </a:defRPr>
                    </a:lvl4pPr>
                    <a:lvl5pPr marL="2057400" indent="-228600" algn="l" rtl="0" eaLnBrk="0" fontAlgn="base" hangingPunct="0">
                      <a:spcBef>
                        <a:spcPct val="20000"/>
                      </a:spcBef>
                      <a:spcAft>
                        <a:spcPct val="0"/>
                      </a:spcAft>
                      <a:buChar char="»"/>
                      <a:defRPr sz="2000">
                        <a:solidFill>
                          <a:srgbClr val="666699"/>
                        </a:solidFill>
                        <a:latin typeface="+mn-lt"/>
                        <a:ea typeface="+mn-ea"/>
                      </a:defRPr>
                    </a:lvl5pPr>
                  </a:lstStyle>
                  <a:p>
                    <a:pPr marL="0" lvl="0" indent="0" eaLnBrk="1" hangingPunct="1">
                      <a:spcBef>
                        <a:spcPct val="0"/>
                      </a:spcBef>
                      <a:buNone/>
                    </a:pPr>
                    <a:endParaRPr lang="zh-CN" altLang="en-US" sz="2400" dirty="0">
                      <a:solidFill>
                        <a:schemeClr val="tx1"/>
                      </a:solidFill>
                    </a:endParaRPr>
                  </a:p>
                </p:txBody>
              </p:sp>
            </p:grpSp>
            <p:grpSp>
              <p:nvGrpSpPr>
                <p:cNvPr id="24644" name="Group 147"/>
                <p:cNvGrpSpPr/>
                <p:nvPr/>
              </p:nvGrpSpPr>
              <p:grpSpPr>
                <a:xfrm>
                  <a:off x="0" y="2822"/>
                  <a:ext cx="353" cy="288"/>
                  <a:chOff x="0" y="0"/>
                  <a:chExt cx="353" cy="288"/>
                </a:xfrm>
              </p:grpSpPr>
              <p:sp>
                <p:nvSpPr>
                  <p:cNvPr id="24657" name="Rectangle 148"/>
                  <p:cNvSpPr/>
                  <p:nvPr/>
                </p:nvSpPr>
                <p:spPr>
                  <a:xfrm>
                    <a:off x="0" y="0"/>
                    <a:ext cx="353" cy="288"/>
                  </a:xfrm>
                  <a:prstGeom prst="rect">
                    <a:avLst/>
                  </a:prstGeom>
                  <a:noFill/>
                  <a:ln w="9525">
                    <a:noFill/>
                  </a:ln>
                </p:spPr>
                <p:txBody>
                  <a:bodyPr anchor="ctr" anchorCtr="0"/>
                  <a:lstStyle>
                    <a:lvl1pPr marL="342900" indent="-342900" algn="l" rtl="0" eaLnBrk="0" fontAlgn="base" hangingPunct="0">
                      <a:spcBef>
                        <a:spcPct val="20000"/>
                      </a:spcBef>
                      <a:spcAft>
                        <a:spcPct val="0"/>
                      </a:spcAft>
                      <a:buChar char="•"/>
                      <a:defRPr sz="3200">
                        <a:solidFill>
                          <a:srgbClr val="666699"/>
                        </a:solidFill>
                        <a:latin typeface="+mn-lt"/>
                        <a:ea typeface="+mn-ea"/>
                        <a:cs typeface="+mn-cs"/>
                      </a:defRPr>
                    </a:lvl1pPr>
                    <a:lvl2pPr marL="742950" indent="-285750" algn="l" rtl="0" eaLnBrk="0" fontAlgn="base" hangingPunct="0">
                      <a:spcBef>
                        <a:spcPct val="20000"/>
                      </a:spcBef>
                      <a:spcAft>
                        <a:spcPct val="0"/>
                      </a:spcAft>
                      <a:buChar char="–"/>
                      <a:defRPr sz="2800">
                        <a:solidFill>
                          <a:srgbClr val="666699"/>
                        </a:solidFill>
                        <a:latin typeface="+mn-lt"/>
                        <a:ea typeface="+mn-ea"/>
                      </a:defRPr>
                    </a:lvl2pPr>
                    <a:lvl3pPr marL="1143000" indent="-228600" algn="l" rtl="0" eaLnBrk="0" fontAlgn="base" hangingPunct="0">
                      <a:spcBef>
                        <a:spcPct val="20000"/>
                      </a:spcBef>
                      <a:spcAft>
                        <a:spcPct val="0"/>
                      </a:spcAft>
                      <a:buChar char="•"/>
                      <a:defRPr sz="2400">
                        <a:solidFill>
                          <a:srgbClr val="666699"/>
                        </a:solidFill>
                        <a:latin typeface="+mn-lt"/>
                        <a:ea typeface="+mn-ea"/>
                      </a:defRPr>
                    </a:lvl3pPr>
                    <a:lvl4pPr marL="1600200" indent="-228600" algn="l" rtl="0" eaLnBrk="0" fontAlgn="base" hangingPunct="0">
                      <a:spcBef>
                        <a:spcPct val="20000"/>
                      </a:spcBef>
                      <a:spcAft>
                        <a:spcPct val="0"/>
                      </a:spcAft>
                      <a:buChar char="–"/>
                      <a:defRPr sz="2000">
                        <a:solidFill>
                          <a:srgbClr val="666699"/>
                        </a:solidFill>
                        <a:latin typeface="+mn-lt"/>
                        <a:ea typeface="+mn-ea"/>
                      </a:defRPr>
                    </a:lvl4pPr>
                    <a:lvl5pPr marL="2057400" indent="-228600" algn="l" rtl="0" eaLnBrk="0" fontAlgn="base" hangingPunct="0">
                      <a:spcBef>
                        <a:spcPct val="20000"/>
                      </a:spcBef>
                      <a:spcAft>
                        <a:spcPct val="0"/>
                      </a:spcAft>
                      <a:buChar char="»"/>
                      <a:defRPr sz="2000">
                        <a:solidFill>
                          <a:srgbClr val="666699"/>
                        </a:solidFill>
                        <a:latin typeface="+mn-lt"/>
                        <a:ea typeface="+mn-ea"/>
                      </a:defRPr>
                    </a:lvl5pPr>
                  </a:lstStyle>
                  <a:p>
                    <a:pPr marL="0" lvl="0" indent="0" algn="ctr" eaLnBrk="1" hangingPunct="1">
                      <a:spcBef>
                        <a:spcPct val="0"/>
                      </a:spcBef>
                      <a:buNone/>
                    </a:pPr>
                    <a:r>
                      <a:rPr lang="zh-CN" altLang="en-US" sz="2400" dirty="0">
                        <a:solidFill>
                          <a:schemeClr val="tx1"/>
                        </a:solidFill>
                      </a:rPr>
                      <a:t>1</a:t>
                    </a:r>
                    <a:endParaRPr lang="zh-CN" altLang="en-US" sz="2400" dirty="0">
                      <a:solidFill>
                        <a:schemeClr val="tx1"/>
                      </a:solidFill>
                    </a:endParaRPr>
                  </a:p>
                </p:txBody>
              </p:sp>
              <p:sp>
                <p:nvSpPr>
                  <p:cNvPr id="24658" name="Rectangle 149"/>
                  <p:cNvSpPr/>
                  <p:nvPr/>
                </p:nvSpPr>
                <p:spPr>
                  <a:xfrm>
                    <a:off x="0" y="0"/>
                    <a:ext cx="353" cy="288"/>
                  </a:xfrm>
                  <a:prstGeom prst="rect">
                    <a:avLst/>
                  </a:prstGeom>
                  <a:noFill/>
                  <a:ln w="7" cap="flat" cmpd="sng">
                    <a:solidFill>
                      <a:srgbClr val="A0A0A0"/>
                    </a:solidFill>
                    <a:prstDash val="solid"/>
                    <a:miter/>
                    <a:headEnd type="none" w="med" len="med"/>
                    <a:tailEnd type="none" w="med" len="med"/>
                  </a:ln>
                </p:spPr>
                <p:txBody>
                  <a:bodyPr wrap="none"/>
                  <a:lstStyle>
                    <a:lvl1pPr marL="342900" indent="-342900" algn="l" rtl="0" eaLnBrk="0" fontAlgn="base" hangingPunct="0">
                      <a:spcBef>
                        <a:spcPct val="20000"/>
                      </a:spcBef>
                      <a:spcAft>
                        <a:spcPct val="0"/>
                      </a:spcAft>
                      <a:buChar char="•"/>
                      <a:defRPr sz="3200">
                        <a:solidFill>
                          <a:srgbClr val="666699"/>
                        </a:solidFill>
                        <a:latin typeface="+mn-lt"/>
                        <a:ea typeface="+mn-ea"/>
                        <a:cs typeface="+mn-cs"/>
                      </a:defRPr>
                    </a:lvl1pPr>
                    <a:lvl2pPr marL="742950" indent="-285750" algn="l" rtl="0" eaLnBrk="0" fontAlgn="base" hangingPunct="0">
                      <a:spcBef>
                        <a:spcPct val="20000"/>
                      </a:spcBef>
                      <a:spcAft>
                        <a:spcPct val="0"/>
                      </a:spcAft>
                      <a:buChar char="–"/>
                      <a:defRPr sz="2800">
                        <a:solidFill>
                          <a:srgbClr val="666699"/>
                        </a:solidFill>
                        <a:latin typeface="+mn-lt"/>
                        <a:ea typeface="+mn-ea"/>
                      </a:defRPr>
                    </a:lvl2pPr>
                    <a:lvl3pPr marL="1143000" indent="-228600" algn="l" rtl="0" eaLnBrk="0" fontAlgn="base" hangingPunct="0">
                      <a:spcBef>
                        <a:spcPct val="20000"/>
                      </a:spcBef>
                      <a:spcAft>
                        <a:spcPct val="0"/>
                      </a:spcAft>
                      <a:buChar char="•"/>
                      <a:defRPr sz="2400">
                        <a:solidFill>
                          <a:srgbClr val="666699"/>
                        </a:solidFill>
                        <a:latin typeface="+mn-lt"/>
                        <a:ea typeface="+mn-ea"/>
                      </a:defRPr>
                    </a:lvl3pPr>
                    <a:lvl4pPr marL="1600200" indent="-228600" algn="l" rtl="0" eaLnBrk="0" fontAlgn="base" hangingPunct="0">
                      <a:spcBef>
                        <a:spcPct val="20000"/>
                      </a:spcBef>
                      <a:spcAft>
                        <a:spcPct val="0"/>
                      </a:spcAft>
                      <a:buChar char="–"/>
                      <a:defRPr sz="2000">
                        <a:solidFill>
                          <a:srgbClr val="666699"/>
                        </a:solidFill>
                        <a:latin typeface="+mn-lt"/>
                        <a:ea typeface="+mn-ea"/>
                      </a:defRPr>
                    </a:lvl4pPr>
                    <a:lvl5pPr marL="2057400" indent="-228600" algn="l" rtl="0" eaLnBrk="0" fontAlgn="base" hangingPunct="0">
                      <a:spcBef>
                        <a:spcPct val="20000"/>
                      </a:spcBef>
                      <a:spcAft>
                        <a:spcPct val="0"/>
                      </a:spcAft>
                      <a:buChar char="»"/>
                      <a:defRPr sz="2000">
                        <a:solidFill>
                          <a:srgbClr val="666699"/>
                        </a:solidFill>
                        <a:latin typeface="+mn-lt"/>
                        <a:ea typeface="+mn-ea"/>
                      </a:defRPr>
                    </a:lvl5pPr>
                  </a:lstStyle>
                  <a:p>
                    <a:pPr marL="0" lvl="0" indent="0" eaLnBrk="1" hangingPunct="1">
                      <a:spcBef>
                        <a:spcPct val="0"/>
                      </a:spcBef>
                      <a:buNone/>
                    </a:pPr>
                    <a:endParaRPr lang="zh-CN" altLang="en-US" sz="2400" dirty="0">
                      <a:solidFill>
                        <a:schemeClr val="tx1"/>
                      </a:solidFill>
                    </a:endParaRPr>
                  </a:p>
                </p:txBody>
              </p:sp>
            </p:grpSp>
            <p:grpSp>
              <p:nvGrpSpPr>
                <p:cNvPr id="24645" name="Group 150"/>
                <p:cNvGrpSpPr/>
                <p:nvPr/>
              </p:nvGrpSpPr>
              <p:grpSpPr>
                <a:xfrm>
                  <a:off x="353" y="2822"/>
                  <a:ext cx="353" cy="288"/>
                  <a:chOff x="0" y="0"/>
                  <a:chExt cx="353" cy="288"/>
                </a:xfrm>
              </p:grpSpPr>
              <p:sp>
                <p:nvSpPr>
                  <p:cNvPr id="24655" name="Rectangle 151"/>
                  <p:cNvSpPr/>
                  <p:nvPr/>
                </p:nvSpPr>
                <p:spPr>
                  <a:xfrm>
                    <a:off x="0" y="0"/>
                    <a:ext cx="353" cy="288"/>
                  </a:xfrm>
                  <a:prstGeom prst="rect">
                    <a:avLst/>
                  </a:prstGeom>
                  <a:noFill/>
                  <a:ln w="9525">
                    <a:noFill/>
                  </a:ln>
                </p:spPr>
                <p:txBody>
                  <a:bodyPr anchor="ctr" anchorCtr="0"/>
                  <a:lstStyle>
                    <a:lvl1pPr marL="342900" indent="-342900" algn="l" rtl="0" eaLnBrk="0" fontAlgn="base" hangingPunct="0">
                      <a:spcBef>
                        <a:spcPct val="20000"/>
                      </a:spcBef>
                      <a:spcAft>
                        <a:spcPct val="0"/>
                      </a:spcAft>
                      <a:buChar char="•"/>
                      <a:defRPr sz="3200">
                        <a:solidFill>
                          <a:srgbClr val="666699"/>
                        </a:solidFill>
                        <a:latin typeface="+mn-lt"/>
                        <a:ea typeface="+mn-ea"/>
                        <a:cs typeface="+mn-cs"/>
                      </a:defRPr>
                    </a:lvl1pPr>
                    <a:lvl2pPr marL="742950" indent="-285750" algn="l" rtl="0" eaLnBrk="0" fontAlgn="base" hangingPunct="0">
                      <a:spcBef>
                        <a:spcPct val="20000"/>
                      </a:spcBef>
                      <a:spcAft>
                        <a:spcPct val="0"/>
                      </a:spcAft>
                      <a:buChar char="–"/>
                      <a:defRPr sz="2800">
                        <a:solidFill>
                          <a:srgbClr val="666699"/>
                        </a:solidFill>
                        <a:latin typeface="+mn-lt"/>
                        <a:ea typeface="+mn-ea"/>
                      </a:defRPr>
                    </a:lvl2pPr>
                    <a:lvl3pPr marL="1143000" indent="-228600" algn="l" rtl="0" eaLnBrk="0" fontAlgn="base" hangingPunct="0">
                      <a:spcBef>
                        <a:spcPct val="20000"/>
                      </a:spcBef>
                      <a:spcAft>
                        <a:spcPct val="0"/>
                      </a:spcAft>
                      <a:buChar char="•"/>
                      <a:defRPr sz="2400">
                        <a:solidFill>
                          <a:srgbClr val="666699"/>
                        </a:solidFill>
                        <a:latin typeface="+mn-lt"/>
                        <a:ea typeface="+mn-ea"/>
                      </a:defRPr>
                    </a:lvl3pPr>
                    <a:lvl4pPr marL="1600200" indent="-228600" algn="l" rtl="0" eaLnBrk="0" fontAlgn="base" hangingPunct="0">
                      <a:spcBef>
                        <a:spcPct val="20000"/>
                      </a:spcBef>
                      <a:spcAft>
                        <a:spcPct val="0"/>
                      </a:spcAft>
                      <a:buChar char="–"/>
                      <a:defRPr sz="2000">
                        <a:solidFill>
                          <a:srgbClr val="666699"/>
                        </a:solidFill>
                        <a:latin typeface="+mn-lt"/>
                        <a:ea typeface="+mn-ea"/>
                      </a:defRPr>
                    </a:lvl4pPr>
                    <a:lvl5pPr marL="2057400" indent="-228600" algn="l" rtl="0" eaLnBrk="0" fontAlgn="base" hangingPunct="0">
                      <a:spcBef>
                        <a:spcPct val="20000"/>
                      </a:spcBef>
                      <a:spcAft>
                        <a:spcPct val="0"/>
                      </a:spcAft>
                      <a:buChar char="»"/>
                      <a:defRPr sz="2000">
                        <a:solidFill>
                          <a:srgbClr val="666699"/>
                        </a:solidFill>
                        <a:latin typeface="+mn-lt"/>
                        <a:ea typeface="+mn-ea"/>
                      </a:defRPr>
                    </a:lvl5pPr>
                  </a:lstStyle>
                  <a:p>
                    <a:pPr marL="0" lvl="0" indent="0" algn="ctr" eaLnBrk="1" hangingPunct="1">
                      <a:spcBef>
                        <a:spcPct val="0"/>
                      </a:spcBef>
                      <a:buNone/>
                    </a:pPr>
                    <a:r>
                      <a:rPr lang="zh-CN" altLang="en-US" sz="2400" dirty="0">
                        <a:solidFill>
                          <a:schemeClr val="tx1"/>
                        </a:solidFill>
                      </a:rPr>
                      <a:t>1</a:t>
                    </a:r>
                    <a:endParaRPr lang="zh-CN" altLang="en-US" sz="2400" dirty="0">
                      <a:solidFill>
                        <a:schemeClr val="tx1"/>
                      </a:solidFill>
                    </a:endParaRPr>
                  </a:p>
                </p:txBody>
              </p:sp>
              <p:sp>
                <p:nvSpPr>
                  <p:cNvPr id="24656" name="Rectangle 152"/>
                  <p:cNvSpPr/>
                  <p:nvPr/>
                </p:nvSpPr>
                <p:spPr>
                  <a:xfrm>
                    <a:off x="0" y="0"/>
                    <a:ext cx="353" cy="288"/>
                  </a:xfrm>
                  <a:prstGeom prst="rect">
                    <a:avLst/>
                  </a:prstGeom>
                  <a:noFill/>
                  <a:ln w="7" cap="flat" cmpd="sng">
                    <a:solidFill>
                      <a:srgbClr val="A0A0A0"/>
                    </a:solidFill>
                    <a:prstDash val="solid"/>
                    <a:miter/>
                    <a:headEnd type="none" w="med" len="med"/>
                    <a:tailEnd type="none" w="med" len="med"/>
                  </a:ln>
                </p:spPr>
                <p:txBody>
                  <a:bodyPr wrap="none"/>
                  <a:lstStyle>
                    <a:lvl1pPr marL="342900" indent="-342900" algn="l" rtl="0" eaLnBrk="0" fontAlgn="base" hangingPunct="0">
                      <a:spcBef>
                        <a:spcPct val="20000"/>
                      </a:spcBef>
                      <a:spcAft>
                        <a:spcPct val="0"/>
                      </a:spcAft>
                      <a:buChar char="•"/>
                      <a:defRPr sz="3200">
                        <a:solidFill>
                          <a:srgbClr val="666699"/>
                        </a:solidFill>
                        <a:latin typeface="+mn-lt"/>
                        <a:ea typeface="+mn-ea"/>
                        <a:cs typeface="+mn-cs"/>
                      </a:defRPr>
                    </a:lvl1pPr>
                    <a:lvl2pPr marL="742950" indent="-285750" algn="l" rtl="0" eaLnBrk="0" fontAlgn="base" hangingPunct="0">
                      <a:spcBef>
                        <a:spcPct val="20000"/>
                      </a:spcBef>
                      <a:spcAft>
                        <a:spcPct val="0"/>
                      </a:spcAft>
                      <a:buChar char="–"/>
                      <a:defRPr sz="2800">
                        <a:solidFill>
                          <a:srgbClr val="666699"/>
                        </a:solidFill>
                        <a:latin typeface="+mn-lt"/>
                        <a:ea typeface="+mn-ea"/>
                      </a:defRPr>
                    </a:lvl2pPr>
                    <a:lvl3pPr marL="1143000" indent="-228600" algn="l" rtl="0" eaLnBrk="0" fontAlgn="base" hangingPunct="0">
                      <a:spcBef>
                        <a:spcPct val="20000"/>
                      </a:spcBef>
                      <a:spcAft>
                        <a:spcPct val="0"/>
                      </a:spcAft>
                      <a:buChar char="•"/>
                      <a:defRPr sz="2400">
                        <a:solidFill>
                          <a:srgbClr val="666699"/>
                        </a:solidFill>
                        <a:latin typeface="+mn-lt"/>
                        <a:ea typeface="+mn-ea"/>
                      </a:defRPr>
                    </a:lvl3pPr>
                    <a:lvl4pPr marL="1600200" indent="-228600" algn="l" rtl="0" eaLnBrk="0" fontAlgn="base" hangingPunct="0">
                      <a:spcBef>
                        <a:spcPct val="20000"/>
                      </a:spcBef>
                      <a:spcAft>
                        <a:spcPct val="0"/>
                      </a:spcAft>
                      <a:buChar char="–"/>
                      <a:defRPr sz="2000">
                        <a:solidFill>
                          <a:srgbClr val="666699"/>
                        </a:solidFill>
                        <a:latin typeface="+mn-lt"/>
                        <a:ea typeface="+mn-ea"/>
                      </a:defRPr>
                    </a:lvl4pPr>
                    <a:lvl5pPr marL="2057400" indent="-228600" algn="l" rtl="0" eaLnBrk="0" fontAlgn="base" hangingPunct="0">
                      <a:spcBef>
                        <a:spcPct val="20000"/>
                      </a:spcBef>
                      <a:spcAft>
                        <a:spcPct val="0"/>
                      </a:spcAft>
                      <a:buChar char="»"/>
                      <a:defRPr sz="2000">
                        <a:solidFill>
                          <a:srgbClr val="666699"/>
                        </a:solidFill>
                        <a:latin typeface="+mn-lt"/>
                        <a:ea typeface="+mn-ea"/>
                      </a:defRPr>
                    </a:lvl5pPr>
                  </a:lstStyle>
                  <a:p>
                    <a:pPr marL="0" lvl="0" indent="0" eaLnBrk="1" hangingPunct="1">
                      <a:spcBef>
                        <a:spcPct val="0"/>
                      </a:spcBef>
                      <a:buNone/>
                    </a:pPr>
                    <a:endParaRPr lang="zh-CN" altLang="en-US" sz="2400" dirty="0">
                      <a:solidFill>
                        <a:schemeClr val="tx1"/>
                      </a:solidFill>
                    </a:endParaRPr>
                  </a:p>
                </p:txBody>
              </p:sp>
            </p:grpSp>
            <p:grpSp>
              <p:nvGrpSpPr>
                <p:cNvPr id="24646" name="Group 153"/>
                <p:cNvGrpSpPr/>
                <p:nvPr/>
              </p:nvGrpSpPr>
              <p:grpSpPr>
                <a:xfrm>
                  <a:off x="706" y="2822"/>
                  <a:ext cx="349" cy="288"/>
                  <a:chOff x="0" y="0"/>
                  <a:chExt cx="349" cy="288"/>
                </a:xfrm>
              </p:grpSpPr>
              <p:sp>
                <p:nvSpPr>
                  <p:cNvPr id="24653" name="Rectangle 154"/>
                  <p:cNvSpPr/>
                  <p:nvPr/>
                </p:nvSpPr>
                <p:spPr>
                  <a:xfrm>
                    <a:off x="0" y="0"/>
                    <a:ext cx="349" cy="288"/>
                  </a:xfrm>
                  <a:prstGeom prst="rect">
                    <a:avLst/>
                  </a:prstGeom>
                  <a:noFill/>
                  <a:ln w="9525">
                    <a:noFill/>
                  </a:ln>
                </p:spPr>
                <p:txBody>
                  <a:bodyPr anchor="ctr" anchorCtr="0"/>
                  <a:lstStyle>
                    <a:lvl1pPr marL="342900" indent="-342900" algn="l" rtl="0" eaLnBrk="0" fontAlgn="base" hangingPunct="0">
                      <a:spcBef>
                        <a:spcPct val="20000"/>
                      </a:spcBef>
                      <a:spcAft>
                        <a:spcPct val="0"/>
                      </a:spcAft>
                      <a:buChar char="•"/>
                      <a:defRPr sz="3200">
                        <a:solidFill>
                          <a:srgbClr val="666699"/>
                        </a:solidFill>
                        <a:latin typeface="+mn-lt"/>
                        <a:ea typeface="+mn-ea"/>
                        <a:cs typeface="+mn-cs"/>
                      </a:defRPr>
                    </a:lvl1pPr>
                    <a:lvl2pPr marL="742950" indent="-285750" algn="l" rtl="0" eaLnBrk="0" fontAlgn="base" hangingPunct="0">
                      <a:spcBef>
                        <a:spcPct val="20000"/>
                      </a:spcBef>
                      <a:spcAft>
                        <a:spcPct val="0"/>
                      </a:spcAft>
                      <a:buChar char="–"/>
                      <a:defRPr sz="2800">
                        <a:solidFill>
                          <a:srgbClr val="666699"/>
                        </a:solidFill>
                        <a:latin typeface="+mn-lt"/>
                        <a:ea typeface="+mn-ea"/>
                      </a:defRPr>
                    </a:lvl2pPr>
                    <a:lvl3pPr marL="1143000" indent="-228600" algn="l" rtl="0" eaLnBrk="0" fontAlgn="base" hangingPunct="0">
                      <a:spcBef>
                        <a:spcPct val="20000"/>
                      </a:spcBef>
                      <a:spcAft>
                        <a:spcPct val="0"/>
                      </a:spcAft>
                      <a:buChar char="•"/>
                      <a:defRPr sz="2400">
                        <a:solidFill>
                          <a:srgbClr val="666699"/>
                        </a:solidFill>
                        <a:latin typeface="+mn-lt"/>
                        <a:ea typeface="+mn-ea"/>
                      </a:defRPr>
                    </a:lvl3pPr>
                    <a:lvl4pPr marL="1600200" indent="-228600" algn="l" rtl="0" eaLnBrk="0" fontAlgn="base" hangingPunct="0">
                      <a:spcBef>
                        <a:spcPct val="20000"/>
                      </a:spcBef>
                      <a:spcAft>
                        <a:spcPct val="0"/>
                      </a:spcAft>
                      <a:buChar char="–"/>
                      <a:defRPr sz="2000">
                        <a:solidFill>
                          <a:srgbClr val="666699"/>
                        </a:solidFill>
                        <a:latin typeface="+mn-lt"/>
                        <a:ea typeface="+mn-ea"/>
                      </a:defRPr>
                    </a:lvl4pPr>
                    <a:lvl5pPr marL="2057400" indent="-228600" algn="l" rtl="0" eaLnBrk="0" fontAlgn="base" hangingPunct="0">
                      <a:spcBef>
                        <a:spcPct val="20000"/>
                      </a:spcBef>
                      <a:spcAft>
                        <a:spcPct val="0"/>
                      </a:spcAft>
                      <a:buChar char="»"/>
                      <a:defRPr sz="2000">
                        <a:solidFill>
                          <a:srgbClr val="666699"/>
                        </a:solidFill>
                        <a:latin typeface="+mn-lt"/>
                        <a:ea typeface="+mn-ea"/>
                      </a:defRPr>
                    </a:lvl5pPr>
                  </a:lstStyle>
                  <a:p>
                    <a:pPr marL="0" lvl="0" indent="0" algn="ctr" eaLnBrk="1" hangingPunct="1">
                      <a:spcBef>
                        <a:spcPct val="0"/>
                      </a:spcBef>
                      <a:buNone/>
                    </a:pPr>
                    <a:r>
                      <a:rPr lang="zh-CN" altLang="en-US" sz="2400" dirty="0">
                        <a:solidFill>
                          <a:schemeClr val="tx1"/>
                        </a:solidFill>
                      </a:rPr>
                      <a:t>1</a:t>
                    </a:r>
                    <a:endParaRPr lang="zh-CN" altLang="en-US" sz="2400" dirty="0">
                      <a:solidFill>
                        <a:schemeClr val="tx1"/>
                      </a:solidFill>
                    </a:endParaRPr>
                  </a:p>
                </p:txBody>
              </p:sp>
              <p:sp>
                <p:nvSpPr>
                  <p:cNvPr id="24654" name="Rectangle 155"/>
                  <p:cNvSpPr/>
                  <p:nvPr/>
                </p:nvSpPr>
                <p:spPr>
                  <a:xfrm>
                    <a:off x="0" y="0"/>
                    <a:ext cx="349" cy="288"/>
                  </a:xfrm>
                  <a:prstGeom prst="rect">
                    <a:avLst/>
                  </a:prstGeom>
                  <a:noFill/>
                  <a:ln w="7" cap="flat" cmpd="sng">
                    <a:solidFill>
                      <a:srgbClr val="A0A0A0"/>
                    </a:solidFill>
                    <a:prstDash val="solid"/>
                    <a:miter/>
                    <a:headEnd type="none" w="med" len="med"/>
                    <a:tailEnd type="none" w="med" len="med"/>
                  </a:ln>
                </p:spPr>
                <p:txBody>
                  <a:bodyPr wrap="none"/>
                  <a:lstStyle>
                    <a:lvl1pPr marL="342900" indent="-342900" algn="l" rtl="0" eaLnBrk="0" fontAlgn="base" hangingPunct="0">
                      <a:spcBef>
                        <a:spcPct val="20000"/>
                      </a:spcBef>
                      <a:spcAft>
                        <a:spcPct val="0"/>
                      </a:spcAft>
                      <a:buChar char="•"/>
                      <a:defRPr sz="3200">
                        <a:solidFill>
                          <a:srgbClr val="666699"/>
                        </a:solidFill>
                        <a:latin typeface="+mn-lt"/>
                        <a:ea typeface="+mn-ea"/>
                        <a:cs typeface="+mn-cs"/>
                      </a:defRPr>
                    </a:lvl1pPr>
                    <a:lvl2pPr marL="742950" indent="-285750" algn="l" rtl="0" eaLnBrk="0" fontAlgn="base" hangingPunct="0">
                      <a:spcBef>
                        <a:spcPct val="20000"/>
                      </a:spcBef>
                      <a:spcAft>
                        <a:spcPct val="0"/>
                      </a:spcAft>
                      <a:buChar char="–"/>
                      <a:defRPr sz="2800">
                        <a:solidFill>
                          <a:srgbClr val="666699"/>
                        </a:solidFill>
                        <a:latin typeface="+mn-lt"/>
                        <a:ea typeface="+mn-ea"/>
                      </a:defRPr>
                    </a:lvl2pPr>
                    <a:lvl3pPr marL="1143000" indent="-228600" algn="l" rtl="0" eaLnBrk="0" fontAlgn="base" hangingPunct="0">
                      <a:spcBef>
                        <a:spcPct val="20000"/>
                      </a:spcBef>
                      <a:spcAft>
                        <a:spcPct val="0"/>
                      </a:spcAft>
                      <a:buChar char="•"/>
                      <a:defRPr sz="2400">
                        <a:solidFill>
                          <a:srgbClr val="666699"/>
                        </a:solidFill>
                        <a:latin typeface="+mn-lt"/>
                        <a:ea typeface="+mn-ea"/>
                      </a:defRPr>
                    </a:lvl3pPr>
                    <a:lvl4pPr marL="1600200" indent="-228600" algn="l" rtl="0" eaLnBrk="0" fontAlgn="base" hangingPunct="0">
                      <a:spcBef>
                        <a:spcPct val="20000"/>
                      </a:spcBef>
                      <a:spcAft>
                        <a:spcPct val="0"/>
                      </a:spcAft>
                      <a:buChar char="–"/>
                      <a:defRPr sz="2000">
                        <a:solidFill>
                          <a:srgbClr val="666699"/>
                        </a:solidFill>
                        <a:latin typeface="+mn-lt"/>
                        <a:ea typeface="+mn-ea"/>
                      </a:defRPr>
                    </a:lvl4pPr>
                    <a:lvl5pPr marL="2057400" indent="-228600" algn="l" rtl="0" eaLnBrk="0" fontAlgn="base" hangingPunct="0">
                      <a:spcBef>
                        <a:spcPct val="20000"/>
                      </a:spcBef>
                      <a:spcAft>
                        <a:spcPct val="0"/>
                      </a:spcAft>
                      <a:buChar char="»"/>
                      <a:defRPr sz="2000">
                        <a:solidFill>
                          <a:srgbClr val="666699"/>
                        </a:solidFill>
                        <a:latin typeface="+mn-lt"/>
                        <a:ea typeface="+mn-ea"/>
                      </a:defRPr>
                    </a:lvl5pPr>
                  </a:lstStyle>
                  <a:p>
                    <a:pPr marL="0" lvl="0" indent="0" eaLnBrk="1" hangingPunct="1">
                      <a:spcBef>
                        <a:spcPct val="0"/>
                      </a:spcBef>
                      <a:buNone/>
                    </a:pPr>
                    <a:endParaRPr lang="zh-CN" altLang="en-US" sz="2400" dirty="0">
                      <a:solidFill>
                        <a:schemeClr val="tx1"/>
                      </a:solidFill>
                    </a:endParaRPr>
                  </a:p>
                </p:txBody>
              </p:sp>
            </p:grpSp>
            <p:grpSp>
              <p:nvGrpSpPr>
                <p:cNvPr id="24647" name="Group 156"/>
                <p:cNvGrpSpPr/>
                <p:nvPr/>
              </p:nvGrpSpPr>
              <p:grpSpPr>
                <a:xfrm>
                  <a:off x="1055" y="2822"/>
                  <a:ext cx="432" cy="288"/>
                  <a:chOff x="0" y="0"/>
                  <a:chExt cx="432" cy="288"/>
                </a:xfrm>
              </p:grpSpPr>
              <p:sp>
                <p:nvSpPr>
                  <p:cNvPr id="24651" name="Rectangle 157"/>
                  <p:cNvSpPr/>
                  <p:nvPr/>
                </p:nvSpPr>
                <p:spPr>
                  <a:xfrm>
                    <a:off x="0" y="0"/>
                    <a:ext cx="432" cy="288"/>
                  </a:xfrm>
                  <a:prstGeom prst="rect">
                    <a:avLst/>
                  </a:prstGeom>
                  <a:noFill/>
                  <a:ln w="9525">
                    <a:noFill/>
                  </a:ln>
                </p:spPr>
                <p:txBody>
                  <a:bodyPr anchor="ctr" anchorCtr="0"/>
                  <a:lstStyle>
                    <a:lvl1pPr marL="342900" indent="-342900" algn="l" rtl="0" eaLnBrk="0" fontAlgn="base" hangingPunct="0">
                      <a:spcBef>
                        <a:spcPct val="20000"/>
                      </a:spcBef>
                      <a:spcAft>
                        <a:spcPct val="0"/>
                      </a:spcAft>
                      <a:buChar char="•"/>
                      <a:defRPr sz="3200">
                        <a:solidFill>
                          <a:srgbClr val="666699"/>
                        </a:solidFill>
                        <a:latin typeface="+mn-lt"/>
                        <a:ea typeface="+mn-ea"/>
                        <a:cs typeface="+mn-cs"/>
                      </a:defRPr>
                    </a:lvl1pPr>
                    <a:lvl2pPr marL="742950" indent="-285750" algn="l" rtl="0" eaLnBrk="0" fontAlgn="base" hangingPunct="0">
                      <a:spcBef>
                        <a:spcPct val="20000"/>
                      </a:spcBef>
                      <a:spcAft>
                        <a:spcPct val="0"/>
                      </a:spcAft>
                      <a:buChar char="–"/>
                      <a:defRPr sz="2800">
                        <a:solidFill>
                          <a:srgbClr val="666699"/>
                        </a:solidFill>
                        <a:latin typeface="+mn-lt"/>
                        <a:ea typeface="+mn-ea"/>
                      </a:defRPr>
                    </a:lvl2pPr>
                    <a:lvl3pPr marL="1143000" indent="-228600" algn="l" rtl="0" eaLnBrk="0" fontAlgn="base" hangingPunct="0">
                      <a:spcBef>
                        <a:spcPct val="20000"/>
                      </a:spcBef>
                      <a:spcAft>
                        <a:spcPct val="0"/>
                      </a:spcAft>
                      <a:buChar char="•"/>
                      <a:defRPr sz="2400">
                        <a:solidFill>
                          <a:srgbClr val="666699"/>
                        </a:solidFill>
                        <a:latin typeface="+mn-lt"/>
                        <a:ea typeface="+mn-ea"/>
                      </a:defRPr>
                    </a:lvl3pPr>
                    <a:lvl4pPr marL="1600200" indent="-228600" algn="l" rtl="0" eaLnBrk="0" fontAlgn="base" hangingPunct="0">
                      <a:spcBef>
                        <a:spcPct val="20000"/>
                      </a:spcBef>
                      <a:spcAft>
                        <a:spcPct val="0"/>
                      </a:spcAft>
                      <a:buChar char="–"/>
                      <a:defRPr sz="2000">
                        <a:solidFill>
                          <a:srgbClr val="666699"/>
                        </a:solidFill>
                        <a:latin typeface="+mn-lt"/>
                        <a:ea typeface="+mn-ea"/>
                      </a:defRPr>
                    </a:lvl4pPr>
                    <a:lvl5pPr marL="2057400" indent="-228600" algn="l" rtl="0" eaLnBrk="0" fontAlgn="base" hangingPunct="0">
                      <a:spcBef>
                        <a:spcPct val="20000"/>
                      </a:spcBef>
                      <a:spcAft>
                        <a:spcPct val="0"/>
                      </a:spcAft>
                      <a:buChar char="»"/>
                      <a:defRPr sz="2000">
                        <a:solidFill>
                          <a:srgbClr val="666699"/>
                        </a:solidFill>
                        <a:latin typeface="+mn-lt"/>
                        <a:ea typeface="+mn-ea"/>
                      </a:defRPr>
                    </a:lvl5pPr>
                  </a:lstStyle>
                  <a:p>
                    <a:pPr marL="0" lvl="0" indent="0" algn="ctr" eaLnBrk="1" hangingPunct="1">
                      <a:spcBef>
                        <a:spcPct val="0"/>
                      </a:spcBef>
                      <a:buNone/>
                    </a:pPr>
                    <a:r>
                      <a:rPr lang="zh-CN" altLang="en-US" sz="2400" dirty="0">
                        <a:solidFill>
                          <a:schemeClr val="tx1"/>
                        </a:solidFill>
                      </a:rPr>
                      <a:t>1</a:t>
                    </a:r>
                    <a:endParaRPr lang="zh-CN" altLang="en-US" sz="2400" dirty="0">
                      <a:solidFill>
                        <a:schemeClr val="tx1"/>
                      </a:solidFill>
                    </a:endParaRPr>
                  </a:p>
                </p:txBody>
              </p:sp>
              <p:sp>
                <p:nvSpPr>
                  <p:cNvPr id="24652" name="Rectangle 158"/>
                  <p:cNvSpPr/>
                  <p:nvPr/>
                </p:nvSpPr>
                <p:spPr>
                  <a:xfrm>
                    <a:off x="0" y="0"/>
                    <a:ext cx="432" cy="288"/>
                  </a:xfrm>
                  <a:prstGeom prst="rect">
                    <a:avLst/>
                  </a:prstGeom>
                  <a:noFill/>
                  <a:ln w="7" cap="flat" cmpd="sng">
                    <a:solidFill>
                      <a:srgbClr val="A0A0A0"/>
                    </a:solidFill>
                    <a:prstDash val="solid"/>
                    <a:miter/>
                    <a:headEnd type="none" w="med" len="med"/>
                    <a:tailEnd type="none" w="med" len="med"/>
                  </a:ln>
                </p:spPr>
                <p:txBody>
                  <a:bodyPr wrap="none"/>
                  <a:lstStyle>
                    <a:lvl1pPr marL="342900" indent="-342900" algn="l" rtl="0" eaLnBrk="0" fontAlgn="base" hangingPunct="0">
                      <a:spcBef>
                        <a:spcPct val="20000"/>
                      </a:spcBef>
                      <a:spcAft>
                        <a:spcPct val="0"/>
                      </a:spcAft>
                      <a:buChar char="•"/>
                      <a:defRPr sz="3200">
                        <a:solidFill>
                          <a:srgbClr val="666699"/>
                        </a:solidFill>
                        <a:latin typeface="+mn-lt"/>
                        <a:ea typeface="+mn-ea"/>
                        <a:cs typeface="+mn-cs"/>
                      </a:defRPr>
                    </a:lvl1pPr>
                    <a:lvl2pPr marL="742950" indent="-285750" algn="l" rtl="0" eaLnBrk="0" fontAlgn="base" hangingPunct="0">
                      <a:spcBef>
                        <a:spcPct val="20000"/>
                      </a:spcBef>
                      <a:spcAft>
                        <a:spcPct val="0"/>
                      </a:spcAft>
                      <a:buChar char="–"/>
                      <a:defRPr sz="2800">
                        <a:solidFill>
                          <a:srgbClr val="666699"/>
                        </a:solidFill>
                        <a:latin typeface="+mn-lt"/>
                        <a:ea typeface="+mn-ea"/>
                      </a:defRPr>
                    </a:lvl2pPr>
                    <a:lvl3pPr marL="1143000" indent="-228600" algn="l" rtl="0" eaLnBrk="0" fontAlgn="base" hangingPunct="0">
                      <a:spcBef>
                        <a:spcPct val="20000"/>
                      </a:spcBef>
                      <a:spcAft>
                        <a:spcPct val="0"/>
                      </a:spcAft>
                      <a:buChar char="•"/>
                      <a:defRPr sz="2400">
                        <a:solidFill>
                          <a:srgbClr val="666699"/>
                        </a:solidFill>
                        <a:latin typeface="+mn-lt"/>
                        <a:ea typeface="+mn-ea"/>
                      </a:defRPr>
                    </a:lvl3pPr>
                    <a:lvl4pPr marL="1600200" indent="-228600" algn="l" rtl="0" eaLnBrk="0" fontAlgn="base" hangingPunct="0">
                      <a:spcBef>
                        <a:spcPct val="20000"/>
                      </a:spcBef>
                      <a:spcAft>
                        <a:spcPct val="0"/>
                      </a:spcAft>
                      <a:buChar char="–"/>
                      <a:defRPr sz="2000">
                        <a:solidFill>
                          <a:srgbClr val="666699"/>
                        </a:solidFill>
                        <a:latin typeface="+mn-lt"/>
                        <a:ea typeface="+mn-ea"/>
                      </a:defRPr>
                    </a:lvl4pPr>
                    <a:lvl5pPr marL="2057400" indent="-228600" algn="l" rtl="0" eaLnBrk="0" fontAlgn="base" hangingPunct="0">
                      <a:spcBef>
                        <a:spcPct val="20000"/>
                      </a:spcBef>
                      <a:spcAft>
                        <a:spcPct val="0"/>
                      </a:spcAft>
                      <a:buChar char="»"/>
                      <a:defRPr sz="2000">
                        <a:solidFill>
                          <a:srgbClr val="666699"/>
                        </a:solidFill>
                        <a:latin typeface="+mn-lt"/>
                        <a:ea typeface="+mn-ea"/>
                      </a:defRPr>
                    </a:lvl5pPr>
                  </a:lstStyle>
                  <a:p>
                    <a:pPr marL="0" lvl="0" indent="0" eaLnBrk="1" hangingPunct="1">
                      <a:spcBef>
                        <a:spcPct val="0"/>
                      </a:spcBef>
                      <a:buNone/>
                    </a:pPr>
                    <a:endParaRPr lang="zh-CN" altLang="en-US" sz="2400" dirty="0">
                      <a:solidFill>
                        <a:schemeClr val="tx1"/>
                      </a:solidFill>
                    </a:endParaRPr>
                  </a:p>
                </p:txBody>
              </p:sp>
            </p:grpSp>
            <p:grpSp>
              <p:nvGrpSpPr>
                <p:cNvPr id="24648" name="Group 159"/>
                <p:cNvGrpSpPr/>
                <p:nvPr/>
              </p:nvGrpSpPr>
              <p:grpSpPr>
                <a:xfrm>
                  <a:off x="1487" y="2822"/>
                  <a:ext cx="432" cy="288"/>
                  <a:chOff x="0" y="0"/>
                  <a:chExt cx="432" cy="288"/>
                </a:xfrm>
              </p:grpSpPr>
              <p:sp>
                <p:nvSpPr>
                  <p:cNvPr id="24649" name="Rectangle 160"/>
                  <p:cNvSpPr/>
                  <p:nvPr/>
                </p:nvSpPr>
                <p:spPr>
                  <a:xfrm>
                    <a:off x="0" y="0"/>
                    <a:ext cx="432" cy="288"/>
                  </a:xfrm>
                  <a:prstGeom prst="rect">
                    <a:avLst/>
                  </a:prstGeom>
                  <a:noFill/>
                  <a:ln w="9525">
                    <a:noFill/>
                  </a:ln>
                </p:spPr>
                <p:txBody>
                  <a:bodyPr anchor="ctr" anchorCtr="0"/>
                  <a:lstStyle>
                    <a:lvl1pPr marL="342900" indent="-342900" algn="l" rtl="0" eaLnBrk="0" fontAlgn="base" hangingPunct="0">
                      <a:spcBef>
                        <a:spcPct val="20000"/>
                      </a:spcBef>
                      <a:spcAft>
                        <a:spcPct val="0"/>
                      </a:spcAft>
                      <a:buChar char="•"/>
                      <a:defRPr sz="3200">
                        <a:solidFill>
                          <a:srgbClr val="666699"/>
                        </a:solidFill>
                        <a:latin typeface="+mn-lt"/>
                        <a:ea typeface="+mn-ea"/>
                        <a:cs typeface="+mn-cs"/>
                      </a:defRPr>
                    </a:lvl1pPr>
                    <a:lvl2pPr marL="742950" indent="-285750" algn="l" rtl="0" eaLnBrk="0" fontAlgn="base" hangingPunct="0">
                      <a:spcBef>
                        <a:spcPct val="20000"/>
                      </a:spcBef>
                      <a:spcAft>
                        <a:spcPct val="0"/>
                      </a:spcAft>
                      <a:buChar char="–"/>
                      <a:defRPr sz="2800">
                        <a:solidFill>
                          <a:srgbClr val="666699"/>
                        </a:solidFill>
                        <a:latin typeface="+mn-lt"/>
                        <a:ea typeface="+mn-ea"/>
                      </a:defRPr>
                    </a:lvl2pPr>
                    <a:lvl3pPr marL="1143000" indent="-228600" algn="l" rtl="0" eaLnBrk="0" fontAlgn="base" hangingPunct="0">
                      <a:spcBef>
                        <a:spcPct val="20000"/>
                      </a:spcBef>
                      <a:spcAft>
                        <a:spcPct val="0"/>
                      </a:spcAft>
                      <a:buChar char="•"/>
                      <a:defRPr sz="2400">
                        <a:solidFill>
                          <a:srgbClr val="666699"/>
                        </a:solidFill>
                        <a:latin typeface="+mn-lt"/>
                        <a:ea typeface="+mn-ea"/>
                      </a:defRPr>
                    </a:lvl3pPr>
                    <a:lvl4pPr marL="1600200" indent="-228600" algn="l" rtl="0" eaLnBrk="0" fontAlgn="base" hangingPunct="0">
                      <a:spcBef>
                        <a:spcPct val="20000"/>
                      </a:spcBef>
                      <a:spcAft>
                        <a:spcPct val="0"/>
                      </a:spcAft>
                      <a:buChar char="–"/>
                      <a:defRPr sz="2000">
                        <a:solidFill>
                          <a:srgbClr val="666699"/>
                        </a:solidFill>
                        <a:latin typeface="+mn-lt"/>
                        <a:ea typeface="+mn-ea"/>
                      </a:defRPr>
                    </a:lvl4pPr>
                    <a:lvl5pPr marL="2057400" indent="-228600" algn="l" rtl="0" eaLnBrk="0" fontAlgn="base" hangingPunct="0">
                      <a:spcBef>
                        <a:spcPct val="20000"/>
                      </a:spcBef>
                      <a:spcAft>
                        <a:spcPct val="0"/>
                      </a:spcAft>
                      <a:buChar char="»"/>
                      <a:defRPr sz="2000">
                        <a:solidFill>
                          <a:srgbClr val="666699"/>
                        </a:solidFill>
                        <a:latin typeface="+mn-lt"/>
                        <a:ea typeface="+mn-ea"/>
                      </a:defRPr>
                    </a:lvl5pPr>
                  </a:lstStyle>
                  <a:p>
                    <a:pPr marL="0" lvl="0" indent="0" algn="ctr" eaLnBrk="1" hangingPunct="1">
                      <a:spcBef>
                        <a:spcPct val="0"/>
                      </a:spcBef>
                      <a:buNone/>
                    </a:pPr>
                    <a:r>
                      <a:rPr lang="zh-CN" altLang="en-US" sz="2400" dirty="0">
                        <a:solidFill>
                          <a:schemeClr val="tx1"/>
                        </a:solidFill>
                      </a:rPr>
                      <a:t>1</a:t>
                    </a:r>
                    <a:endParaRPr lang="zh-CN" altLang="en-US" sz="2400" dirty="0">
                      <a:solidFill>
                        <a:schemeClr val="tx1"/>
                      </a:solidFill>
                    </a:endParaRPr>
                  </a:p>
                </p:txBody>
              </p:sp>
              <p:sp>
                <p:nvSpPr>
                  <p:cNvPr id="24650" name="Rectangle 161"/>
                  <p:cNvSpPr/>
                  <p:nvPr/>
                </p:nvSpPr>
                <p:spPr>
                  <a:xfrm>
                    <a:off x="0" y="0"/>
                    <a:ext cx="432" cy="288"/>
                  </a:xfrm>
                  <a:prstGeom prst="rect">
                    <a:avLst/>
                  </a:prstGeom>
                  <a:noFill/>
                  <a:ln w="7" cap="flat" cmpd="sng">
                    <a:solidFill>
                      <a:srgbClr val="A0A0A0"/>
                    </a:solidFill>
                    <a:prstDash val="solid"/>
                    <a:miter/>
                    <a:headEnd type="none" w="med" len="med"/>
                    <a:tailEnd type="none" w="med" len="med"/>
                  </a:ln>
                </p:spPr>
                <p:txBody>
                  <a:bodyPr wrap="none"/>
                  <a:lstStyle>
                    <a:lvl1pPr marL="342900" indent="-342900" algn="l" rtl="0" eaLnBrk="0" fontAlgn="base" hangingPunct="0">
                      <a:spcBef>
                        <a:spcPct val="20000"/>
                      </a:spcBef>
                      <a:spcAft>
                        <a:spcPct val="0"/>
                      </a:spcAft>
                      <a:buChar char="•"/>
                      <a:defRPr sz="3200">
                        <a:solidFill>
                          <a:srgbClr val="666699"/>
                        </a:solidFill>
                        <a:latin typeface="+mn-lt"/>
                        <a:ea typeface="+mn-ea"/>
                        <a:cs typeface="+mn-cs"/>
                      </a:defRPr>
                    </a:lvl1pPr>
                    <a:lvl2pPr marL="742950" indent="-285750" algn="l" rtl="0" eaLnBrk="0" fontAlgn="base" hangingPunct="0">
                      <a:spcBef>
                        <a:spcPct val="20000"/>
                      </a:spcBef>
                      <a:spcAft>
                        <a:spcPct val="0"/>
                      </a:spcAft>
                      <a:buChar char="–"/>
                      <a:defRPr sz="2800">
                        <a:solidFill>
                          <a:srgbClr val="666699"/>
                        </a:solidFill>
                        <a:latin typeface="+mn-lt"/>
                        <a:ea typeface="+mn-ea"/>
                      </a:defRPr>
                    </a:lvl2pPr>
                    <a:lvl3pPr marL="1143000" indent="-228600" algn="l" rtl="0" eaLnBrk="0" fontAlgn="base" hangingPunct="0">
                      <a:spcBef>
                        <a:spcPct val="20000"/>
                      </a:spcBef>
                      <a:spcAft>
                        <a:spcPct val="0"/>
                      </a:spcAft>
                      <a:buChar char="•"/>
                      <a:defRPr sz="2400">
                        <a:solidFill>
                          <a:srgbClr val="666699"/>
                        </a:solidFill>
                        <a:latin typeface="+mn-lt"/>
                        <a:ea typeface="+mn-ea"/>
                      </a:defRPr>
                    </a:lvl3pPr>
                    <a:lvl4pPr marL="1600200" indent="-228600" algn="l" rtl="0" eaLnBrk="0" fontAlgn="base" hangingPunct="0">
                      <a:spcBef>
                        <a:spcPct val="20000"/>
                      </a:spcBef>
                      <a:spcAft>
                        <a:spcPct val="0"/>
                      </a:spcAft>
                      <a:buChar char="–"/>
                      <a:defRPr sz="2000">
                        <a:solidFill>
                          <a:srgbClr val="666699"/>
                        </a:solidFill>
                        <a:latin typeface="+mn-lt"/>
                        <a:ea typeface="+mn-ea"/>
                      </a:defRPr>
                    </a:lvl4pPr>
                    <a:lvl5pPr marL="2057400" indent="-228600" algn="l" rtl="0" eaLnBrk="0" fontAlgn="base" hangingPunct="0">
                      <a:spcBef>
                        <a:spcPct val="20000"/>
                      </a:spcBef>
                      <a:spcAft>
                        <a:spcPct val="0"/>
                      </a:spcAft>
                      <a:buChar char="»"/>
                      <a:defRPr sz="2000">
                        <a:solidFill>
                          <a:srgbClr val="666699"/>
                        </a:solidFill>
                        <a:latin typeface="+mn-lt"/>
                        <a:ea typeface="+mn-ea"/>
                      </a:defRPr>
                    </a:lvl5pPr>
                  </a:lstStyle>
                  <a:p>
                    <a:pPr marL="0" lvl="0" indent="0" eaLnBrk="1" hangingPunct="1">
                      <a:spcBef>
                        <a:spcPct val="0"/>
                      </a:spcBef>
                      <a:buNone/>
                    </a:pPr>
                    <a:endParaRPr lang="zh-CN" altLang="en-US" sz="2400" dirty="0">
                      <a:solidFill>
                        <a:schemeClr val="tx1"/>
                      </a:solidFill>
                    </a:endParaRPr>
                  </a:p>
                </p:txBody>
              </p:sp>
            </p:grpSp>
          </p:grpSp>
          <p:sp>
            <p:nvSpPr>
              <p:cNvPr id="24601" name="Rectangle 162"/>
              <p:cNvSpPr/>
              <p:nvPr/>
            </p:nvSpPr>
            <p:spPr>
              <a:xfrm>
                <a:off x="0" y="0"/>
                <a:ext cx="1925" cy="3116"/>
              </a:xfrm>
              <a:prstGeom prst="rect">
                <a:avLst/>
              </a:prstGeom>
              <a:noFill/>
              <a:ln w="11112" cap="flat" cmpd="sng">
                <a:solidFill>
                  <a:srgbClr val="A0A0A0"/>
                </a:solidFill>
                <a:prstDash val="solid"/>
                <a:miter/>
                <a:headEnd type="none" w="med" len="med"/>
                <a:tailEnd type="none" w="med" len="med"/>
              </a:ln>
            </p:spPr>
            <p:txBody>
              <a:bodyPr wrap="none"/>
              <a:lstStyle>
                <a:lvl1pPr marL="342900" indent="-342900" algn="l" rtl="0" eaLnBrk="0" fontAlgn="base" hangingPunct="0">
                  <a:spcBef>
                    <a:spcPct val="20000"/>
                  </a:spcBef>
                  <a:spcAft>
                    <a:spcPct val="0"/>
                  </a:spcAft>
                  <a:buChar char="•"/>
                  <a:defRPr sz="3200">
                    <a:solidFill>
                      <a:srgbClr val="666699"/>
                    </a:solidFill>
                    <a:latin typeface="+mn-lt"/>
                    <a:ea typeface="+mn-ea"/>
                    <a:cs typeface="+mn-cs"/>
                  </a:defRPr>
                </a:lvl1pPr>
                <a:lvl2pPr marL="742950" indent="-285750" algn="l" rtl="0" eaLnBrk="0" fontAlgn="base" hangingPunct="0">
                  <a:spcBef>
                    <a:spcPct val="20000"/>
                  </a:spcBef>
                  <a:spcAft>
                    <a:spcPct val="0"/>
                  </a:spcAft>
                  <a:buChar char="–"/>
                  <a:defRPr sz="2800">
                    <a:solidFill>
                      <a:srgbClr val="666699"/>
                    </a:solidFill>
                    <a:latin typeface="+mn-lt"/>
                    <a:ea typeface="+mn-ea"/>
                  </a:defRPr>
                </a:lvl2pPr>
                <a:lvl3pPr marL="1143000" indent="-228600" algn="l" rtl="0" eaLnBrk="0" fontAlgn="base" hangingPunct="0">
                  <a:spcBef>
                    <a:spcPct val="20000"/>
                  </a:spcBef>
                  <a:spcAft>
                    <a:spcPct val="0"/>
                  </a:spcAft>
                  <a:buChar char="•"/>
                  <a:defRPr sz="2400">
                    <a:solidFill>
                      <a:srgbClr val="666699"/>
                    </a:solidFill>
                    <a:latin typeface="+mn-lt"/>
                    <a:ea typeface="+mn-ea"/>
                  </a:defRPr>
                </a:lvl3pPr>
                <a:lvl4pPr marL="1600200" indent="-228600" algn="l" rtl="0" eaLnBrk="0" fontAlgn="base" hangingPunct="0">
                  <a:spcBef>
                    <a:spcPct val="20000"/>
                  </a:spcBef>
                  <a:spcAft>
                    <a:spcPct val="0"/>
                  </a:spcAft>
                  <a:buChar char="–"/>
                  <a:defRPr sz="2000">
                    <a:solidFill>
                      <a:srgbClr val="666699"/>
                    </a:solidFill>
                    <a:latin typeface="+mn-lt"/>
                    <a:ea typeface="+mn-ea"/>
                  </a:defRPr>
                </a:lvl4pPr>
                <a:lvl5pPr marL="2057400" indent="-228600" algn="l" rtl="0" eaLnBrk="0" fontAlgn="base" hangingPunct="0">
                  <a:spcBef>
                    <a:spcPct val="20000"/>
                  </a:spcBef>
                  <a:spcAft>
                    <a:spcPct val="0"/>
                  </a:spcAft>
                  <a:buChar char="»"/>
                  <a:defRPr sz="2000">
                    <a:solidFill>
                      <a:srgbClr val="666699"/>
                    </a:solidFill>
                    <a:latin typeface="+mn-lt"/>
                    <a:ea typeface="+mn-ea"/>
                  </a:defRPr>
                </a:lvl5pPr>
              </a:lstStyle>
              <a:p>
                <a:pPr marL="0" lvl="0" indent="0" eaLnBrk="1" hangingPunct="1">
                  <a:spcBef>
                    <a:spcPct val="0"/>
                  </a:spcBef>
                  <a:buNone/>
                </a:pPr>
                <a:endParaRPr lang="zh-CN" altLang="en-US" sz="2400" dirty="0">
                  <a:solidFill>
                    <a:schemeClr val="tx1"/>
                  </a:solidFill>
                </a:endParaRPr>
              </a:p>
            </p:txBody>
          </p:sp>
        </p:grpSp>
      </p:grpSp>
      <p:sp>
        <p:nvSpPr>
          <p:cNvPr id="24594" name="Rectangle 163"/>
          <p:cNvSpPr/>
          <p:nvPr/>
        </p:nvSpPr>
        <p:spPr>
          <a:xfrm>
            <a:off x="4114800" y="1773238"/>
            <a:ext cx="4648200" cy="533400"/>
          </a:xfrm>
          <a:prstGeom prst="rect">
            <a:avLst/>
          </a:prstGeom>
          <a:noFill/>
          <a:ln w="9525">
            <a:noFill/>
          </a:ln>
        </p:spPr>
        <p:txBody>
          <a:bodyPr anchor="ctr" anchorCtr="0"/>
          <a:lstStyle>
            <a:lvl1pPr marL="342900" indent="-342900" algn="l" rtl="0" eaLnBrk="0" fontAlgn="base" hangingPunct="0">
              <a:spcBef>
                <a:spcPct val="20000"/>
              </a:spcBef>
              <a:spcAft>
                <a:spcPct val="0"/>
              </a:spcAft>
              <a:buChar char="•"/>
              <a:defRPr sz="3200">
                <a:solidFill>
                  <a:srgbClr val="666699"/>
                </a:solidFill>
                <a:latin typeface="+mn-lt"/>
                <a:ea typeface="+mn-ea"/>
                <a:cs typeface="+mn-cs"/>
              </a:defRPr>
            </a:lvl1pPr>
            <a:lvl2pPr marL="742950" indent="-285750" algn="l" rtl="0" eaLnBrk="0" fontAlgn="base" hangingPunct="0">
              <a:spcBef>
                <a:spcPct val="20000"/>
              </a:spcBef>
              <a:spcAft>
                <a:spcPct val="0"/>
              </a:spcAft>
              <a:buChar char="–"/>
              <a:defRPr sz="2800">
                <a:solidFill>
                  <a:srgbClr val="666699"/>
                </a:solidFill>
                <a:latin typeface="+mn-lt"/>
                <a:ea typeface="+mn-ea"/>
              </a:defRPr>
            </a:lvl2pPr>
            <a:lvl3pPr marL="1143000" indent="-228600" algn="l" rtl="0" eaLnBrk="0" fontAlgn="base" hangingPunct="0">
              <a:spcBef>
                <a:spcPct val="20000"/>
              </a:spcBef>
              <a:spcAft>
                <a:spcPct val="0"/>
              </a:spcAft>
              <a:buChar char="•"/>
              <a:defRPr sz="2400">
                <a:solidFill>
                  <a:srgbClr val="666699"/>
                </a:solidFill>
                <a:latin typeface="+mn-lt"/>
                <a:ea typeface="+mn-ea"/>
              </a:defRPr>
            </a:lvl3pPr>
            <a:lvl4pPr marL="1600200" indent="-228600" algn="l" rtl="0" eaLnBrk="0" fontAlgn="base" hangingPunct="0">
              <a:spcBef>
                <a:spcPct val="20000"/>
              </a:spcBef>
              <a:spcAft>
                <a:spcPct val="0"/>
              </a:spcAft>
              <a:buChar char="–"/>
              <a:defRPr sz="2000">
                <a:solidFill>
                  <a:srgbClr val="666699"/>
                </a:solidFill>
                <a:latin typeface="+mn-lt"/>
                <a:ea typeface="+mn-ea"/>
              </a:defRPr>
            </a:lvl4pPr>
            <a:lvl5pPr marL="2057400" indent="-228600" algn="l" rtl="0" eaLnBrk="0" fontAlgn="base" hangingPunct="0">
              <a:spcBef>
                <a:spcPct val="20000"/>
              </a:spcBef>
              <a:spcAft>
                <a:spcPct val="0"/>
              </a:spcAft>
              <a:buChar char="»"/>
              <a:defRPr sz="2000">
                <a:solidFill>
                  <a:srgbClr val="666699"/>
                </a:solidFill>
                <a:latin typeface="+mn-lt"/>
                <a:ea typeface="+mn-ea"/>
              </a:defRPr>
            </a:lvl5pPr>
          </a:lstStyle>
          <a:p>
            <a:pPr marL="0" lvl="0" indent="0" algn="ctr" eaLnBrk="1" hangingPunct="1">
              <a:spcBef>
                <a:spcPct val="0"/>
              </a:spcBef>
              <a:buNone/>
            </a:pPr>
            <a:r>
              <a:rPr lang="zh-CN" altLang="en-US" sz="2400" b="1" dirty="0">
                <a:solidFill>
                  <a:schemeClr val="tx1"/>
                </a:solidFill>
              </a:rPr>
              <a:t>表2.2 一位全加器真值表</a:t>
            </a:r>
            <a:endParaRPr lang="zh-CN" altLang="en-US" sz="2400" dirty="0">
              <a:solidFill>
                <a:schemeClr val="tx1"/>
              </a:solidFill>
            </a:endParaRPr>
          </a:p>
        </p:txBody>
      </p:sp>
      <p:sp>
        <p:nvSpPr>
          <p:cNvPr id="2" name="AutoShape 164"/>
          <p:cNvSpPr/>
          <p:nvPr/>
        </p:nvSpPr>
        <p:spPr>
          <a:xfrm rot="10800000">
            <a:off x="3733800" y="4648200"/>
            <a:ext cx="1066800" cy="533400"/>
          </a:xfrm>
          <a:custGeom>
            <a:avLst/>
            <a:gdLst/>
            <a:ahLst/>
            <a:cxnLst>
              <a:cxn ang="0">
                <a:pos x="2147483646" y="0"/>
              </a:cxn>
              <a:cxn ang="0">
                <a:pos x="2147483646" y="2147483646"/>
              </a:cxn>
              <a:cxn ang="0">
                <a:pos x="2147483646" y="2147483646"/>
              </a:cxn>
              <a:cxn ang="0">
                <a:pos x="2147483646" y="2147483646"/>
              </a:cxn>
              <a:cxn ang="0">
                <a:pos x="0" y="2147483646"/>
              </a:cxn>
              <a:cxn ang="0">
                <a:pos x="0" y="2147483646"/>
              </a:cxn>
              <a:cxn ang="0">
                <a:pos x="2147483646" y="2147483646"/>
              </a:cxn>
              <a:cxn ang="0">
                <a:pos x="2147483646" y="2147483646"/>
              </a:cxn>
              <a:cxn ang="0">
                <a:pos x="2147483646" y="2147483646"/>
              </a:cxn>
              <a:cxn ang="0">
                <a:pos x="2147483646" y="0"/>
              </a:cxn>
            </a:cxnLst>
            <a:pathLst>
              <a:path w="21600" h="21600">
                <a:moveTo>
                  <a:pt x="15429" y="0"/>
                </a:moveTo>
                <a:lnTo>
                  <a:pt x="9257" y="7200"/>
                </a:lnTo>
                <a:lnTo>
                  <a:pt x="12343" y="7200"/>
                </a:lnTo>
                <a:lnTo>
                  <a:pt x="12343" y="14400"/>
                </a:lnTo>
                <a:lnTo>
                  <a:pt x="0" y="14400"/>
                </a:lnTo>
                <a:lnTo>
                  <a:pt x="0" y="21600"/>
                </a:lnTo>
                <a:lnTo>
                  <a:pt x="18514" y="21600"/>
                </a:lnTo>
                <a:lnTo>
                  <a:pt x="18514" y="7200"/>
                </a:lnTo>
                <a:lnTo>
                  <a:pt x="21600" y="7200"/>
                </a:lnTo>
                <a:lnTo>
                  <a:pt x="15429" y="0"/>
                </a:lnTo>
                <a:close/>
              </a:path>
            </a:pathLst>
          </a:custGeom>
          <a:solidFill>
            <a:schemeClr val="accent1">
              <a:alpha val="100000"/>
            </a:schemeClr>
          </a:solidFill>
          <a:ln w="9525" cap="flat" cmpd="sng">
            <a:solidFill>
              <a:schemeClr val="tx1">
                <a:alpha val="100000"/>
              </a:schemeClr>
            </a:solidFill>
            <a:prstDash val="solid"/>
            <a:round/>
            <a:headEnd type="none" w="med" len="med"/>
            <a:tailEnd type="none" w="med" len="med"/>
          </a:ln>
        </p:spPr>
        <p:txBody>
          <a:bodyPr/>
          <a:p>
            <a:endParaRPr lang="zh-CN" altLang="en-US"/>
          </a:p>
        </p:txBody>
      </p:sp>
      <p:sp>
        <p:nvSpPr>
          <p:cNvPr id="3" name="Text Box 165"/>
          <p:cNvSpPr txBox="1"/>
          <p:nvPr/>
        </p:nvSpPr>
        <p:spPr>
          <a:xfrm>
            <a:off x="1403350" y="5229225"/>
            <a:ext cx="3200400" cy="1344613"/>
          </a:xfrm>
          <a:prstGeom prst="rect">
            <a:avLst/>
          </a:prstGeom>
          <a:noFill/>
          <a:ln w="9525">
            <a:noFill/>
          </a:ln>
        </p:spPr>
        <p:txBody>
          <a:bodyPr>
            <a:spAutoFit/>
          </a:bodyPr>
          <a:lstStyle>
            <a:lvl1pPr marL="342900" indent="-342900" algn="l" rtl="0" eaLnBrk="0" fontAlgn="base" hangingPunct="0">
              <a:spcBef>
                <a:spcPct val="20000"/>
              </a:spcBef>
              <a:spcAft>
                <a:spcPct val="0"/>
              </a:spcAft>
              <a:buChar char="•"/>
              <a:defRPr sz="3200">
                <a:solidFill>
                  <a:srgbClr val="666699"/>
                </a:solidFill>
                <a:latin typeface="+mn-lt"/>
                <a:ea typeface="+mn-ea"/>
                <a:cs typeface="+mn-cs"/>
              </a:defRPr>
            </a:lvl1pPr>
            <a:lvl2pPr marL="742950" indent="-285750" algn="l" rtl="0" eaLnBrk="0" fontAlgn="base" hangingPunct="0">
              <a:spcBef>
                <a:spcPct val="20000"/>
              </a:spcBef>
              <a:spcAft>
                <a:spcPct val="0"/>
              </a:spcAft>
              <a:buChar char="–"/>
              <a:defRPr sz="2800">
                <a:solidFill>
                  <a:srgbClr val="666699"/>
                </a:solidFill>
                <a:latin typeface="+mn-lt"/>
                <a:ea typeface="+mn-ea"/>
              </a:defRPr>
            </a:lvl2pPr>
            <a:lvl3pPr marL="1143000" indent="-228600" algn="l" rtl="0" eaLnBrk="0" fontAlgn="base" hangingPunct="0">
              <a:spcBef>
                <a:spcPct val="20000"/>
              </a:spcBef>
              <a:spcAft>
                <a:spcPct val="0"/>
              </a:spcAft>
              <a:buChar char="•"/>
              <a:defRPr sz="2400">
                <a:solidFill>
                  <a:srgbClr val="666699"/>
                </a:solidFill>
                <a:latin typeface="+mn-lt"/>
                <a:ea typeface="+mn-ea"/>
              </a:defRPr>
            </a:lvl3pPr>
            <a:lvl4pPr marL="1600200" indent="-228600" algn="l" rtl="0" eaLnBrk="0" fontAlgn="base" hangingPunct="0">
              <a:spcBef>
                <a:spcPct val="20000"/>
              </a:spcBef>
              <a:spcAft>
                <a:spcPct val="0"/>
              </a:spcAft>
              <a:buChar char="–"/>
              <a:defRPr sz="2000">
                <a:solidFill>
                  <a:srgbClr val="666699"/>
                </a:solidFill>
                <a:latin typeface="+mn-lt"/>
                <a:ea typeface="+mn-ea"/>
              </a:defRPr>
            </a:lvl4pPr>
            <a:lvl5pPr marL="2057400" indent="-228600" algn="l" rtl="0" eaLnBrk="0" fontAlgn="base" hangingPunct="0">
              <a:spcBef>
                <a:spcPct val="20000"/>
              </a:spcBef>
              <a:spcAft>
                <a:spcPct val="0"/>
              </a:spcAft>
              <a:buChar char="»"/>
              <a:defRPr sz="2000">
                <a:solidFill>
                  <a:srgbClr val="666699"/>
                </a:solidFill>
                <a:latin typeface="+mn-lt"/>
                <a:ea typeface="+mn-ea"/>
              </a:defRPr>
            </a:lvl5pPr>
          </a:lstStyle>
          <a:p>
            <a:pPr marL="0" lvl="0" indent="0" eaLnBrk="1" hangingPunct="1">
              <a:spcBef>
                <a:spcPct val="50000"/>
              </a:spcBef>
              <a:buNone/>
            </a:pPr>
            <a:r>
              <a:rPr lang="zh-CN" altLang="en-US" sz="1800" b="1" dirty="0">
                <a:solidFill>
                  <a:schemeClr val="tx1"/>
                </a:solidFill>
                <a:latin typeface="Tahoma" panose="020B0604030504040204" pitchFamily="34" charset="0"/>
              </a:rPr>
              <a:t>两个输出端的逻辑表达式：</a:t>
            </a:r>
            <a:endParaRPr lang="zh-CN" altLang="en-US" sz="1800" b="1" dirty="0">
              <a:solidFill>
                <a:schemeClr val="tx1"/>
              </a:solidFill>
              <a:latin typeface="Tahoma" panose="020B0604030504040204" pitchFamily="34" charset="0"/>
            </a:endParaRPr>
          </a:p>
          <a:p>
            <a:pPr marL="0" lvl="0" indent="0" algn="ctr" eaLnBrk="1" hangingPunct="1">
              <a:spcBef>
                <a:spcPct val="50000"/>
              </a:spcBef>
              <a:buNone/>
            </a:pPr>
            <a:r>
              <a:rPr lang="zh-CN" altLang="en-US" sz="2000" b="1" dirty="0">
                <a:solidFill>
                  <a:srgbClr val="0000FF"/>
                </a:solidFill>
                <a:latin typeface="Tahoma" panose="020B0604030504040204" pitchFamily="34" charset="0"/>
              </a:rPr>
              <a:t>S</a:t>
            </a:r>
            <a:r>
              <a:rPr lang="zh-CN" altLang="en-US" sz="2000" b="1" baseline="-30000" dirty="0">
                <a:solidFill>
                  <a:srgbClr val="0000FF"/>
                </a:solidFill>
                <a:latin typeface="Tahoma" panose="020B0604030504040204" pitchFamily="34" charset="0"/>
              </a:rPr>
              <a:t>i</a:t>
            </a:r>
            <a:r>
              <a:rPr lang="zh-CN" altLang="en-US" sz="2000" b="1" dirty="0">
                <a:solidFill>
                  <a:srgbClr val="0000FF"/>
                </a:solidFill>
                <a:latin typeface="Tahoma" panose="020B0604030504040204" pitchFamily="34" charset="0"/>
              </a:rPr>
              <a:t>＝A</a:t>
            </a:r>
            <a:r>
              <a:rPr lang="zh-CN" altLang="en-US" sz="2000" b="1" baseline="-30000" dirty="0">
                <a:solidFill>
                  <a:srgbClr val="0000FF"/>
                </a:solidFill>
                <a:latin typeface="Tahoma" panose="020B0604030504040204" pitchFamily="34" charset="0"/>
              </a:rPr>
              <a:t>i</a:t>
            </a:r>
            <a:r>
              <a:rPr lang="zh-CN" altLang="en-US" sz="2000" b="1" dirty="0">
                <a:solidFill>
                  <a:srgbClr val="0000FF"/>
                </a:solidFill>
                <a:latin typeface="Tahoma" panose="020B0604030504040204" pitchFamily="34" charset="0"/>
              </a:rPr>
              <a:t>⊕B</a:t>
            </a:r>
            <a:r>
              <a:rPr lang="zh-CN" altLang="en-US" sz="2000" b="1" baseline="-30000" dirty="0">
                <a:solidFill>
                  <a:srgbClr val="0000FF"/>
                </a:solidFill>
                <a:latin typeface="Tahoma" panose="020B0604030504040204" pitchFamily="34" charset="0"/>
              </a:rPr>
              <a:t>i</a:t>
            </a:r>
            <a:r>
              <a:rPr lang="zh-CN" altLang="en-US" sz="2000" b="1" dirty="0">
                <a:solidFill>
                  <a:srgbClr val="0000FF"/>
                </a:solidFill>
                <a:latin typeface="Tahoma" panose="020B0604030504040204" pitchFamily="34" charset="0"/>
              </a:rPr>
              <a:t>⊕C</a:t>
            </a:r>
            <a:r>
              <a:rPr lang="zh-CN" altLang="en-US" sz="2000" b="1" baseline="-30000" dirty="0">
                <a:solidFill>
                  <a:srgbClr val="0000FF"/>
                </a:solidFill>
                <a:latin typeface="Tahoma" panose="020B0604030504040204" pitchFamily="34" charset="0"/>
              </a:rPr>
              <a:t>i</a:t>
            </a:r>
            <a:endParaRPr lang="zh-CN" altLang="en-US" sz="2000" b="1" dirty="0">
              <a:solidFill>
                <a:schemeClr val="tx1"/>
              </a:solidFill>
              <a:latin typeface="Tahoma" panose="020B0604030504040204" pitchFamily="34" charset="0"/>
            </a:endParaRPr>
          </a:p>
          <a:p>
            <a:pPr marL="0" lvl="0" indent="0" eaLnBrk="1" hangingPunct="1">
              <a:spcBef>
                <a:spcPct val="50000"/>
              </a:spcBef>
              <a:buNone/>
            </a:pPr>
            <a:r>
              <a:rPr lang="zh-CN" altLang="en-US" sz="2000" b="1" dirty="0">
                <a:solidFill>
                  <a:srgbClr val="6600FF"/>
                </a:solidFill>
                <a:latin typeface="Tahoma" panose="020B0604030504040204" pitchFamily="34" charset="0"/>
              </a:rPr>
              <a:t>C</a:t>
            </a:r>
            <a:r>
              <a:rPr lang="zh-CN" altLang="en-US" sz="2000" b="1" baseline="-30000" dirty="0">
                <a:solidFill>
                  <a:srgbClr val="6600FF"/>
                </a:solidFill>
                <a:latin typeface="Tahoma" panose="020B0604030504040204" pitchFamily="34" charset="0"/>
              </a:rPr>
              <a:t>i＋1</a:t>
            </a:r>
            <a:r>
              <a:rPr lang="zh-CN" altLang="en-US" sz="2000" b="1" dirty="0">
                <a:solidFill>
                  <a:srgbClr val="6600FF"/>
                </a:solidFill>
                <a:latin typeface="宋体" panose="02010600030101010101" pitchFamily="2" charset="-122"/>
              </a:rPr>
              <a:t>＝</a:t>
            </a:r>
            <a:r>
              <a:rPr lang="zh-CN" altLang="en-US" sz="2000" b="1" dirty="0">
                <a:solidFill>
                  <a:srgbClr val="6600FF"/>
                </a:solidFill>
                <a:latin typeface="Tahoma" panose="020B0604030504040204" pitchFamily="34" charset="0"/>
              </a:rPr>
              <a:t>A</a:t>
            </a:r>
            <a:r>
              <a:rPr lang="zh-CN" altLang="en-US" sz="2000" b="1" baseline="-30000" dirty="0">
                <a:solidFill>
                  <a:srgbClr val="6600FF"/>
                </a:solidFill>
                <a:latin typeface="Tahoma" panose="020B0604030504040204" pitchFamily="34" charset="0"/>
              </a:rPr>
              <a:t>i</a:t>
            </a:r>
            <a:r>
              <a:rPr lang="zh-CN" altLang="en-US" sz="2000" b="1" dirty="0">
                <a:solidFill>
                  <a:srgbClr val="6600FF"/>
                </a:solidFill>
                <a:latin typeface="Tahoma" panose="020B0604030504040204" pitchFamily="34" charset="0"/>
              </a:rPr>
              <a:t>B</a:t>
            </a:r>
            <a:r>
              <a:rPr lang="zh-CN" altLang="en-US" sz="2000" b="1" baseline="-30000" dirty="0">
                <a:solidFill>
                  <a:srgbClr val="6600FF"/>
                </a:solidFill>
                <a:latin typeface="Tahoma" panose="020B0604030504040204" pitchFamily="34" charset="0"/>
              </a:rPr>
              <a:t>i</a:t>
            </a:r>
            <a:r>
              <a:rPr lang="zh-CN" altLang="en-US" sz="2000" b="1" dirty="0">
                <a:solidFill>
                  <a:srgbClr val="6600FF"/>
                </a:solidFill>
                <a:latin typeface="Tahoma" panose="020B0604030504040204" pitchFamily="34" charset="0"/>
              </a:rPr>
              <a:t>＋B</a:t>
            </a:r>
            <a:r>
              <a:rPr lang="zh-CN" altLang="en-US" sz="2000" b="1" baseline="-30000" dirty="0">
                <a:solidFill>
                  <a:srgbClr val="6600FF"/>
                </a:solidFill>
                <a:latin typeface="Tahoma" panose="020B0604030504040204" pitchFamily="34" charset="0"/>
              </a:rPr>
              <a:t>i</a:t>
            </a:r>
            <a:r>
              <a:rPr lang="zh-CN" altLang="en-US" sz="2000" b="1" dirty="0">
                <a:solidFill>
                  <a:srgbClr val="6600FF"/>
                </a:solidFill>
                <a:latin typeface="Tahoma" panose="020B0604030504040204" pitchFamily="34" charset="0"/>
              </a:rPr>
              <a:t>C</a:t>
            </a:r>
            <a:r>
              <a:rPr lang="zh-CN" altLang="en-US" sz="2000" b="1" baseline="-30000" dirty="0">
                <a:solidFill>
                  <a:srgbClr val="6600FF"/>
                </a:solidFill>
                <a:latin typeface="Tahoma" panose="020B0604030504040204" pitchFamily="34" charset="0"/>
              </a:rPr>
              <a:t>i</a:t>
            </a:r>
            <a:r>
              <a:rPr lang="zh-CN" altLang="en-US" sz="2000" b="1" dirty="0">
                <a:solidFill>
                  <a:srgbClr val="6600FF"/>
                </a:solidFill>
                <a:latin typeface="Tahoma" panose="020B0604030504040204" pitchFamily="34" charset="0"/>
              </a:rPr>
              <a:t>＋C</a:t>
            </a:r>
            <a:r>
              <a:rPr lang="zh-CN" altLang="en-US" sz="2000" b="1" baseline="-30000" dirty="0">
                <a:solidFill>
                  <a:srgbClr val="6600FF"/>
                </a:solidFill>
                <a:latin typeface="Tahoma" panose="020B0604030504040204" pitchFamily="34" charset="0"/>
              </a:rPr>
              <a:t>i</a:t>
            </a:r>
            <a:r>
              <a:rPr lang="zh-CN" altLang="en-US" sz="2000" b="1" dirty="0">
                <a:solidFill>
                  <a:srgbClr val="6600FF"/>
                </a:solidFill>
                <a:latin typeface="Tahoma" panose="020B0604030504040204" pitchFamily="34" charset="0"/>
              </a:rPr>
              <a:t>A</a:t>
            </a:r>
            <a:r>
              <a:rPr lang="zh-CN" altLang="en-US" sz="2000" b="1" baseline="-30000" dirty="0">
                <a:solidFill>
                  <a:srgbClr val="6600FF"/>
                </a:solidFill>
                <a:latin typeface="Tahoma" panose="020B0604030504040204" pitchFamily="34" charset="0"/>
              </a:rPr>
              <a:t>i</a:t>
            </a:r>
            <a:endParaRPr lang="zh-CN" altLang="en-US" sz="2000" b="1" baseline="-30000" dirty="0">
              <a:solidFill>
                <a:srgbClr val="6600FF"/>
              </a:solidFill>
              <a:latin typeface="Tahoma" panose="020B0604030504040204" pitchFamily="34" charset="0"/>
            </a:endParaRPr>
          </a:p>
        </p:txBody>
      </p:sp>
      <p:sp>
        <p:nvSpPr>
          <p:cNvPr id="24597" name="Text Box 166"/>
          <p:cNvSpPr txBox="1"/>
          <p:nvPr/>
        </p:nvSpPr>
        <p:spPr>
          <a:xfrm>
            <a:off x="1763713" y="4508500"/>
            <a:ext cx="1152525" cy="366713"/>
          </a:xfrm>
          <a:prstGeom prst="rect">
            <a:avLst/>
          </a:prstGeom>
          <a:noFill/>
          <a:ln w="9525">
            <a:noFill/>
          </a:ln>
        </p:spPr>
        <p:txBody>
          <a:bodyPr>
            <a:spAutoFit/>
          </a:bodyPr>
          <a:lstStyle>
            <a:lvl1pPr marL="342900" indent="-342900" algn="l" rtl="0" eaLnBrk="0" fontAlgn="base" hangingPunct="0">
              <a:spcBef>
                <a:spcPct val="20000"/>
              </a:spcBef>
              <a:spcAft>
                <a:spcPct val="0"/>
              </a:spcAft>
              <a:buChar char="•"/>
              <a:defRPr sz="3200">
                <a:solidFill>
                  <a:srgbClr val="666699"/>
                </a:solidFill>
                <a:latin typeface="+mn-lt"/>
                <a:ea typeface="+mn-ea"/>
                <a:cs typeface="+mn-cs"/>
              </a:defRPr>
            </a:lvl1pPr>
            <a:lvl2pPr marL="742950" indent="-285750" algn="l" rtl="0" eaLnBrk="0" fontAlgn="base" hangingPunct="0">
              <a:spcBef>
                <a:spcPct val="20000"/>
              </a:spcBef>
              <a:spcAft>
                <a:spcPct val="0"/>
              </a:spcAft>
              <a:buChar char="–"/>
              <a:defRPr sz="2800">
                <a:solidFill>
                  <a:srgbClr val="666699"/>
                </a:solidFill>
                <a:latin typeface="+mn-lt"/>
                <a:ea typeface="+mn-ea"/>
              </a:defRPr>
            </a:lvl2pPr>
            <a:lvl3pPr marL="1143000" indent="-228600" algn="l" rtl="0" eaLnBrk="0" fontAlgn="base" hangingPunct="0">
              <a:spcBef>
                <a:spcPct val="20000"/>
              </a:spcBef>
              <a:spcAft>
                <a:spcPct val="0"/>
              </a:spcAft>
              <a:buChar char="•"/>
              <a:defRPr sz="2400">
                <a:solidFill>
                  <a:srgbClr val="666699"/>
                </a:solidFill>
                <a:latin typeface="+mn-lt"/>
                <a:ea typeface="+mn-ea"/>
              </a:defRPr>
            </a:lvl3pPr>
            <a:lvl4pPr marL="1600200" indent="-228600" algn="l" rtl="0" eaLnBrk="0" fontAlgn="base" hangingPunct="0">
              <a:spcBef>
                <a:spcPct val="20000"/>
              </a:spcBef>
              <a:spcAft>
                <a:spcPct val="0"/>
              </a:spcAft>
              <a:buChar char="–"/>
              <a:defRPr sz="2000">
                <a:solidFill>
                  <a:srgbClr val="666699"/>
                </a:solidFill>
                <a:latin typeface="+mn-lt"/>
                <a:ea typeface="+mn-ea"/>
              </a:defRPr>
            </a:lvl4pPr>
            <a:lvl5pPr marL="2057400" indent="-228600" algn="l" rtl="0" eaLnBrk="0" fontAlgn="base" hangingPunct="0">
              <a:spcBef>
                <a:spcPct val="20000"/>
              </a:spcBef>
              <a:spcAft>
                <a:spcPct val="0"/>
              </a:spcAft>
              <a:buChar char="»"/>
              <a:defRPr sz="2000">
                <a:solidFill>
                  <a:srgbClr val="666699"/>
                </a:solidFill>
                <a:latin typeface="+mn-lt"/>
                <a:ea typeface="+mn-ea"/>
              </a:defRPr>
            </a:lvl5pPr>
          </a:lstStyle>
          <a:p>
            <a:pPr marL="0" lvl="0" indent="0" eaLnBrk="1" hangingPunct="1">
              <a:spcBef>
                <a:spcPct val="0"/>
              </a:spcBef>
              <a:buNone/>
            </a:pPr>
            <a:r>
              <a:rPr lang="zh-CN" altLang="en-US" sz="1800" dirty="0">
                <a:solidFill>
                  <a:schemeClr val="tx1"/>
                </a:solidFill>
              </a:rPr>
              <a:t>两个输入</a:t>
            </a:r>
            <a:endParaRPr lang="zh-CN" altLang="en-US" sz="1800" dirty="0">
              <a:solidFill>
                <a:schemeClr val="tx1"/>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7" presetClass="entr" presetSubtype="1" fill="hold" nodeType="clickEffect">
                                  <p:stCondLst>
                                    <p:cond delay="0"/>
                                  </p:stCondLst>
                                  <p:childTnLst>
                                    <p:set>
                                      <p:cBhvr>
                                        <p:cTn id="6" dur="1" fill="hold">
                                          <p:stCondLst>
                                            <p:cond delay="0"/>
                                          </p:stCondLst>
                                        </p:cTn>
                                        <p:tgtEl>
                                          <p:spTgt spid="24593"/>
                                        </p:tgtEl>
                                        <p:attrNameLst>
                                          <p:attrName>style.visibility</p:attrName>
                                        </p:attrNameLst>
                                      </p:cBhvr>
                                      <p:to>
                                        <p:strVal val="visible"/>
                                      </p:to>
                                    </p:set>
                                    <p:anim calcmode="lin" valueType="num">
                                      <p:cBhvr>
                                        <p:cTn id="7" dur="500" fill="hold"/>
                                        <p:tgtEl>
                                          <p:spTgt spid="24593"/>
                                        </p:tgtEl>
                                        <p:attrNameLst>
                                          <p:attrName>ppt_x</p:attrName>
                                        </p:attrNameLst>
                                      </p:cBhvr>
                                      <p:tavLst>
                                        <p:tav tm="0">
                                          <p:val>
                                            <p:strVal val="#ppt_x"/>
                                          </p:val>
                                        </p:tav>
                                        <p:tav tm="100000">
                                          <p:val>
                                            <p:strVal val="#ppt_x"/>
                                          </p:val>
                                        </p:tav>
                                      </p:tavLst>
                                    </p:anim>
                                    <p:anim calcmode="lin" valueType="num">
                                      <p:cBhvr>
                                        <p:cTn id="8" dur="500" fill="hold"/>
                                        <p:tgtEl>
                                          <p:spTgt spid="24593"/>
                                        </p:tgtEl>
                                        <p:attrNameLst>
                                          <p:attrName>ppt_y</p:attrName>
                                        </p:attrNameLst>
                                      </p:cBhvr>
                                      <p:tavLst>
                                        <p:tav tm="0">
                                          <p:val>
                                            <p:strVal val="#ppt_y-#ppt_h/2"/>
                                          </p:val>
                                        </p:tav>
                                        <p:tav tm="100000">
                                          <p:val>
                                            <p:strVal val="#ppt_y"/>
                                          </p:val>
                                        </p:tav>
                                      </p:tavLst>
                                    </p:anim>
                                    <p:anim calcmode="lin" valueType="num">
                                      <p:cBhvr>
                                        <p:cTn id="9" dur="500" fill="hold"/>
                                        <p:tgtEl>
                                          <p:spTgt spid="24593"/>
                                        </p:tgtEl>
                                        <p:attrNameLst>
                                          <p:attrName>ppt_w</p:attrName>
                                        </p:attrNameLst>
                                      </p:cBhvr>
                                      <p:tavLst>
                                        <p:tav tm="0">
                                          <p:val>
                                            <p:strVal val="#ppt_w"/>
                                          </p:val>
                                        </p:tav>
                                        <p:tav tm="100000">
                                          <p:val>
                                            <p:strVal val="#ppt_w"/>
                                          </p:val>
                                        </p:tav>
                                      </p:tavLst>
                                    </p:anim>
                                    <p:anim calcmode="lin" valueType="num">
                                      <p:cBhvr>
                                        <p:cTn id="10" dur="500" fill="hold"/>
                                        <p:tgtEl>
                                          <p:spTgt spid="24593"/>
                                        </p:tgtEl>
                                        <p:attrNameLst>
                                          <p:attrName>ppt_h</p:attrName>
                                        </p:attrNameLst>
                                      </p:cBhvr>
                                      <p:tavLst>
                                        <p:tav tm="0">
                                          <p:val>
                                            <p:fltVal val="0.000000"/>
                                          </p:val>
                                        </p:tav>
                                        <p:tav tm="100000">
                                          <p:val>
                                            <p:strVal val="#ppt_h"/>
                                          </p:val>
                                        </p:tav>
                                      </p:tavLst>
                                    </p:anim>
                                  </p:childTnLst>
                                </p:cTn>
                              </p:par>
                            </p:childTnLst>
                          </p:cTn>
                        </p:par>
                      </p:childTnLst>
                    </p:cTn>
                  </p:par>
                  <p:par>
                    <p:cTn id="11" fill="hold">
                      <p:stCondLst>
                        <p:cond delay="indefinite"/>
                      </p:stCondLst>
                      <p:childTnLst>
                        <p:par>
                          <p:cTn id="12" fill="hold">
                            <p:stCondLst>
                              <p:cond delay="0"/>
                            </p:stCondLst>
                            <p:childTnLst>
                              <p:par>
                                <p:cTn id="13" presetID="17" presetClass="entr" presetSubtype="2" fill="hold" nodeType="clickEffect">
                                  <p:stCondLst>
                                    <p:cond delay="0"/>
                                  </p:stCondLst>
                                  <p:childTnLst>
                                    <p:set>
                                      <p:cBhvr>
                                        <p:cTn id="14" dur="1" fill="hold">
                                          <p:stCondLst>
                                            <p:cond delay="0"/>
                                          </p:stCondLst>
                                        </p:cTn>
                                        <p:tgtEl>
                                          <p:spTgt spid="2"/>
                                        </p:tgtEl>
                                        <p:attrNameLst>
                                          <p:attrName>style.visibility</p:attrName>
                                        </p:attrNameLst>
                                      </p:cBhvr>
                                      <p:to>
                                        <p:strVal val="visible"/>
                                      </p:to>
                                    </p:set>
                                    <p:anim calcmode="lin" valueType="num">
                                      <p:cBhvr>
                                        <p:cTn id="15" dur="500" fill="hold"/>
                                        <p:tgtEl>
                                          <p:spTgt spid="2"/>
                                        </p:tgtEl>
                                        <p:attrNameLst>
                                          <p:attrName>ppt_x</p:attrName>
                                        </p:attrNameLst>
                                      </p:cBhvr>
                                      <p:tavLst>
                                        <p:tav tm="0">
                                          <p:val>
                                            <p:strVal val="#ppt_x+#ppt_w/2"/>
                                          </p:val>
                                        </p:tav>
                                        <p:tav tm="100000">
                                          <p:val>
                                            <p:strVal val="#ppt_x"/>
                                          </p:val>
                                        </p:tav>
                                      </p:tavLst>
                                    </p:anim>
                                    <p:anim calcmode="lin" valueType="num">
                                      <p:cBhvr>
                                        <p:cTn id="16" dur="500" fill="hold"/>
                                        <p:tgtEl>
                                          <p:spTgt spid="2"/>
                                        </p:tgtEl>
                                        <p:attrNameLst>
                                          <p:attrName>ppt_y</p:attrName>
                                        </p:attrNameLst>
                                      </p:cBhvr>
                                      <p:tavLst>
                                        <p:tav tm="0">
                                          <p:val>
                                            <p:strVal val="#ppt_y"/>
                                          </p:val>
                                        </p:tav>
                                        <p:tav tm="100000">
                                          <p:val>
                                            <p:strVal val="#ppt_y"/>
                                          </p:val>
                                        </p:tav>
                                      </p:tavLst>
                                    </p:anim>
                                    <p:anim calcmode="lin" valueType="num">
                                      <p:cBhvr>
                                        <p:cTn id="17" dur="500" fill="hold"/>
                                        <p:tgtEl>
                                          <p:spTgt spid="2"/>
                                        </p:tgtEl>
                                        <p:attrNameLst>
                                          <p:attrName>ppt_w</p:attrName>
                                        </p:attrNameLst>
                                      </p:cBhvr>
                                      <p:tavLst>
                                        <p:tav tm="0">
                                          <p:val>
                                            <p:fltVal val="0.000000"/>
                                          </p:val>
                                        </p:tav>
                                        <p:tav tm="100000">
                                          <p:val>
                                            <p:strVal val="#ppt_w"/>
                                          </p:val>
                                        </p:tav>
                                      </p:tavLst>
                                    </p:anim>
                                    <p:anim calcmode="lin" valueType="num">
                                      <p:cBhvr>
                                        <p:cTn id="18" dur="500" fill="hold"/>
                                        <p:tgtEl>
                                          <p:spTgt spid="2"/>
                                        </p:tgtEl>
                                        <p:attrNameLst>
                                          <p:attrName>ppt_h</p:attrName>
                                        </p:attrNameLst>
                                      </p:cBhvr>
                                      <p:tavLst>
                                        <p:tav tm="0">
                                          <p:val>
                                            <p:strVal val="#ppt_h"/>
                                          </p:val>
                                        </p:tav>
                                        <p:tav tm="100000">
                                          <p:val>
                                            <p:strVal val="#ppt_h"/>
                                          </p:val>
                                        </p:tav>
                                      </p:tavLst>
                                    </p:anim>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499"/>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5602" name="Text Box 2"/>
          <p:cNvSpPr txBox="1"/>
          <p:nvPr/>
        </p:nvSpPr>
        <p:spPr>
          <a:xfrm>
            <a:off x="1295400" y="1371600"/>
            <a:ext cx="4343400" cy="366713"/>
          </a:xfrm>
          <a:prstGeom prst="rect">
            <a:avLst/>
          </a:prstGeom>
          <a:noFill/>
          <a:ln w="9525">
            <a:noFill/>
          </a:ln>
        </p:spPr>
        <p:txBody>
          <a:bodyPr>
            <a:spAutoFit/>
          </a:bodyPr>
          <a:lstStyle>
            <a:lvl1pPr marL="342900" indent="-342900" algn="l" rtl="0" eaLnBrk="0" fontAlgn="base" hangingPunct="0">
              <a:spcBef>
                <a:spcPct val="20000"/>
              </a:spcBef>
              <a:spcAft>
                <a:spcPct val="0"/>
              </a:spcAft>
              <a:buChar char="•"/>
              <a:defRPr sz="3200">
                <a:solidFill>
                  <a:srgbClr val="666699"/>
                </a:solidFill>
                <a:latin typeface="+mn-lt"/>
                <a:ea typeface="+mn-ea"/>
                <a:cs typeface="+mn-cs"/>
              </a:defRPr>
            </a:lvl1pPr>
            <a:lvl2pPr marL="742950" indent="-285750" algn="l" rtl="0" eaLnBrk="0" fontAlgn="base" hangingPunct="0">
              <a:spcBef>
                <a:spcPct val="20000"/>
              </a:spcBef>
              <a:spcAft>
                <a:spcPct val="0"/>
              </a:spcAft>
              <a:buChar char="–"/>
              <a:defRPr sz="2800">
                <a:solidFill>
                  <a:srgbClr val="666699"/>
                </a:solidFill>
                <a:latin typeface="+mn-lt"/>
                <a:ea typeface="+mn-ea"/>
              </a:defRPr>
            </a:lvl2pPr>
            <a:lvl3pPr marL="1143000" indent="-228600" algn="l" rtl="0" eaLnBrk="0" fontAlgn="base" hangingPunct="0">
              <a:spcBef>
                <a:spcPct val="20000"/>
              </a:spcBef>
              <a:spcAft>
                <a:spcPct val="0"/>
              </a:spcAft>
              <a:buChar char="•"/>
              <a:defRPr sz="2400">
                <a:solidFill>
                  <a:srgbClr val="666699"/>
                </a:solidFill>
                <a:latin typeface="+mn-lt"/>
                <a:ea typeface="+mn-ea"/>
              </a:defRPr>
            </a:lvl3pPr>
            <a:lvl4pPr marL="1600200" indent="-228600" algn="l" rtl="0" eaLnBrk="0" fontAlgn="base" hangingPunct="0">
              <a:spcBef>
                <a:spcPct val="20000"/>
              </a:spcBef>
              <a:spcAft>
                <a:spcPct val="0"/>
              </a:spcAft>
              <a:buChar char="–"/>
              <a:defRPr sz="2000">
                <a:solidFill>
                  <a:srgbClr val="666699"/>
                </a:solidFill>
                <a:latin typeface="+mn-lt"/>
                <a:ea typeface="+mn-ea"/>
              </a:defRPr>
            </a:lvl4pPr>
            <a:lvl5pPr marL="2057400" indent="-228600" algn="l" rtl="0" eaLnBrk="0" fontAlgn="base" hangingPunct="0">
              <a:spcBef>
                <a:spcPct val="20000"/>
              </a:spcBef>
              <a:spcAft>
                <a:spcPct val="0"/>
              </a:spcAft>
              <a:buChar char="»"/>
              <a:defRPr sz="2000">
                <a:solidFill>
                  <a:srgbClr val="666699"/>
                </a:solidFill>
                <a:latin typeface="+mn-lt"/>
                <a:ea typeface="+mn-ea"/>
              </a:defRPr>
            </a:lvl5pPr>
          </a:lstStyle>
          <a:p>
            <a:pPr marL="0" lvl="0" indent="0" eaLnBrk="1" hangingPunct="1">
              <a:spcBef>
                <a:spcPct val="50000"/>
              </a:spcBef>
              <a:buNone/>
            </a:pPr>
            <a:endParaRPr lang="zh-CN" altLang="en-US" sz="1800" dirty="0">
              <a:solidFill>
                <a:schemeClr val="tx1"/>
              </a:solidFill>
              <a:latin typeface="Tahoma" panose="020B0604030504040204" pitchFamily="34" charset="0"/>
            </a:endParaRPr>
          </a:p>
        </p:txBody>
      </p:sp>
      <p:sp>
        <p:nvSpPr>
          <p:cNvPr id="25603" name="Text Box 3"/>
          <p:cNvSpPr txBox="1"/>
          <p:nvPr/>
        </p:nvSpPr>
        <p:spPr>
          <a:xfrm>
            <a:off x="457200" y="2286000"/>
            <a:ext cx="3962400" cy="2530475"/>
          </a:xfrm>
          <a:prstGeom prst="rect">
            <a:avLst/>
          </a:prstGeom>
          <a:noFill/>
          <a:ln w="9525">
            <a:noFill/>
          </a:ln>
        </p:spPr>
        <p:txBody>
          <a:bodyPr>
            <a:spAutoFit/>
          </a:bodyPr>
          <a:lstStyle>
            <a:lvl1pPr marL="342900" indent="-342900" algn="l" rtl="0" eaLnBrk="0" fontAlgn="base" hangingPunct="0">
              <a:spcBef>
                <a:spcPct val="20000"/>
              </a:spcBef>
              <a:spcAft>
                <a:spcPct val="0"/>
              </a:spcAft>
              <a:buChar char="•"/>
              <a:defRPr sz="3200">
                <a:solidFill>
                  <a:srgbClr val="666699"/>
                </a:solidFill>
                <a:latin typeface="+mn-lt"/>
                <a:ea typeface="+mn-ea"/>
                <a:cs typeface="+mn-cs"/>
              </a:defRPr>
            </a:lvl1pPr>
            <a:lvl2pPr marL="742950" indent="-285750" algn="l" rtl="0" eaLnBrk="0" fontAlgn="base" hangingPunct="0">
              <a:spcBef>
                <a:spcPct val="20000"/>
              </a:spcBef>
              <a:spcAft>
                <a:spcPct val="0"/>
              </a:spcAft>
              <a:buChar char="–"/>
              <a:defRPr sz="2800">
                <a:solidFill>
                  <a:srgbClr val="666699"/>
                </a:solidFill>
                <a:latin typeface="+mn-lt"/>
                <a:ea typeface="+mn-ea"/>
              </a:defRPr>
            </a:lvl2pPr>
            <a:lvl3pPr marL="1143000" indent="-228600" algn="l" rtl="0" eaLnBrk="0" fontAlgn="base" hangingPunct="0">
              <a:spcBef>
                <a:spcPct val="20000"/>
              </a:spcBef>
              <a:spcAft>
                <a:spcPct val="0"/>
              </a:spcAft>
              <a:buChar char="•"/>
              <a:defRPr sz="2400">
                <a:solidFill>
                  <a:srgbClr val="666699"/>
                </a:solidFill>
                <a:latin typeface="+mn-lt"/>
                <a:ea typeface="+mn-ea"/>
              </a:defRPr>
            </a:lvl3pPr>
            <a:lvl4pPr marL="1600200" indent="-228600" algn="l" rtl="0" eaLnBrk="0" fontAlgn="base" hangingPunct="0">
              <a:spcBef>
                <a:spcPct val="20000"/>
              </a:spcBef>
              <a:spcAft>
                <a:spcPct val="0"/>
              </a:spcAft>
              <a:buChar char="–"/>
              <a:defRPr sz="2000">
                <a:solidFill>
                  <a:srgbClr val="666699"/>
                </a:solidFill>
                <a:latin typeface="+mn-lt"/>
                <a:ea typeface="+mn-ea"/>
              </a:defRPr>
            </a:lvl4pPr>
            <a:lvl5pPr marL="2057400" indent="-228600" algn="l" rtl="0" eaLnBrk="0" fontAlgn="base" hangingPunct="0">
              <a:spcBef>
                <a:spcPct val="20000"/>
              </a:spcBef>
              <a:spcAft>
                <a:spcPct val="0"/>
              </a:spcAft>
              <a:buChar char="»"/>
              <a:defRPr sz="2000">
                <a:solidFill>
                  <a:srgbClr val="666699"/>
                </a:solidFill>
                <a:latin typeface="+mn-lt"/>
                <a:ea typeface="+mn-ea"/>
              </a:defRPr>
            </a:lvl5pPr>
          </a:lstStyle>
          <a:p>
            <a:pPr marL="0" lvl="0" indent="0" algn="ctr" eaLnBrk="1" hangingPunct="1">
              <a:spcBef>
                <a:spcPct val="50000"/>
              </a:spcBef>
              <a:buNone/>
            </a:pPr>
            <a:r>
              <a:rPr lang="zh-CN" altLang="en-US" sz="2400" b="1" dirty="0">
                <a:solidFill>
                  <a:srgbClr val="0000FF"/>
                </a:solidFill>
                <a:latin typeface="Tahoma" panose="020B0604030504040204" pitchFamily="34" charset="0"/>
              </a:rPr>
              <a:t>S</a:t>
            </a:r>
            <a:r>
              <a:rPr lang="zh-CN" altLang="en-US" sz="2400" b="1" baseline="-30000" dirty="0">
                <a:solidFill>
                  <a:srgbClr val="0000FF"/>
                </a:solidFill>
                <a:latin typeface="Tahoma" panose="020B0604030504040204" pitchFamily="34" charset="0"/>
              </a:rPr>
              <a:t>i</a:t>
            </a:r>
            <a:r>
              <a:rPr lang="zh-CN" altLang="en-US" sz="2400" b="1" dirty="0">
                <a:solidFill>
                  <a:srgbClr val="0000FF"/>
                </a:solidFill>
                <a:latin typeface="Tahoma" panose="020B0604030504040204" pitchFamily="34" charset="0"/>
              </a:rPr>
              <a:t>＝A</a:t>
            </a:r>
            <a:r>
              <a:rPr lang="zh-CN" altLang="en-US" sz="2400" b="1" baseline="-30000" dirty="0">
                <a:solidFill>
                  <a:srgbClr val="0000FF"/>
                </a:solidFill>
                <a:latin typeface="Tahoma" panose="020B0604030504040204" pitchFamily="34" charset="0"/>
              </a:rPr>
              <a:t>i</a:t>
            </a:r>
            <a:r>
              <a:rPr lang="zh-CN" altLang="en-US" sz="2400" b="1" dirty="0">
                <a:solidFill>
                  <a:srgbClr val="0000FF"/>
                </a:solidFill>
                <a:latin typeface="Tahoma" panose="020B0604030504040204" pitchFamily="34" charset="0"/>
              </a:rPr>
              <a:t>⊕B</a:t>
            </a:r>
            <a:r>
              <a:rPr lang="zh-CN" altLang="en-US" sz="2400" b="1" baseline="-30000" dirty="0">
                <a:solidFill>
                  <a:srgbClr val="0000FF"/>
                </a:solidFill>
                <a:latin typeface="Tahoma" panose="020B0604030504040204" pitchFamily="34" charset="0"/>
              </a:rPr>
              <a:t>i</a:t>
            </a:r>
            <a:r>
              <a:rPr lang="zh-CN" altLang="en-US" sz="2400" b="1" dirty="0">
                <a:solidFill>
                  <a:srgbClr val="0000FF"/>
                </a:solidFill>
                <a:latin typeface="Tahoma" panose="020B0604030504040204" pitchFamily="34" charset="0"/>
              </a:rPr>
              <a:t>⊕C</a:t>
            </a:r>
            <a:r>
              <a:rPr lang="zh-CN" altLang="en-US" sz="2400" b="1" baseline="-30000" dirty="0">
                <a:solidFill>
                  <a:srgbClr val="0000FF"/>
                </a:solidFill>
                <a:latin typeface="Tahoma" panose="020B0604030504040204" pitchFamily="34" charset="0"/>
              </a:rPr>
              <a:t>i</a:t>
            </a:r>
            <a:endParaRPr lang="zh-CN" altLang="en-US" sz="2400" b="1" dirty="0">
              <a:solidFill>
                <a:schemeClr val="tx1"/>
              </a:solidFill>
              <a:latin typeface="Tahoma" panose="020B0604030504040204" pitchFamily="34" charset="0"/>
            </a:endParaRPr>
          </a:p>
          <a:p>
            <a:pPr marL="0" lvl="0" indent="0" eaLnBrk="1" hangingPunct="1">
              <a:spcBef>
                <a:spcPct val="50000"/>
              </a:spcBef>
              <a:buNone/>
            </a:pPr>
            <a:r>
              <a:rPr lang="zh-CN" altLang="en-US" sz="2400" b="1" dirty="0">
                <a:solidFill>
                  <a:srgbClr val="6600FF"/>
                </a:solidFill>
                <a:latin typeface="Tahoma" panose="020B0604030504040204" pitchFamily="34" charset="0"/>
              </a:rPr>
              <a:t>C</a:t>
            </a:r>
            <a:r>
              <a:rPr lang="zh-CN" altLang="en-US" sz="2400" b="1" baseline="-30000" dirty="0">
                <a:solidFill>
                  <a:srgbClr val="6600FF"/>
                </a:solidFill>
                <a:latin typeface="Tahoma" panose="020B0604030504040204" pitchFamily="34" charset="0"/>
              </a:rPr>
              <a:t>i＋1</a:t>
            </a:r>
            <a:r>
              <a:rPr lang="zh-CN" altLang="en-US" sz="2400" b="1" dirty="0">
                <a:solidFill>
                  <a:srgbClr val="6600FF"/>
                </a:solidFill>
                <a:latin typeface="宋体" panose="02010600030101010101" pitchFamily="2" charset="-122"/>
              </a:rPr>
              <a:t>＝</a:t>
            </a:r>
            <a:r>
              <a:rPr lang="zh-CN" altLang="en-US" sz="2400" b="1" dirty="0">
                <a:solidFill>
                  <a:srgbClr val="6600FF"/>
                </a:solidFill>
                <a:latin typeface="Tahoma" panose="020B0604030504040204" pitchFamily="34" charset="0"/>
              </a:rPr>
              <a:t>A</a:t>
            </a:r>
            <a:r>
              <a:rPr lang="zh-CN" altLang="en-US" sz="2400" b="1" baseline="-30000" dirty="0">
                <a:solidFill>
                  <a:srgbClr val="6600FF"/>
                </a:solidFill>
                <a:latin typeface="Tahoma" panose="020B0604030504040204" pitchFamily="34" charset="0"/>
              </a:rPr>
              <a:t>i</a:t>
            </a:r>
            <a:r>
              <a:rPr lang="zh-CN" altLang="en-US" sz="2400" b="1" dirty="0">
                <a:solidFill>
                  <a:srgbClr val="6600FF"/>
                </a:solidFill>
                <a:latin typeface="Tahoma" panose="020B0604030504040204" pitchFamily="34" charset="0"/>
              </a:rPr>
              <a:t>B</a:t>
            </a:r>
            <a:r>
              <a:rPr lang="zh-CN" altLang="en-US" sz="2400" b="1" baseline="-30000" dirty="0">
                <a:solidFill>
                  <a:srgbClr val="6600FF"/>
                </a:solidFill>
                <a:latin typeface="Tahoma" panose="020B0604030504040204" pitchFamily="34" charset="0"/>
              </a:rPr>
              <a:t>i</a:t>
            </a:r>
            <a:r>
              <a:rPr lang="zh-CN" altLang="en-US" sz="2400" b="1" dirty="0">
                <a:solidFill>
                  <a:srgbClr val="6600FF"/>
                </a:solidFill>
                <a:latin typeface="Tahoma" panose="020B0604030504040204" pitchFamily="34" charset="0"/>
              </a:rPr>
              <a:t>＋B</a:t>
            </a:r>
            <a:r>
              <a:rPr lang="zh-CN" altLang="en-US" sz="2400" b="1" baseline="-30000" dirty="0">
                <a:solidFill>
                  <a:srgbClr val="6600FF"/>
                </a:solidFill>
                <a:latin typeface="Tahoma" panose="020B0604030504040204" pitchFamily="34" charset="0"/>
              </a:rPr>
              <a:t>i</a:t>
            </a:r>
            <a:r>
              <a:rPr lang="zh-CN" altLang="en-US" sz="2400" b="1" dirty="0">
                <a:solidFill>
                  <a:srgbClr val="6600FF"/>
                </a:solidFill>
                <a:latin typeface="Tahoma" panose="020B0604030504040204" pitchFamily="34" charset="0"/>
              </a:rPr>
              <a:t>C</a:t>
            </a:r>
            <a:r>
              <a:rPr lang="zh-CN" altLang="en-US" sz="2400" b="1" baseline="-30000" dirty="0">
                <a:solidFill>
                  <a:srgbClr val="6600FF"/>
                </a:solidFill>
                <a:latin typeface="Tahoma" panose="020B0604030504040204" pitchFamily="34" charset="0"/>
              </a:rPr>
              <a:t>i</a:t>
            </a:r>
            <a:r>
              <a:rPr lang="zh-CN" altLang="en-US" sz="2400" b="1" dirty="0">
                <a:solidFill>
                  <a:srgbClr val="6600FF"/>
                </a:solidFill>
                <a:latin typeface="Tahoma" panose="020B0604030504040204" pitchFamily="34" charset="0"/>
              </a:rPr>
              <a:t>＋C</a:t>
            </a:r>
            <a:r>
              <a:rPr lang="zh-CN" altLang="en-US" sz="2400" b="1" baseline="-30000" dirty="0">
                <a:solidFill>
                  <a:srgbClr val="6600FF"/>
                </a:solidFill>
                <a:latin typeface="Tahoma" panose="020B0604030504040204" pitchFamily="34" charset="0"/>
              </a:rPr>
              <a:t>i</a:t>
            </a:r>
            <a:r>
              <a:rPr lang="zh-CN" altLang="en-US" sz="2400" b="1" dirty="0">
                <a:solidFill>
                  <a:srgbClr val="6600FF"/>
                </a:solidFill>
                <a:latin typeface="Tahoma" panose="020B0604030504040204" pitchFamily="34" charset="0"/>
              </a:rPr>
              <a:t>A</a:t>
            </a:r>
            <a:r>
              <a:rPr lang="zh-CN" altLang="en-US" sz="2400" b="1" baseline="-30000" dirty="0">
                <a:solidFill>
                  <a:srgbClr val="6600FF"/>
                </a:solidFill>
                <a:latin typeface="Tahoma" panose="020B0604030504040204" pitchFamily="34" charset="0"/>
              </a:rPr>
              <a:t>i</a:t>
            </a:r>
            <a:endParaRPr lang="zh-CN" altLang="en-US" sz="2400" b="1" baseline="-30000" dirty="0">
              <a:solidFill>
                <a:srgbClr val="6600FF"/>
              </a:solidFill>
              <a:latin typeface="Tahoma" panose="020B0604030504040204" pitchFamily="34" charset="0"/>
            </a:endParaRPr>
          </a:p>
          <a:p>
            <a:pPr marL="0" lvl="0" indent="0" eaLnBrk="1" hangingPunct="1">
              <a:spcBef>
                <a:spcPct val="50000"/>
              </a:spcBef>
              <a:buNone/>
            </a:pPr>
            <a:r>
              <a:rPr lang="zh-CN" altLang="en-US" sz="2400" b="1" dirty="0">
                <a:solidFill>
                  <a:schemeClr val="tx1"/>
                </a:solidFill>
                <a:latin typeface="Tahoma" panose="020B0604030504040204" pitchFamily="34" charset="0"/>
              </a:rPr>
              <a:t>按此表达式组成的一位全加器示图：</a:t>
            </a:r>
            <a:endParaRPr lang="zh-CN" altLang="en-US" sz="2400" b="1" dirty="0">
              <a:solidFill>
                <a:schemeClr val="tx1"/>
              </a:solidFill>
              <a:latin typeface="Tahoma" panose="020B0604030504040204" pitchFamily="34" charset="0"/>
            </a:endParaRPr>
          </a:p>
          <a:p>
            <a:pPr marL="0" lvl="0" indent="0" eaLnBrk="1" hangingPunct="1">
              <a:spcBef>
                <a:spcPct val="50000"/>
              </a:spcBef>
              <a:buNone/>
            </a:pPr>
            <a:r>
              <a:rPr lang="zh-CN" altLang="en-US" sz="2400" b="1" dirty="0">
                <a:solidFill>
                  <a:schemeClr val="tx1"/>
                </a:solidFill>
                <a:latin typeface="Tahoma" panose="020B0604030504040204" pitchFamily="34" charset="0"/>
              </a:rPr>
              <a:t>C</a:t>
            </a:r>
            <a:r>
              <a:rPr lang="zh-CN" altLang="en-US" sz="2400" b="1" baseline="-25000" dirty="0">
                <a:solidFill>
                  <a:schemeClr val="tx1"/>
                </a:solidFill>
                <a:latin typeface="Tahoma" panose="020B0604030504040204" pitchFamily="34" charset="0"/>
              </a:rPr>
              <a:t>i+1</a:t>
            </a:r>
            <a:r>
              <a:rPr lang="zh-CN" altLang="en-US" sz="2400" b="1" dirty="0">
                <a:solidFill>
                  <a:schemeClr val="tx1"/>
                </a:solidFill>
                <a:latin typeface="Tahoma" panose="020B0604030504040204" pitchFamily="34" charset="0"/>
              </a:rPr>
              <a:t>=(Ai ⊕ Bi)Ci AiBi</a:t>
            </a:r>
            <a:endParaRPr lang="zh-CN" altLang="en-US" sz="2400" b="1" dirty="0">
              <a:solidFill>
                <a:schemeClr val="tx1"/>
              </a:solidFill>
              <a:latin typeface="Tahoma" panose="020B0604030504040204" pitchFamily="34" charset="0"/>
            </a:endParaRPr>
          </a:p>
        </p:txBody>
      </p:sp>
      <p:pic>
        <p:nvPicPr>
          <p:cNvPr id="25604" name="Picture 4" descr="2"/>
          <p:cNvPicPr>
            <a:picLocks noChangeAspect="1"/>
          </p:cNvPicPr>
          <p:nvPr/>
        </p:nvPicPr>
        <p:blipFill>
          <a:blip r:embed="rId1"/>
          <a:stretch>
            <a:fillRect/>
          </a:stretch>
        </p:blipFill>
        <p:spPr>
          <a:xfrm>
            <a:off x="4500563" y="1557338"/>
            <a:ext cx="4259262" cy="4608512"/>
          </a:xfrm>
          <a:prstGeom prst="rect">
            <a:avLst/>
          </a:prstGeom>
          <a:noFill/>
          <a:ln w="9525">
            <a:noFill/>
          </a:ln>
        </p:spPr>
      </p:pic>
      <p:sp>
        <p:nvSpPr>
          <p:cNvPr id="25605" name="Line 5"/>
          <p:cNvSpPr/>
          <p:nvPr/>
        </p:nvSpPr>
        <p:spPr>
          <a:xfrm>
            <a:off x="1524000" y="4343400"/>
            <a:ext cx="1371600" cy="0"/>
          </a:xfrm>
          <a:prstGeom prst="line">
            <a:avLst/>
          </a:prstGeom>
          <a:ln w="38100" cap="flat" cmpd="sng">
            <a:solidFill>
              <a:schemeClr val="tx1"/>
            </a:solidFill>
            <a:prstDash val="solid"/>
            <a:headEnd type="none" w="med" len="med"/>
            <a:tailEnd type="none" w="med" len="med"/>
          </a:ln>
        </p:spPr>
      </p:sp>
      <p:sp>
        <p:nvSpPr>
          <p:cNvPr id="25606" name="Line 6"/>
          <p:cNvSpPr/>
          <p:nvPr/>
        </p:nvSpPr>
        <p:spPr>
          <a:xfrm>
            <a:off x="3124200" y="4343400"/>
            <a:ext cx="457200" cy="0"/>
          </a:xfrm>
          <a:prstGeom prst="line">
            <a:avLst/>
          </a:prstGeom>
          <a:ln w="38100" cap="flat" cmpd="sng">
            <a:solidFill>
              <a:schemeClr val="tx1"/>
            </a:solidFill>
            <a:prstDash val="solid"/>
            <a:headEnd type="none" w="med" len="med"/>
            <a:tailEnd type="none" w="med" len="med"/>
          </a:ln>
        </p:spPr>
      </p:sp>
      <p:sp>
        <p:nvSpPr>
          <p:cNvPr id="25607" name="Line 7"/>
          <p:cNvSpPr/>
          <p:nvPr/>
        </p:nvSpPr>
        <p:spPr>
          <a:xfrm>
            <a:off x="1447800" y="4191000"/>
            <a:ext cx="2209800" cy="0"/>
          </a:xfrm>
          <a:prstGeom prst="line">
            <a:avLst/>
          </a:prstGeom>
          <a:ln w="38100" cap="flat" cmpd="sng">
            <a:solidFill>
              <a:schemeClr val="tx1"/>
            </a:solidFill>
            <a:prstDash val="solid"/>
            <a:headEnd type="none" w="med" len="med"/>
            <a:tailEnd type="none" w="med" len="med"/>
          </a:ln>
        </p:spPr>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26626" name="Picture 2" descr="JFQ"/>
          <p:cNvPicPr>
            <a:picLocks noChangeAspect="1"/>
          </p:cNvPicPr>
          <p:nvPr/>
        </p:nvPicPr>
        <p:blipFill>
          <a:blip r:embed="rId1"/>
          <a:stretch>
            <a:fillRect/>
          </a:stretch>
        </p:blipFill>
        <p:spPr>
          <a:xfrm>
            <a:off x="539750" y="458788"/>
            <a:ext cx="7921625" cy="3849687"/>
          </a:xfrm>
          <a:prstGeom prst="rect">
            <a:avLst/>
          </a:prstGeom>
          <a:noFill/>
          <a:ln w="9525">
            <a:noFill/>
          </a:ln>
        </p:spPr>
      </p:pic>
      <p:sp>
        <p:nvSpPr>
          <p:cNvPr id="26627" name="Rectangle 3"/>
          <p:cNvSpPr/>
          <p:nvPr/>
        </p:nvSpPr>
        <p:spPr>
          <a:xfrm>
            <a:off x="609600" y="4419600"/>
            <a:ext cx="8077200" cy="1920875"/>
          </a:xfrm>
          <a:prstGeom prst="rect">
            <a:avLst/>
          </a:prstGeom>
          <a:noFill/>
          <a:ln w="9525">
            <a:noFill/>
          </a:ln>
        </p:spPr>
        <p:txBody>
          <a:bodyPr>
            <a:spAutoFit/>
          </a:bodyPr>
          <a:lstStyle>
            <a:lvl1pPr marL="342900" indent="-342900" algn="l" rtl="0" eaLnBrk="0" fontAlgn="base" hangingPunct="0">
              <a:spcBef>
                <a:spcPct val="20000"/>
              </a:spcBef>
              <a:spcAft>
                <a:spcPct val="0"/>
              </a:spcAft>
              <a:buChar char="•"/>
              <a:defRPr sz="3200">
                <a:solidFill>
                  <a:srgbClr val="666699"/>
                </a:solidFill>
                <a:latin typeface="+mn-lt"/>
                <a:ea typeface="+mn-ea"/>
                <a:cs typeface="+mn-cs"/>
              </a:defRPr>
            </a:lvl1pPr>
            <a:lvl2pPr marL="742950" indent="-285750" algn="l" rtl="0" eaLnBrk="0" fontAlgn="base" hangingPunct="0">
              <a:spcBef>
                <a:spcPct val="20000"/>
              </a:spcBef>
              <a:spcAft>
                <a:spcPct val="0"/>
              </a:spcAft>
              <a:buChar char="–"/>
              <a:defRPr sz="2800">
                <a:solidFill>
                  <a:srgbClr val="666699"/>
                </a:solidFill>
                <a:latin typeface="+mn-lt"/>
                <a:ea typeface="+mn-ea"/>
              </a:defRPr>
            </a:lvl2pPr>
            <a:lvl3pPr marL="1143000" indent="-228600" algn="l" rtl="0" eaLnBrk="0" fontAlgn="base" hangingPunct="0">
              <a:spcBef>
                <a:spcPct val="20000"/>
              </a:spcBef>
              <a:spcAft>
                <a:spcPct val="0"/>
              </a:spcAft>
              <a:buChar char="•"/>
              <a:defRPr sz="2400">
                <a:solidFill>
                  <a:srgbClr val="666699"/>
                </a:solidFill>
                <a:latin typeface="+mn-lt"/>
                <a:ea typeface="+mn-ea"/>
              </a:defRPr>
            </a:lvl3pPr>
            <a:lvl4pPr marL="1600200" indent="-228600" algn="l" rtl="0" eaLnBrk="0" fontAlgn="base" hangingPunct="0">
              <a:spcBef>
                <a:spcPct val="20000"/>
              </a:spcBef>
              <a:spcAft>
                <a:spcPct val="0"/>
              </a:spcAft>
              <a:buChar char="–"/>
              <a:defRPr sz="2000">
                <a:solidFill>
                  <a:srgbClr val="666699"/>
                </a:solidFill>
                <a:latin typeface="+mn-lt"/>
                <a:ea typeface="+mn-ea"/>
              </a:defRPr>
            </a:lvl4pPr>
            <a:lvl5pPr marL="2057400" indent="-228600" algn="l" rtl="0" eaLnBrk="0" fontAlgn="base" hangingPunct="0">
              <a:spcBef>
                <a:spcPct val="20000"/>
              </a:spcBef>
              <a:spcAft>
                <a:spcPct val="0"/>
              </a:spcAft>
              <a:buChar char="»"/>
              <a:defRPr sz="2000">
                <a:solidFill>
                  <a:srgbClr val="666699"/>
                </a:solidFill>
                <a:latin typeface="+mn-lt"/>
                <a:ea typeface="+mn-ea"/>
              </a:defRPr>
            </a:lvl5pPr>
          </a:lstStyle>
          <a:p>
            <a:pPr marL="0" lvl="0" indent="0" eaLnBrk="1" hangingPunct="1">
              <a:spcBef>
                <a:spcPct val="0"/>
              </a:spcBef>
              <a:buNone/>
            </a:pPr>
            <a:r>
              <a:rPr lang="zh-CN" altLang="en-US" sz="2400" i="1" dirty="0">
                <a:solidFill>
                  <a:srgbClr val="800000"/>
                </a:solidFill>
              </a:rPr>
              <a:t>n</a:t>
            </a:r>
            <a:r>
              <a:rPr lang="zh-CN" altLang="en-US" sz="2400" dirty="0">
                <a:solidFill>
                  <a:srgbClr val="800000"/>
                </a:solidFill>
              </a:rPr>
              <a:t>个1位的全加器(FA)可级联成一个</a:t>
            </a:r>
            <a:r>
              <a:rPr lang="zh-CN" altLang="en-US" sz="2400" i="1" dirty="0">
                <a:solidFill>
                  <a:srgbClr val="800000"/>
                </a:solidFill>
              </a:rPr>
              <a:t>n</a:t>
            </a:r>
            <a:r>
              <a:rPr lang="zh-CN" altLang="en-US" sz="2400" dirty="0">
                <a:solidFill>
                  <a:srgbClr val="800000"/>
                </a:solidFill>
              </a:rPr>
              <a:t>位的行波进位加减器。M为方式控制输入线，</a:t>
            </a:r>
            <a:endParaRPr lang="zh-CN" altLang="en-US" sz="2400" dirty="0">
              <a:solidFill>
                <a:srgbClr val="800000"/>
              </a:solidFill>
            </a:endParaRPr>
          </a:p>
          <a:p>
            <a:pPr marL="0" lvl="0" indent="0">
              <a:spcBef>
                <a:spcPct val="0"/>
              </a:spcBef>
              <a:buNone/>
            </a:pPr>
            <a:r>
              <a:rPr lang="zh-CN" altLang="en-US" sz="2400" dirty="0">
                <a:solidFill>
                  <a:srgbClr val="800000"/>
                </a:solidFill>
              </a:rPr>
              <a:t>当M＝0时，作加法(A＋B)运算；当M＝1时，作减法(A－B)运算。在后一种情况下，A－B运算转化成[A]</a:t>
            </a:r>
            <a:r>
              <a:rPr lang="zh-CN" altLang="en-US" sz="2400" baseline="-30000" dirty="0">
                <a:solidFill>
                  <a:srgbClr val="800000"/>
                </a:solidFill>
              </a:rPr>
              <a:t>补</a:t>
            </a:r>
            <a:r>
              <a:rPr lang="zh-CN" altLang="en-US" sz="2400" dirty="0">
                <a:solidFill>
                  <a:srgbClr val="800000"/>
                </a:solidFill>
              </a:rPr>
              <a:t>＋[－B]</a:t>
            </a:r>
            <a:r>
              <a:rPr lang="zh-CN" altLang="en-US" sz="2400" baseline="-30000" dirty="0">
                <a:solidFill>
                  <a:srgbClr val="800000"/>
                </a:solidFill>
              </a:rPr>
              <a:t>补</a:t>
            </a:r>
            <a:r>
              <a:rPr lang="zh-CN" altLang="en-US" sz="2400" dirty="0">
                <a:solidFill>
                  <a:srgbClr val="800000"/>
                </a:solidFill>
              </a:rPr>
              <a:t>运算，求补过程由B＋1来实现。</a:t>
            </a:r>
            <a:endParaRPr lang="zh-CN" altLang="en-US" sz="2400" dirty="0">
              <a:solidFill>
                <a:srgbClr val="800000"/>
              </a:solidFill>
            </a:endParaRPr>
          </a:p>
        </p:txBody>
      </p:sp>
    </p:spTree>
  </p:cSld>
  <p:clrMapOvr>
    <a:masterClrMapping/>
  </p:clrMapOvr>
  <p:transition spd="slow">
    <p:random/>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7650" name="Rectangle 2"/>
          <p:cNvSpPr>
            <a:spLocks noGrp="1"/>
          </p:cNvSpPr>
          <p:nvPr>
            <p:ph type="body"/>
          </p:nvPr>
        </p:nvSpPr>
        <p:spPr>
          <a:xfrm>
            <a:off x="180975" y="1360488"/>
            <a:ext cx="8277225" cy="4876800"/>
          </a:xfrm>
          <a:ln/>
        </p:spPr>
        <p:txBody>
          <a:bodyPr vert="horz" wrap="square" lIns="91440" tIns="45720" rIns="91440" bIns="45720" anchor="t" anchorCtr="0"/>
          <a:p>
            <a:pPr eaLnBrk="1" hangingPunct="1">
              <a:buNone/>
            </a:pPr>
            <a:endParaRPr lang="zh-CN" altLang="en-US" sz="2400" b="1" dirty="0">
              <a:solidFill>
                <a:srgbClr val="800000"/>
              </a:solidFill>
            </a:endParaRPr>
          </a:p>
          <a:p>
            <a:pPr eaLnBrk="1" hangingPunct="1">
              <a:buNone/>
            </a:pPr>
            <a:r>
              <a:rPr lang="zh-CN" altLang="en-US" sz="2400" b="1" dirty="0"/>
              <a:t>单符号位法、进位判别法        双符号法判溢出</a:t>
            </a:r>
            <a:endParaRPr lang="zh-CN" altLang="en-US" sz="2400" b="1" dirty="0"/>
          </a:p>
          <a:p>
            <a:pPr eaLnBrk="1" hangingPunct="1">
              <a:buNone/>
            </a:pPr>
            <a:r>
              <a:rPr lang="zh-CN" altLang="en-US" sz="2400" b="1" dirty="0"/>
              <a:t>    正溢出</a:t>
            </a:r>
            <a:endParaRPr lang="zh-CN" altLang="en-US" sz="2400" b="1" dirty="0"/>
          </a:p>
          <a:p>
            <a:pPr eaLnBrk="1" hangingPunct="1">
              <a:buNone/>
            </a:pPr>
            <a:r>
              <a:rPr lang="zh-CN" altLang="en-US" sz="2400" b="1" dirty="0"/>
              <a:t>                     0.1001                      00.1001</a:t>
            </a:r>
            <a:endParaRPr lang="zh-CN" altLang="en-US" sz="2400" b="1" dirty="0"/>
          </a:p>
          <a:p>
            <a:pPr eaLnBrk="1" hangingPunct="1">
              <a:buNone/>
            </a:pPr>
            <a:r>
              <a:rPr lang="zh-CN" altLang="en-US" sz="2400" b="1" dirty="0"/>
              <a:t>               +    0.1100                      00.1100</a:t>
            </a:r>
            <a:endParaRPr lang="zh-CN" altLang="en-US" sz="2400" b="1" dirty="0"/>
          </a:p>
          <a:p>
            <a:pPr eaLnBrk="1" hangingPunct="1">
              <a:buNone/>
            </a:pPr>
            <a:r>
              <a:rPr lang="zh-CN" altLang="en-US" sz="2400" b="1" dirty="0"/>
              <a:t>                     1.0101                      01.0101</a:t>
            </a:r>
            <a:endParaRPr lang="zh-CN" altLang="en-US" sz="2400" b="1" dirty="0"/>
          </a:p>
          <a:p>
            <a:pPr eaLnBrk="1" hangingPunct="1">
              <a:buNone/>
            </a:pPr>
            <a:r>
              <a:rPr lang="zh-CN" altLang="en-US" sz="2400" b="1" dirty="0"/>
              <a:t>    负溢出</a:t>
            </a:r>
            <a:endParaRPr lang="zh-CN" altLang="en-US" sz="2400" b="1" dirty="0"/>
          </a:p>
          <a:p>
            <a:pPr eaLnBrk="1" hangingPunct="1">
              <a:buNone/>
            </a:pPr>
            <a:r>
              <a:rPr lang="zh-CN" altLang="en-US" sz="2400" b="1" dirty="0"/>
              <a:t>                     1.0111                       11.0111</a:t>
            </a:r>
            <a:endParaRPr lang="zh-CN" altLang="en-US" sz="2400" b="1" dirty="0"/>
          </a:p>
          <a:p>
            <a:pPr eaLnBrk="1" hangingPunct="1">
              <a:buNone/>
            </a:pPr>
            <a:r>
              <a:rPr lang="zh-CN" altLang="en-US" sz="2400" b="1" dirty="0"/>
              <a:t>              +     1.0011                 +   11.0011</a:t>
            </a:r>
            <a:endParaRPr lang="zh-CN" altLang="en-US" sz="2400" b="1" dirty="0"/>
          </a:p>
          <a:p>
            <a:pPr eaLnBrk="1" hangingPunct="1">
              <a:buNone/>
            </a:pPr>
            <a:r>
              <a:rPr lang="zh-CN" altLang="en-US" sz="2400" b="1" dirty="0"/>
              <a:t>                   10.1010                      10.1010</a:t>
            </a:r>
            <a:endParaRPr lang="zh-CN" altLang="en-US" sz="2400" b="1" dirty="0"/>
          </a:p>
          <a:p>
            <a:pPr eaLnBrk="1" hangingPunct="1">
              <a:buNone/>
            </a:pPr>
            <a:endParaRPr lang="zh-CN" altLang="en-US" sz="2400" b="1" dirty="0"/>
          </a:p>
        </p:txBody>
      </p:sp>
      <p:sp>
        <p:nvSpPr>
          <p:cNvPr id="27651" name="Line 3"/>
          <p:cNvSpPr/>
          <p:nvPr/>
        </p:nvSpPr>
        <p:spPr>
          <a:xfrm>
            <a:off x="4495800" y="3548063"/>
            <a:ext cx="2057400" cy="0"/>
          </a:xfrm>
          <a:prstGeom prst="line">
            <a:avLst/>
          </a:prstGeom>
          <a:ln w="9525" cap="flat" cmpd="sng">
            <a:solidFill>
              <a:schemeClr val="tx1"/>
            </a:solidFill>
            <a:prstDash val="solid"/>
            <a:headEnd type="none" w="med" len="med"/>
            <a:tailEnd type="none" w="med" len="med"/>
          </a:ln>
        </p:spPr>
      </p:sp>
      <p:sp>
        <p:nvSpPr>
          <p:cNvPr id="27652" name="Line 4"/>
          <p:cNvSpPr/>
          <p:nvPr/>
        </p:nvSpPr>
        <p:spPr>
          <a:xfrm>
            <a:off x="1600200" y="3548063"/>
            <a:ext cx="2057400" cy="0"/>
          </a:xfrm>
          <a:prstGeom prst="line">
            <a:avLst/>
          </a:prstGeom>
          <a:ln w="9525" cap="flat" cmpd="sng">
            <a:solidFill>
              <a:schemeClr val="tx1"/>
            </a:solidFill>
            <a:prstDash val="solid"/>
            <a:headEnd type="none" w="med" len="med"/>
            <a:tailEnd type="none" w="med" len="med"/>
          </a:ln>
        </p:spPr>
      </p:sp>
      <p:sp>
        <p:nvSpPr>
          <p:cNvPr id="27653" name="Line 5"/>
          <p:cNvSpPr/>
          <p:nvPr/>
        </p:nvSpPr>
        <p:spPr>
          <a:xfrm>
            <a:off x="1600200" y="5300663"/>
            <a:ext cx="2057400" cy="0"/>
          </a:xfrm>
          <a:prstGeom prst="line">
            <a:avLst/>
          </a:prstGeom>
          <a:ln w="9525" cap="flat" cmpd="sng">
            <a:solidFill>
              <a:schemeClr val="tx1"/>
            </a:solidFill>
            <a:prstDash val="solid"/>
            <a:headEnd type="none" w="med" len="med"/>
            <a:tailEnd type="none" w="med" len="med"/>
          </a:ln>
        </p:spPr>
      </p:sp>
      <p:sp>
        <p:nvSpPr>
          <p:cNvPr id="27654" name="Line 6"/>
          <p:cNvSpPr/>
          <p:nvPr/>
        </p:nvSpPr>
        <p:spPr>
          <a:xfrm>
            <a:off x="4572000" y="5300663"/>
            <a:ext cx="2057400" cy="0"/>
          </a:xfrm>
          <a:prstGeom prst="line">
            <a:avLst/>
          </a:prstGeom>
          <a:ln w="9525" cap="flat" cmpd="sng">
            <a:solidFill>
              <a:schemeClr val="tx1"/>
            </a:solidFill>
            <a:prstDash val="solid"/>
            <a:headEnd type="none" w="med" len="med"/>
            <a:tailEnd type="none" w="med" len="med"/>
          </a:ln>
        </p:spPr>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8674" name="Rectangle 2"/>
          <p:cNvSpPr>
            <a:spLocks noGrp="1"/>
          </p:cNvSpPr>
          <p:nvPr>
            <p:ph type="title"/>
          </p:nvPr>
        </p:nvSpPr>
        <p:spPr>
          <a:xfrm>
            <a:off x="609600" y="1066800"/>
            <a:ext cx="7772400" cy="338138"/>
          </a:xfrm>
          <a:ln/>
        </p:spPr>
        <p:txBody>
          <a:bodyPr vert="horz" wrap="square" lIns="91440" tIns="45720" rIns="91440" bIns="45720" anchor="ctr" anchorCtr="0"/>
          <a:p>
            <a:pPr eaLnBrk="1" hangingPunct="1"/>
            <a:r>
              <a:rPr lang="zh-CN" altLang="en-US" sz="2800" dirty="0"/>
              <a:t>补码加减法的逻辑实现</a:t>
            </a:r>
            <a:endParaRPr lang="zh-CN" altLang="en-US" sz="2800" dirty="0"/>
          </a:p>
        </p:txBody>
      </p:sp>
      <p:sp>
        <p:nvSpPr>
          <p:cNvPr id="28675" name="Rectangle 3"/>
          <p:cNvSpPr>
            <a:spLocks noGrp="1"/>
          </p:cNvSpPr>
          <p:nvPr>
            <p:ph type="body"/>
          </p:nvPr>
        </p:nvSpPr>
        <p:spPr>
          <a:xfrm>
            <a:off x="457200" y="1752600"/>
            <a:ext cx="7772400" cy="4648200"/>
          </a:xfrm>
          <a:ln/>
        </p:spPr>
        <p:txBody>
          <a:bodyPr vert="horz" wrap="square" lIns="91440" tIns="45720" rIns="91440" bIns="45720" anchor="t" anchorCtr="0"/>
          <a:p>
            <a:pPr eaLnBrk="1" hangingPunct="1">
              <a:buNone/>
            </a:pPr>
            <a:r>
              <a:rPr lang="zh-CN" altLang="en-US" sz="2400" b="1" dirty="0"/>
              <a:t>图示：n个1位全加器组成。</a:t>
            </a:r>
            <a:endParaRPr lang="zh-CN" altLang="en-US" sz="2400" b="1" dirty="0"/>
          </a:p>
          <a:p>
            <a:pPr eaLnBrk="1" hangingPunct="1">
              <a:buNone/>
            </a:pPr>
            <a:r>
              <a:rPr lang="zh-CN" altLang="en-US" sz="2400" b="1" dirty="0"/>
              <a:t>进位判别法判溢出。V=C</a:t>
            </a:r>
            <a:r>
              <a:rPr lang="zh-CN" altLang="en-US" sz="2400" b="1" baseline="-25000" dirty="0"/>
              <a:t>0 </a:t>
            </a:r>
            <a:r>
              <a:rPr lang="zh-CN" altLang="en-US" sz="2800" b="1" dirty="0"/>
              <a:t>⊕</a:t>
            </a:r>
            <a:r>
              <a:rPr lang="zh-CN" altLang="en-US" sz="2400" b="1" dirty="0"/>
              <a:t>C</a:t>
            </a:r>
            <a:r>
              <a:rPr lang="zh-CN" altLang="en-US" sz="2400" b="1" baseline="-25000" dirty="0"/>
              <a:t>1</a:t>
            </a:r>
            <a:endParaRPr lang="zh-CN" altLang="en-US" sz="2400" b="1" baseline="-25000" dirty="0"/>
          </a:p>
          <a:p>
            <a:pPr eaLnBrk="1" hangingPunct="1">
              <a:buNone/>
            </a:pPr>
            <a:r>
              <a:rPr lang="zh-CN" altLang="en-US" sz="2400" b="1" dirty="0"/>
              <a:t>双符号位法判溢出。V=</a:t>
            </a:r>
            <a:r>
              <a:rPr lang="zh-CN" altLang="en-US" sz="2800" b="1" dirty="0"/>
              <a:t>S</a:t>
            </a:r>
            <a:r>
              <a:rPr lang="zh-CN" altLang="en-US" sz="2400" b="1" baseline="-25000" dirty="0"/>
              <a:t>f1</a:t>
            </a:r>
            <a:r>
              <a:rPr lang="zh-CN" altLang="en-US" sz="2800" b="1" dirty="0"/>
              <a:t>⊕ S</a:t>
            </a:r>
            <a:r>
              <a:rPr lang="zh-CN" altLang="en-US" sz="2400" b="1" baseline="-25000" dirty="0"/>
              <a:t>f2</a:t>
            </a:r>
            <a:endParaRPr lang="zh-CN" altLang="en-US" sz="2400" b="1" baseline="-25000" dirty="0"/>
          </a:p>
        </p:txBody>
      </p:sp>
      <p:sp>
        <p:nvSpPr>
          <p:cNvPr id="28676" name="Text Box 4"/>
          <p:cNvSpPr txBox="1"/>
          <p:nvPr/>
        </p:nvSpPr>
        <p:spPr>
          <a:xfrm>
            <a:off x="5165725" y="4246563"/>
            <a:ext cx="396875" cy="336550"/>
          </a:xfrm>
          <a:prstGeom prst="rect">
            <a:avLst/>
          </a:prstGeom>
          <a:noFill/>
          <a:ln w="9525">
            <a:noFill/>
          </a:ln>
        </p:spPr>
        <p:txBody>
          <a:bodyPr wrap="none">
            <a:spAutoFit/>
          </a:bodyPr>
          <a:lstStyle>
            <a:lvl1pPr marL="342900" indent="-342900" algn="l" rtl="0" eaLnBrk="0" fontAlgn="base" hangingPunct="0">
              <a:spcBef>
                <a:spcPct val="20000"/>
              </a:spcBef>
              <a:spcAft>
                <a:spcPct val="0"/>
              </a:spcAft>
              <a:buChar char="•"/>
              <a:defRPr sz="3200">
                <a:solidFill>
                  <a:srgbClr val="666699"/>
                </a:solidFill>
                <a:latin typeface="+mn-lt"/>
                <a:ea typeface="+mn-ea"/>
                <a:cs typeface="+mn-cs"/>
              </a:defRPr>
            </a:lvl1pPr>
            <a:lvl2pPr marL="742950" indent="-285750" algn="l" rtl="0" eaLnBrk="0" fontAlgn="base" hangingPunct="0">
              <a:spcBef>
                <a:spcPct val="20000"/>
              </a:spcBef>
              <a:spcAft>
                <a:spcPct val="0"/>
              </a:spcAft>
              <a:buChar char="–"/>
              <a:defRPr sz="2800">
                <a:solidFill>
                  <a:srgbClr val="666699"/>
                </a:solidFill>
                <a:latin typeface="+mn-lt"/>
                <a:ea typeface="+mn-ea"/>
              </a:defRPr>
            </a:lvl2pPr>
            <a:lvl3pPr marL="1143000" indent="-228600" algn="l" rtl="0" eaLnBrk="0" fontAlgn="base" hangingPunct="0">
              <a:spcBef>
                <a:spcPct val="20000"/>
              </a:spcBef>
              <a:spcAft>
                <a:spcPct val="0"/>
              </a:spcAft>
              <a:buChar char="•"/>
              <a:defRPr sz="2400">
                <a:solidFill>
                  <a:srgbClr val="666699"/>
                </a:solidFill>
                <a:latin typeface="+mn-lt"/>
                <a:ea typeface="+mn-ea"/>
              </a:defRPr>
            </a:lvl3pPr>
            <a:lvl4pPr marL="1600200" indent="-228600" algn="l" rtl="0" eaLnBrk="0" fontAlgn="base" hangingPunct="0">
              <a:spcBef>
                <a:spcPct val="20000"/>
              </a:spcBef>
              <a:spcAft>
                <a:spcPct val="0"/>
              </a:spcAft>
              <a:buChar char="–"/>
              <a:defRPr sz="2000">
                <a:solidFill>
                  <a:srgbClr val="666699"/>
                </a:solidFill>
                <a:latin typeface="+mn-lt"/>
                <a:ea typeface="+mn-ea"/>
              </a:defRPr>
            </a:lvl4pPr>
            <a:lvl5pPr marL="2057400" indent="-228600" algn="l" rtl="0" eaLnBrk="0" fontAlgn="base" hangingPunct="0">
              <a:spcBef>
                <a:spcPct val="20000"/>
              </a:spcBef>
              <a:spcAft>
                <a:spcPct val="0"/>
              </a:spcAft>
              <a:buChar char="»"/>
              <a:defRPr sz="2000">
                <a:solidFill>
                  <a:srgbClr val="666699"/>
                </a:solidFill>
                <a:latin typeface="+mn-lt"/>
                <a:ea typeface="+mn-ea"/>
              </a:defRPr>
            </a:lvl5pPr>
          </a:lstStyle>
          <a:p>
            <a:pPr marL="0" lvl="0" indent="0" eaLnBrk="1" hangingPunct="1">
              <a:spcBef>
                <a:spcPct val="0"/>
              </a:spcBef>
              <a:buNone/>
            </a:pPr>
            <a:r>
              <a:rPr lang="zh-CN" altLang="en-US" sz="1600" dirty="0">
                <a:solidFill>
                  <a:schemeClr val="tx1"/>
                </a:solidFill>
                <a:latin typeface="Tahoma" panose="020B0604030504040204" pitchFamily="34" charset="0"/>
              </a:rPr>
              <a:t>y0</a:t>
            </a:r>
            <a:endParaRPr lang="zh-CN" altLang="en-US" sz="1600" dirty="0">
              <a:solidFill>
                <a:schemeClr val="tx1"/>
              </a:solidFill>
              <a:latin typeface="Tahoma" panose="020B0604030504040204" pitchFamily="34" charset="0"/>
            </a:endParaRPr>
          </a:p>
        </p:txBody>
      </p:sp>
      <p:sp>
        <p:nvSpPr>
          <p:cNvPr id="28677" name="Text Box 5"/>
          <p:cNvSpPr txBox="1"/>
          <p:nvPr/>
        </p:nvSpPr>
        <p:spPr>
          <a:xfrm>
            <a:off x="4267200" y="4191000"/>
            <a:ext cx="184150" cy="336550"/>
          </a:xfrm>
          <a:prstGeom prst="rect">
            <a:avLst/>
          </a:prstGeom>
          <a:noFill/>
          <a:ln w="9525">
            <a:noFill/>
          </a:ln>
        </p:spPr>
        <p:txBody>
          <a:bodyPr wrap="none">
            <a:spAutoFit/>
          </a:bodyPr>
          <a:lstStyle>
            <a:lvl1pPr marL="342900" indent="-342900" algn="l" rtl="0" eaLnBrk="0" fontAlgn="base" hangingPunct="0">
              <a:spcBef>
                <a:spcPct val="20000"/>
              </a:spcBef>
              <a:spcAft>
                <a:spcPct val="0"/>
              </a:spcAft>
              <a:buChar char="•"/>
              <a:defRPr sz="3200">
                <a:solidFill>
                  <a:srgbClr val="666699"/>
                </a:solidFill>
                <a:latin typeface="+mn-lt"/>
                <a:ea typeface="+mn-ea"/>
                <a:cs typeface="+mn-cs"/>
              </a:defRPr>
            </a:lvl1pPr>
            <a:lvl2pPr marL="742950" indent="-285750" algn="l" rtl="0" eaLnBrk="0" fontAlgn="base" hangingPunct="0">
              <a:spcBef>
                <a:spcPct val="20000"/>
              </a:spcBef>
              <a:spcAft>
                <a:spcPct val="0"/>
              </a:spcAft>
              <a:buChar char="–"/>
              <a:defRPr sz="2800">
                <a:solidFill>
                  <a:srgbClr val="666699"/>
                </a:solidFill>
                <a:latin typeface="+mn-lt"/>
                <a:ea typeface="+mn-ea"/>
              </a:defRPr>
            </a:lvl2pPr>
            <a:lvl3pPr marL="1143000" indent="-228600" algn="l" rtl="0" eaLnBrk="0" fontAlgn="base" hangingPunct="0">
              <a:spcBef>
                <a:spcPct val="20000"/>
              </a:spcBef>
              <a:spcAft>
                <a:spcPct val="0"/>
              </a:spcAft>
              <a:buChar char="•"/>
              <a:defRPr sz="2400">
                <a:solidFill>
                  <a:srgbClr val="666699"/>
                </a:solidFill>
                <a:latin typeface="+mn-lt"/>
                <a:ea typeface="+mn-ea"/>
              </a:defRPr>
            </a:lvl3pPr>
            <a:lvl4pPr marL="1600200" indent="-228600" algn="l" rtl="0" eaLnBrk="0" fontAlgn="base" hangingPunct="0">
              <a:spcBef>
                <a:spcPct val="20000"/>
              </a:spcBef>
              <a:spcAft>
                <a:spcPct val="0"/>
              </a:spcAft>
              <a:buChar char="–"/>
              <a:defRPr sz="2000">
                <a:solidFill>
                  <a:srgbClr val="666699"/>
                </a:solidFill>
                <a:latin typeface="+mn-lt"/>
                <a:ea typeface="+mn-ea"/>
              </a:defRPr>
            </a:lvl4pPr>
            <a:lvl5pPr marL="2057400" indent="-228600" algn="l" rtl="0" eaLnBrk="0" fontAlgn="base" hangingPunct="0">
              <a:spcBef>
                <a:spcPct val="20000"/>
              </a:spcBef>
              <a:spcAft>
                <a:spcPct val="0"/>
              </a:spcAft>
              <a:buChar char="»"/>
              <a:defRPr sz="2000">
                <a:solidFill>
                  <a:srgbClr val="666699"/>
                </a:solidFill>
                <a:latin typeface="+mn-lt"/>
                <a:ea typeface="+mn-ea"/>
              </a:defRPr>
            </a:lvl5pPr>
          </a:lstStyle>
          <a:p>
            <a:pPr marL="0" lvl="0" indent="0" eaLnBrk="1" hangingPunct="1">
              <a:spcBef>
                <a:spcPct val="0"/>
              </a:spcBef>
              <a:buNone/>
            </a:pPr>
            <a:endParaRPr lang="zh-CN" altLang="en-US" sz="1600" dirty="0">
              <a:solidFill>
                <a:schemeClr val="tx1"/>
              </a:solidFill>
              <a:latin typeface="Tahoma" panose="020B0604030504040204" pitchFamily="34" charset="0"/>
            </a:endParaRPr>
          </a:p>
        </p:txBody>
      </p:sp>
      <p:sp>
        <p:nvSpPr>
          <p:cNvPr id="28678" name="Text Box 6"/>
          <p:cNvSpPr txBox="1"/>
          <p:nvPr/>
        </p:nvSpPr>
        <p:spPr>
          <a:xfrm>
            <a:off x="4251325" y="4246563"/>
            <a:ext cx="396875" cy="336550"/>
          </a:xfrm>
          <a:prstGeom prst="rect">
            <a:avLst/>
          </a:prstGeom>
          <a:noFill/>
          <a:ln w="9525">
            <a:noFill/>
          </a:ln>
        </p:spPr>
        <p:txBody>
          <a:bodyPr wrap="none">
            <a:spAutoFit/>
          </a:bodyPr>
          <a:lstStyle>
            <a:lvl1pPr marL="342900" indent="-342900" algn="l" rtl="0" eaLnBrk="0" fontAlgn="base" hangingPunct="0">
              <a:spcBef>
                <a:spcPct val="20000"/>
              </a:spcBef>
              <a:spcAft>
                <a:spcPct val="0"/>
              </a:spcAft>
              <a:buChar char="•"/>
              <a:defRPr sz="3200">
                <a:solidFill>
                  <a:srgbClr val="666699"/>
                </a:solidFill>
                <a:latin typeface="+mn-lt"/>
                <a:ea typeface="+mn-ea"/>
                <a:cs typeface="+mn-cs"/>
              </a:defRPr>
            </a:lvl1pPr>
            <a:lvl2pPr marL="742950" indent="-285750" algn="l" rtl="0" eaLnBrk="0" fontAlgn="base" hangingPunct="0">
              <a:spcBef>
                <a:spcPct val="20000"/>
              </a:spcBef>
              <a:spcAft>
                <a:spcPct val="0"/>
              </a:spcAft>
              <a:buChar char="–"/>
              <a:defRPr sz="2800">
                <a:solidFill>
                  <a:srgbClr val="666699"/>
                </a:solidFill>
                <a:latin typeface="+mn-lt"/>
                <a:ea typeface="+mn-ea"/>
              </a:defRPr>
            </a:lvl2pPr>
            <a:lvl3pPr marL="1143000" indent="-228600" algn="l" rtl="0" eaLnBrk="0" fontAlgn="base" hangingPunct="0">
              <a:spcBef>
                <a:spcPct val="20000"/>
              </a:spcBef>
              <a:spcAft>
                <a:spcPct val="0"/>
              </a:spcAft>
              <a:buChar char="•"/>
              <a:defRPr sz="2400">
                <a:solidFill>
                  <a:srgbClr val="666699"/>
                </a:solidFill>
                <a:latin typeface="+mn-lt"/>
                <a:ea typeface="+mn-ea"/>
              </a:defRPr>
            </a:lvl3pPr>
            <a:lvl4pPr marL="1600200" indent="-228600" algn="l" rtl="0" eaLnBrk="0" fontAlgn="base" hangingPunct="0">
              <a:spcBef>
                <a:spcPct val="20000"/>
              </a:spcBef>
              <a:spcAft>
                <a:spcPct val="0"/>
              </a:spcAft>
              <a:buChar char="–"/>
              <a:defRPr sz="2000">
                <a:solidFill>
                  <a:srgbClr val="666699"/>
                </a:solidFill>
                <a:latin typeface="+mn-lt"/>
                <a:ea typeface="+mn-ea"/>
              </a:defRPr>
            </a:lvl4pPr>
            <a:lvl5pPr marL="2057400" indent="-228600" algn="l" rtl="0" eaLnBrk="0" fontAlgn="base" hangingPunct="0">
              <a:spcBef>
                <a:spcPct val="20000"/>
              </a:spcBef>
              <a:spcAft>
                <a:spcPct val="0"/>
              </a:spcAft>
              <a:buChar char="»"/>
              <a:defRPr sz="2000">
                <a:solidFill>
                  <a:srgbClr val="666699"/>
                </a:solidFill>
                <a:latin typeface="+mn-lt"/>
                <a:ea typeface="+mn-ea"/>
              </a:defRPr>
            </a:lvl5pPr>
          </a:lstStyle>
          <a:p>
            <a:pPr marL="0" lvl="0" indent="0" eaLnBrk="1" hangingPunct="1">
              <a:spcBef>
                <a:spcPct val="0"/>
              </a:spcBef>
              <a:buNone/>
            </a:pPr>
            <a:r>
              <a:rPr lang="zh-CN" altLang="en-US" sz="1600" dirty="0">
                <a:solidFill>
                  <a:schemeClr val="tx1"/>
                </a:solidFill>
                <a:latin typeface="Tahoma" panose="020B0604030504040204" pitchFamily="34" charset="0"/>
              </a:rPr>
              <a:t>y1</a:t>
            </a:r>
            <a:endParaRPr lang="zh-CN" altLang="en-US" sz="1600" dirty="0">
              <a:solidFill>
                <a:schemeClr val="tx1"/>
              </a:solidFill>
              <a:latin typeface="Tahoma" panose="020B0604030504040204" pitchFamily="34" charset="0"/>
            </a:endParaRPr>
          </a:p>
        </p:txBody>
      </p:sp>
      <p:pic>
        <p:nvPicPr>
          <p:cNvPr id="28679" name="Picture 7" descr="补码加减框图"/>
          <p:cNvPicPr>
            <a:picLocks noChangeAspect="1"/>
          </p:cNvPicPr>
          <p:nvPr/>
        </p:nvPicPr>
        <p:blipFill>
          <a:blip r:embed="rId1"/>
          <a:srcRect b="12187"/>
          <a:stretch>
            <a:fillRect/>
          </a:stretch>
        </p:blipFill>
        <p:spPr>
          <a:xfrm>
            <a:off x="252413" y="3201988"/>
            <a:ext cx="8713787" cy="3252787"/>
          </a:xfrm>
          <a:prstGeom prst="rect">
            <a:avLst/>
          </a:prstGeom>
          <a:noFill/>
          <a:ln w="9525">
            <a:noFill/>
          </a:ln>
        </p:spPr>
      </p:pic>
      <p:sp>
        <p:nvSpPr>
          <p:cNvPr id="28680" name="Line 8"/>
          <p:cNvSpPr/>
          <p:nvPr/>
        </p:nvSpPr>
        <p:spPr>
          <a:xfrm>
            <a:off x="5486400" y="1981200"/>
            <a:ext cx="0" cy="228600"/>
          </a:xfrm>
          <a:prstGeom prst="line">
            <a:avLst/>
          </a:prstGeom>
          <a:ln w="9525" cap="flat" cmpd="sng">
            <a:solidFill>
              <a:schemeClr val="tx1"/>
            </a:solidFill>
            <a:prstDash val="solid"/>
            <a:headEnd type="none" w="med" len="med"/>
            <a:tailEnd type="none" w="med" len="med"/>
          </a:ln>
        </p:spPr>
      </p:sp>
      <p:sp>
        <p:nvSpPr>
          <p:cNvPr id="28681" name="Line 9"/>
          <p:cNvSpPr/>
          <p:nvPr/>
        </p:nvSpPr>
        <p:spPr>
          <a:xfrm flipV="1">
            <a:off x="2895600" y="3429000"/>
            <a:ext cx="0" cy="990600"/>
          </a:xfrm>
          <a:prstGeom prst="line">
            <a:avLst/>
          </a:prstGeom>
          <a:ln w="9525" cap="flat" cmpd="sng">
            <a:solidFill>
              <a:schemeClr val="hlink"/>
            </a:solidFill>
            <a:prstDash val="solid"/>
            <a:headEnd type="none" w="med" len="med"/>
            <a:tailEnd type="none" w="med" len="med"/>
          </a:ln>
        </p:spPr>
      </p:sp>
      <p:sp>
        <p:nvSpPr>
          <p:cNvPr id="28682" name="Line 10"/>
          <p:cNvSpPr/>
          <p:nvPr/>
        </p:nvSpPr>
        <p:spPr>
          <a:xfrm flipV="1">
            <a:off x="3429000" y="3657600"/>
            <a:ext cx="0" cy="762000"/>
          </a:xfrm>
          <a:prstGeom prst="line">
            <a:avLst/>
          </a:prstGeom>
          <a:ln w="9525" cap="flat" cmpd="sng">
            <a:solidFill>
              <a:schemeClr val="hlink"/>
            </a:solidFill>
            <a:prstDash val="solid"/>
            <a:headEnd type="none" w="med" len="med"/>
            <a:tailEnd type="none" w="med" len="med"/>
          </a:ln>
        </p:spPr>
      </p:sp>
      <p:sp>
        <p:nvSpPr>
          <p:cNvPr id="28683" name="Line 11"/>
          <p:cNvSpPr/>
          <p:nvPr/>
        </p:nvSpPr>
        <p:spPr>
          <a:xfrm>
            <a:off x="2895600" y="3429000"/>
            <a:ext cx="2438400" cy="0"/>
          </a:xfrm>
          <a:prstGeom prst="line">
            <a:avLst/>
          </a:prstGeom>
          <a:ln w="9525" cap="flat" cmpd="sng">
            <a:solidFill>
              <a:schemeClr val="hlink"/>
            </a:solidFill>
            <a:prstDash val="solid"/>
            <a:headEnd type="none" w="med" len="med"/>
            <a:tailEnd type="none" w="med" len="med"/>
          </a:ln>
        </p:spPr>
      </p:sp>
      <p:sp>
        <p:nvSpPr>
          <p:cNvPr id="28684" name="Line 12"/>
          <p:cNvSpPr/>
          <p:nvPr/>
        </p:nvSpPr>
        <p:spPr>
          <a:xfrm>
            <a:off x="3429000" y="3657600"/>
            <a:ext cx="2133600" cy="0"/>
          </a:xfrm>
          <a:prstGeom prst="line">
            <a:avLst/>
          </a:prstGeom>
          <a:ln w="9525" cap="flat" cmpd="sng">
            <a:solidFill>
              <a:schemeClr val="hlink"/>
            </a:solidFill>
            <a:prstDash val="solid"/>
            <a:headEnd type="none" w="med" len="med"/>
            <a:tailEnd type="none" w="med" len="med"/>
          </a:ln>
        </p:spPr>
      </p:sp>
      <p:sp>
        <p:nvSpPr>
          <p:cNvPr id="28685" name="Line 13"/>
          <p:cNvSpPr/>
          <p:nvPr/>
        </p:nvSpPr>
        <p:spPr>
          <a:xfrm flipV="1">
            <a:off x="5334000" y="2438400"/>
            <a:ext cx="0" cy="990600"/>
          </a:xfrm>
          <a:prstGeom prst="line">
            <a:avLst/>
          </a:prstGeom>
          <a:ln w="9525" cap="flat" cmpd="sng">
            <a:solidFill>
              <a:srgbClr val="66FF66"/>
            </a:solidFill>
            <a:prstDash val="solid"/>
            <a:headEnd type="none" w="med" len="med"/>
            <a:tailEnd type="none" w="med" len="med"/>
          </a:ln>
        </p:spPr>
      </p:sp>
      <p:sp>
        <p:nvSpPr>
          <p:cNvPr id="28686" name="Line 14"/>
          <p:cNvSpPr/>
          <p:nvPr/>
        </p:nvSpPr>
        <p:spPr>
          <a:xfrm flipV="1">
            <a:off x="5562600" y="2438400"/>
            <a:ext cx="0" cy="1219200"/>
          </a:xfrm>
          <a:prstGeom prst="line">
            <a:avLst/>
          </a:prstGeom>
          <a:ln w="9525" cap="flat" cmpd="sng">
            <a:solidFill>
              <a:srgbClr val="66FF66"/>
            </a:solidFill>
            <a:prstDash val="solid"/>
            <a:headEnd type="none" w="med" len="med"/>
            <a:tailEnd type="none" w="med" len="med"/>
          </a:ln>
        </p:spPr>
      </p:sp>
      <p:sp>
        <p:nvSpPr>
          <p:cNvPr id="28687" name="Text Box 15"/>
          <p:cNvSpPr txBox="1"/>
          <p:nvPr/>
        </p:nvSpPr>
        <p:spPr>
          <a:xfrm>
            <a:off x="5257800" y="1474788"/>
            <a:ext cx="404813" cy="457200"/>
          </a:xfrm>
          <a:prstGeom prst="rect">
            <a:avLst/>
          </a:prstGeom>
          <a:noFill/>
          <a:ln w="9525">
            <a:noFill/>
          </a:ln>
        </p:spPr>
        <p:txBody>
          <a:bodyPr wrap="none">
            <a:spAutoFit/>
          </a:bodyPr>
          <a:lstStyle>
            <a:lvl1pPr marL="342900" indent="-342900" algn="l" rtl="0" eaLnBrk="0" fontAlgn="base" hangingPunct="0">
              <a:spcBef>
                <a:spcPct val="20000"/>
              </a:spcBef>
              <a:spcAft>
                <a:spcPct val="0"/>
              </a:spcAft>
              <a:buChar char="•"/>
              <a:defRPr sz="3200">
                <a:solidFill>
                  <a:srgbClr val="666699"/>
                </a:solidFill>
                <a:latin typeface="+mn-lt"/>
                <a:ea typeface="+mn-ea"/>
                <a:cs typeface="+mn-cs"/>
              </a:defRPr>
            </a:lvl1pPr>
            <a:lvl2pPr marL="742950" indent="-285750" algn="l" rtl="0" eaLnBrk="0" fontAlgn="base" hangingPunct="0">
              <a:spcBef>
                <a:spcPct val="20000"/>
              </a:spcBef>
              <a:spcAft>
                <a:spcPct val="0"/>
              </a:spcAft>
              <a:buChar char="–"/>
              <a:defRPr sz="2800">
                <a:solidFill>
                  <a:srgbClr val="666699"/>
                </a:solidFill>
                <a:latin typeface="+mn-lt"/>
                <a:ea typeface="+mn-ea"/>
              </a:defRPr>
            </a:lvl2pPr>
            <a:lvl3pPr marL="1143000" indent="-228600" algn="l" rtl="0" eaLnBrk="0" fontAlgn="base" hangingPunct="0">
              <a:spcBef>
                <a:spcPct val="20000"/>
              </a:spcBef>
              <a:spcAft>
                <a:spcPct val="0"/>
              </a:spcAft>
              <a:buChar char="•"/>
              <a:defRPr sz="2400">
                <a:solidFill>
                  <a:srgbClr val="666699"/>
                </a:solidFill>
                <a:latin typeface="+mn-lt"/>
                <a:ea typeface="+mn-ea"/>
              </a:defRPr>
            </a:lvl3pPr>
            <a:lvl4pPr marL="1600200" indent="-228600" algn="l" rtl="0" eaLnBrk="0" fontAlgn="base" hangingPunct="0">
              <a:spcBef>
                <a:spcPct val="20000"/>
              </a:spcBef>
              <a:spcAft>
                <a:spcPct val="0"/>
              </a:spcAft>
              <a:buChar char="–"/>
              <a:defRPr sz="2000">
                <a:solidFill>
                  <a:srgbClr val="666699"/>
                </a:solidFill>
                <a:latin typeface="+mn-lt"/>
                <a:ea typeface="+mn-ea"/>
              </a:defRPr>
            </a:lvl4pPr>
            <a:lvl5pPr marL="2057400" indent="-228600" algn="l" rtl="0" eaLnBrk="0" fontAlgn="base" hangingPunct="0">
              <a:spcBef>
                <a:spcPct val="20000"/>
              </a:spcBef>
              <a:spcAft>
                <a:spcPct val="0"/>
              </a:spcAft>
              <a:buChar char="»"/>
              <a:defRPr sz="2000">
                <a:solidFill>
                  <a:srgbClr val="666699"/>
                </a:solidFill>
                <a:latin typeface="+mn-lt"/>
                <a:ea typeface="+mn-ea"/>
              </a:defRPr>
            </a:lvl5pPr>
          </a:lstStyle>
          <a:p>
            <a:pPr marL="0" lvl="0" indent="0" eaLnBrk="1" hangingPunct="1">
              <a:spcBef>
                <a:spcPct val="0"/>
              </a:spcBef>
              <a:buNone/>
            </a:pPr>
            <a:r>
              <a:rPr lang="zh-CN" altLang="en-US" sz="2400" b="1" dirty="0">
                <a:solidFill>
                  <a:schemeClr val="tx1"/>
                </a:solidFill>
              </a:rPr>
              <a:t>V</a:t>
            </a:r>
            <a:endParaRPr lang="zh-CN" altLang="en-US" sz="2400" b="1" dirty="0">
              <a:solidFill>
                <a:schemeClr val="tx1"/>
              </a:solidFill>
            </a:endParaRPr>
          </a:p>
        </p:txBody>
      </p:sp>
      <p:sp>
        <p:nvSpPr>
          <p:cNvPr id="28688" name="Text Box 16"/>
          <p:cNvSpPr txBox="1"/>
          <p:nvPr/>
        </p:nvSpPr>
        <p:spPr>
          <a:xfrm>
            <a:off x="5033963" y="2057400"/>
            <a:ext cx="1411287" cy="466725"/>
          </a:xfrm>
          <a:prstGeom prst="rect">
            <a:avLst/>
          </a:prstGeom>
          <a:solidFill>
            <a:schemeClr val="accent1"/>
          </a:solidFill>
          <a:ln w="9525" cap="flat" cmpd="sng">
            <a:solidFill>
              <a:schemeClr val="tx1"/>
            </a:solidFill>
            <a:prstDash val="solid"/>
            <a:miter/>
            <a:headEnd type="none" w="med" len="med"/>
            <a:tailEnd type="none" w="med" len="med"/>
          </a:ln>
        </p:spPr>
        <p:txBody>
          <a:bodyPr>
            <a:spAutoFit/>
          </a:bodyPr>
          <a:lstStyle>
            <a:lvl1pPr marL="342900" indent="-342900" algn="l" rtl="0" eaLnBrk="0" fontAlgn="base" hangingPunct="0">
              <a:spcBef>
                <a:spcPct val="20000"/>
              </a:spcBef>
              <a:spcAft>
                <a:spcPct val="0"/>
              </a:spcAft>
              <a:buChar char="•"/>
              <a:defRPr sz="3200">
                <a:solidFill>
                  <a:srgbClr val="666699"/>
                </a:solidFill>
                <a:latin typeface="+mn-lt"/>
                <a:ea typeface="+mn-ea"/>
                <a:cs typeface="+mn-cs"/>
              </a:defRPr>
            </a:lvl1pPr>
            <a:lvl2pPr marL="742950" indent="-285750" algn="l" rtl="0" eaLnBrk="0" fontAlgn="base" hangingPunct="0">
              <a:spcBef>
                <a:spcPct val="20000"/>
              </a:spcBef>
              <a:spcAft>
                <a:spcPct val="0"/>
              </a:spcAft>
              <a:buChar char="–"/>
              <a:defRPr sz="2800">
                <a:solidFill>
                  <a:srgbClr val="666699"/>
                </a:solidFill>
                <a:latin typeface="+mn-lt"/>
                <a:ea typeface="+mn-ea"/>
              </a:defRPr>
            </a:lvl2pPr>
            <a:lvl3pPr marL="1143000" indent="-228600" algn="l" rtl="0" eaLnBrk="0" fontAlgn="base" hangingPunct="0">
              <a:spcBef>
                <a:spcPct val="20000"/>
              </a:spcBef>
              <a:spcAft>
                <a:spcPct val="0"/>
              </a:spcAft>
              <a:buChar char="•"/>
              <a:defRPr sz="2400">
                <a:solidFill>
                  <a:srgbClr val="666699"/>
                </a:solidFill>
                <a:latin typeface="+mn-lt"/>
                <a:ea typeface="+mn-ea"/>
              </a:defRPr>
            </a:lvl3pPr>
            <a:lvl4pPr marL="1600200" indent="-228600" algn="l" rtl="0" eaLnBrk="0" fontAlgn="base" hangingPunct="0">
              <a:spcBef>
                <a:spcPct val="20000"/>
              </a:spcBef>
              <a:spcAft>
                <a:spcPct val="0"/>
              </a:spcAft>
              <a:buChar char="–"/>
              <a:defRPr sz="2000">
                <a:solidFill>
                  <a:srgbClr val="666699"/>
                </a:solidFill>
                <a:latin typeface="+mn-lt"/>
                <a:ea typeface="+mn-ea"/>
              </a:defRPr>
            </a:lvl4pPr>
            <a:lvl5pPr marL="2057400" indent="-228600" algn="l" rtl="0" eaLnBrk="0" fontAlgn="base" hangingPunct="0">
              <a:spcBef>
                <a:spcPct val="20000"/>
              </a:spcBef>
              <a:spcAft>
                <a:spcPct val="0"/>
              </a:spcAft>
              <a:buChar char="»"/>
              <a:defRPr sz="2000">
                <a:solidFill>
                  <a:srgbClr val="666699"/>
                </a:solidFill>
                <a:latin typeface="+mn-lt"/>
                <a:ea typeface="+mn-ea"/>
              </a:defRPr>
            </a:lvl5pPr>
          </a:lstStyle>
          <a:p>
            <a:pPr marL="0" lvl="0" indent="0" eaLnBrk="1" hangingPunct="1">
              <a:spcBef>
                <a:spcPct val="50000"/>
              </a:spcBef>
              <a:buNone/>
            </a:pPr>
            <a:r>
              <a:rPr lang="zh-CN" altLang="en-US" sz="2400" dirty="0">
                <a:solidFill>
                  <a:schemeClr val="tx1"/>
                </a:solidFill>
              </a:rPr>
              <a:t>=1溢出</a:t>
            </a:r>
            <a:endParaRPr lang="zh-CN" altLang="en-US" sz="2400" dirty="0">
              <a:solidFill>
                <a:schemeClr val="tx1"/>
              </a:solidFill>
            </a:endParaRPr>
          </a:p>
        </p:txBody>
      </p:sp>
      <p:sp>
        <p:nvSpPr>
          <p:cNvPr id="28689" name="Rectangle 17"/>
          <p:cNvSpPr/>
          <p:nvPr/>
        </p:nvSpPr>
        <p:spPr>
          <a:xfrm>
            <a:off x="6877050" y="2133600"/>
            <a:ext cx="1943100" cy="1127125"/>
          </a:xfrm>
          <a:prstGeom prst="rect">
            <a:avLst/>
          </a:prstGeom>
          <a:noFill/>
          <a:ln w="9525">
            <a:noFill/>
          </a:ln>
        </p:spPr>
        <p:txBody>
          <a:bodyPr>
            <a:spAutoFit/>
          </a:bodyPr>
          <a:lstStyle>
            <a:lvl1pPr marL="342900" indent="-342900" algn="l" rtl="0" eaLnBrk="0" fontAlgn="base" hangingPunct="0">
              <a:spcBef>
                <a:spcPct val="20000"/>
              </a:spcBef>
              <a:spcAft>
                <a:spcPct val="0"/>
              </a:spcAft>
              <a:buChar char="•"/>
              <a:defRPr sz="3200">
                <a:solidFill>
                  <a:srgbClr val="666699"/>
                </a:solidFill>
                <a:latin typeface="+mn-lt"/>
                <a:ea typeface="+mn-ea"/>
                <a:cs typeface="+mn-cs"/>
              </a:defRPr>
            </a:lvl1pPr>
            <a:lvl2pPr marL="742950" indent="-285750" algn="l" rtl="0" eaLnBrk="0" fontAlgn="base" hangingPunct="0">
              <a:spcBef>
                <a:spcPct val="20000"/>
              </a:spcBef>
              <a:spcAft>
                <a:spcPct val="0"/>
              </a:spcAft>
              <a:buChar char="–"/>
              <a:defRPr sz="2800">
                <a:solidFill>
                  <a:srgbClr val="666699"/>
                </a:solidFill>
                <a:latin typeface="+mn-lt"/>
                <a:ea typeface="+mn-ea"/>
              </a:defRPr>
            </a:lvl2pPr>
            <a:lvl3pPr marL="1143000" indent="-228600" algn="l" rtl="0" eaLnBrk="0" fontAlgn="base" hangingPunct="0">
              <a:spcBef>
                <a:spcPct val="20000"/>
              </a:spcBef>
              <a:spcAft>
                <a:spcPct val="0"/>
              </a:spcAft>
              <a:buChar char="•"/>
              <a:defRPr sz="2400">
                <a:solidFill>
                  <a:srgbClr val="666699"/>
                </a:solidFill>
                <a:latin typeface="+mn-lt"/>
                <a:ea typeface="+mn-ea"/>
              </a:defRPr>
            </a:lvl3pPr>
            <a:lvl4pPr marL="1600200" indent="-228600" algn="l" rtl="0" eaLnBrk="0" fontAlgn="base" hangingPunct="0">
              <a:spcBef>
                <a:spcPct val="20000"/>
              </a:spcBef>
              <a:spcAft>
                <a:spcPct val="0"/>
              </a:spcAft>
              <a:buChar char="–"/>
              <a:defRPr sz="2000">
                <a:solidFill>
                  <a:srgbClr val="666699"/>
                </a:solidFill>
                <a:latin typeface="+mn-lt"/>
                <a:ea typeface="+mn-ea"/>
              </a:defRPr>
            </a:lvl4pPr>
            <a:lvl5pPr marL="2057400" indent="-228600" algn="l" rtl="0" eaLnBrk="0" fontAlgn="base" hangingPunct="0">
              <a:spcBef>
                <a:spcPct val="20000"/>
              </a:spcBef>
              <a:spcAft>
                <a:spcPct val="0"/>
              </a:spcAft>
              <a:buChar char="»"/>
              <a:defRPr sz="2000">
                <a:solidFill>
                  <a:srgbClr val="666699"/>
                </a:solidFill>
                <a:latin typeface="+mn-lt"/>
                <a:ea typeface="+mn-ea"/>
              </a:defRPr>
            </a:lvl5pPr>
          </a:lstStyle>
          <a:p>
            <a:pPr marL="0" lvl="0" indent="0" eaLnBrk="1" hangingPunct="1">
              <a:spcBef>
                <a:spcPct val="0"/>
              </a:spcBef>
              <a:buNone/>
            </a:pPr>
            <a:r>
              <a:rPr lang="zh-CN" altLang="en-US" sz="2400" dirty="0">
                <a:solidFill>
                  <a:schemeClr val="tx1"/>
                </a:solidFill>
              </a:rPr>
              <a:t>C</a:t>
            </a:r>
            <a:r>
              <a:rPr lang="zh-CN" altLang="en-US" sz="2400" baseline="-25000" dirty="0">
                <a:solidFill>
                  <a:schemeClr val="tx1"/>
                </a:solidFill>
              </a:rPr>
              <a:t>n</a:t>
            </a:r>
            <a:r>
              <a:rPr lang="zh-CN" altLang="en-US" sz="2400" dirty="0">
                <a:solidFill>
                  <a:schemeClr val="tx1"/>
                </a:solidFill>
              </a:rPr>
              <a:t>=0</a:t>
            </a:r>
            <a:r>
              <a:rPr lang="zh-CN" altLang="en-US" sz="2000" dirty="0">
                <a:solidFill>
                  <a:schemeClr val="tx1"/>
                </a:solidFill>
              </a:rPr>
              <a:t>   做加法</a:t>
            </a:r>
            <a:r>
              <a:rPr lang="zh-CN" altLang="en-US" sz="2400" dirty="0">
                <a:solidFill>
                  <a:schemeClr val="tx1"/>
                </a:solidFill>
              </a:rPr>
              <a:t>C</a:t>
            </a:r>
            <a:r>
              <a:rPr lang="zh-CN" altLang="en-US" sz="2400" baseline="-25000" dirty="0">
                <a:solidFill>
                  <a:schemeClr val="tx1"/>
                </a:solidFill>
              </a:rPr>
              <a:t>n</a:t>
            </a:r>
            <a:r>
              <a:rPr lang="zh-CN" altLang="en-US" sz="2400" dirty="0">
                <a:solidFill>
                  <a:schemeClr val="tx1"/>
                </a:solidFill>
              </a:rPr>
              <a:t>=1</a:t>
            </a:r>
            <a:r>
              <a:rPr lang="zh-CN" altLang="en-US" sz="2000" dirty="0">
                <a:solidFill>
                  <a:schemeClr val="tx1"/>
                </a:solidFill>
              </a:rPr>
              <a:t>   做减法（求反加1）</a:t>
            </a:r>
            <a:endParaRPr lang="zh-CN" altLang="en-US" sz="2000" dirty="0">
              <a:solidFill>
                <a:schemeClr val="tx1"/>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2" fill="hold" nodeType="clickEffect">
                                  <p:stCondLst>
                                    <p:cond delay="0"/>
                                  </p:stCondLst>
                                  <p:childTnLst>
                                    <p:set>
                                      <p:cBhvr>
                                        <p:cTn id="6" dur="1" fill="hold">
                                          <p:stCondLst>
                                            <p:cond delay="0"/>
                                          </p:stCondLst>
                                        </p:cTn>
                                        <p:tgtEl>
                                          <p:spTgt spid="28675">
                                            <p:txEl>
                                              <p:charRg st="0" end="14"/>
                                            </p:txEl>
                                          </p:spTgt>
                                        </p:tgtEl>
                                        <p:attrNameLst>
                                          <p:attrName>style.visibility</p:attrName>
                                        </p:attrNameLst>
                                      </p:cBhvr>
                                      <p:to>
                                        <p:strVal val="visible"/>
                                      </p:to>
                                    </p:set>
                                    <p:anim calcmode="lin" valueType="num">
                                      <p:cBhvr additive="base">
                                        <p:cTn id="7" dur="500" fill="hold"/>
                                        <p:tgtEl>
                                          <p:spTgt spid="28675">
                                            <p:txEl>
                                              <p:charRg st="0" end="14"/>
                                            </p:txEl>
                                          </p:spTgt>
                                        </p:tgtEl>
                                        <p:attrNameLst>
                                          <p:attrName>ppt_x</p:attrName>
                                        </p:attrNameLst>
                                      </p:cBhvr>
                                      <p:tavLst>
                                        <p:tav tm="0">
                                          <p:val>
                                            <p:strVal val="1+#ppt_w/2"/>
                                          </p:val>
                                        </p:tav>
                                        <p:tav tm="100000">
                                          <p:val>
                                            <p:strVal val="#ppt_x"/>
                                          </p:val>
                                        </p:tav>
                                      </p:tavLst>
                                    </p:anim>
                                    <p:anim calcmode="lin" valueType="num">
                                      <p:cBhvr additive="base">
                                        <p:cTn id="8" dur="500" fill="hold"/>
                                        <p:tgtEl>
                                          <p:spTgt spid="28675">
                                            <p:txEl>
                                              <p:charRg st="0" end="14"/>
                                            </p:txEl>
                                          </p:spTgt>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2" fill="hold" nodeType="clickEffect">
                                  <p:stCondLst>
                                    <p:cond delay="0"/>
                                  </p:stCondLst>
                                  <p:childTnLst>
                                    <p:set>
                                      <p:cBhvr>
                                        <p:cTn id="12" dur="1" fill="hold">
                                          <p:stCondLst>
                                            <p:cond delay="0"/>
                                          </p:stCondLst>
                                        </p:cTn>
                                        <p:tgtEl>
                                          <p:spTgt spid="28675">
                                            <p:txEl>
                                              <p:charRg st="14" end="32"/>
                                            </p:txEl>
                                          </p:spTgt>
                                        </p:tgtEl>
                                        <p:attrNameLst>
                                          <p:attrName>style.visibility</p:attrName>
                                        </p:attrNameLst>
                                      </p:cBhvr>
                                      <p:to>
                                        <p:strVal val="visible"/>
                                      </p:to>
                                    </p:set>
                                    <p:anim calcmode="lin" valueType="num">
                                      <p:cBhvr additive="base">
                                        <p:cTn id="13" dur="500" fill="hold"/>
                                        <p:tgtEl>
                                          <p:spTgt spid="28675">
                                            <p:txEl>
                                              <p:charRg st="14" end="32"/>
                                            </p:txEl>
                                          </p:spTgt>
                                        </p:tgtEl>
                                        <p:attrNameLst>
                                          <p:attrName>ppt_x</p:attrName>
                                        </p:attrNameLst>
                                      </p:cBhvr>
                                      <p:tavLst>
                                        <p:tav tm="0">
                                          <p:val>
                                            <p:strVal val="1+#ppt_w/2"/>
                                          </p:val>
                                        </p:tav>
                                        <p:tav tm="100000">
                                          <p:val>
                                            <p:strVal val="#ppt_x"/>
                                          </p:val>
                                        </p:tav>
                                      </p:tavLst>
                                    </p:anim>
                                    <p:anim calcmode="lin" valueType="num">
                                      <p:cBhvr additive="base">
                                        <p:cTn id="14" dur="500" fill="hold"/>
                                        <p:tgtEl>
                                          <p:spTgt spid="28675">
                                            <p:txEl>
                                              <p:charRg st="14" end="32"/>
                                            </p:txEl>
                                          </p:spTgt>
                                        </p:tgtEl>
                                        <p:attrNameLst>
                                          <p:attrName>ppt_y</p:attrName>
                                        </p:attrNameLst>
                                      </p:cBhvr>
                                      <p:tavLst>
                                        <p:tav tm="0">
                                          <p:val>
                                            <p:strVal val="#ppt_y"/>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2" fill="hold" nodeType="clickEffect">
                                  <p:stCondLst>
                                    <p:cond delay="0"/>
                                  </p:stCondLst>
                                  <p:childTnLst>
                                    <p:set>
                                      <p:cBhvr>
                                        <p:cTn id="18" dur="1" fill="hold">
                                          <p:stCondLst>
                                            <p:cond delay="0"/>
                                          </p:stCondLst>
                                        </p:cTn>
                                        <p:tgtEl>
                                          <p:spTgt spid="28675">
                                            <p:txEl>
                                              <p:charRg st="32" end="52"/>
                                            </p:txEl>
                                          </p:spTgt>
                                        </p:tgtEl>
                                        <p:attrNameLst>
                                          <p:attrName>style.visibility</p:attrName>
                                        </p:attrNameLst>
                                      </p:cBhvr>
                                      <p:to>
                                        <p:strVal val="visible"/>
                                      </p:to>
                                    </p:set>
                                    <p:anim calcmode="lin" valueType="num">
                                      <p:cBhvr additive="base">
                                        <p:cTn id="19" dur="500" fill="hold"/>
                                        <p:tgtEl>
                                          <p:spTgt spid="28675">
                                            <p:txEl>
                                              <p:charRg st="32" end="52"/>
                                            </p:txEl>
                                          </p:spTgt>
                                        </p:tgtEl>
                                        <p:attrNameLst>
                                          <p:attrName>ppt_x</p:attrName>
                                        </p:attrNameLst>
                                      </p:cBhvr>
                                      <p:tavLst>
                                        <p:tav tm="0">
                                          <p:val>
                                            <p:strVal val="1+#ppt_w/2"/>
                                          </p:val>
                                        </p:tav>
                                        <p:tav tm="100000">
                                          <p:val>
                                            <p:strVal val="#ppt_x"/>
                                          </p:val>
                                        </p:tav>
                                      </p:tavLst>
                                    </p:anim>
                                    <p:anim calcmode="lin" valueType="num">
                                      <p:cBhvr additive="base">
                                        <p:cTn id="20" dur="500" fill="hold"/>
                                        <p:tgtEl>
                                          <p:spTgt spid="28675">
                                            <p:txEl>
                                              <p:charRg st="32" end="52"/>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8675" grpId="0" build="p"/>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9698" name="Rectangle 2"/>
          <p:cNvSpPr>
            <a:spLocks noGrp="1"/>
          </p:cNvSpPr>
          <p:nvPr>
            <p:ph type="title"/>
          </p:nvPr>
        </p:nvSpPr>
        <p:spPr>
          <a:xfrm>
            <a:off x="611188" y="909638"/>
            <a:ext cx="7772400" cy="838200"/>
          </a:xfrm>
          <a:ln/>
        </p:spPr>
        <p:txBody>
          <a:bodyPr vert="horz" wrap="square" lIns="91440" tIns="45720" rIns="91440" bIns="45720" anchor="ctr" anchorCtr="0"/>
          <a:p>
            <a:pPr eaLnBrk="1" hangingPunct="1"/>
            <a:r>
              <a:rPr lang="zh-CN" altLang="en-US" dirty="0"/>
              <a:t>2.3  定点乘法运算</a:t>
            </a:r>
            <a:endParaRPr lang="zh-CN" altLang="en-US" dirty="0"/>
          </a:p>
        </p:txBody>
      </p:sp>
      <p:sp>
        <p:nvSpPr>
          <p:cNvPr id="29699" name="Rectangle 3"/>
          <p:cNvSpPr>
            <a:spLocks noGrp="1"/>
          </p:cNvSpPr>
          <p:nvPr>
            <p:ph type="body"/>
          </p:nvPr>
        </p:nvSpPr>
        <p:spPr>
          <a:xfrm>
            <a:off x="250825" y="1844675"/>
            <a:ext cx="8497888" cy="4752975"/>
          </a:xfrm>
          <a:ln/>
        </p:spPr>
        <p:txBody>
          <a:bodyPr vert="horz" wrap="square" lIns="91440" tIns="45720" rIns="91440" bIns="45720" anchor="t" anchorCtr="0"/>
          <a:p>
            <a:pPr marL="0" indent="0" eaLnBrk="1" hangingPunct="1">
              <a:buNone/>
            </a:pPr>
            <a:r>
              <a:rPr lang="zh-CN" altLang="en-US" b="1" dirty="0">
                <a:solidFill>
                  <a:srgbClr val="0000FF"/>
                </a:solidFill>
              </a:rPr>
              <a:t>1.定点原码一位乘法</a:t>
            </a:r>
            <a:endParaRPr lang="zh-CN" altLang="en-US" b="1" dirty="0">
              <a:solidFill>
                <a:srgbClr val="0000FF"/>
              </a:solidFill>
            </a:endParaRPr>
          </a:p>
          <a:p>
            <a:pPr marL="0" indent="0" eaLnBrk="1" hangingPunct="1">
              <a:buNone/>
            </a:pPr>
            <a:r>
              <a:rPr lang="zh-CN" altLang="en-US" b="1" dirty="0">
                <a:solidFill>
                  <a:srgbClr val="0000FF"/>
                </a:solidFill>
                <a:latin typeface="宋体" panose="02010600030101010101" pitchFamily="2" charset="-122"/>
              </a:rPr>
              <a:t>运算原则：先将符号位与数值位分开。对数值位部分进行乘法运算，运算方法与普通的十进制乘法类似</a:t>
            </a:r>
            <a:r>
              <a:rPr lang="zh-CN" altLang="en-US" b="1" dirty="0">
                <a:solidFill>
                  <a:srgbClr val="0000FF"/>
                </a:solidFill>
              </a:rPr>
              <a:t> ，</a:t>
            </a:r>
            <a:r>
              <a:rPr lang="zh-CN" altLang="en-US" b="1" dirty="0">
                <a:solidFill>
                  <a:srgbClr val="0000FF"/>
                </a:solidFill>
                <a:latin typeface="宋体" panose="02010600030101010101" pitchFamily="2" charset="-122"/>
              </a:rPr>
              <a:t>得到的结果为运算结果的数值部分。</a:t>
            </a:r>
            <a:endParaRPr lang="zh-CN" altLang="en-US" b="1" dirty="0">
              <a:solidFill>
                <a:srgbClr val="0000FF"/>
              </a:solidFill>
            </a:endParaRPr>
          </a:p>
          <a:p>
            <a:pPr marL="0" indent="0" eaLnBrk="1" hangingPunct="1">
              <a:buNone/>
            </a:pPr>
            <a:r>
              <a:rPr lang="zh-CN" altLang="en-US" b="1" dirty="0">
                <a:solidFill>
                  <a:srgbClr val="0000FF"/>
                </a:solidFill>
                <a:latin typeface="宋体" panose="02010600030101010101" pitchFamily="2" charset="-122"/>
              </a:rPr>
              <a:t>符号位单独处理，可按异或运算得到，同号相乘为正，异号相乘为负。</a:t>
            </a:r>
            <a:endParaRPr lang="zh-CN" altLang="en-US" b="1" dirty="0">
              <a:solidFill>
                <a:srgbClr val="0000FF"/>
              </a:solidFill>
              <a:latin typeface="宋体" panose="02010600030101010101" pitchFamily="2" charset="-122"/>
            </a:endParaRPr>
          </a:p>
          <a:p>
            <a:pPr marL="0" indent="0" eaLnBrk="1" hangingPunct="1">
              <a:buNone/>
            </a:pPr>
            <a:r>
              <a:rPr lang="zh-CN" altLang="en-US" b="1" dirty="0">
                <a:solidFill>
                  <a:srgbClr val="0000FF"/>
                </a:solidFill>
              </a:rPr>
              <a:t>最后将两部分加在一起。</a:t>
            </a:r>
            <a:endParaRPr lang="zh-CN" altLang="en-US" b="1" dirty="0">
              <a:solidFill>
                <a:srgbClr val="0000FF"/>
              </a:solidFill>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0722" name="Rectangle 2"/>
          <p:cNvSpPr>
            <a:spLocks noGrp="1"/>
          </p:cNvSpPr>
          <p:nvPr>
            <p:ph type="title"/>
          </p:nvPr>
        </p:nvSpPr>
        <p:spPr>
          <a:xfrm>
            <a:off x="685800" y="914400"/>
            <a:ext cx="7772400" cy="838200"/>
          </a:xfrm>
          <a:ln/>
        </p:spPr>
        <p:txBody>
          <a:bodyPr vert="horz" wrap="square" lIns="91440" tIns="45720" rIns="91440" bIns="45720" anchor="ctr" anchorCtr="0"/>
          <a:p>
            <a:pPr algn="l" eaLnBrk="1" hangingPunct="1"/>
            <a:r>
              <a:rPr lang="zh-CN" altLang="en-US" dirty="0"/>
              <a:t>定点一位乘法</a:t>
            </a:r>
            <a:endParaRPr lang="zh-CN" altLang="en-US" sz="1800" dirty="0"/>
          </a:p>
        </p:txBody>
      </p:sp>
      <p:sp>
        <p:nvSpPr>
          <p:cNvPr id="30723" name="Rectangle 3"/>
          <p:cNvSpPr>
            <a:spLocks noGrp="1"/>
          </p:cNvSpPr>
          <p:nvPr>
            <p:ph type="body"/>
          </p:nvPr>
        </p:nvSpPr>
        <p:spPr>
          <a:ln/>
        </p:spPr>
        <p:txBody>
          <a:bodyPr vert="horz" wrap="square" lIns="91440" tIns="45720" rIns="91440" bIns="45720" anchor="t" anchorCtr="0"/>
          <a:p>
            <a:pPr eaLnBrk="1" hangingPunct="1"/>
            <a:r>
              <a:rPr lang="zh-CN" altLang="en-US" b="1" dirty="0"/>
              <a:t>手工算法</a:t>
            </a:r>
            <a:endParaRPr lang="zh-CN" altLang="en-US" b="1" dirty="0"/>
          </a:p>
        </p:txBody>
      </p:sp>
      <p:sp>
        <p:nvSpPr>
          <p:cNvPr id="30724" name="Text Box 4"/>
          <p:cNvSpPr txBox="1"/>
          <p:nvPr/>
        </p:nvSpPr>
        <p:spPr>
          <a:xfrm>
            <a:off x="2590800" y="2667000"/>
            <a:ext cx="2819400" cy="457200"/>
          </a:xfrm>
          <a:prstGeom prst="rect">
            <a:avLst/>
          </a:prstGeom>
          <a:noFill/>
          <a:ln w="9525">
            <a:noFill/>
          </a:ln>
        </p:spPr>
        <p:txBody>
          <a:bodyPr>
            <a:spAutoFit/>
          </a:bodyPr>
          <a:lstStyle>
            <a:lvl1pPr marL="342900" indent="-342900" algn="l" rtl="0" eaLnBrk="0" fontAlgn="base" hangingPunct="0">
              <a:spcBef>
                <a:spcPct val="20000"/>
              </a:spcBef>
              <a:spcAft>
                <a:spcPct val="0"/>
              </a:spcAft>
              <a:buChar char="•"/>
              <a:defRPr sz="3200">
                <a:solidFill>
                  <a:srgbClr val="666699"/>
                </a:solidFill>
                <a:latin typeface="+mn-lt"/>
                <a:ea typeface="+mn-ea"/>
                <a:cs typeface="+mn-cs"/>
              </a:defRPr>
            </a:lvl1pPr>
            <a:lvl2pPr marL="742950" indent="-285750" algn="l" rtl="0" eaLnBrk="0" fontAlgn="base" hangingPunct="0">
              <a:spcBef>
                <a:spcPct val="20000"/>
              </a:spcBef>
              <a:spcAft>
                <a:spcPct val="0"/>
              </a:spcAft>
              <a:buChar char="–"/>
              <a:defRPr sz="2800">
                <a:solidFill>
                  <a:srgbClr val="666699"/>
                </a:solidFill>
                <a:latin typeface="+mn-lt"/>
                <a:ea typeface="+mn-ea"/>
              </a:defRPr>
            </a:lvl2pPr>
            <a:lvl3pPr marL="1143000" indent="-228600" algn="l" rtl="0" eaLnBrk="0" fontAlgn="base" hangingPunct="0">
              <a:spcBef>
                <a:spcPct val="20000"/>
              </a:spcBef>
              <a:spcAft>
                <a:spcPct val="0"/>
              </a:spcAft>
              <a:buChar char="•"/>
              <a:defRPr sz="2400">
                <a:solidFill>
                  <a:srgbClr val="666699"/>
                </a:solidFill>
                <a:latin typeface="+mn-lt"/>
                <a:ea typeface="+mn-ea"/>
              </a:defRPr>
            </a:lvl3pPr>
            <a:lvl4pPr marL="1600200" indent="-228600" algn="l" rtl="0" eaLnBrk="0" fontAlgn="base" hangingPunct="0">
              <a:spcBef>
                <a:spcPct val="20000"/>
              </a:spcBef>
              <a:spcAft>
                <a:spcPct val="0"/>
              </a:spcAft>
              <a:buChar char="–"/>
              <a:defRPr sz="2000">
                <a:solidFill>
                  <a:srgbClr val="666699"/>
                </a:solidFill>
                <a:latin typeface="+mn-lt"/>
                <a:ea typeface="+mn-ea"/>
              </a:defRPr>
            </a:lvl4pPr>
            <a:lvl5pPr marL="2057400" indent="-228600" algn="l" rtl="0" eaLnBrk="0" fontAlgn="base" hangingPunct="0">
              <a:spcBef>
                <a:spcPct val="20000"/>
              </a:spcBef>
              <a:spcAft>
                <a:spcPct val="0"/>
              </a:spcAft>
              <a:buChar char="»"/>
              <a:defRPr sz="2000">
                <a:solidFill>
                  <a:srgbClr val="666699"/>
                </a:solidFill>
                <a:latin typeface="+mn-lt"/>
                <a:ea typeface="+mn-ea"/>
              </a:defRPr>
            </a:lvl5pPr>
          </a:lstStyle>
          <a:p>
            <a:pPr marL="0" lvl="0" indent="0" eaLnBrk="1" hangingPunct="1">
              <a:spcBef>
                <a:spcPct val="50000"/>
              </a:spcBef>
              <a:buNone/>
            </a:pPr>
            <a:r>
              <a:rPr lang="zh-CN" altLang="en-US" sz="2400" dirty="0">
                <a:solidFill>
                  <a:schemeClr val="tx1"/>
                </a:solidFill>
                <a:latin typeface="Tahoma" panose="020B0604030504040204" pitchFamily="34" charset="0"/>
              </a:rPr>
              <a:t>0. 1 1 0 1</a:t>
            </a:r>
            <a:endParaRPr lang="zh-CN" altLang="en-US" sz="2400" dirty="0">
              <a:solidFill>
                <a:schemeClr val="tx1"/>
              </a:solidFill>
              <a:latin typeface="Tahoma" panose="020B0604030504040204" pitchFamily="34" charset="0"/>
            </a:endParaRPr>
          </a:p>
        </p:txBody>
      </p:sp>
      <p:sp>
        <p:nvSpPr>
          <p:cNvPr id="30725" name="Text Box 5"/>
          <p:cNvSpPr txBox="1"/>
          <p:nvPr/>
        </p:nvSpPr>
        <p:spPr>
          <a:xfrm>
            <a:off x="2590800" y="3048000"/>
            <a:ext cx="1676400" cy="457200"/>
          </a:xfrm>
          <a:prstGeom prst="rect">
            <a:avLst/>
          </a:prstGeom>
          <a:noFill/>
          <a:ln w="9525">
            <a:noFill/>
          </a:ln>
        </p:spPr>
        <p:txBody>
          <a:bodyPr>
            <a:spAutoFit/>
          </a:bodyPr>
          <a:lstStyle>
            <a:lvl1pPr marL="342900" indent="-342900" algn="l" rtl="0" eaLnBrk="0" fontAlgn="base" hangingPunct="0">
              <a:spcBef>
                <a:spcPct val="20000"/>
              </a:spcBef>
              <a:spcAft>
                <a:spcPct val="0"/>
              </a:spcAft>
              <a:buChar char="•"/>
              <a:defRPr sz="3200">
                <a:solidFill>
                  <a:srgbClr val="666699"/>
                </a:solidFill>
                <a:latin typeface="+mn-lt"/>
                <a:ea typeface="+mn-ea"/>
                <a:cs typeface="+mn-cs"/>
              </a:defRPr>
            </a:lvl1pPr>
            <a:lvl2pPr marL="742950" indent="-285750" algn="l" rtl="0" eaLnBrk="0" fontAlgn="base" hangingPunct="0">
              <a:spcBef>
                <a:spcPct val="20000"/>
              </a:spcBef>
              <a:spcAft>
                <a:spcPct val="0"/>
              </a:spcAft>
              <a:buChar char="–"/>
              <a:defRPr sz="2800">
                <a:solidFill>
                  <a:srgbClr val="666699"/>
                </a:solidFill>
                <a:latin typeface="+mn-lt"/>
                <a:ea typeface="+mn-ea"/>
              </a:defRPr>
            </a:lvl2pPr>
            <a:lvl3pPr marL="1143000" indent="-228600" algn="l" rtl="0" eaLnBrk="0" fontAlgn="base" hangingPunct="0">
              <a:spcBef>
                <a:spcPct val="20000"/>
              </a:spcBef>
              <a:spcAft>
                <a:spcPct val="0"/>
              </a:spcAft>
              <a:buChar char="•"/>
              <a:defRPr sz="2400">
                <a:solidFill>
                  <a:srgbClr val="666699"/>
                </a:solidFill>
                <a:latin typeface="+mn-lt"/>
                <a:ea typeface="+mn-ea"/>
              </a:defRPr>
            </a:lvl3pPr>
            <a:lvl4pPr marL="1600200" indent="-228600" algn="l" rtl="0" eaLnBrk="0" fontAlgn="base" hangingPunct="0">
              <a:spcBef>
                <a:spcPct val="20000"/>
              </a:spcBef>
              <a:spcAft>
                <a:spcPct val="0"/>
              </a:spcAft>
              <a:buChar char="–"/>
              <a:defRPr sz="2000">
                <a:solidFill>
                  <a:srgbClr val="666699"/>
                </a:solidFill>
                <a:latin typeface="+mn-lt"/>
                <a:ea typeface="+mn-ea"/>
              </a:defRPr>
            </a:lvl4pPr>
            <a:lvl5pPr marL="2057400" indent="-228600" algn="l" rtl="0" eaLnBrk="0" fontAlgn="base" hangingPunct="0">
              <a:spcBef>
                <a:spcPct val="20000"/>
              </a:spcBef>
              <a:spcAft>
                <a:spcPct val="0"/>
              </a:spcAft>
              <a:buChar char="»"/>
              <a:defRPr sz="2000">
                <a:solidFill>
                  <a:srgbClr val="666699"/>
                </a:solidFill>
                <a:latin typeface="+mn-lt"/>
                <a:ea typeface="+mn-ea"/>
              </a:defRPr>
            </a:lvl5pPr>
          </a:lstStyle>
          <a:p>
            <a:pPr marL="0" lvl="0" indent="0" eaLnBrk="1" hangingPunct="1">
              <a:spcBef>
                <a:spcPct val="50000"/>
              </a:spcBef>
              <a:buNone/>
            </a:pPr>
            <a:r>
              <a:rPr lang="zh-CN" altLang="en-US" sz="2400" dirty="0">
                <a:solidFill>
                  <a:schemeClr val="tx1"/>
                </a:solidFill>
                <a:latin typeface="Tahoma" panose="020B0604030504040204" pitchFamily="34" charset="0"/>
              </a:rPr>
              <a:t>0. 1 0 1 1</a:t>
            </a:r>
            <a:endParaRPr lang="zh-CN" altLang="en-US" sz="2400" dirty="0">
              <a:solidFill>
                <a:schemeClr val="tx1"/>
              </a:solidFill>
              <a:latin typeface="Tahoma" panose="020B0604030504040204" pitchFamily="34" charset="0"/>
            </a:endParaRPr>
          </a:p>
        </p:txBody>
      </p:sp>
      <p:sp>
        <p:nvSpPr>
          <p:cNvPr id="30726" name="Text Box 6"/>
          <p:cNvSpPr txBox="1"/>
          <p:nvPr/>
        </p:nvSpPr>
        <p:spPr>
          <a:xfrm>
            <a:off x="1524000" y="3048000"/>
            <a:ext cx="685800" cy="457200"/>
          </a:xfrm>
          <a:prstGeom prst="rect">
            <a:avLst/>
          </a:prstGeom>
          <a:noFill/>
          <a:ln w="9525">
            <a:noFill/>
          </a:ln>
        </p:spPr>
        <p:txBody>
          <a:bodyPr>
            <a:spAutoFit/>
          </a:bodyPr>
          <a:lstStyle>
            <a:lvl1pPr marL="342900" indent="-342900" algn="l" rtl="0" eaLnBrk="0" fontAlgn="base" hangingPunct="0">
              <a:spcBef>
                <a:spcPct val="20000"/>
              </a:spcBef>
              <a:spcAft>
                <a:spcPct val="0"/>
              </a:spcAft>
              <a:buChar char="•"/>
              <a:defRPr sz="3200">
                <a:solidFill>
                  <a:srgbClr val="666699"/>
                </a:solidFill>
                <a:latin typeface="+mn-lt"/>
                <a:ea typeface="+mn-ea"/>
                <a:cs typeface="+mn-cs"/>
              </a:defRPr>
            </a:lvl1pPr>
            <a:lvl2pPr marL="742950" indent="-285750" algn="l" rtl="0" eaLnBrk="0" fontAlgn="base" hangingPunct="0">
              <a:spcBef>
                <a:spcPct val="20000"/>
              </a:spcBef>
              <a:spcAft>
                <a:spcPct val="0"/>
              </a:spcAft>
              <a:buChar char="–"/>
              <a:defRPr sz="2800">
                <a:solidFill>
                  <a:srgbClr val="666699"/>
                </a:solidFill>
                <a:latin typeface="+mn-lt"/>
                <a:ea typeface="+mn-ea"/>
              </a:defRPr>
            </a:lvl2pPr>
            <a:lvl3pPr marL="1143000" indent="-228600" algn="l" rtl="0" eaLnBrk="0" fontAlgn="base" hangingPunct="0">
              <a:spcBef>
                <a:spcPct val="20000"/>
              </a:spcBef>
              <a:spcAft>
                <a:spcPct val="0"/>
              </a:spcAft>
              <a:buChar char="•"/>
              <a:defRPr sz="2400">
                <a:solidFill>
                  <a:srgbClr val="666699"/>
                </a:solidFill>
                <a:latin typeface="+mn-lt"/>
                <a:ea typeface="+mn-ea"/>
              </a:defRPr>
            </a:lvl3pPr>
            <a:lvl4pPr marL="1600200" indent="-228600" algn="l" rtl="0" eaLnBrk="0" fontAlgn="base" hangingPunct="0">
              <a:spcBef>
                <a:spcPct val="20000"/>
              </a:spcBef>
              <a:spcAft>
                <a:spcPct val="0"/>
              </a:spcAft>
              <a:buChar char="–"/>
              <a:defRPr sz="2000">
                <a:solidFill>
                  <a:srgbClr val="666699"/>
                </a:solidFill>
                <a:latin typeface="+mn-lt"/>
                <a:ea typeface="+mn-ea"/>
              </a:defRPr>
            </a:lvl4pPr>
            <a:lvl5pPr marL="2057400" indent="-228600" algn="l" rtl="0" eaLnBrk="0" fontAlgn="base" hangingPunct="0">
              <a:spcBef>
                <a:spcPct val="20000"/>
              </a:spcBef>
              <a:spcAft>
                <a:spcPct val="0"/>
              </a:spcAft>
              <a:buChar char="»"/>
              <a:defRPr sz="2000">
                <a:solidFill>
                  <a:srgbClr val="666699"/>
                </a:solidFill>
                <a:latin typeface="+mn-lt"/>
                <a:ea typeface="+mn-ea"/>
              </a:defRPr>
            </a:lvl5pPr>
          </a:lstStyle>
          <a:p>
            <a:pPr marL="0" lvl="0" indent="0" eaLnBrk="1" hangingPunct="1">
              <a:spcBef>
                <a:spcPct val="50000"/>
              </a:spcBef>
              <a:buNone/>
            </a:pPr>
            <a:r>
              <a:rPr lang="zh-CN" altLang="en-US" sz="2400" dirty="0">
                <a:solidFill>
                  <a:schemeClr val="tx1"/>
                </a:solidFill>
                <a:latin typeface="Tahoma" panose="020B0604030504040204" pitchFamily="34" charset="0"/>
              </a:rPr>
              <a:t>×</a:t>
            </a:r>
            <a:endParaRPr lang="zh-CN" altLang="en-US" sz="2400" dirty="0">
              <a:solidFill>
                <a:schemeClr val="tx1"/>
              </a:solidFill>
              <a:latin typeface="Tahoma" panose="020B0604030504040204" pitchFamily="34" charset="0"/>
            </a:endParaRPr>
          </a:p>
        </p:txBody>
      </p:sp>
      <p:sp>
        <p:nvSpPr>
          <p:cNvPr id="30727" name="Line 7"/>
          <p:cNvSpPr/>
          <p:nvPr/>
        </p:nvSpPr>
        <p:spPr>
          <a:xfrm>
            <a:off x="1219200" y="3429000"/>
            <a:ext cx="3581400" cy="0"/>
          </a:xfrm>
          <a:prstGeom prst="line">
            <a:avLst/>
          </a:prstGeom>
          <a:ln w="9525" cap="flat" cmpd="sng">
            <a:solidFill>
              <a:schemeClr val="tx1"/>
            </a:solidFill>
            <a:prstDash val="solid"/>
            <a:headEnd type="none" w="med" len="med"/>
            <a:tailEnd type="none" w="med" len="med"/>
          </a:ln>
        </p:spPr>
      </p:sp>
      <p:sp>
        <p:nvSpPr>
          <p:cNvPr id="30728" name="Text Box 8"/>
          <p:cNvSpPr txBox="1"/>
          <p:nvPr/>
        </p:nvSpPr>
        <p:spPr>
          <a:xfrm>
            <a:off x="1905000" y="3429000"/>
            <a:ext cx="2209800" cy="457200"/>
          </a:xfrm>
          <a:prstGeom prst="rect">
            <a:avLst/>
          </a:prstGeom>
          <a:noFill/>
          <a:ln w="9525">
            <a:noFill/>
          </a:ln>
        </p:spPr>
        <p:txBody>
          <a:bodyPr>
            <a:spAutoFit/>
          </a:bodyPr>
          <a:lstStyle>
            <a:lvl1pPr marL="342900" indent="-342900" algn="l" rtl="0" eaLnBrk="0" fontAlgn="base" hangingPunct="0">
              <a:spcBef>
                <a:spcPct val="20000"/>
              </a:spcBef>
              <a:spcAft>
                <a:spcPct val="0"/>
              </a:spcAft>
              <a:buChar char="•"/>
              <a:defRPr sz="3200">
                <a:solidFill>
                  <a:srgbClr val="666699"/>
                </a:solidFill>
                <a:latin typeface="+mn-lt"/>
                <a:ea typeface="+mn-ea"/>
                <a:cs typeface="+mn-cs"/>
              </a:defRPr>
            </a:lvl1pPr>
            <a:lvl2pPr marL="742950" indent="-285750" algn="l" rtl="0" eaLnBrk="0" fontAlgn="base" hangingPunct="0">
              <a:spcBef>
                <a:spcPct val="20000"/>
              </a:spcBef>
              <a:spcAft>
                <a:spcPct val="0"/>
              </a:spcAft>
              <a:buChar char="–"/>
              <a:defRPr sz="2800">
                <a:solidFill>
                  <a:srgbClr val="666699"/>
                </a:solidFill>
                <a:latin typeface="+mn-lt"/>
                <a:ea typeface="+mn-ea"/>
              </a:defRPr>
            </a:lvl2pPr>
            <a:lvl3pPr marL="1143000" indent="-228600" algn="l" rtl="0" eaLnBrk="0" fontAlgn="base" hangingPunct="0">
              <a:spcBef>
                <a:spcPct val="20000"/>
              </a:spcBef>
              <a:spcAft>
                <a:spcPct val="0"/>
              </a:spcAft>
              <a:buChar char="•"/>
              <a:defRPr sz="2400">
                <a:solidFill>
                  <a:srgbClr val="666699"/>
                </a:solidFill>
                <a:latin typeface="+mn-lt"/>
                <a:ea typeface="+mn-ea"/>
              </a:defRPr>
            </a:lvl3pPr>
            <a:lvl4pPr marL="1600200" indent="-228600" algn="l" rtl="0" eaLnBrk="0" fontAlgn="base" hangingPunct="0">
              <a:spcBef>
                <a:spcPct val="20000"/>
              </a:spcBef>
              <a:spcAft>
                <a:spcPct val="0"/>
              </a:spcAft>
              <a:buChar char="–"/>
              <a:defRPr sz="2000">
                <a:solidFill>
                  <a:srgbClr val="666699"/>
                </a:solidFill>
                <a:latin typeface="+mn-lt"/>
                <a:ea typeface="+mn-ea"/>
              </a:defRPr>
            </a:lvl4pPr>
            <a:lvl5pPr marL="2057400" indent="-228600" algn="l" rtl="0" eaLnBrk="0" fontAlgn="base" hangingPunct="0">
              <a:spcBef>
                <a:spcPct val="20000"/>
              </a:spcBef>
              <a:spcAft>
                <a:spcPct val="0"/>
              </a:spcAft>
              <a:buChar char="»"/>
              <a:defRPr sz="2000">
                <a:solidFill>
                  <a:srgbClr val="666699"/>
                </a:solidFill>
                <a:latin typeface="+mn-lt"/>
                <a:ea typeface="+mn-ea"/>
              </a:defRPr>
            </a:lvl5pPr>
          </a:lstStyle>
          <a:p>
            <a:pPr marL="0" lvl="0" indent="0" eaLnBrk="1" hangingPunct="1">
              <a:spcBef>
                <a:spcPct val="50000"/>
              </a:spcBef>
              <a:buNone/>
            </a:pPr>
            <a:r>
              <a:rPr lang="zh-CN" altLang="en-US" sz="2400" dirty="0">
                <a:solidFill>
                  <a:schemeClr val="tx1"/>
                </a:solidFill>
                <a:latin typeface="Tahoma" panose="020B0604030504040204" pitchFamily="34" charset="0"/>
              </a:rPr>
              <a:t>           1 1 0 1</a:t>
            </a:r>
            <a:endParaRPr lang="zh-CN" altLang="en-US" sz="2400" dirty="0">
              <a:solidFill>
                <a:schemeClr val="tx1"/>
              </a:solidFill>
              <a:latin typeface="Tahoma" panose="020B0604030504040204" pitchFamily="34" charset="0"/>
            </a:endParaRPr>
          </a:p>
        </p:txBody>
      </p:sp>
      <p:sp>
        <p:nvSpPr>
          <p:cNvPr id="30729" name="Text Box 9"/>
          <p:cNvSpPr txBox="1"/>
          <p:nvPr/>
        </p:nvSpPr>
        <p:spPr>
          <a:xfrm>
            <a:off x="1641475" y="3733800"/>
            <a:ext cx="2209800" cy="457200"/>
          </a:xfrm>
          <a:prstGeom prst="rect">
            <a:avLst/>
          </a:prstGeom>
          <a:noFill/>
          <a:ln w="9525">
            <a:noFill/>
          </a:ln>
        </p:spPr>
        <p:txBody>
          <a:bodyPr>
            <a:spAutoFit/>
          </a:bodyPr>
          <a:lstStyle>
            <a:lvl1pPr marL="342900" indent="-342900" algn="l" rtl="0" eaLnBrk="0" fontAlgn="base" hangingPunct="0">
              <a:spcBef>
                <a:spcPct val="20000"/>
              </a:spcBef>
              <a:spcAft>
                <a:spcPct val="0"/>
              </a:spcAft>
              <a:buChar char="•"/>
              <a:defRPr sz="3200">
                <a:solidFill>
                  <a:srgbClr val="666699"/>
                </a:solidFill>
                <a:latin typeface="+mn-lt"/>
                <a:ea typeface="+mn-ea"/>
                <a:cs typeface="+mn-cs"/>
              </a:defRPr>
            </a:lvl1pPr>
            <a:lvl2pPr marL="742950" indent="-285750" algn="l" rtl="0" eaLnBrk="0" fontAlgn="base" hangingPunct="0">
              <a:spcBef>
                <a:spcPct val="20000"/>
              </a:spcBef>
              <a:spcAft>
                <a:spcPct val="0"/>
              </a:spcAft>
              <a:buChar char="–"/>
              <a:defRPr sz="2800">
                <a:solidFill>
                  <a:srgbClr val="666699"/>
                </a:solidFill>
                <a:latin typeface="+mn-lt"/>
                <a:ea typeface="+mn-ea"/>
              </a:defRPr>
            </a:lvl2pPr>
            <a:lvl3pPr marL="1143000" indent="-228600" algn="l" rtl="0" eaLnBrk="0" fontAlgn="base" hangingPunct="0">
              <a:spcBef>
                <a:spcPct val="20000"/>
              </a:spcBef>
              <a:spcAft>
                <a:spcPct val="0"/>
              </a:spcAft>
              <a:buChar char="•"/>
              <a:defRPr sz="2400">
                <a:solidFill>
                  <a:srgbClr val="666699"/>
                </a:solidFill>
                <a:latin typeface="+mn-lt"/>
                <a:ea typeface="+mn-ea"/>
              </a:defRPr>
            </a:lvl3pPr>
            <a:lvl4pPr marL="1600200" indent="-228600" algn="l" rtl="0" eaLnBrk="0" fontAlgn="base" hangingPunct="0">
              <a:spcBef>
                <a:spcPct val="20000"/>
              </a:spcBef>
              <a:spcAft>
                <a:spcPct val="0"/>
              </a:spcAft>
              <a:buChar char="–"/>
              <a:defRPr sz="2000">
                <a:solidFill>
                  <a:srgbClr val="666699"/>
                </a:solidFill>
                <a:latin typeface="+mn-lt"/>
                <a:ea typeface="+mn-ea"/>
              </a:defRPr>
            </a:lvl4pPr>
            <a:lvl5pPr marL="2057400" indent="-228600" algn="l" rtl="0" eaLnBrk="0" fontAlgn="base" hangingPunct="0">
              <a:spcBef>
                <a:spcPct val="20000"/>
              </a:spcBef>
              <a:spcAft>
                <a:spcPct val="0"/>
              </a:spcAft>
              <a:buChar char="»"/>
              <a:defRPr sz="2000">
                <a:solidFill>
                  <a:srgbClr val="666699"/>
                </a:solidFill>
                <a:latin typeface="+mn-lt"/>
                <a:ea typeface="+mn-ea"/>
              </a:defRPr>
            </a:lvl5pPr>
          </a:lstStyle>
          <a:p>
            <a:pPr marL="0" lvl="0" indent="0" eaLnBrk="1" hangingPunct="1">
              <a:spcBef>
                <a:spcPct val="50000"/>
              </a:spcBef>
              <a:buNone/>
            </a:pPr>
            <a:r>
              <a:rPr lang="zh-CN" altLang="en-US" sz="2400" dirty="0">
                <a:solidFill>
                  <a:schemeClr val="tx1"/>
                </a:solidFill>
                <a:latin typeface="Tahoma" panose="020B0604030504040204" pitchFamily="34" charset="0"/>
              </a:rPr>
              <a:t>           1 1 0 1</a:t>
            </a:r>
            <a:endParaRPr lang="zh-CN" altLang="en-US" sz="2400" dirty="0">
              <a:solidFill>
                <a:schemeClr val="tx1"/>
              </a:solidFill>
              <a:latin typeface="Tahoma" panose="020B0604030504040204" pitchFamily="34" charset="0"/>
            </a:endParaRPr>
          </a:p>
        </p:txBody>
      </p:sp>
      <p:sp>
        <p:nvSpPr>
          <p:cNvPr id="30730" name="Text Box 10"/>
          <p:cNvSpPr txBox="1"/>
          <p:nvPr/>
        </p:nvSpPr>
        <p:spPr>
          <a:xfrm>
            <a:off x="1354138" y="4114800"/>
            <a:ext cx="2209800" cy="457200"/>
          </a:xfrm>
          <a:prstGeom prst="rect">
            <a:avLst/>
          </a:prstGeom>
          <a:noFill/>
          <a:ln w="9525">
            <a:noFill/>
          </a:ln>
        </p:spPr>
        <p:txBody>
          <a:bodyPr>
            <a:spAutoFit/>
          </a:bodyPr>
          <a:lstStyle>
            <a:lvl1pPr marL="342900" indent="-342900" algn="l" rtl="0" eaLnBrk="0" fontAlgn="base" hangingPunct="0">
              <a:spcBef>
                <a:spcPct val="20000"/>
              </a:spcBef>
              <a:spcAft>
                <a:spcPct val="0"/>
              </a:spcAft>
              <a:buChar char="•"/>
              <a:defRPr sz="3200">
                <a:solidFill>
                  <a:srgbClr val="666699"/>
                </a:solidFill>
                <a:latin typeface="+mn-lt"/>
                <a:ea typeface="+mn-ea"/>
                <a:cs typeface="+mn-cs"/>
              </a:defRPr>
            </a:lvl1pPr>
            <a:lvl2pPr marL="742950" indent="-285750" algn="l" rtl="0" eaLnBrk="0" fontAlgn="base" hangingPunct="0">
              <a:spcBef>
                <a:spcPct val="20000"/>
              </a:spcBef>
              <a:spcAft>
                <a:spcPct val="0"/>
              </a:spcAft>
              <a:buChar char="–"/>
              <a:defRPr sz="2800">
                <a:solidFill>
                  <a:srgbClr val="666699"/>
                </a:solidFill>
                <a:latin typeface="+mn-lt"/>
                <a:ea typeface="+mn-ea"/>
              </a:defRPr>
            </a:lvl2pPr>
            <a:lvl3pPr marL="1143000" indent="-228600" algn="l" rtl="0" eaLnBrk="0" fontAlgn="base" hangingPunct="0">
              <a:spcBef>
                <a:spcPct val="20000"/>
              </a:spcBef>
              <a:spcAft>
                <a:spcPct val="0"/>
              </a:spcAft>
              <a:buChar char="•"/>
              <a:defRPr sz="2400">
                <a:solidFill>
                  <a:srgbClr val="666699"/>
                </a:solidFill>
                <a:latin typeface="+mn-lt"/>
                <a:ea typeface="+mn-ea"/>
              </a:defRPr>
            </a:lvl3pPr>
            <a:lvl4pPr marL="1600200" indent="-228600" algn="l" rtl="0" eaLnBrk="0" fontAlgn="base" hangingPunct="0">
              <a:spcBef>
                <a:spcPct val="20000"/>
              </a:spcBef>
              <a:spcAft>
                <a:spcPct val="0"/>
              </a:spcAft>
              <a:buChar char="–"/>
              <a:defRPr sz="2000">
                <a:solidFill>
                  <a:srgbClr val="666699"/>
                </a:solidFill>
                <a:latin typeface="+mn-lt"/>
                <a:ea typeface="+mn-ea"/>
              </a:defRPr>
            </a:lvl4pPr>
            <a:lvl5pPr marL="2057400" indent="-228600" algn="l" rtl="0" eaLnBrk="0" fontAlgn="base" hangingPunct="0">
              <a:spcBef>
                <a:spcPct val="20000"/>
              </a:spcBef>
              <a:spcAft>
                <a:spcPct val="0"/>
              </a:spcAft>
              <a:buChar char="»"/>
              <a:defRPr sz="2000">
                <a:solidFill>
                  <a:srgbClr val="666699"/>
                </a:solidFill>
                <a:latin typeface="+mn-lt"/>
                <a:ea typeface="+mn-ea"/>
              </a:defRPr>
            </a:lvl5pPr>
          </a:lstStyle>
          <a:p>
            <a:pPr marL="0" lvl="0" indent="0" eaLnBrk="1" hangingPunct="1">
              <a:spcBef>
                <a:spcPct val="50000"/>
              </a:spcBef>
              <a:buNone/>
            </a:pPr>
            <a:r>
              <a:rPr lang="zh-CN" altLang="en-US" sz="2400" dirty="0">
                <a:solidFill>
                  <a:schemeClr val="tx1"/>
                </a:solidFill>
                <a:latin typeface="Tahoma" panose="020B0604030504040204" pitchFamily="34" charset="0"/>
              </a:rPr>
              <a:t>           0 0 0 0</a:t>
            </a:r>
            <a:endParaRPr lang="zh-CN" altLang="en-US" sz="2400" dirty="0">
              <a:solidFill>
                <a:schemeClr val="tx1"/>
              </a:solidFill>
              <a:latin typeface="Tahoma" panose="020B0604030504040204" pitchFamily="34" charset="0"/>
            </a:endParaRPr>
          </a:p>
        </p:txBody>
      </p:sp>
      <p:sp>
        <p:nvSpPr>
          <p:cNvPr id="30731" name="Text Box 11"/>
          <p:cNvSpPr txBox="1"/>
          <p:nvPr/>
        </p:nvSpPr>
        <p:spPr>
          <a:xfrm>
            <a:off x="1116013" y="4495800"/>
            <a:ext cx="2209800" cy="457200"/>
          </a:xfrm>
          <a:prstGeom prst="rect">
            <a:avLst/>
          </a:prstGeom>
          <a:noFill/>
          <a:ln w="9525">
            <a:noFill/>
          </a:ln>
        </p:spPr>
        <p:txBody>
          <a:bodyPr>
            <a:spAutoFit/>
          </a:bodyPr>
          <a:lstStyle>
            <a:lvl1pPr marL="342900" indent="-342900" algn="l" rtl="0" eaLnBrk="0" fontAlgn="base" hangingPunct="0">
              <a:spcBef>
                <a:spcPct val="20000"/>
              </a:spcBef>
              <a:spcAft>
                <a:spcPct val="0"/>
              </a:spcAft>
              <a:buChar char="•"/>
              <a:defRPr sz="3200">
                <a:solidFill>
                  <a:srgbClr val="666699"/>
                </a:solidFill>
                <a:latin typeface="+mn-lt"/>
                <a:ea typeface="+mn-ea"/>
                <a:cs typeface="+mn-cs"/>
              </a:defRPr>
            </a:lvl1pPr>
            <a:lvl2pPr marL="742950" indent="-285750" algn="l" rtl="0" eaLnBrk="0" fontAlgn="base" hangingPunct="0">
              <a:spcBef>
                <a:spcPct val="20000"/>
              </a:spcBef>
              <a:spcAft>
                <a:spcPct val="0"/>
              </a:spcAft>
              <a:buChar char="–"/>
              <a:defRPr sz="2800">
                <a:solidFill>
                  <a:srgbClr val="666699"/>
                </a:solidFill>
                <a:latin typeface="+mn-lt"/>
                <a:ea typeface="+mn-ea"/>
              </a:defRPr>
            </a:lvl2pPr>
            <a:lvl3pPr marL="1143000" indent="-228600" algn="l" rtl="0" eaLnBrk="0" fontAlgn="base" hangingPunct="0">
              <a:spcBef>
                <a:spcPct val="20000"/>
              </a:spcBef>
              <a:spcAft>
                <a:spcPct val="0"/>
              </a:spcAft>
              <a:buChar char="•"/>
              <a:defRPr sz="2400">
                <a:solidFill>
                  <a:srgbClr val="666699"/>
                </a:solidFill>
                <a:latin typeface="+mn-lt"/>
                <a:ea typeface="+mn-ea"/>
              </a:defRPr>
            </a:lvl3pPr>
            <a:lvl4pPr marL="1600200" indent="-228600" algn="l" rtl="0" eaLnBrk="0" fontAlgn="base" hangingPunct="0">
              <a:spcBef>
                <a:spcPct val="20000"/>
              </a:spcBef>
              <a:spcAft>
                <a:spcPct val="0"/>
              </a:spcAft>
              <a:buChar char="–"/>
              <a:defRPr sz="2000">
                <a:solidFill>
                  <a:srgbClr val="666699"/>
                </a:solidFill>
                <a:latin typeface="+mn-lt"/>
                <a:ea typeface="+mn-ea"/>
              </a:defRPr>
            </a:lvl4pPr>
            <a:lvl5pPr marL="2057400" indent="-228600" algn="l" rtl="0" eaLnBrk="0" fontAlgn="base" hangingPunct="0">
              <a:spcBef>
                <a:spcPct val="20000"/>
              </a:spcBef>
              <a:spcAft>
                <a:spcPct val="0"/>
              </a:spcAft>
              <a:buChar char="»"/>
              <a:defRPr sz="2000">
                <a:solidFill>
                  <a:srgbClr val="666699"/>
                </a:solidFill>
                <a:latin typeface="+mn-lt"/>
                <a:ea typeface="+mn-ea"/>
              </a:defRPr>
            </a:lvl5pPr>
          </a:lstStyle>
          <a:p>
            <a:pPr marL="0" lvl="0" indent="0" eaLnBrk="1" hangingPunct="1">
              <a:spcBef>
                <a:spcPct val="50000"/>
              </a:spcBef>
              <a:buNone/>
            </a:pPr>
            <a:r>
              <a:rPr lang="zh-CN" altLang="en-US" sz="2400" dirty="0">
                <a:solidFill>
                  <a:schemeClr val="tx1"/>
                </a:solidFill>
                <a:latin typeface="Tahoma" panose="020B0604030504040204" pitchFamily="34" charset="0"/>
              </a:rPr>
              <a:t>           1 1 0 1</a:t>
            </a:r>
            <a:endParaRPr lang="zh-CN" altLang="en-US" sz="2400" dirty="0">
              <a:solidFill>
                <a:schemeClr val="tx1"/>
              </a:solidFill>
              <a:latin typeface="Tahoma" panose="020B0604030504040204" pitchFamily="34" charset="0"/>
            </a:endParaRPr>
          </a:p>
        </p:txBody>
      </p:sp>
      <p:sp>
        <p:nvSpPr>
          <p:cNvPr id="30732" name="Line 12"/>
          <p:cNvSpPr/>
          <p:nvPr/>
        </p:nvSpPr>
        <p:spPr>
          <a:xfrm>
            <a:off x="1219200" y="4953000"/>
            <a:ext cx="3657600" cy="0"/>
          </a:xfrm>
          <a:prstGeom prst="line">
            <a:avLst/>
          </a:prstGeom>
          <a:ln w="9525" cap="flat" cmpd="sng">
            <a:solidFill>
              <a:schemeClr val="tx1"/>
            </a:solidFill>
            <a:prstDash val="solid"/>
            <a:headEnd type="none" w="med" len="med"/>
            <a:tailEnd type="none" w="med" len="med"/>
          </a:ln>
        </p:spPr>
      </p:sp>
      <p:sp>
        <p:nvSpPr>
          <p:cNvPr id="30733" name="Text Box 13"/>
          <p:cNvSpPr txBox="1"/>
          <p:nvPr/>
        </p:nvSpPr>
        <p:spPr>
          <a:xfrm>
            <a:off x="1219200" y="4572000"/>
            <a:ext cx="381000" cy="457200"/>
          </a:xfrm>
          <a:prstGeom prst="rect">
            <a:avLst/>
          </a:prstGeom>
          <a:noFill/>
          <a:ln w="9525">
            <a:noFill/>
          </a:ln>
        </p:spPr>
        <p:txBody>
          <a:bodyPr>
            <a:spAutoFit/>
          </a:bodyPr>
          <a:lstStyle>
            <a:lvl1pPr marL="342900" indent="-342900" algn="l" rtl="0" eaLnBrk="0" fontAlgn="base" hangingPunct="0">
              <a:spcBef>
                <a:spcPct val="20000"/>
              </a:spcBef>
              <a:spcAft>
                <a:spcPct val="0"/>
              </a:spcAft>
              <a:buChar char="•"/>
              <a:defRPr sz="3200">
                <a:solidFill>
                  <a:srgbClr val="666699"/>
                </a:solidFill>
                <a:latin typeface="+mn-lt"/>
                <a:ea typeface="+mn-ea"/>
                <a:cs typeface="+mn-cs"/>
              </a:defRPr>
            </a:lvl1pPr>
            <a:lvl2pPr marL="742950" indent="-285750" algn="l" rtl="0" eaLnBrk="0" fontAlgn="base" hangingPunct="0">
              <a:spcBef>
                <a:spcPct val="20000"/>
              </a:spcBef>
              <a:spcAft>
                <a:spcPct val="0"/>
              </a:spcAft>
              <a:buChar char="–"/>
              <a:defRPr sz="2800">
                <a:solidFill>
                  <a:srgbClr val="666699"/>
                </a:solidFill>
                <a:latin typeface="+mn-lt"/>
                <a:ea typeface="+mn-ea"/>
              </a:defRPr>
            </a:lvl2pPr>
            <a:lvl3pPr marL="1143000" indent="-228600" algn="l" rtl="0" eaLnBrk="0" fontAlgn="base" hangingPunct="0">
              <a:spcBef>
                <a:spcPct val="20000"/>
              </a:spcBef>
              <a:spcAft>
                <a:spcPct val="0"/>
              </a:spcAft>
              <a:buChar char="•"/>
              <a:defRPr sz="2400">
                <a:solidFill>
                  <a:srgbClr val="666699"/>
                </a:solidFill>
                <a:latin typeface="+mn-lt"/>
                <a:ea typeface="+mn-ea"/>
              </a:defRPr>
            </a:lvl3pPr>
            <a:lvl4pPr marL="1600200" indent="-228600" algn="l" rtl="0" eaLnBrk="0" fontAlgn="base" hangingPunct="0">
              <a:spcBef>
                <a:spcPct val="20000"/>
              </a:spcBef>
              <a:spcAft>
                <a:spcPct val="0"/>
              </a:spcAft>
              <a:buChar char="–"/>
              <a:defRPr sz="2000">
                <a:solidFill>
                  <a:srgbClr val="666699"/>
                </a:solidFill>
                <a:latin typeface="+mn-lt"/>
                <a:ea typeface="+mn-ea"/>
              </a:defRPr>
            </a:lvl4pPr>
            <a:lvl5pPr marL="2057400" indent="-228600" algn="l" rtl="0" eaLnBrk="0" fontAlgn="base" hangingPunct="0">
              <a:spcBef>
                <a:spcPct val="20000"/>
              </a:spcBef>
              <a:spcAft>
                <a:spcPct val="0"/>
              </a:spcAft>
              <a:buChar char="»"/>
              <a:defRPr sz="2000">
                <a:solidFill>
                  <a:srgbClr val="666699"/>
                </a:solidFill>
                <a:latin typeface="+mn-lt"/>
                <a:ea typeface="+mn-ea"/>
              </a:defRPr>
            </a:lvl5pPr>
          </a:lstStyle>
          <a:p>
            <a:pPr marL="0" lvl="0" indent="0" eaLnBrk="1" hangingPunct="1">
              <a:spcBef>
                <a:spcPct val="50000"/>
              </a:spcBef>
              <a:buNone/>
            </a:pPr>
            <a:r>
              <a:rPr lang="zh-CN" altLang="en-US" sz="2400" dirty="0">
                <a:solidFill>
                  <a:schemeClr val="tx1"/>
                </a:solidFill>
                <a:latin typeface="Tahoma" panose="020B0604030504040204" pitchFamily="34" charset="0"/>
              </a:rPr>
              <a:t>+</a:t>
            </a:r>
            <a:endParaRPr lang="zh-CN" altLang="en-US" sz="2400" dirty="0">
              <a:solidFill>
                <a:schemeClr val="tx1"/>
              </a:solidFill>
              <a:latin typeface="Tahoma" panose="020B0604030504040204" pitchFamily="34" charset="0"/>
            </a:endParaRPr>
          </a:p>
        </p:txBody>
      </p:sp>
      <p:sp>
        <p:nvSpPr>
          <p:cNvPr id="30734" name="Text Box 14"/>
          <p:cNvSpPr txBox="1"/>
          <p:nvPr/>
        </p:nvSpPr>
        <p:spPr>
          <a:xfrm>
            <a:off x="1403350" y="5029200"/>
            <a:ext cx="3124200" cy="457200"/>
          </a:xfrm>
          <a:prstGeom prst="rect">
            <a:avLst/>
          </a:prstGeom>
          <a:noFill/>
          <a:ln w="9525">
            <a:noFill/>
          </a:ln>
        </p:spPr>
        <p:txBody>
          <a:bodyPr>
            <a:spAutoFit/>
          </a:bodyPr>
          <a:lstStyle>
            <a:lvl1pPr marL="342900" indent="-342900" algn="l" rtl="0" eaLnBrk="0" fontAlgn="base" hangingPunct="0">
              <a:spcBef>
                <a:spcPct val="20000"/>
              </a:spcBef>
              <a:spcAft>
                <a:spcPct val="0"/>
              </a:spcAft>
              <a:buChar char="•"/>
              <a:defRPr sz="3200">
                <a:solidFill>
                  <a:srgbClr val="666699"/>
                </a:solidFill>
                <a:latin typeface="+mn-lt"/>
                <a:ea typeface="+mn-ea"/>
                <a:cs typeface="+mn-cs"/>
              </a:defRPr>
            </a:lvl1pPr>
            <a:lvl2pPr marL="742950" indent="-285750" algn="l" rtl="0" eaLnBrk="0" fontAlgn="base" hangingPunct="0">
              <a:spcBef>
                <a:spcPct val="20000"/>
              </a:spcBef>
              <a:spcAft>
                <a:spcPct val="0"/>
              </a:spcAft>
              <a:buChar char="–"/>
              <a:defRPr sz="2800">
                <a:solidFill>
                  <a:srgbClr val="666699"/>
                </a:solidFill>
                <a:latin typeface="+mn-lt"/>
                <a:ea typeface="+mn-ea"/>
              </a:defRPr>
            </a:lvl2pPr>
            <a:lvl3pPr marL="1143000" indent="-228600" algn="l" rtl="0" eaLnBrk="0" fontAlgn="base" hangingPunct="0">
              <a:spcBef>
                <a:spcPct val="20000"/>
              </a:spcBef>
              <a:spcAft>
                <a:spcPct val="0"/>
              </a:spcAft>
              <a:buChar char="•"/>
              <a:defRPr sz="2400">
                <a:solidFill>
                  <a:srgbClr val="666699"/>
                </a:solidFill>
                <a:latin typeface="+mn-lt"/>
                <a:ea typeface="+mn-ea"/>
              </a:defRPr>
            </a:lvl3pPr>
            <a:lvl4pPr marL="1600200" indent="-228600" algn="l" rtl="0" eaLnBrk="0" fontAlgn="base" hangingPunct="0">
              <a:spcBef>
                <a:spcPct val="20000"/>
              </a:spcBef>
              <a:spcAft>
                <a:spcPct val="0"/>
              </a:spcAft>
              <a:buChar char="–"/>
              <a:defRPr sz="2000">
                <a:solidFill>
                  <a:srgbClr val="666699"/>
                </a:solidFill>
                <a:latin typeface="+mn-lt"/>
                <a:ea typeface="+mn-ea"/>
              </a:defRPr>
            </a:lvl4pPr>
            <a:lvl5pPr marL="2057400" indent="-228600" algn="l" rtl="0" eaLnBrk="0" fontAlgn="base" hangingPunct="0">
              <a:spcBef>
                <a:spcPct val="20000"/>
              </a:spcBef>
              <a:spcAft>
                <a:spcPct val="0"/>
              </a:spcAft>
              <a:buChar char="»"/>
              <a:defRPr sz="2000">
                <a:solidFill>
                  <a:srgbClr val="666699"/>
                </a:solidFill>
                <a:latin typeface="+mn-lt"/>
                <a:ea typeface="+mn-ea"/>
              </a:defRPr>
            </a:lvl5pPr>
          </a:lstStyle>
          <a:p>
            <a:pPr marL="0" lvl="0" indent="0" eaLnBrk="1" hangingPunct="1">
              <a:spcBef>
                <a:spcPct val="50000"/>
              </a:spcBef>
              <a:buNone/>
            </a:pPr>
            <a:r>
              <a:rPr lang="zh-CN" altLang="en-US" sz="2400" dirty="0">
                <a:solidFill>
                  <a:schemeClr val="tx1"/>
                </a:solidFill>
                <a:latin typeface="Tahoma" panose="020B0604030504040204" pitchFamily="34" charset="0"/>
              </a:rPr>
              <a:t>     1 0 0 0 1 1 1 1</a:t>
            </a:r>
            <a:endParaRPr lang="zh-CN" altLang="en-US" sz="2400" dirty="0">
              <a:solidFill>
                <a:schemeClr val="tx1"/>
              </a:solidFill>
              <a:latin typeface="Tahoma" panose="020B0604030504040204" pitchFamily="34" charset="0"/>
            </a:endParaRPr>
          </a:p>
        </p:txBody>
      </p:sp>
      <p:sp>
        <p:nvSpPr>
          <p:cNvPr id="30735" name="Text Box 15"/>
          <p:cNvSpPr txBox="1"/>
          <p:nvPr/>
        </p:nvSpPr>
        <p:spPr>
          <a:xfrm>
            <a:off x="1143000" y="5029200"/>
            <a:ext cx="914400" cy="457200"/>
          </a:xfrm>
          <a:prstGeom prst="rect">
            <a:avLst/>
          </a:prstGeom>
          <a:noFill/>
          <a:ln w="9525">
            <a:noFill/>
          </a:ln>
        </p:spPr>
        <p:txBody>
          <a:bodyPr>
            <a:spAutoFit/>
          </a:bodyPr>
          <a:lstStyle>
            <a:lvl1pPr marL="342900" indent="-342900" algn="l" rtl="0" eaLnBrk="0" fontAlgn="base" hangingPunct="0">
              <a:spcBef>
                <a:spcPct val="20000"/>
              </a:spcBef>
              <a:spcAft>
                <a:spcPct val="0"/>
              </a:spcAft>
              <a:buChar char="•"/>
              <a:defRPr sz="3200">
                <a:solidFill>
                  <a:srgbClr val="666699"/>
                </a:solidFill>
                <a:latin typeface="+mn-lt"/>
                <a:ea typeface="+mn-ea"/>
                <a:cs typeface="+mn-cs"/>
              </a:defRPr>
            </a:lvl1pPr>
            <a:lvl2pPr marL="742950" indent="-285750" algn="l" rtl="0" eaLnBrk="0" fontAlgn="base" hangingPunct="0">
              <a:spcBef>
                <a:spcPct val="20000"/>
              </a:spcBef>
              <a:spcAft>
                <a:spcPct val="0"/>
              </a:spcAft>
              <a:buChar char="–"/>
              <a:defRPr sz="2800">
                <a:solidFill>
                  <a:srgbClr val="666699"/>
                </a:solidFill>
                <a:latin typeface="+mn-lt"/>
                <a:ea typeface="+mn-ea"/>
              </a:defRPr>
            </a:lvl2pPr>
            <a:lvl3pPr marL="1143000" indent="-228600" algn="l" rtl="0" eaLnBrk="0" fontAlgn="base" hangingPunct="0">
              <a:spcBef>
                <a:spcPct val="20000"/>
              </a:spcBef>
              <a:spcAft>
                <a:spcPct val="0"/>
              </a:spcAft>
              <a:buChar char="•"/>
              <a:defRPr sz="2400">
                <a:solidFill>
                  <a:srgbClr val="666699"/>
                </a:solidFill>
                <a:latin typeface="+mn-lt"/>
                <a:ea typeface="+mn-ea"/>
              </a:defRPr>
            </a:lvl3pPr>
            <a:lvl4pPr marL="1600200" indent="-228600" algn="l" rtl="0" eaLnBrk="0" fontAlgn="base" hangingPunct="0">
              <a:spcBef>
                <a:spcPct val="20000"/>
              </a:spcBef>
              <a:spcAft>
                <a:spcPct val="0"/>
              </a:spcAft>
              <a:buChar char="–"/>
              <a:defRPr sz="2000">
                <a:solidFill>
                  <a:srgbClr val="666699"/>
                </a:solidFill>
                <a:latin typeface="+mn-lt"/>
                <a:ea typeface="+mn-ea"/>
              </a:defRPr>
            </a:lvl4pPr>
            <a:lvl5pPr marL="2057400" indent="-228600" algn="l" rtl="0" eaLnBrk="0" fontAlgn="base" hangingPunct="0">
              <a:spcBef>
                <a:spcPct val="20000"/>
              </a:spcBef>
              <a:spcAft>
                <a:spcPct val="0"/>
              </a:spcAft>
              <a:buChar char="»"/>
              <a:defRPr sz="2000">
                <a:solidFill>
                  <a:srgbClr val="666699"/>
                </a:solidFill>
                <a:latin typeface="+mn-lt"/>
                <a:ea typeface="+mn-ea"/>
              </a:defRPr>
            </a:lvl5pPr>
          </a:lstStyle>
          <a:p>
            <a:pPr marL="0" lvl="0" indent="0" eaLnBrk="1" hangingPunct="1">
              <a:spcBef>
                <a:spcPct val="50000"/>
              </a:spcBef>
              <a:buNone/>
            </a:pPr>
            <a:r>
              <a:rPr lang="zh-CN" altLang="en-US" sz="2400" dirty="0">
                <a:solidFill>
                  <a:schemeClr val="tx1"/>
                </a:solidFill>
                <a:latin typeface="Tahoma" panose="020B0604030504040204" pitchFamily="34" charset="0"/>
              </a:rPr>
              <a:t>     0.</a:t>
            </a:r>
            <a:endParaRPr lang="zh-CN" altLang="en-US" sz="2400" dirty="0">
              <a:solidFill>
                <a:schemeClr val="tx1"/>
              </a:solidFill>
              <a:latin typeface="Tahoma" panose="020B0604030504040204" pitchFamily="34" charset="0"/>
            </a:endParaRPr>
          </a:p>
        </p:txBody>
      </p:sp>
      <p:sp>
        <p:nvSpPr>
          <p:cNvPr id="30736" name="Text Box 16"/>
          <p:cNvSpPr txBox="1"/>
          <p:nvPr/>
        </p:nvSpPr>
        <p:spPr>
          <a:xfrm>
            <a:off x="5006975" y="620713"/>
            <a:ext cx="3959225" cy="5578475"/>
          </a:xfrm>
          <a:prstGeom prst="rect">
            <a:avLst/>
          </a:prstGeom>
          <a:noFill/>
          <a:ln w="9525">
            <a:noFill/>
          </a:ln>
        </p:spPr>
        <p:txBody>
          <a:bodyPr>
            <a:spAutoFit/>
          </a:bodyPr>
          <a:lstStyle>
            <a:lvl1pPr marL="342900" indent="-342900" algn="l" rtl="0" eaLnBrk="0" fontAlgn="base" hangingPunct="0">
              <a:spcBef>
                <a:spcPct val="20000"/>
              </a:spcBef>
              <a:spcAft>
                <a:spcPct val="0"/>
              </a:spcAft>
              <a:buChar char="•"/>
              <a:defRPr sz="3200">
                <a:solidFill>
                  <a:srgbClr val="666699"/>
                </a:solidFill>
                <a:latin typeface="+mn-lt"/>
                <a:ea typeface="+mn-ea"/>
                <a:cs typeface="+mn-cs"/>
              </a:defRPr>
            </a:lvl1pPr>
            <a:lvl2pPr marL="742950" indent="-285750" algn="l" rtl="0" eaLnBrk="0" fontAlgn="base" hangingPunct="0">
              <a:spcBef>
                <a:spcPct val="20000"/>
              </a:spcBef>
              <a:spcAft>
                <a:spcPct val="0"/>
              </a:spcAft>
              <a:buChar char="–"/>
              <a:defRPr sz="2800">
                <a:solidFill>
                  <a:srgbClr val="666699"/>
                </a:solidFill>
                <a:latin typeface="+mn-lt"/>
                <a:ea typeface="+mn-ea"/>
              </a:defRPr>
            </a:lvl2pPr>
            <a:lvl3pPr marL="1143000" indent="-228600" algn="l" rtl="0" eaLnBrk="0" fontAlgn="base" hangingPunct="0">
              <a:spcBef>
                <a:spcPct val="20000"/>
              </a:spcBef>
              <a:spcAft>
                <a:spcPct val="0"/>
              </a:spcAft>
              <a:buChar char="•"/>
              <a:defRPr sz="2400">
                <a:solidFill>
                  <a:srgbClr val="666699"/>
                </a:solidFill>
                <a:latin typeface="+mn-lt"/>
                <a:ea typeface="+mn-ea"/>
              </a:defRPr>
            </a:lvl3pPr>
            <a:lvl4pPr marL="1600200" indent="-228600" algn="l" rtl="0" eaLnBrk="0" fontAlgn="base" hangingPunct="0">
              <a:spcBef>
                <a:spcPct val="20000"/>
              </a:spcBef>
              <a:spcAft>
                <a:spcPct val="0"/>
              </a:spcAft>
              <a:buChar char="–"/>
              <a:defRPr sz="2000">
                <a:solidFill>
                  <a:srgbClr val="666699"/>
                </a:solidFill>
                <a:latin typeface="+mn-lt"/>
                <a:ea typeface="+mn-ea"/>
              </a:defRPr>
            </a:lvl4pPr>
            <a:lvl5pPr marL="2057400" indent="-228600" algn="l" rtl="0" eaLnBrk="0" fontAlgn="base" hangingPunct="0">
              <a:spcBef>
                <a:spcPct val="20000"/>
              </a:spcBef>
              <a:spcAft>
                <a:spcPct val="0"/>
              </a:spcAft>
              <a:buChar char="»"/>
              <a:defRPr sz="2000">
                <a:solidFill>
                  <a:srgbClr val="666699"/>
                </a:solidFill>
                <a:latin typeface="+mn-lt"/>
                <a:ea typeface="+mn-ea"/>
              </a:defRPr>
            </a:lvl5pPr>
          </a:lstStyle>
          <a:p>
            <a:pPr marL="0" lvl="0" indent="0" eaLnBrk="1" hangingPunct="1">
              <a:spcBef>
                <a:spcPct val="50000"/>
              </a:spcBef>
              <a:buNone/>
            </a:pPr>
            <a:r>
              <a:rPr lang="zh-CN" altLang="en-US" sz="2400" dirty="0">
                <a:solidFill>
                  <a:schemeClr val="tx1"/>
                </a:solidFill>
              </a:rPr>
              <a:t> 1.</a:t>
            </a:r>
            <a:r>
              <a:rPr lang="zh-CN" altLang="en-US" sz="2400" dirty="0">
                <a:solidFill>
                  <a:schemeClr val="tx1"/>
                </a:solidFill>
                <a:latin typeface="Tahoma" panose="020B0604030504040204" pitchFamily="34" charset="0"/>
                <a:ea typeface="楷体_GB2312" pitchFamily="1" charset="-122"/>
              </a:rPr>
              <a:t>两个n位数相乘，其积为n位，则需要2n位长的加法器，这不适用于定点机的形式。</a:t>
            </a:r>
            <a:endParaRPr lang="zh-CN" altLang="en-US" sz="2400" dirty="0">
              <a:solidFill>
                <a:schemeClr val="tx1"/>
              </a:solidFill>
              <a:latin typeface="Tahoma" panose="020B0604030504040204" pitchFamily="34" charset="0"/>
              <a:ea typeface="楷体_GB2312" pitchFamily="1" charset="-122"/>
            </a:endParaRPr>
          </a:p>
          <a:p>
            <a:pPr marL="0" lvl="0" indent="0" eaLnBrk="1" hangingPunct="1">
              <a:spcBef>
                <a:spcPct val="50000"/>
              </a:spcBef>
              <a:buNone/>
            </a:pPr>
            <a:r>
              <a:rPr lang="zh-CN" altLang="en-US" sz="2400" dirty="0">
                <a:solidFill>
                  <a:schemeClr val="tx1"/>
                </a:solidFill>
                <a:latin typeface="Tahoma" panose="020B0604030504040204" pitchFamily="34" charset="0"/>
                <a:ea typeface="楷体_GB2312" pitchFamily="1" charset="-122"/>
              </a:rPr>
              <a:t>2.机器一次只能进行两个数的相加，不能进行多个数据的加法。</a:t>
            </a:r>
            <a:r>
              <a:rPr lang="zh-CN" altLang="en-US" sz="2400" dirty="0">
                <a:solidFill>
                  <a:schemeClr val="tx1"/>
                </a:solidFill>
              </a:rPr>
              <a:t> </a:t>
            </a:r>
            <a:endParaRPr lang="zh-CN" altLang="en-US" sz="2400" dirty="0">
              <a:solidFill>
                <a:schemeClr val="tx1"/>
              </a:solidFill>
            </a:endParaRPr>
          </a:p>
          <a:p>
            <a:pPr marL="0" lvl="0" indent="0" eaLnBrk="1" hangingPunct="1">
              <a:spcBef>
                <a:spcPct val="50000"/>
              </a:spcBef>
              <a:buNone/>
            </a:pPr>
            <a:r>
              <a:rPr lang="zh-CN" altLang="en-US" sz="2400" dirty="0">
                <a:solidFill>
                  <a:schemeClr val="tx1"/>
                </a:solidFill>
                <a:latin typeface="Tahoma" panose="020B0604030504040204" pitchFamily="34" charset="0"/>
                <a:ea typeface="楷体_GB2312" pitchFamily="1" charset="-122"/>
              </a:rPr>
              <a:t>3.手工计算中，乘数的每一位是0还是1都可直接看见，而在计算机中，采用放乘数的寄存器的每一位直接决定本次相加数是被乘数还是0是很不方便的，若采用该寄存器的最低一位来执行这种判断就简便了。</a:t>
            </a:r>
            <a:endParaRPr lang="zh-CN" altLang="en-US" sz="2400" dirty="0">
              <a:solidFill>
                <a:schemeClr val="tx1"/>
              </a:solidFill>
              <a:latin typeface="Tahoma" panose="020B0604030504040204" pitchFamily="34" charset="0"/>
              <a:ea typeface="楷体_GB2312" pitchFamily="1"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30724"/>
                                        </p:tgtEl>
                                        <p:attrNameLst>
                                          <p:attrName>style.visibility</p:attrName>
                                        </p:attrNameLst>
                                      </p:cBhvr>
                                      <p:to>
                                        <p:strVal val="visible"/>
                                      </p:to>
                                    </p:set>
                                    <p:animEffect transition="in" filter="dissolve">
                                      <p:cBhvr>
                                        <p:cTn id="7" dur="500"/>
                                        <p:tgtEl>
                                          <p:spTgt spid="30724"/>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nodeType="clickEffect">
                                  <p:stCondLst>
                                    <p:cond delay="0"/>
                                  </p:stCondLst>
                                  <p:childTnLst>
                                    <p:set>
                                      <p:cBhvr>
                                        <p:cTn id="11" dur="1" fill="hold">
                                          <p:stCondLst>
                                            <p:cond delay="0"/>
                                          </p:stCondLst>
                                        </p:cTn>
                                        <p:tgtEl>
                                          <p:spTgt spid="30725"/>
                                        </p:tgtEl>
                                        <p:attrNameLst>
                                          <p:attrName>style.visibility</p:attrName>
                                        </p:attrNameLst>
                                      </p:cBhvr>
                                      <p:to>
                                        <p:strVal val="visible"/>
                                      </p:to>
                                    </p:set>
                                    <p:animEffect transition="in" filter="dissolve">
                                      <p:cBhvr>
                                        <p:cTn id="12" dur="500"/>
                                        <p:tgtEl>
                                          <p:spTgt spid="30725"/>
                                        </p:tgtEl>
                                      </p:cBhvr>
                                    </p:animEffect>
                                  </p:childTnLst>
                                </p:cTn>
                              </p:par>
                            </p:childTnLst>
                          </p:cTn>
                        </p:par>
                      </p:childTnLst>
                    </p:cTn>
                  </p:par>
                  <p:par>
                    <p:cTn id="13" fill="hold">
                      <p:stCondLst>
                        <p:cond delay="indefinite"/>
                      </p:stCondLst>
                      <p:childTnLst>
                        <p:par>
                          <p:cTn id="14" fill="hold">
                            <p:stCondLst>
                              <p:cond delay="0"/>
                            </p:stCondLst>
                            <p:childTnLst>
                              <p:par>
                                <p:cTn id="15" presetID="9" presetClass="entr" presetSubtype="0" fill="hold" nodeType="clickEffect">
                                  <p:stCondLst>
                                    <p:cond delay="0"/>
                                  </p:stCondLst>
                                  <p:childTnLst>
                                    <p:set>
                                      <p:cBhvr>
                                        <p:cTn id="16" dur="1" fill="hold">
                                          <p:stCondLst>
                                            <p:cond delay="0"/>
                                          </p:stCondLst>
                                        </p:cTn>
                                        <p:tgtEl>
                                          <p:spTgt spid="30726"/>
                                        </p:tgtEl>
                                        <p:attrNameLst>
                                          <p:attrName>style.visibility</p:attrName>
                                        </p:attrNameLst>
                                      </p:cBhvr>
                                      <p:to>
                                        <p:strVal val="visible"/>
                                      </p:to>
                                    </p:set>
                                    <p:animEffect transition="in" filter="dissolve">
                                      <p:cBhvr>
                                        <p:cTn id="17" dur="500"/>
                                        <p:tgtEl>
                                          <p:spTgt spid="30726"/>
                                        </p:tgtEl>
                                      </p:cBhvr>
                                    </p:animEffect>
                                  </p:childTnLst>
                                </p:cTn>
                              </p:par>
                            </p:childTnLst>
                          </p:cTn>
                        </p:par>
                      </p:childTnLst>
                    </p:cTn>
                  </p:par>
                  <p:par>
                    <p:cTn id="18" fill="hold">
                      <p:stCondLst>
                        <p:cond delay="indefinite"/>
                      </p:stCondLst>
                      <p:childTnLst>
                        <p:par>
                          <p:cTn id="19" fill="hold">
                            <p:stCondLst>
                              <p:cond delay="0"/>
                            </p:stCondLst>
                            <p:childTnLst>
                              <p:par>
                                <p:cTn id="20" presetID="9" presetClass="entr" presetSubtype="0" fill="hold" nodeType="clickEffect">
                                  <p:stCondLst>
                                    <p:cond delay="0"/>
                                  </p:stCondLst>
                                  <p:childTnLst>
                                    <p:set>
                                      <p:cBhvr>
                                        <p:cTn id="21" dur="1" fill="hold">
                                          <p:stCondLst>
                                            <p:cond delay="0"/>
                                          </p:stCondLst>
                                        </p:cTn>
                                        <p:tgtEl>
                                          <p:spTgt spid="30727"/>
                                        </p:tgtEl>
                                        <p:attrNameLst>
                                          <p:attrName>style.visibility</p:attrName>
                                        </p:attrNameLst>
                                      </p:cBhvr>
                                      <p:to>
                                        <p:strVal val="visible"/>
                                      </p:to>
                                    </p:set>
                                    <p:animEffect transition="in" filter="dissolve">
                                      <p:cBhvr>
                                        <p:cTn id="22" dur="500"/>
                                        <p:tgtEl>
                                          <p:spTgt spid="30727"/>
                                        </p:tgtEl>
                                      </p:cBhvr>
                                    </p:animEffect>
                                  </p:childTnLst>
                                </p:cTn>
                              </p:par>
                            </p:childTnLst>
                          </p:cTn>
                        </p:par>
                      </p:childTnLst>
                    </p:cTn>
                  </p:par>
                  <p:par>
                    <p:cTn id="23" fill="hold">
                      <p:stCondLst>
                        <p:cond delay="indefinite"/>
                      </p:stCondLst>
                      <p:childTnLst>
                        <p:par>
                          <p:cTn id="24" fill="hold">
                            <p:stCondLst>
                              <p:cond delay="0"/>
                            </p:stCondLst>
                            <p:childTnLst>
                              <p:par>
                                <p:cTn id="25" presetID="9" presetClass="entr" presetSubtype="0" fill="hold" nodeType="clickEffect">
                                  <p:stCondLst>
                                    <p:cond delay="0"/>
                                  </p:stCondLst>
                                  <p:childTnLst>
                                    <p:set>
                                      <p:cBhvr>
                                        <p:cTn id="26" dur="1" fill="hold">
                                          <p:stCondLst>
                                            <p:cond delay="0"/>
                                          </p:stCondLst>
                                        </p:cTn>
                                        <p:tgtEl>
                                          <p:spTgt spid="30728"/>
                                        </p:tgtEl>
                                        <p:attrNameLst>
                                          <p:attrName>style.visibility</p:attrName>
                                        </p:attrNameLst>
                                      </p:cBhvr>
                                      <p:to>
                                        <p:strVal val="visible"/>
                                      </p:to>
                                    </p:set>
                                    <p:animEffect transition="in" filter="dissolve">
                                      <p:cBhvr>
                                        <p:cTn id="27" dur="500"/>
                                        <p:tgtEl>
                                          <p:spTgt spid="30728"/>
                                        </p:tgtEl>
                                      </p:cBhvr>
                                    </p:animEffect>
                                  </p:childTnLst>
                                </p:cTn>
                              </p:par>
                            </p:childTnLst>
                          </p:cTn>
                        </p:par>
                      </p:childTnLst>
                    </p:cTn>
                  </p:par>
                  <p:par>
                    <p:cTn id="28" fill="hold">
                      <p:stCondLst>
                        <p:cond delay="indefinite"/>
                      </p:stCondLst>
                      <p:childTnLst>
                        <p:par>
                          <p:cTn id="29" fill="hold">
                            <p:stCondLst>
                              <p:cond delay="0"/>
                            </p:stCondLst>
                            <p:childTnLst>
                              <p:par>
                                <p:cTn id="30" presetID="9" presetClass="entr" presetSubtype="0" fill="hold" nodeType="clickEffect">
                                  <p:stCondLst>
                                    <p:cond delay="0"/>
                                  </p:stCondLst>
                                  <p:childTnLst>
                                    <p:set>
                                      <p:cBhvr>
                                        <p:cTn id="31" dur="1" fill="hold">
                                          <p:stCondLst>
                                            <p:cond delay="0"/>
                                          </p:stCondLst>
                                        </p:cTn>
                                        <p:tgtEl>
                                          <p:spTgt spid="30729"/>
                                        </p:tgtEl>
                                        <p:attrNameLst>
                                          <p:attrName>style.visibility</p:attrName>
                                        </p:attrNameLst>
                                      </p:cBhvr>
                                      <p:to>
                                        <p:strVal val="visible"/>
                                      </p:to>
                                    </p:set>
                                    <p:animEffect transition="in" filter="dissolve">
                                      <p:cBhvr>
                                        <p:cTn id="32" dur="500"/>
                                        <p:tgtEl>
                                          <p:spTgt spid="30729"/>
                                        </p:tgtEl>
                                      </p:cBhvr>
                                    </p:animEffect>
                                  </p:childTnLst>
                                </p:cTn>
                              </p:par>
                            </p:childTnLst>
                          </p:cTn>
                        </p:par>
                      </p:childTnLst>
                    </p:cTn>
                  </p:par>
                  <p:par>
                    <p:cTn id="33" fill="hold">
                      <p:stCondLst>
                        <p:cond delay="indefinite"/>
                      </p:stCondLst>
                      <p:childTnLst>
                        <p:par>
                          <p:cTn id="34" fill="hold">
                            <p:stCondLst>
                              <p:cond delay="0"/>
                            </p:stCondLst>
                            <p:childTnLst>
                              <p:par>
                                <p:cTn id="35" presetID="9" presetClass="entr" presetSubtype="0" fill="hold" nodeType="clickEffect">
                                  <p:stCondLst>
                                    <p:cond delay="0"/>
                                  </p:stCondLst>
                                  <p:childTnLst>
                                    <p:set>
                                      <p:cBhvr>
                                        <p:cTn id="36" dur="1" fill="hold">
                                          <p:stCondLst>
                                            <p:cond delay="0"/>
                                          </p:stCondLst>
                                        </p:cTn>
                                        <p:tgtEl>
                                          <p:spTgt spid="30730"/>
                                        </p:tgtEl>
                                        <p:attrNameLst>
                                          <p:attrName>style.visibility</p:attrName>
                                        </p:attrNameLst>
                                      </p:cBhvr>
                                      <p:to>
                                        <p:strVal val="visible"/>
                                      </p:to>
                                    </p:set>
                                    <p:animEffect transition="in" filter="dissolve">
                                      <p:cBhvr>
                                        <p:cTn id="37" dur="500"/>
                                        <p:tgtEl>
                                          <p:spTgt spid="30730"/>
                                        </p:tgtEl>
                                      </p:cBhvr>
                                    </p:animEffect>
                                  </p:childTnLst>
                                </p:cTn>
                              </p:par>
                            </p:childTnLst>
                          </p:cTn>
                        </p:par>
                      </p:childTnLst>
                    </p:cTn>
                  </p:par>
                  <p:par>
                    <p:cTn id="38" fill="hold">
                      <p:stCondLst>
                        <p:cond delay="indefinite"/>
                      </p:stCondLst>
                      <p:childTnLst>
                        <p:par>
                          <p:cTn id="39" fill="hold">
                            <p:stCondLst>
                              <p:cond delay="0"/>
                            </p:stCondLst>
                            <p:childTnLst>
                              <p:par>
                                <p:cTn id="40" presetID="9" presetClass="entr" presetSubtype="0" fill="hold" nodeType="clickEffect">
                                  <p:stCondLst>
                                    <p:cond delay="0"/>
                                  </p:stCondLst>
                                  <p:childTnLst>
                                    <p:set>
                                      <p:cBhvr>
                                        <p:cTn id="41" dur="1" fill="hold">
                                          <p:stCondLst>
                                            <p:cond delay="0"/>
                                          </p:stCondLst>
                                        </p:cTn>
                                        <p:tgtEl>
                                          <p:spTgt spid="30731"/>
                                        </p:tgtEl>
                                        <p:attrNameLst>
                                          <p:attrName>style.visibility</p:attrName>
                                        </p:attrNameLst>
                                      </p:cBhvr>
                                      <p:to>
                                        <p:strVal val="visible"/>
                                      </p:to>
                                    </p:set>
                                    <p:animEffect transition="in" filter="dissolve">
                                      <p:cBhvr>
                                        <p:cTn id="42" dur="500"/>
                                        <p:tgtEl>
                                          <p:spTgt spid="30731"/>
                                        </p:tgtEl>
                                      </p:cBhvr>
                                    </p:animEffect>
                                  </p:childTnLst>
                                </p:cTn>
                              </p:par>
                            </p:childTnLst>
                          </p:cTn>
                        </p:par>
                      </p:childTnLst>
                    </p:cTn>
                  </p:par>
                  <p:par>
                    <p:cTn id="43" fill="hold">
                      <p:stCondLst>
                        <p:cond delay="indefinite"/>
                      </p:stCondLst>
                      <p:childTnLst>
                        <p:par>
                          <p:cTn id="44" fill="hold">
                            <p:stCondLst>
                              <p:cond delay="0"/>
                            </p:stCondLst>
                            <p:childTnLst>
                              <p:par>
                                <p:cTn id="45" presetID="9" presetClass="entr" presetSubtype="0" fill="hold" nodeType="clickEffect">
                                  <p:stCondLst>
                                    <p:cond delay="0"/>
                                  </p:stCondLst>
                                  <p:childTnLst>
                                    <p:set>
                                      <p:cBhvr>
                                        <p:cTn id="46" dur="1" fill="hold">
                                          <p:stCondLst>
                                            <p:cond delay="0"/>
                                          </p:stCondLst>
                                        </p:cTn>
                                        <p:tgtEl>
                                          <p:spTgt spid="30733"/>
                                        </p:tgtEl>
                                        <p:attrNameLst>
                                          <p:attrName>style.visibility</p:attrName>
                                        </p:attrNameLst>
                                      </p:cBhvr>
                                      <p:to>
                                        <p:strVal val="visible"/>
                                      </p:to>
                                    </p:set>
                                    <p:animEffect transition="in" filter="dissolve">
                                      <p:cBhvr>
                                        <p:cTn id="47" dur="500"/>
                                        <p:tgtEl>
                                          <p:spTgt spid="30733"/>
                                        </p:tgtEl>
                                      </p:cBhvr>
                                    </p:animEffect>
                                  </p:childTnLst>
                                </p:cTn>
                              </p:par>
                            </p:childTnLst>
                          </p:cTn>
                        </p:par>
                      </p:childTnLst>
                    </p:cTn>
                  </p:par>
                  <p:par>
                    <p:cTn id="48" fill="hold">
                      <p:stCondLst>
                        <p:cond delay="indefinite"/>
                      </p:stCondLst>
                      <p:childTnLst>
                        <p:par>
                          <p:cTn id="49" fill="hold">
                            <p:stCondLst>
                              <p:cond delay="0"/>
                            </p:stCondLst>
                            <p:childTnLst>
                              <p:par>
                                <p:cTn id="50" presetID="9" presetClass="entr" presetSubtype="0" fill="hold" nodeType="clickEffect">
                                  <p:stCondLst>
                                    <p:cond delay="0"/>
                                  </p:stCondLst>
                                  <p:childTnLst>
                                    <p:set>
                                      <p:cBhvr>
                                        <p:cTn id="51" dur="1" fill="hold">
                                          <p:stCondLst>
                                            <p:cond delay="0"/>
                                          </p:stCondLst>
                                        </p:cTn>
                                        <p:tgtEl>
                                          <p:spTgt spid="30732"/>
                                        </p:tgtEl>
                                        <p:attrNameLst>
                                          <p:attrName>style.visibility</p:attrName>
                                        </p:attrNameLst>
                                      </p:cBhvr>
                                      <p:to>
                                        <p:strVal val="visible"/>
                                      </p:to>
                                    </p:set>
                                    <p:animEffect transition="in" filter="dissolve">
                                      <p:cBhvr>
                                        <p:cTn id="52" dur="500"/>
                                        <p:tgtEl>
                                          <p:spTgt spid="30732"/>
                                        </p:tgtEl>
                                      </p:cBhvr>
                                    </p:animEffect>
                                  </p:childTnLst>
                                </p:cTn>
                              </p:par>
                            </p:childTnLst>
                          </p:cTn>
                        </p:par>
                      </p:childTnLst>
                    </p:cTn>
                  </p:par>
                  <p:par>
                    <p:cTn id="53" fill="hold">
                      <p:stCondLst>
                        <p:cond delay="indefinite"/>
                      </p:stCondLst>
                      <p:childTnLst>
                        <p:par>
                          <p:cTn id="54" fill="hold">
                            <p:stCondLst>
                              <p:cond delay="0"/>
                            </p:stCondLst>
                            <p:childTnLst>
                              <p:par>
                                <p:cTn id="55" presetID="9" presetClass="entr" presetSubtype="0" fill="hold" nodeType="clickEffect">
                                  <p:stCondLst>
                                    <p:cond delay="0"/>
                                  </p:stCondLst>
                                  <p:childTnLst>
                                    <p:set>
                                      <p:cBhvr>
                                        <p:cTn id="56" dur="1" fill="hold">
                                          <p:stCondLst>
                                            <p:cond delay="0"/>
                                          </p:stCondLst>
                                        </p:cTn>
                                        <p:tgtEl>
                                          <p:spTgt spid="30734"/>
                                        </p:tgtEl>
                                        <p:attrNameLst>
                                          <p:attrName>style.visibility</p:attrName>
                                        </p:attrNameLst>
                                      </p:cBhvr>
                                      <p:to>
                                        <p:strVal val="visible"/>
                                      </p:to>
                                    </p:set>
                                    <p:animEffect transition="in" filter="dissolve">
                                      <p:cBhvr>
                                        <p:cTn id="57" dur="500"/>
                                        <p:tgtEl>
                                          <p:spTgt spid="30734"/>
                                        </p:tgtEl>
                                      </p:cBhvr>
                                    </p:animEffect>
                                  </p:childTnLst>
                                </p:cTn>
                              </p:par>
                            </p:childTnLst>
                          </p:cTn>
                        </p:par>
                      </p:childTnLst>
                    </p:cTn>
                  </p:par>
                  <p:par>
                    <p:cTn id="58" fill="hold">
                      <p:stCondLst>
                        <p:cond delay="indefinite"/>
                      </p:stCondLst>
                      <p:childTnLst>
                        <p:par>
                          <p:cTn id="59" fill="hold">
                            <p:stCondLst>
                              <p:cond delay="0"/>
                            </p:stCondLst>
                            <p:childTnLst>
                              <p:par>
                                <p:cTn id="60" presetID="9" presetClass="entr" presetSubtype="0" fill="hold" nodeType="clickEffect">
                                  <p:stCondLst>
                                    <p:cond delay="0"/>
                                  </p:stCondLst>
                                  <p:childTnLst>
                                    <p:set>
                                      <p:cBhvr>
                                        <p:cTn id="61" dur="1" fill="hold">
                                          <p:stCondLst>
                                            <p:cond delay="0"/>
                                          </p:stCondLst>
                                        </p:cTn>
                                        <p:tgtEl>
                                          <p:spTgt spid="30735"/>
                                        </p:tgtEl>
                                        <p:attrNameLst>
                                          <p:attrName>style.visibility</p:attrName>
                                        </p:attrNameLst>
                                      </p:cBhvr>
                                      <p:to>
                                        <p:strVal val="visible"/>
                                      </p:to>
                                    </p:set>
                                    <p:animEffect transition="in" filter="dissolve">
                                      <p:cBhvr>
                                        <p:cTn id="62" dur="500"/>
                                        <p:tgtEl>
                                          <p:spTgt spid="30735"/>
                                        </p:tgtEl>
                                      </p:cBhvr>
                                    </p:animEffect>
                                  </p:childTnLst>
                                </p:cTn>
                              </p:par>
                            </p:childTnLst>
                          </p:cTn>
                        </p:par>
                      </p:childTnLst>
                    </p:cTn>
                  </p:par>
                  <p:par>
                    <p:cTn id="63" fill="hold">
                      <p:stCondLst>
                        <p:cond delay="indefinite"/>
                      </p:stCondLst>
                      <p:childTnLst>
                        <p:par>
                          <p:cTn id="64" fill="hold">
                            <p:stCondLst>
                              <p:cond delay="0"/>
                            </p:stCondLst>
                            <p:childTnLst>
                              <p:par>
                                <p:cTn id="65" presetID="17" presetClass="entr" presetSubtype="1" fill="hold" nodeType="clickEffect">
                                  <p:stCondLst>
                                    <p:cond delay="0"/>
                                  </p:stCondLst>
                                  <p:childTnLst>
                                    <p:set>
                                      <p:cBhvr>
                                        <p:cTn id="66" dur="1" fill="hold">
                                          <p:stCondLst>
                                            <p:cond delay="0"/>
                                          </p:stCondLst>
                                        </p:cTn>
                                        <p:tgtEl>
                                          <p:spTgt spid="30736"/>
                                        </p:tgtEl>
                                        <p:attrNameLst>
                                          <p:attrName>style.visibility</p:attrName>
                                        </p:attrNameLst>
                                      </p:cBhvr>
                                      <p:to>
                                        <p:strVal val="visible"/>
                                      </p:to>
                                    </p:set>
                                    <p:anim calcmode="lin" valueType="num">
                                      <p:cBhvr>
                                        <p:cTn id="67" dur="500" fill="hold"/>
                                        <p:tgtEl>
                                          <p:spTgt spid="30736"/>
                                        </p:tgtEl>
                                        <p:attrNameLst>
                                          <p:attrName>ppt_x</p:attrName>
                                        </p:attrNameLst>
                                      </p:cBhvr>
                                      <p:tavLst>
                                        <p:tav tm="0">
                                          <p:val>
                                            <p:strVal val="#ppt_x"/>
                                          </p:val>
                                        </p:tav>
                                        <p:tav tm="100000">
                                          <p:val>
                                            <p:strVal val="#ppt_x"/>
                                          </p:val>
                                        </p:tav>
                                      </p:tavLst>
                                    </p:anim>
                                    <p:anim calcmode="lin" valueType="num">
                                      <p:cBhvr>
                                        <p:cTn id="68" dur="500" fill="hold"/>
                                        <p:tgtEl>
                                          <p:spTgt spid="30736"/>
                                        </p:tgtEl>
                                        <p:attrNameLst>
                                          <p:attrName>ppt_y</p:attrName>
                                        </p:attrNameLst>
                                      </p:cBhvr>
                                      <p:tavLst>
                                        <p:tav tm="0">
                                          <p:val>
                                            <p:strVal val="#ppt_y-#ppt_h/2"/>
                                          </p:val>
                                        </p:tav>
                                        <p:tav tm="100000">
                                          <p:val>
                                            <p:strVal val="#ppt_y"/>
                                          </p:val>
                                        </p:tav>
                                      </p:tavLst>
                                    </p:anim>
                                    <p:anim calcmode="lin" valueType="num">
                                      <p:cBhvr>
                                        <p:cTn id="69" dur="500" fill="hold"/>
                                        <p:tgtEl>
                                          <p:spTgt spid="30736"/>
                                        </p:tgtEl>
                                        <p:attrNameLst>
                                          <p:attrName>ppt_w</p:attrName>
                                        </p:attrNameLst>
                                      </p:cBhvr>
                                      <p:tavLst>
                                        <p:tav tm="0">
                                          <p:val>
                                            <p:strVal val="#ppt_w"/>
                                          </p:val>
                                        </p:tav>
                                        <p:tav tm="100000">
                                          <p:val>
                                            <p:strVal val="#ppt_w"/>
                                          </p:val>
                                        </p:tav>
                                      </p:tavLst>
                                    </p:anim>
                                    <p:anim calcmode="lin" valueType="num">
                                      <p:cBhvr>
                                        <p:cTn id="70" dur="500" fill="hold"/>
                                        <p:tgtEl>
                                          <p:spTgt spid="30736"/>
                                        </p:tgtEl>
                                        <p:attrNameLst>
                                          <p:attrName>ppt_h</p:attrName>
                                        </p:attrNameLst>
                                      </p:cBhvr>
                                      <p:tavLst>
                                        <p:tav tm="0">
                                          <p:val>
                                            <p:fltVal val="0.000000"/>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724" grpId="0"/>
      <p:bldP spid="30725" grpId="0"/>
      <p:bldP spid="30726" grpId="0"/>
      <p:bldP spid="30728" grpId="0"/>
      <p:bldP spid="30729" grpId="0"/>
      <p:bldP spid="30730" grpId="0"/>
      <p:bldP spid="30731" grpId="0"/>
      <p:bldP spid="30733" grpId="0"/>
      <p:bldP spid="30734" grpId="0"/>
      <p:bldP spid="30735" grpId="0"/>
      <p:bldP spid="30736" grpId="0"/>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1746" name="Rectangle 2"/>
          <p:cNvSpPr>
            <a:spLocks noGrp="1"/>
          </p:cNvSpPr>
          <p:nvPr>
            <p:ph type="title"/>
          </p:nvPr>
        </p:nvSpPr>
        <p:spPr>
          <a:xfrm>
            <a:off x="685800" y="914400"/>
            <a:ext cx="7772400" cy="838200"/>
          </a:xfrm>
          <a:ln/>
        </p:spPr>
        <p:txBody>
          <a:bodyPr vert="horz" wrap="square" lIns="91440" tIns="45720" rIns="91440" bIns="45720" anchor="ctr" anchorCtr="0"/>
          <a:p>
            <a:pPr algn="l" eaLnBrk="1" hangingPunct="1"/>
            <a:r>
              <a:rPr lang="zh-CN" altLang="en-US" dirty="0"/>
              <a:t>定点原码一位乘法运算：</a:t>
            </a:r>
            <a:endParaRPr lang="zh-CN" altLang="en-US" sz="1800" dirty="0"/>
          </a:p>
        </p:txBody>
      </p:sp>
      <p:sp>
        <p:nvSpPr>
          <p:cNvPr id="31747" name="Rectangle 3"/>
          <p:cNvSpPr>
            <a:spLocks noGrp="1"/>
          </p:cNvSpPr>
          <p:nvPr>
            <p:ph type="body"/>
          </p:nvPr>
        </p:nvSpPr>
        <p:spPr>
          <a:ln/>
        </p:spPr>
        <p:txBody>
          <a:bodyPr vert="horz" wrap="square" lIns="91440" tIns="45720" rIns="91440" bIns="45720" anchor="t" anchorCtr="0"/>
          <a:p>
            <a:pPr marL="0" indent="0" eaLnBrk="1" hangingPunct="1"/>
            <a:r>
              <a:rPr lang="zh-CN" altLang="en-US" sz="2800" b="1" dirty="0">
                <a:solidFill>
                  <a:srgbClr val="0000FF"/>
                </a:solidFill>
              </a:rPr>
              <a:t>运算过程:</a:t>
            </a:r>
            <a:endParaRPr lang="zh-CN" altLang="en-US" sz="2800" b="1" dirty="0">
              <a:solidFill>
                <a:srgbClr val="0000FF"/>
              </a:solidFill>
            </a:endParaRPr>
          </a:p>
          <a:p>
            <a:pPr marL="0" indent="0" eaLnBrk="1" hangingPunct="1">
              <a:buNone/>
            </a:pPr>
            <a:r>
              <a:rPr lang="zh-CN" altLang="en-US" sz="2800" b="1" dirty="0">
                <a:solidFill>
                  <a:srgbClr val="0000FF"/>
                </a:solidFill>
                <a:latin typeface="宋体" panose="02010600030101010101" pitchFamily="2" charset="-122"/>
              </a:rPr>
              <a:t>    </a:t>
            </a:r>
            <a:r>
              <a:rPr lang="zh-CN" altLang="en-US" sz="2800" b="1" dirty="0">
                <a:solidFill>
                  <a:srgbClr val="0000FF"/>
                </a:solidFill>
                <a:latin typeface="楷体_GB2312" pitchFamily="1" charset="-122"/>
                <a:ea typeface="楷体_GB2312" pitchFamily="1" charset="-122"/>
              </a:rPr>
              <a:t>计算机中执行乘法时，积的符号位由被乘数和乘数的符号位通过一个半加器实现。</a:t>
            </a:r>
            <a:endParaRPr lang="zh-CN" altLang="en-US" sz="2800" b="1" dirty="0">
              <a:solidFill>
                <a:srgbClr val="0000FF"/>
              </a:solidFill>
              <a:latin typeface="楷体_GB2312" pitchFamily="1" charset="-122"/>
              <a:ea typeface="楷体_GB2312" pitchFamily="1" charset="-122"/>
            </a:endParaRPr>
          </a:p>
          <a:p>
            <a:pPr marL="0" indent="0" eaLnBrk="1" hangingPunct="1">
              <a:buNone/>
            </a:pPr>
            <a:r>
              <a:rPr lang="zh-CN" altLang="en-US" sz="2800" b="1" dirty="0">
                <a:solidFill>
                  <a:srgbClr val="0000FF"/>
                </a:solidFill>
                <a:latin typeface="楷体_GB2312" pitchFamily="1" charset="-122"/>
                <a:ea typeface="楷体_GB2312" pitchFamily="1" charset="-122"/>
              </a:rPr>
              <a:t>    数值部分的运算规则是：从乘数最低位Y</a:t>
            </a:r>
            <a:r>
              <a:rPr lang="zh-CN" altLang="en-US" sz="2800" b="1" baseline="-30000" dirty="0">
                <a:solidFill>
                  <a:srgbClr val="0000FF"/>
                </a:solidFill>
                <a:latin typeface="楷体_GB2312" pitchFamily="1" charset="-122"/>
                <a:ea typeface="楷体_GB2312" pitchFamily="1" charset="-122"/>
              </a:rPr>
              <a:t>0</a:t>
            </a:r>
            <a:r>
              <a:rPr lang="zh-CN" altLang="en-US" sz="2800" b="1" dirty="0">
                <a:solidFill>
                  <a:srgbClr val="0000FF"/>
                </a:solidFill>
                <a:latin typeface="楷体_GB2312" pitchFamily="1" charset="-122"/>
                <a:ea typeface="楷体_GB2312" pitchFamily="1" charset="-122"/>
              </a:rPr>
              <a:t>开始，当乘数Y</a:t>
            </a:r>
            <a:r>
              <a:rPr lang="zh-CN" altLang="en-US" sz="2800" b="1" baseline="-30000" dirty="0">
                <a:solidFill>
                  <a:srgbClr val="0000FF"/>
                </a:solidFill>
                <a:latin typeface="楷体_GB2312" pitchFamily="1" charset="-122"/>
                <a:ea typeface="楷体_GB2312" pitchFamily="1" charset="-122"/>
              </a:rPr>
              <a:t>i</a:t>
            </a:r>
            <a:r>
              <a:rPr lang="zh-CN" altLang="en-US" sz="2800" b="1" dirty="0">
                <a:solidFill>
                  <a:srgbClr val="0000FF"/>
                </a:solidFill>
                <a:latin typeface="楷体_GB2312" pitchFamily="1" charset="-122"/>
                <a:ea typeface="楷体_GB2312" pitchFamily="1" charset="-122"/>
              </a:rPr>
              <a:t>为1时，将上次部分积加上被乘数的绝对值，然后右移一位，得到新的部分积；当Y</a:t>
            </a:r>
            <a:r>
              <a:rPr lang="zh-CN" altLang="en-US" sz="2800" b="1" baseline="-30000" dirty="0">
                <a:solidFill>
                  <a:srgbClr val="0000FF"/>
                </a:solidFill>
                <a:latin typeface="楷体_GB2312" pitchFamily="1" charset="-122"/>
                <a:ea typeface="楷体_GB2312" pitchFamily="1" charset="-122"/>
              </a:rPr>
              <a:t>i</a:t>
            </a:r>
            <a:r>
              <a:rPr lang="zh-CN" altLang="en-US" sz="2800" b="1" dirty="0">
                <a:solidFill>
                  <a:srgbClr val="0000FF"/>
                </a:solidFill>
                <a:latin typeface="楷体_GB2312" pitchFamily="1" charset="-122"/>
                <a:ea typeface="楷体_GB2312" pitchFamily="1" charset="-122"/>
              </a:rPr>
              <a:t>为0时，则写下全0，然后再对乘数Y的高一位进行类似乘法运算。重复</a:t>
            </a:r>
            <a:r>
              <a:rPr lang="zh-CN" altLang="en-US" sz="2800" b="1" dirty="0">
                <a:solidFill>
                  <a:srgbClr val="0000FF"/>
                </a:solidFill>
                <a:ea typeface="楷体_GB2312" pitchFamily="1" charset="-122"/>
              </a:rPr>
              <a:t>“</a:t>
            </a:r>
            <a:r>
              <a:rPr lang="zh-CN" altLang="en-US" sz="2800" b="1" dirty="0">
                <a:solidFill>
                  <a:srgbClr val="0000FF"/>
                </a:solidFill>
                <a:latin typeface="楷体_GB2312" pitchFamily="1" charset="-122"/>
                <a:ea typeface="楷体_GB2312" pitchFamily="1" charset="-122"/>
              </a:rPr>
              <a:t>加</a:t>
            </a:r>
            <a:r>
              <a:rPr lang="zh-CN" altLang="en-US" sz="2800" b="1" dirty="0">
                <a:solidFill>
                  <a:srgbClr val="0000FF"/>
                </a:solidFill>
                <a:ea typeface="楷体_GB2312" pitchFamily="1" charset="-122"/>
              </a:rPr>
              <a:t>—</a:t>
            </a:r>
            <a:r>
              <a:rPr lang="zh-CN" altLang="en-US" sz="2800" b="1" dirty="0">
                <a:solidFill>
                  <a:srgbClr val="0000FF"/>
                </a:solidFill>
                <a:latin typeface="楷体_GB2312" pitchFamily="1" charset="-122"/>
                <a:ea typeface="楷体_GB2312" pitchFamily="1" charset="-122"/>
              </a:rPr>
              <a:t>右移</a:t>
            </a:r>
            <a:r>
              <a:rPr lang="zh-CN" altLang="en-US" sz="2800" b="1" dirty="0">
                <a:solidFill>
                  <a:srgbClr val="0000FF"/>
                </a:solidFill>
                <a:ea typeface="楷体_GB2312" pitchFamily="1" charset="-122"/>
              </a:rPr>
              <a:t>”</a:t>
            </a:r>
            <a:r>
              <a:rPr lang="zh-CN" altLang="en-US" sz="2800" b="1" dirty="0">
                <a:solidFill>
                  <a:srgbClr val="0000FF"/>
                </a:solidFill>
                <a:latin typeface="楷体_GB2312" pitchFamily="1" charset="-122"/>
                <a:ea typeface="楷体_GB2312" pitchFamily="1" charset="-122"/>
              </a:rPr>
              <a:t>操作N次，可得到最后的乘积。用加法器和移位器就可实现。</a:t>
            </a:r>
            <a:endParaRPr lang="zh-CN" altLang="en-US" sz="2800" b="1" dirty="0">
              <a:solidFill>
                <a:srgbClr val="0000FF"/>
              </a:solidFill>
              <a:latin typeface="楷体_GB2312" pitchFamily="1" charset="-122"/>
              <a:ea typeface="楷体_GB2312" pitchFamily="1" charset="-122"/>
            </a:endParaRP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2770" name="Rectangle 2"/>
          <p:cNvSpPr>
            <a:spLocks noGrp="1"/>
          </p:cNvSpPr>
          <p:nvPr>
            <p:ph type="title"/>
          </p:nvPr>
        </p:nvSpPr>
        <p:spPr>
          <a:ln/>
        </p:spPr>
        <p:txBody>
          <a:bodyPr vert="horz" wrap="square" lIns="91440" tIns="45720" rIns="91440" bIns="45720" anchor="ctr" anchorCtr="0"/>
          <a:p>
            <a:pPr eaLnBrk="1" hangingPunct="1"/>
            <a:endParaRPr lang="zh-CN" altLang="en-US" dirty="0"/>
          </a:p>
        </p:txBody>
      </p:sp>
      <p:sp>
        <p:nvSpPr>
          <p:cNvPr id="32771" name="Rectangle 3"/>
          <p:cNvSpPr>
            <a:spLocks noGrp="1"/>
          </p:cNvSpPr>
          <p:nvPr>
            <p:ph type="body"/>
          </p:nvPr>
        </p:nvSpPr>
        <p:spPr>
          <a:ln/>
        </p:spPr>
        <p:txBody>
          <a:bodyPr vert="horz" wrap="square" lIns="91440" tIns="45720" rIns="91440" bIns="45720" anchor="t" anchorCtr="0"/>
          <a:p>
            <a:pPr eaLnBrk="1" hangingPunct="1"/>
            <a:r>
              <a:rPr lang="zh-CN" altLang="en-US" b="1" dirty="0"/>
              <a:t>定点原码一位乘法</a:t>
            </a:r>
            <a:endParaRPr lang="zh-CN" altLang="en-US" b="1" dirty="0"/>
          </a:p>
          <a:p>
            <a:pPr eaLnBrk="1" hangingPunct="1">
              <a:buNone/>
            </a:pPr>
            <a:r>
              <a:rPr lang="zh-CN" altLang="en-US" b="1" dirty="0">
                <a:latin typeface="宋体" panose="02010600030101010101" pitchFamily="2" charset="-122"/>
              </a:rPr>
              <a:t>设被乘数[X]</a:t>
            </a:r>
            <a:r>
              <a:rPr lang="zh-CN" altLang="en-US" b="1" baseline="-30000" dirty="0">
                <a:latin typeface="宋体" panose="02010600030101010101" pitchFamily="2" charset="-122"/>
              </a:rPr>
              <a:t>原</a:t>
            </a:r>
            <a:r>
              <a:rPr lang="zh-CN" altLang="en-US" b="1" dirty="0">
                <a:latin typeface="宋体" panose="02010600030101010101" pitchFamily="2" charset="-122"/>
              </a:rPr>
              <a:t>=X</a:t>
            </a:r>
            <a:r>
              <a:rPr lang="zh-CN" altLang="en-US" b="1" baseline="-30000" dirty="0">
                <a:latin typeface="宋体" panose="02010600030101010101" pitchFamily="2" charset="-122"/>
              </a:rPr>
              <a:t>f</a:t>
            </a:r>
            <a:r>
              <a:rPr lang="zh-CN" altLang="en-US" b="1" dirty="0">
                <a:latin typeface="宋体" panose="02010600030101010101" pitchFamily="2" charset="-122"/>
              </a:rPr>
              <a:t>X</a:t>
            </a:r>
            <a:r>
              <a:rPr lang="zh-CN" altLang="en-US" b="1" baseline="-30000" dirty="0">
                <a:latin typeface="宋体" panose="02010600030101010101" pitchFamily="2" charset="-122"/>
              </a:rPr>
              <a:t>n-1</a:t>
            </a:r>
            <a:r>
              <a:rPr lang="zh-CN" altLang="en-US" b="1" dirty="0">
                <a:latin typeface="宋体" panose="02010600030101010101" pitchFamily="2" charset="-122"/>
              </a:rPr>
              <a:t>X</a:t>
            </a:r>
            <a:r>
              <a:rPr lang="zh-CN" altLang="en-US" b="1" baseline="-30000" dirty="0">
                <a:latin typeface="宋体" panose="02010600030101010101" pitchFamily="2" charset="-122"/>
              </a:rPr>
              <a:t>n-2</a:t>
            </a:r>
            <a:r>
              <a:rPr lang="zh-CN" altLang="en-US" b="1" dirty="0"/>
              <a:t>……</a:t>
            </a:r>
            <a:r>
              <a:rPr lang="zh-CN" altLang="en-US" b="1" dirty="0">
                <a:latin typeface="宋体" panose="02010600030101010101" pitchFamily="2" charset="-122"/>
              </a:rPr>
              <a:t>X</a:t>
            </a:r>
            <a:r>
              <a:rPr lang="zh-CN" altLang="en-US" b="1" baseline="-30000" dirty="0">
                <a:latin typeface="宋体" panose="02010600030101010101" pitchFamily="2" charset="-122"/>
              </a:rPr>
              <a:t>1</a:t>
            </a:r>
            <a:r>
              <a:rPr lang="zh-CN" altLang="en-US" b="1" dirty="0">
                <a:latin typeface="宋体" panose="02010600030101010101" pitchFamily="2" charset="-122"/>
              </a:rPr>
              <a:t>X</a:t>
            </a:r>
            <a:r>
              <a:rPr lang="zh-CN" altLang="en-US" b="1" baseline="-30000" dirty="0">
                <a:latin typeface="宋体" panose="02010600030101010101" pitchFamily="2" charset="-122"/>
              </a:rPr>
              <a:t>0</a:t>
            </a:r>
            <a:endParaRPr lang="zh-CN" altLang="en-US" b="1" dirty="0">
              <a:latin typeface="宋体" panose="02010600030101010101" pitchFamily="2" charset="-122"/>
            </a:endParaRPr>
          </a:p>
          <a:p>
            <a:pPr eaLnBrk="1" hangingPunct="1">
              <a:buNone/>
            </a:pPr>
            <a:r>
              <a:rPr lang="zh-CN" altLang="en-US" b="1" dirty="0">
                <a:latin typeface="宋体" panose="02010600030101010101" pitchFamily="2" charset="-122"/>
              </a:rPr>
              <a:t>  乘  数[Y]</a:t>
            </a:r>
            <a:r>
              <a:rPr lang="zh-CN" altLang="en-US" b="1" baseline="-30000" dirty="0">
                <a:latin typeface="宋体" panose="02010600030101010101" pitchFamily="2" charset="-122"/>
              </a:rPr>
              <a:t>原</a:t>
            </a:r>
            <a:r>
              <a:rPr lang="zh-CN" altLang="en-US" b="1" dirty="0">
                <a:latin typeface="宋体" panose="02010600030101010101" pitchFamily="2" charset="-122"/>
              </a:rPr>
              <a:t>=Y</a:t>
            </a:r>
            <a:r>
              <a:rPr lang="zh-CN" altLang="en-US" b="1" baseline="-30000" dirty="0">
                <a:latin typeface="宋体" panose="02010600030101010101" pitchFamily="2" charset="-122"/>
              </a:rPr>
              <a:t>f</a:t>
            </a:r>
            <a:r>
              <a:rPr lang="zh-CN" altLang="en-US" b="1" dirty="0">
                <a:latin typeface="宋体" panose="02010600030101010101" pitchFamily="2" charset="-122"/>
              </a:rPr>
              <a:t>Y</a:t>
            </a:r>
            <a:r>
              <a:rPr lang="zh-CN" altLang="en-US" b="1" baseline="-30000" dirty="0">
                <a:latin typeface="宋体" panose="02010600030101010101" pitchFamily="2" charset="-122"/>
              </a:rPr>
              <a:t>n-1</a:t>
            </a:r>
            <a:r>
              <a:rPr lang="zh-CN" altLang="en-US" b="1" dirty="0">
                <a:latin typeface="宋体" panose="02010600030101010101" pitchFamily="2" charset="-122"/>
              </a:rPr>
              <a:t>Y</a:t>
            </a:r>
            <a:r>
              <a:rPr lang="zh-CN" altLang="en-US" b="1" baseline="-30000" dirty="0">
                <a:latin typeface="宋体" panose="02010600030101010101" pitchFamily="2" charset="-122"/>
              </a:rPr>
              <a:t>n-2</a:t>
            </a:r>
            <a:r>
              <a:rPr lang="zh-CN" altLang="en-US" b="1" dirty="0"/>
              <a:t>…</a:t>
            </a:r>
            <a:r>
              <a:rPr lang="zh-CN" altLang="en-US" b="1" dirty="0">
                <a:latin typeface="宋体" panose="02010600030101010101" pitchFamily="2" charset="-122"/>
              </a:rPr>
              <a:t>Y</a:t>
            </a:r>
            <a:r>
              <a:rPr lang="zh-CN" altLang="en-US" b="1" baseline="-30000" dirty="0">
                <a:latin typeface="宋体" panose="02010600030101010101" pitchFamily="2" charset="-122"/>
              </a:rPr>
              <a:t>1</a:t>
            </a:r>
            <a:r>
              <a:rPr lang="zh-CN" altLang="en-US" b="1" dirty="0">
                <a:latin typeface="宋体" panose="02010600030101010101" pitchFamily="2" charset="-122"/>
              </a:rPr>
              <a:t>Y</a:t>
            </a:r>
            <a:r>
              <a:rPr lang="zh-CN" altLang="en-US" b="1" baseline="-30000" dirty="0">
                <a:latin typeface="宋体" panose="02010600030101010101" pitchFamily="2" charset="-122"/>
              </a:rPr>
              <a:t>0</a:t>
            </a:r>
            <a:endParaRPr lang="zh-CN" altLang="en-US" b="1" dirty="0">
              <a:latin typeface="宋体" panose="02010600030101010101" pitchFamily="2" charset="-122"/>
            </a:endParaRPr>
          </a:p>
          <a:p>
            <a:pPr eaLnBrk="1" hangingPunct="1">
              <a:buNone/>
            </a:pPr>
            <a:r>
              <a:rPr lang="zh-CN" altLang="en-US" b="1" dirty="0">
                <a:latin typeface="宋体" panose="02010600030101010101" pitchFamily="2" charset="-122"/>
              </a:rPr>
              <a:t>  乘  积[X]</a:t>
            </a:r>
            <a:r>
              <a:rPr lang="zh-CN" altLang="en-US" b="1" baseline="-30000" dirty="0">
                <a:latin typeface="宋体" panose="02010600030101010101" pitchFamily="2" charset="-122"/>
              </a:rPr>
              <a:t>原</a:t>
            </a:r>
            <a:r>
              <a:rPr lang="zh-CN" altLang="en-US" b="1" dirty="0">
                <a:latin typeface="宋体" panose="02010600030101010101" pitchFamily="2" charset="-122"/>
              </a:rPr>
              <a:t>=Z</a:t>
            </a:r>
            <a:r>
              <a:rPr lang="zh-CN" altLang="en-US" b="1" baseline="-30000" dirty="0">
                <a:latin typeface="宋体" panose="02010600030101010101" pitchFamily="2" charset="-122"/>
              </a:rPr>
              <a:t>f</a:t>
            </a:r>
            <a:r>
              <a:rPr lang="zh-CN" altLang="en-US" b="1" dirty="0">
                <a:latin typeface="宋体" panose="02010600030101010101" pitchFamily="2" charset="-122"/>
              </a:rPr>
              <a:t>Z</a:t>
            </a:r>
            <a:r>
              <a:rPr lang="zh-CN" altLang="en-US" b="1" baseline="-30000" dirty="0">
                <a:latin typeface="宋体" panose="02010600030101010101" pitchFamily="2" charset="-122"/>
              </a:rPr>
              <a:t>2n-1</a:t>
            </a:r>
            <a:r>
              <a:rPr lang="zh-CN" altLang="en-US" b="1" dirty="0">
                <a:latin typeface="宋体" panose="02010600030101010101" pitchFamily="2" charset="-122"/>
              </a:rPr>
              <a:t>Z</a:t>
            </a:r>
            <a:r>
              <a:rPr lang="zh-CN" altLang="en-US" b="1" baseline="-30000" dirty="0">
                <a:latin typeface="宋体" panose="02010600030101010101" pitchFamily="2" charset="-122"/>
              </a:rPr>
              <a:t>2n-2</a:t>
            </a:r>
            <a:r>
              <a:rPr lang="zh-CN" altLang="en-US" b="1" dirty="0"/>
              <a:t>……</a:t>
            </a:r>
            <a:r>
              <a:rPr lang="zh-CN" altLang="en-US" b="1" dirty="0">
                <a:latin typeface="宋体" panose="02010600030101010101" pitchFamily="2" charset="-122"/>
              </a:rPr>
              <a:t>Z</a:t>
            </a:r>
            <a:r>
              <a:rPr lang="zh-CN" altLang="en-US" b="1" baseline="-30000" dirty="0">
                <a:latin typeface="宋体" panose="02010600030101010101" pitchFamily="2" charset="-122"/>
              </a:rPr>
              <a:t>1</a:t>
            </a:r>
            <a:r>
              <a:rPr lang="zh-CN" altLang="en-US" b="1" dirty="0">
                <a:latin typeface="宋体" panose="02010600030101010101" pitchFamily="2" charset="-122"/>
              </a:rPr>
              <a:t>Z</a:t>
            </a:r>
            <a:r>
              <a:rPr lang="zh-CN" altLang="en-US" b="1" baseline="-30000" dirty="0">
                <a:latin typeface="宋体" panose="02010600030101010101" pitchFamily="2" charset="-122"/>
              </a:rPr>
              <a:t>0</a:t>
            </a:r>
            <a:endParaRPr lang="zh-CN" altLang="en-US" b="1" baseline="-30000" dirty="0">
              <a:latin typeface="宋体" panose="02010600030101010101" pitchFamily="2" charset="-122"/>
            </a:endParaRPr>
          </a:p>
          <a:p>
            <a:pPr eaLnBrk="1" hangingPunct="1">
              <a:buNone/>
            </a:pPr>
            <a:endParaRPr lang="zh-CN" altLang="en-US" b="1" dirty="0">
              <a:latin typeface="宋体" panose="02010600030101010101" pitchFamily="2" charset="-122"/>
            </a:endParaRPr>
          </a:p>
          <a:p>
            <a:pPr eaLnBrk="1" hangingPunct="1">
              <a:buNone/>
            </a:pPr>
            <a:r>
              <a:rPr lang="zh-CN" altLang="en-US" b="1" dirty="0">
                <a:solidFill>
                  <a:srgbClr val="0000FF"/>
                </a:solidFill>
                <a:sym typeface="Arial" panose="020B0604020202020204" pitchFamily="34" charset="0"/>
              </a:rPr>
              <a:t>乘积：P=</a:t>
            </a:r>
            <a:r>
              <a:rPr lang="zh-CN" altLang="en-US" b="1" dirty="0">
                <a:solidFill>
                  <a:srgbClr val="0000FF"/>
                </a:solidFill>
              </a:rPr>
              <a:t>|X|×|Y|   ,积符：</a:t>
            </a:r>
            <a:r>
              <a:rPr lang="zh-CN" altLang="en-US" b="1" dirty="0">
                <a:solidFill>
                  <a:srgbClr val="0000FF"/>
                </a:solidFill>
                <a:sym typeface="Arial" panose="020B0604020202020204" pitchFamily="34" charset="0"/>
              </a:rPr>
              <a:t>Sp=S</a:t>
            </a:r>
            <a:r>
              <a:rPr lang="zh-CN" altLang="en-US" b="1" baseline="-25000" dirty="0">
                <a:solidFill>
                  <a:srgbClr val="0000FF"/>
                </a:solidFill>
                <a:sym typeface="Arial" panose="020B0604020202020204" pitchFamily="34" charset="0"/>
              </a:rPr>
              <a:t>X</a:t>
            </a:r>
            <a:r>
              <a:rPr lang="zh-CN" altLang="en-US" b="1" dirty="0">
                <a:solidFill>
                  <a:srgbClr val="0000FF"/>
                </a:solidFill>
                <a:sym typeface="Arial" panose="020B0604020202020204" pitchFamily="34" charset="0"/>
              </a:rPr>
              <a:t>⊕ S</a:t>
            </a:r>
            <a:r>
              <a:rPr lang="zh-CN" altLang="en-US" b="1" baseline="-25000" dirty="0">
                <a:solidFill>
                  <a:srgbClr val="0000FF"/>
                </a:solidFill>
                <a:sym typeface="Arial" panose="020B0604020202020204" pitchFamily="34" charset="0"/>
              </a:rPr>
              <a:t>Y</a:t>
            </a:r>
            <a:r>
              <a:rPr lang="zh-CN" altLang="en-US" b="1" dirty="0">
                <a:solidFill>
                  <a:srgbClr val="0000FF"/>
                </a:solidFill>
                <a:sym typeface="Arial" panose="020B0604020202020204" pitchFamily="34" charset="0"/>
              </a:rPr>
              <a:t>   </a:t>
            </a:r>
            <a:r>
              <a:rPr lang="zh-CN" altLang="en-US" b="1" dirty="0">
                <a:solidFill>
                  <a:srgbClr val="0000FF"/>
                </a:solidFill>
              </a:rPr>
              <a:t> </a:t>
            </a:r>
            <a:endParaRPr lang="zh-CN" altLang="en-US" b="1" dirty="0">
              <a:solidFill>
                <a:srgbClr val="0000FF"/>
              </a:solidFill>
            </a:endParaRP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3794" name="Rectangle 2"/>
          <p:cNvSpPr>
            <a:spLocks noGrp="1"/>
          </p:cNvSpPr>
          <p:nvPr>
            <p:ph type="title"/>
          </p:nvPr>
        </p:nvSpPr>
        <p:spPr>
          <a:xfrm>
            <a:off x="107950" y="404813"/>
            <a:ext cx="7696200" cy="762000"/>
          </a:xfrm>
          <a:ln/>
        </p:spPr>
        <p:txBody>
          <a:bodyPr vert="horz" wrap="square" lIns="91440" tIns="45720" rIns="91440" bIns="45720" anchor="ctr" anchorCtr="0"/>
          <a:p>
            <a:pPr algn="l" eaLnBrk="1" hangingPunct="1"/>
            <a:r>
              <a:rPr lang="zh-CN" altLang="en-US" dirty="0"/>
              <a:t>定点原码乘法运算举例：</a:t>
            </a:r>
            <a:endParaRPr lang="zh-CN" altLang="en-US" sz="2400" dirty="0"/>
          </a:p>
        </p:txBody>
      </p:sp>
      <p:sp>
        <p:nvSpPr>
          <p:cNvPr id="33795" name="Rectangle 3"/>
          <p:cNvSpPr>
            <a:spLocks noGrp="1"/>
          </p:cNvSpPr>
          <p:nvPr>
            <p:ph type="body"/>
          </p:nvPr>
        </p:nvSpPr>
        <p:spPr>
          <a:xfrm>
            <a:off x="250825" y="1270000"/>
            <a:ext cx="8713788" cy="5256213"/>
          </a:xfrm>
          <a:ln/>
        </p:spPr>
        <p:txBody>
          <a:bodyPr vert="horz" wrap="square" lIns="91440" tIns="45720" rIns="91440" bIns="45720" anchor="t" anchorCtr="0"/>
          <a:p>
            <a:pPr eaLnBrk="1" hangingPunct="1"/>
            <a:r>
              <a:rPr lang="zh-CN" altLang="en-US" sz="2400" b="1" dirty="0">
                <a:solidFill>
                  <a:srgbClr val="0000FF"/>
                </a:solidFill>
              </a:rPr>
              <a:t>例:X=0.1101，Y=0.1011， 求X×Y=?</a:t>
            </a:r>
            <a:endParaRPr lang="zh-CN" altLang="en-US" sz="2400" b="1" dirty="0">
              <a:solidFill>
                <a:srgbClr val="0000FF"/>
              </a:solidFill>
            </a:endParaRPr>
          </a:p>
          <a:p>
            <a:pPr eaLnBrk="1" hangingPunct="1">
              <a:buNone/>
            </a:pPr>
            <a:r>
              <a:rPr lang="zh-CN" altLang="en-US" sz="2400" b="1" dirty="0">
                <a:solidFill>
                  <a:srgbClr val="0000FF"/>
                </a:solidFill>
              </a:rPr>
              <a:t>   解：  |X|=00.1101     |Y|=00.1011，符号位：</a:t>
            </a:r>
            <a:r>
              <a:rPr lang="zh-CN" altLang="en-US" sz="2800" b="1" dirty="0">
                <a:solidFill>
                  <a:srgbClr val="0000FF"/>
                </a:solidFill>
              </a:rPr>
              <a:t>S</a:t>
            </a:r>
            <a:r>
              <a:rPr lang="zh-CN" altLang="en-US" sz="2800" b="1" baseline="-25000" dirty="0">
                <a:solidFill>
                  <a:srgbClr val="0000FF"/>
                </a:solidFill>
              </a:rPr>
              <a:t>p</a:t>
            </a:r>
            <a:r>
              <a:rPr lang="zh-CN" altLang="en-US" sz="2400" b="1" dirty="0">
                <a:solidFill>
                  <a:srgbClr val="0000FF"/>
                </a:solidFill>
              </a:rPr>
              <a:t>=</a:t>
            </a:r>
            <a:r>
              <a:rPr lang="zh-CN" altLang="en-US" sz="2800" b="1" dirty="0">
                <a:solidFill>
                  <a:srgbClr val="0000FF"/>
                </a:solidFill>
              </a:rPr>
              <a:t>S</a:t>
            </a:r>
            <a:r>
              <a:rPr lang="zh-CN" altLang="en-US" sz="2400" b="1" baseline="-25000" dirty="0">
                <a:solidFill>
                  <a:srgbClr val="0000FF"/>
                </a:solidFill>
              </a:rPr>
              <a:t>X</a:t>
            </a:r>
            <a:r>
              <a:rPr lang="zh-CN" altLang="en-US" sz="2800" b="1" dirty="0">
                <a:solidFill>
                  <a:srgbClr val="0000FF"/>
                </a:solidFill>
              </a:rPr>
              <a:t>⊕ S</a:t>
            </a:r>
            <a:r>
              <a:rPr lang="zh-CN" altLang="en-US" sz="2800" b="1" baseline="-25000" dirty="0">
                <a:solidFill>
                  <a:srgbClr val="0000FF"/>
                </a:solidFill>
              </a:rPr>
              <a:t>Y</a:t>
            </a:r>
            <a:r>
              <a:rPr lang="zh-CN" altLang="en-US" sz="2800" b="1" dirty="0">
                <a:solidFill>
                  <a:srgbClr val="0000FF"/>
                </a:solidFill>
              </a:rPr>
              <a:t>=0</a:t>
            </a:r>
            <a:endParaRPr lang="zh-CN" altLang="en-US" sz="2800" b="1" dirty="0">
              <a:solidFill>
                <a:srgbClr val="0000FF"/>
              </a:solidFill>
            </a:endParaRPr>
          </a:p>
          <a:p>
            <a:pPr eaLnBrk="1" hangingPunct="1">
              <a:buNone/>
            </a:pPr>
            <a:r>
              <a:rPr lang="zh-CN" altLang="en-US" sz="2400" b="1" dirty="0">
                <a:solidFill>
                  <a:srgbClr val="0000FF"/>
                </a:solidFill>
              </a:rPr>
              <a:t> 操作</a:t>
            </a:r>
            <a:r>
              <a:rPr lang="zh-CN" altLang="en-US" sz="2400" b="1" dirty="0"/>
              <a:t>    </a:t>
            </a:r>
            <a:r>
              <a:rPr lang="zh-CN" altLang="en-US" sz="2400" b="1" dirty="0">
                <a:solidFill>
                  <a:srgbClr val="0000FF"/>
                </a:solidFill>
              </a:rPr>
              <a:t>部分积（A）</a:t>
            </a:r>
            <a:r>
              <a:rPr lang="zh-CN" altLang="en-US" sz="2400" b="1" dirty="0"/>
              <a:t> </a:t>
            </a:r>
            <a:r>
              <a:rPr lang="zh-CN" altLang="en-US" sz="2400" b="1" dirty="0">
                <a:solidFill>
                  <a:srgbClr val="0000FF"/>
                </a:solidFill>
              </a:rPr>
              <a:t>     乘数（C，Cn）</a:t>
            </a:r>
            <a:r>
              <a:rPr lang="zh-CN" altLang="en-US" sz="2400" b="1" dirty="0"/>
              <a:t>                </a:t>
            </a:r>
            <a:r>
              <a:rPr lang="zh-CN" altLang="en-US" sz="2400" b="1" dirty="0">
                <a:solidFill>
                  <a:srgbClr val="0000FF"/>
                </a:solidFill>
              </a:rPr>
              <a:t> 说明</a:t>
            </a:r>
            <a:endParaRPr lang="zh-CN" altLang="en-US" sz="2400" b="1" dirty="0">
              <a:solidFill>
                <a:srgbClr val="0000FF"/>
              </a:solidFill>
            </a:endParaRPr>
          </a:p>
          <a:p>
            <a:pPr eaLnBrk="1" hangingPunct="1">
              <a:buNone/>
            </a:pPr>
            <a:r>
              <a:rPr lang="zh-CN" altLang="en-US" sz="2400" b="1" dirty="0"/>
              <a:t>                                                            </a:t>
            </a:r>
            <a:endParaRPr lang="zh-CN" altLang="en-US" sz="2400" b="1" dirty="0"/>
          </a:p>
        </p:txBody>
      </p:sp>
      <p:sp>
        <p:nvSpPr>
          <p:cNvPr id="33796" name="Text Box 4"/>
          <p:cNvSpPr txBox="1"/>
          <p:nvPr/>
        </p:nvSpPr>
        <p:spPr>
          <a:xfrm>
            <a:off x="1155700" y="2852738"/>
            <a:ext cx="2205038" cy="401637"/>
          </a:xfrm>
          <a:prstGeom prst="rect">
            <a:avLst/>
          </a:prstGeom>
          <a:noFill/>
          <a:ln w="9525">
            <a:noFill/>
          </a:ln>
        </p:spPr>
        <p:txBody>
          <a:bodyPr>
            <a:spAutoFit/>
          </a:bodyPr>
          <a:lstStyle>
            <a:lvl1pPr marL="342900" indent="-342900" algn="l" rtl="0" eaLnBrk="0" fontAlgn="base" hangingPunct="0">
              <a:spcBef>
                <a:spcPct val="20000"/>
              </a:spcBef>
              <a:spcAft>
                <a:spcPct val="0"/>
              </a:spcAft>
              <a:buChar char="•"/>
              <a:defRPr sz="3200">
                <a:solidFill>
                  <a:srgbClr val="666699"/>
                </a:solidFill>
                <a:latin typeface="+mn-lt"/>
                <a:ea typeface="+mn-ea"/>
                <a:cs typeface="+mn-cs"/>
              </a:defRPr>
            </a:lvl1pPr>
            <a:lvl2pPr marL="742950" indent="-285750" algn="l" rtl="0" eaLnBrk="0" fontAlgn="base" hangingPunct="0">
              <a:spcBef>
                <a:spcPct val="20000"/>
              </a:spcBef>
              <a:spcAft>
                <a:spcPct val="0"/>
              </a:spcAft>
              <a:buChar char="–"/>
              <a:defRPr sz="2800">
                <a:solidFill>
                  <a:srgbClr val="666699"/>
                </a:solidFill>
                <a:latin typeface="+mn-lt"/>
                <a:ea typeface="+mn-ea"/>
              </a:defRPr>
            </a:lvl2pPr>
            <a:lvl3pPr marL="1143000" indent="-228600" algn="l" rtl="0" eaLnBrk="0" fontAlgn="base" hangingPunct="0">
              <a:spcBef>
                <a:spcPct val="20000"/>
              </a:spcBef>
              <a:spcAft>
                <a:spcPct val="0"/>
              </a:spcAft>
              <a:buChar char="•"/>
              <a:defRPr sz="2400">
                <a:solidFill>
                  <a:srgbClr val="666699"/>
                </a:solidFill>
                <a:latin typeface="+mn-lt"/>
                <a:ea typeface="+mn-ea"/>
              </a:defRPr>
            </a:lvl3pPr>
            <a:lvl4pPr marL="1600200" indent="-228600" algn="l" rtl="0" eaLnBrk="0" fontAlgn="base" hangingPunct="0">
              <a:spcBef>
                <a:spcPct val="20000"/>
              </a:spcBef>
              <a:spcAft>
                <a:spcPct val="0"/>
              </a:spcAft>
              <a:buChar char="–"/>
              <a:defRPr sz="2000">
                <a:solidFill>
                  <a:srgbClr val="666699"/>
                </a:solidFill>
                <a:latin typeface="+mn-lt"/>
                <a:ea typeface="+mn-ea"/>
              </a:defRPr>
            </a:lvl4pPr>
            <a:lvl5pPr marL="2057400" indent="-228600" algn="l" rtl="0" eaLnBrk="0" fontAlgn="base" hangingPunct="0">
              <a:spcBef>
                <a:spcPct val="20000"/>
              </a:spcBef>
              <a:spcAft>
                <a:spcPct val="0"/>
              </a:spcAft>
              <a:buChar char="»"/>
              <a:defRPr sz="2000">
                <a:solidFill>
                  <a:srgbClr val="666699"/>
                </a:solidFill>
                <a:latin typeface="+mn-lt"/>
                <a:ea typeface="+mn-ea"/>
              </a:defRPr>
            </a:lvl5pPr>
          </a:lstStyle>
          <a:p>
            <a:pPr marL="0" lvl="0" indent="0" eaLnBrk="1" hangingPunct="1">
              <a:spcBef>
                <a:spcPct val="50000"/>
              </a:spcBef>
              <a:buNone/>
            </a:pPr>
            <a:r>
              <a:rPr lang="zh-CN" altLang="en-US" sz="2000" dirty="0">
                <a:solidFill>
                  <a:schemeClr val="tx1"/>
                </a:solidFill>
                <a:latin typeface="Tahoma" panose="020B0604030504040204" pitchFamily="34" charset="0"/>
              </a:rPr>
              <a:t>0 0. 0 0 0 0</a:t>
            </a:r>
            <a:endParaRPr lang="zh-CN" altLang="en-US" sz="2000" dirty="0">
              <a:solidFill>
                <a:schemeClr val="tx1"/>
              </a:solidFill>
              <a:latin typeface="Tahoma" panose="020B0604030504040204" pitchFamily="34" charset="0"/>
            </a:endParaRPr>
          </a:p>
        </p:txBody>
      </p:sp>
      <p:sp>
        <p:nvSpPr>
          <p:cNvPr id="33797" name="Text Box 5"/>
          <p:cNvSpPr txBox="1"/>
          <p:nvPr/>
        </p:nvSpPr>
        <p:spPr>
          <a:xfrm>
            <a:off x="1155700" y="3084513"/>
            <a:ext cx="1749425" cy="401637"/>
          </a:xfrm>
          <a:prstGeom prst="rect">
            <a:avLst/>
          </a:prstGeom>
          <a:noFill/>
          <a:ln w="9525">
            <a:noFill/>
          </a:ln>
        </p:spPr>
        <p:txBody>
          <a:bodyPr>
            <a:spAutoFit/>
          </a:bodyPr>
          <a:lstStyle>
            <a:lvl1pPr marL="342900" indent="-342900" algn="l" rtl="0" eaLnBrk="0" fontAlgn="base" hangingPunct="0">
              <a:spcBef>
                <a:spcPct val="20000"/>
              </a:spcBef>
              <a:spcAft>
                <a:spcPct val="0"/>
              </a:spcAft>
              <a:buChar char="•"/>
              <a:defRPr sz="3200">
                <a:solidFill>
                  <a:srgbClr val="666699"/>
                </a:solidFill>
                <a:latin typeface="+mn-lt"/>
                <a:ea typeface="+mn-ea"/>
                <a:cs typeface="+mn-cs"/>
              </a:defRPr>
            </a:lvl1pPr>
            <a:lvl2pPr marL="742950" indent="-285750" algn="l" rtl="0" eaLnBrk="0" fontAlgn="base" hangingPunct="0">
              <a:spcBef>
                <a:spcPct val="20000"/>
              </a:spcBef>
              <a:spcAft>
                <a:spcPct val="0"/>
              </a:spcAft>
              <a:buChar char="–"/>
              <a:defRPr sz="2800">
                <a:solidFill>
                  <a:srgbClr val="666699"/>
                </a:solidFill>
                <a:latin typeface="+mn-lt"/>
                <a:ea typeface="+mn-ea"/>
              </a:defRPr>
            </a:lvl2pPr>
            <a:lvl3pPr marL="1143000" indent="-228600" algn="l" rtl="0" eaLnBrk="0" fontAlgn="base" hangingPunct="0">
              <a:spcBef>
                <a:spcPct val="20000"/>
              </a:spcBef>
              <a:spcAft>
                <a:spcPct val="0"/>
              </a:spcAft>
              <a:buChar char="•"/>
              <a:defRPr sz="2400">
                <a:solidFill>
                  <a:srgbClr val="666699"/>
                </a:solidFill>
                <a:latin typeface="+mn-lt"/>
                <a:ea typeface="+mn-ea"/>
              </a:defRPr>
            </a:lvl3pPr>
            <a:lvl4pPr marL="1600200" indent="-228600" algn="l" rtl="0" eaLnBrk="0" fontAlgn="base" hangingPunct="0">
              <a:spcBef>
                <a:spcPct val="20000"/>
              </a:spcBef>
              <a:spcAft>
                <a:spcPct val="0"/>
              </a:spcAft>
              <a:buChar char="–"/>
              <a:defRPr sz="2000">
                <a:solidFill>
                  <a:srgbClr val="666699"/>
                </a:solidFill>
                <a:latin typeface="+mn-lt"/>
                <a:ea typeface="+mn-ea"/>
              </a:defRPr>
            </a:lvl4pPr>
            <a:lvl5pPr marL="2057400" indent="-228600" algn="l" rtl="0" eaLnBrk="0" fontAlgn="base" hangingPunct="0">
              <a:spcBef>
                <a:spcPct val="20000"/>
              </a:spcBef>
              <a:spcAft>
                <a:spcPct val="0"/>
              </a:spcAft>
              <a:buChar char="»"/>
              <a:defRPr sz="2000">
                <a:solidFill>
                  <a:srgbClr val="666699"/>
                </a:solidFill>
                <a:latin typeface="+mn-lt"/>
                <a:ea typeface="+mn-ea"/>
              </a:defRPr>
            </a:lvl5pPr>
          </a:lstStyle>
          <a:p>
            <a:pPr marL="0" lvl="0" indent="0" eaLnBrk="1" hangingPunct="1">
              <a:spcBef>
                <a:spcPct val="50000"/>
              </a:spcBef>
              <a:buNone/>
            </a:pPr>
            <a:r>
              <a:rPr lang="zh-CN" altLang="en-US" sz="2000" dirty="0">
                <a:solidFill>
                  <a:schemeClr val="tx1"/>
                </a:solidFill>
                <a:latin typeface="Tahoma" panose="020B0604030504040204" pitchFamily="34" charset="0"/>
              </a:rPr>
              <a:t>0 0. 1 1 0 1</a:t>
            </a:r>
            <a:endParaRPr lang="zh-CN" altLang="en-US" sz="2000" dirty="0">
              <a:solidFill>
                <a:schemeClr val="tx1"/>
              </a:solidFill>
              <a:latin typeface="Tahoma" panose="020B0604030504040204" pitchFamily="34" charset="0"/>
            </a:endParaRPr>
          </a:p>
        </p:txBody>
      </p:sp>
      <p:sp>
        <p:nvSpPr>
          <p:cNvPr id="33798" name="Text Box 6"/>
          <p:cNvSpPr txBox="1"/>
          <p:nvPr/>
        </p:nvSpPr>
        <p:spPr>
          <a:xfrm>
            <a:off x="547688" y="3006725"/>
            <a:ext cx="531812" cy="463550"/>
          </a:xfrm>
          <a:prstGeom prst="rect">
            <a:avLst/>
          </a:prstGeom>
          <a:noFill/>
          <a:ln w="9525">
            <a:noFill/>
          </a:ln>
        </p:spPr>
        <p:txBody>
          <a:bodyPr>
            <a:spAutoFit/>
          </a:bodyPr>
          <a:lstStyle>
            <a:lvl1pPr marL="342900" indent="-342900" algn="l" rtl="0" eaLnBrk="0" fontAlgn="base" hangingPunct="0">
              <a:spcBef>
                <a:spcPct val="20000"/>
              </a:spcBef>
              <a:spcAft>
                <a:spcPct val="0"/>
              </a:spcAft>
              <a:buChar char="•"/>
              <a:defRPr sz="3200">
                <a:solidFill>
                  <a:srgbClr val="666699"/>
                </a:solidFill>
                <a:latin typeface="+mn-lt"/>
                <a:ea typeface="+mn-ea"/>
                <a:cs typeface="+mn-cs"/>
              </a:defRPr>
            </a:lvl1pPr>
            <a:lvl2pPr marL="742950" indent="-285750" algn="l" rtl="0" eaLnBrk="0" fontAlgn="base" hangingPunct="0">
              <a:spcBef>
                <a:spcPct val="20000"/>
              </a:spcBef>
              <a:spcAft>
                <a:spcPct val="0"/>
              </a:spcAft>
              <a:buChar char="–"/>
              <a:defRPr sz="2800">
                <a:solidFill>
                  <a:srgbClr val="666699"/>
                </a:solidFill>
                <a:latin typeface="+mn-lt"/>
                <a:ea typeface="+mn-ea"/>
              </a:defRPr>
            </a:lvl2pPr>
            <a:lvl3pPr marL="1143000" indent="-228600" algn="l" rtl="0" eaLnBrk="0" fontAlgn="base" hangingPunct="0">
              <a:spcBef>
                <a:spcPct val="20000"/>
              </a:spcBef>
              <a:spcAft>
                <a:spcPct val="0"/>
              </a:spcAft>
              <a:buChar char="•"/>
              <a:defRPr sz="2400">
                <a:solidFill>
                  <a:srgbClr val="666699"/>
                </a:solidFill>
                <a:latin typeface="+mn-lt"/>
                <a:ea typeface="+mn-ea"/>
              </a:defRPr>
            </a:lvl3pPr>
            <a:lvl4pPr marL="1600200" indent="-228600" algn="l" rtl="0" eaLnBrk="0" fontAlgn="base" hangingPunct="0">
              <a:spcBef>
                <a:spcPct val="20000"/>
              </a:spcBef>
              <a:spcAft>
                <a:spcPct val="0"/>
              </a:spcAft>
              <a:buChar char="–"/>
              <a:defRPr sz="2000">
                <a:solidFill>
                  <a:srgbClr val="666699"/>
                </a:solidFill>
                <a:latin typeface="+mn-lt"/>
                <a:ea typeface="+mn-ea"/>
              </a:defRPr>
            </a:lvl4pPr>
            <a:lvl5pPr marL="2057400" indent="-228600" algn="l" rtl="0" eaLnBrk="0" fontAlgn="base" hangingPunct="0">
              <a:spcBef>
                <a:spcPct val="20000"/>
              </a:spcBef>
              <a:spcAft>
                <a:spcPct val="0"/>
              </a:spcAft>
              <a:buChar char="»"/>
              <a:defRPr sz="2000">
                <a:solidFill>
                  <a:srgbClr val="666699"/>
                </a:solidFill>
                <a:latin typeface="+mn-lt"/>
                <a:ea typeface="+mn-ea"/>
              </a:defRPr>
            </a:lvl5pPr>
          </a:lstStyle>
          <a:p>
            <a:pPr marL="0" lvl="0" indent="0" eaLnBrk="1" hangingPunct="1">
              <a:spcBef>
                <a:spcPct val="50000"/>
              </a:spcBef>
              <a:buNone/>
            </a:pPr>
            <a:r>
              <a:rPr lang="zh-CN" altLang="en-US" sz="2400" dirty="0">
                <a:solidFill>
                  <a:schemeClr val="tx1"/>
                </a:solidFill>
                <a:latin typeface="Tahoma" panose="020B0604030504040204" pitchFamily="34" charset="0"/>
              </a:rPr>
              <a:t>+</a:t>
            </a:r>
            <a:endParaRPr lang="zh-CN" altLang="en-US" sz="2400" dirty="0">
              <a:solidFill>
                <a:schemeClr val="tx1"/>
              </a:solidFill>
              <a:latin typeface="Tahoma" panose="020B0604030504040204" pitchFamily="34" charset="0"/>
            </a:endParaRPr>
          </a:p>
        </p:txBody>
      </p:sp>
      <p:sp>
        <p:nvSpPr>
          <p:cNvPr id="33799" name="Line 7"/>
          <p:cNvSpPr/>
          <p:nvPr/>
        </p:nvSpPr>
        <p:spPr>
          <a:xfrm>
            <a:off x="395288" y="3470275"/>
            <a:ext cx="2889250" cy="0"/>
          </a:xfrm>
          <a:prstGeom prst="line">
            <a:avLst/>
          </a:prstGeom>
          <a:ln w="9525" cap="flat" cmpd="sng">
            <a:solidFill>
              <a:schemeClr val="tx1"/>
            </a:solidFill>
            <a:prstDash val="solid"/>
            <a:miter/>
            <a:headEnd type="none" w="med" len="med"/>
            <a:tailEnd type="none" w="med" len="med"/>
          </a:ln>
        </p:spPr>
      </p:sp>
      <p:sp>
        <p:nvSpPr>
          <p:cNvPr id="33800" name="Text Box 8"/>
          <p:cNvSpPr txBox="1"/>
          <p:nvPr/>
        </p:nvSpPr>
        <p:spPr>
          <a:xfrm>
            <a:off x="3665538" y="2852738"/>
            <a:ext cx="1597025" cy="396875"/>
          </a:xfrm>
          <a:prstGeom prst="rect">
            <a:avLst/>
          </a:prstGeom>
          <a:noFill/>
          <a:ln w="9525">
            <a:noFill/>
          </a:ln>
        </p:spPr>
        <p:txBody>
          <a:bodyPr>
            <a:spAutoFit/>
          </a:bodyPr>
          <a:lstStyle>
            <a:lvl1pPr marL="342900" indent="-342900" algn="l" rtl="0" eaLnBrk="0" fontAlgn="base" hangingPunct="0">
              <a:spcBef>
                <a:spcPct val="20000"/>
              </a:spcBef>
              <a:spcAft>
                <a:spcPct val="0"/>
              </a:spcAft>
              <a:buChar char="•"/>
              <a:defRPr sz="3200">
                <a:solidFill>
                  <a:srgbClr val="666699"/>
                </a:solidFill>
                <a:latin typeface="+mn-lt"/>
                <a:ea typeface="+mn-ea"/>
                <a:cs typeface="+mn-cs"/>
              </a:defRPr>
            </a:lvl1pPr>
            <a:lvl2pPr marL="742950" indent="-285750" algn="l" rtl="0" eaLnBrk="0" fontAlgn="base" hangingPunct="0">
              <a:spcBef>
                <a:spcPct val="20000"/>
              </a:spcBef>
              <a:spcAft>
                <a:spcPct val="0"/>
              </a:spcAft>
              <a:buChar char="–"/>
              <a:defRPr sz="2800">
                <a:solidFill>
                  <a:srgbClr val="666699"/>
                </a:solidFill>
                <a:latin typeface="+mn-lt"/>
                <a:ea typeface="+mn-ea"/>
              </a:defRPr>
            </a:lvl2pPr>
            <a:lvl3pPr marL="1143000" indent="-228600" algn="l" rtl="0" eaLnBrk="0" fontAlgn="base" hangingPunct="0">
              <a:spcBef>
                <a:spcPct val="20000"/>
              </a:spcBef>
              <a:spcAft>
                <a:spcPct val="0"/>
              </a:spcAft>
              <a:buChar char="•"/>
              <a:defRPr sz="2400">
                <a:solidFill>
                  <a:srgbClr val="666699"/>
                </a:solidFill>
                <a:latin typeface="+mn-lt"/>
                <a:ea typeface="+mn-ea"/>
              </a:defRPr>
            </a:lvl3pPr>
            <a:lvl4pPr marL="1600200" indent="-228600" algn="l" rtl="0" eaLnBrk="0" fontAlgn="base" hangingPunct="0">
              <a:spcBef>
                <a:spcPct val="20000"/>
              </a:spcBef>
              <a:spcAft>
                <a:spcPct val="0"/>
              </a:spcAft>
              <a:buChar char="–"/>
              <a:defRPr sz="2000">
                <a:solidFill>
                  <a:srgbClr val="666699"/>
                </a:solidFill>
                <a:latin typeface="+mn-lt"/>
                <a:ea typeface="+mn-ea"/>
              </a:defRPr>
            </a:lvl4pPr>
            <a:lvl5pPr marL="2057400" indent="-228600" algn="l" rtl="0" eaLnBrk="0" fontAlgn="base" hangingPunct="0">
              <a:spcBef>
                <a:spcPct val="20000"/>
              </a:spcBef>
              <a:spcAft>
                <a:spcPct val="0"/>
              </a:spcAft>
              <a:buChar char="»"/>
              <a:defRPr sz="2000">
                <a:solidFill>
                  <a:srgbClr val="666699"/>
                </a:solidFill>
                <a:latin typeface="+mn-lt"/>
                <a:ea typeface="+mn-ea"/>
              </a:defRPr>
            </a:lvl5pPr>
          </a:lstStyle>
          <a:p>
            <a:pPr marL="0" lvl="0" indent="0" eaLnBrk="1" hangingPunct="1">
              <a:spcBef>
                <a:spcPct val="50000"/>
              </a:spcBef>
              <a:buNone/>
            </a:pPr>
            <a:r>
              <a:rPr lang="zh-CN" altLang="en-US" sz="2000" dirty="0">
                <a:solidFill>
                  <a:schemeClr val="tx1"/>
                </a:solidFill>
                <a:latin typeface="Tahoma" panose="020B0604030504040204" pitchFamily="34" charset="0"/>
              </a:rPr>
              <a:t>   1 0 1 </a:t>
            </a:r>
            <a:r>
              <a:rPr lang="zh-CN" altLang="en-US" sz="2000" dirty="0">
                <a:solidFill>
                  <a:srgbClr val="800000"/>
                </a:solidFill>
                <a:latin typeface="Tahoma" panose="020B0604030504040204" pitchFamily="34" charset="0"/>
              </a:rPr>
              <a:t>1</a:t>
            </a:r>
            <a:endParaRPr lang="zh-CN" altLang="en-US" sz="2000" dirty="0">
              <a:solidFill>
                <a:srgbClr val="800000"/>
              </a:solidFill>
              <a:latin typeface="Tahoma" panose="020B0604030504040204" pitchFamily="34" charset="0"/>
            </a:endParaRPr>
          </a:p>
        </p:txBody>
      </p:sp>
      <p:sp>
        <p:nvSpPr>
          <p:cNvPr id="33801" name="Text Box 9"/>
          <p:cNvSpPr txBox="1"/>
          <p:nvPr/>
        </p:nvSpPr>
        <p:spPr>
          <a:xfrm>
            <a:off x="1155700" y="3392488"/>
            <a:ext cx="1825625" cy="401637"/>
          </a:xfrm>
          <a:prstGeom prst="rect">
            <a:avLst/>
          </a:prstGeom>
          <a:noFill/>
          <a:ln w="9525">
            <a:noFill/>
          </a:ln>
        </p:spPr>
        <p:txBody>
          <a:bodyPr>
            <a:spAutoFit/>
          </a:bodyPr>
          <a:lstStyle>
            <a:lvl1pPr marL="342900" indent="-342900" algn="l" rtl="0" eaLnBrk="0" fontAlgn="base" hangingPunct="0">
              <a:spcBef>
                <a:spcPct val="20000"/>
              </a:spcBef>
              <a:spcAft>
                <a:spcPct val="0"/>
              </a:spcAft>
              <a:buChar char="•"/>
              <a:defRPr sz="3200">
                <a:solidFill>
                  <a:srgbClr val="666699"/>
                </a:solidFill>
                <a:latin typeface="+mn-lt"/>
                <a:ea typeface="+mn-ea"/>
                <a:cs typeface="+mn-cs"/>
              </a:defRPr>
            </a:lvl1pPr>
            <a:lvl2pPr marL="742950" indent="-285750" algn="l" rtl="0" eaLnBrk="0" fontAlgn="base" hangingPunct="0">
              <a:spcBef>
                <a:spcPct val="20000"/>
              </a:spcBef>
              <a:spcAft>
                <a:spcPct val="0"/>
              </a:spcAft>
              <a:buChar char="–"/>
              <a:defRPr sz="2800">
                <a:solidFill>
                  <a:srgbClr val="666699"/>
                </a:solidFill>
                <a:latin typeface="+mn-lt"/>
                <a:ea typeface="+mn-ea"/>
              </a:defRPr>
            </a:lvl2pPr>
            <a:lvl3pPr marL="1143000" indent="-228600" algn="l" rtl="0" eaLnBrk="0" fontAlgn="base" hangingPunct="0">
              <a:spcBef>
                <a:spcPct val="20000"/>
              </a:spcBef>
              <a:spcAft>
                <a:spcPct val="0"/>
              </a:spcAft>
              <a:buChar char="•"/>
              <a:defRPr sz="2400">
                <a:solidFill>
                  <a:srgbClr val="666699"/>
                </a:solidFill>
                <a:latin typeface="+mn-lt"/>
                <a:ea typeface="+mn-ea"/>
              </a:defRPr>
            </a:lvl3pPr>
            <a:lvl4pPr marL="1600200" indent="-228600" algn="l" rtl="0" eaLnBrk="0" fontAlgn="base" hangingPunct="0">
              <a:spcBef>
                <a:spcPct val="20000"/>
              </a:spcBef>
              <a:spcAft>
                <a:spcPct val="0"/>
              </a:spcAft>
              <a:buChar char="–"/>
              <a:defRPr sz="2000">
                <a:solidFill>
                  <a:srgbClr val="666699"/>
                </a:solidFill>
                <a:latin typeface="+mn-lt"/>
                <a:ea typeface="+mn-ea"/>
              </a:defRPr>
            </a:lvl4pPr>
            <a:lvl5pPr marL="2057400" indent="-228600" algn="l" rtl="0" eaLnBrk="0" fontAlgn="base" hangingPunct="0">
              <a:spcBef>
                <a:spcPct val="20000"/>
              </a:spcBef>
              <a:spcAft>
                <a:spcPct val="0"/>
              </a:spcAft>
              <a:buChar char="»"/>
              <a:defRPr sz="2000">
                <a:solidFill>
                  <a:srgbClr val="666699"/>
                </a:solidFill>
                <a:latin typeface="+mn-lt"/>
                <a:ea typeface="+mn-ea"/>
              </a:defRPr>
            </a:lvl5pPr>
          </a:lstStyle>
          <a:p>
            <a:pPr marL="0" lvl="0" indent="0" eaLnBrk="1" hangingPunct="1">
              <a:spcBef>
                <a:spcPct val="50000"/>
              </a:spcBef>
              <a:buNone/>
            </a:pPr>
            <a:r>
              <a:rPr lang="zh-CN" altLang="en-US" sz="2000" dirty="0">
                <a:solidFill>
                  <a:schemeClr val="tx1"/>
                </a:solidFill>
                <a:latin typeface="Tahoma" panose="020B0604030504040204" pitchFamily="34" charset="0"/>
              </a:rPr>
              <a:t>0 0. 1 1 0 1</a:t>
            </a:r>
            <a:endParaRPr lang="zh-CN" altLang="en-US" sz="2000" dirty="0">
              <a:solidFill>
                <a:schemeClr val="tx1"/>
              </a:solidFill>
              <a:latin typeface="Tahoma" panose="020B0604030504040204" pitchFamily="34" charset="0"/>
            </a:endParaRPr>
          </a:p>
        </p:txBody>
      </p:sp>
      <p:sp>
        <p:nvSpPr>
          <p:cNvPr id="33802" name="Text Box 10"/>
          <p:cNvSpPr txBox="1"/>
          <p:nvPr/>
        </p:nvSpPr>
        <p:spPr>
          <a:xfrm>
            <a:off x="1155700" y="3624263"/>
            <a:ext cx="1825625" cy="401637"/>
          </a:xfrm>
          <a:prstGeom prst="rect">
            <a:avLst/>
          </a:prstGeom>
          <a:noFill/>
          <a:ln w="9525">
            <a:noFill/>
          </a:ln>
        </p:spPr>
        <p:txBody>
          <a:bodyPr>
            <a:spAutoFit/>
          </a:bodyPr>
          <a:lstStyle>
            <a:lvl1pPr marL="342900" indent="-342900" algn="l" rtl="0" eaLnBrk="0" fontAlgn="base" hangingPunct="0">
              <a:spcBef>
                <a:spcPct val="20000"/>
              </a:spcBef>
              <a:spcAft>
                <a:spcPct val="0"/>
              </a:spcAft>
              <a:buChar char="•"/>
              <a:defRPr sz="3200">
                <a:solidFill>
                  <a:srgbClr val="666699"/>
                </a:solidFill>
                <a:latin typeface="+mn-lt"/>
                <a:ea typeface="+mn-ea"/>
                <a:cs typeface="+mn-cs"/>
              </a:defRPr>
            </a:lvl1pPr>
            <a:lvl2pPr marL="742950" indent="-285750" algn="l" rtl="0" eaLnBrk="0" fontAlgn="base" hangingPunct="0">
              <a:spcBef>
                <a:spcPct val="20000"/>
              </a:spcBef>
              <a:spcAft>
                <a:spcPct val="0"/>
              </a:spcAft>
              <a:buChar char="–"/>
              <a:defRPr sz="2800">
                <a:solidFill>
                  <a:srgbClr val="666699"/>
                </a:solidFill>
                <a:latin typeface="+mn-lt"/>
                <a:ea typeface="+mn-ea"/>
              </a:defRPr>
            </a:lvl2pPr>
            <a:lvl3pPr marL="1143000" indent="-228600" algn="l" rtl="0" eaLnBrk="0" fontAlgn="base" hangingPunct="0">
              <a:spcBef>
                <a:spcPct val="20000"/>
              </a:spcBef>
              <a:spcAft>
                <a:spcPct val="0"/>
              </a:spcAft>
              <a:buChar char="•"/>
              <a:defRPr sz="2400">
                <a:solidFill>
                  <a:srgbClr val="666699"/>
                </a:solidFill>
                <a:latin typeface="+mn-lt"/>
                <a:ea typeface="+mn-ea"/>
              </a:defRPr>
            </a:lvl3pPr>
            <a:lvl4pPr marL="1600200" indent="-228600" algn="l" rtl="0" eaLnBrk="0" fontAlgn="base" hangingPunct="0">
              <a:spcBef>
                <a:spcPct val="20000"/>
              </a:spcBef>
              <a:spcAft>
                <a:spcPct val="0"/>
              </a:spcAft>
              <a:buChar char="–"/>
              <a:defRPr sz="2000">
                <a:solidFill>
                  <a:srgbClr val="666699"/>
                </a:solidFill>
                <a:latin typeface="+mn-lt"/>
                <a:ea typeface="+mn-ea"/>
              </a:defRPr>
            </a:lvl4pPr>
            <a:lvl5pPr marL="2057400" indent="-228600" algn="l" rtl="0" eaLnBrk="0" fontAlgn="base" hangingPunct="0">
              <a:spcBef>
                <a:spcPct val="20000"/>
              </a:spcBef>
              <a:spcAft>
                <a:spcPct val="0"/>
              </a:spcAft>
              <a:buChar char="»"/>
              <a:defRPr sz="2000">
                <a:solidFill>
                  <a:srgbClr val="666699"/>
                </a:solidFill>
                <a:latin typeface="+mn-lt"/>
                <a:ea typeface="+mn-ea"/>
              </a:defRPr>
            </a:lvl5pPr>
          </a:lstStyle>
          <a:p>
            <a:pPr marL="0" lvl="0" indent="0" eaLnBrk="1" hangingPunct="1">
              <a:spcBef>
                <a:spcPct val="50000"/>
              </a:spcBef>
              <a:buNone/>
            </a:pPr>
            <a:r>
              <a:rPr lang="zh-CN" altLang="en-US" sz="2000" dirty="0">
                <a:solidFill>
                  <a:schemeClr val="tx1"/>
                </a:solidFill>
                <a:latin typeface="Tahoma" panose="020B0604030504040204" pitchFamily="34" charset="0"/>
              </a:rPr>
              <a:t>0 0. 0 1 1 0 </a:t>
            </a:r>
            <a:endParaRPr lang="zh-CN" altLang="en-US" sz="2000" dirty="0">
              <a:solidFill>
                <a:schemeClr val="tx1"/>
              </a:solidFill>
              <a:latin typeface="Tahoma" panose="020B0604030504040204" pitchFamily="34" charset="0"/>
            </a:endParaRPr>
          </a:p>
        </p:txBody>
      </p:sp>
      <p:sp>
        <p:nvSpPr>
          <p:cNvPr id="33803" name="Text Box 11"/>
          <p:cNvSpPr txBox="1"/>
          <p:nvPr/>
        </p:nvSpPr>
        <p:spPr>
          <a:xfrm>
            <a:off x="1155700" y="3854450"/>
            <a:ext cx="1825625" cy="403225"/>
          </a:xfrm>
          <a:prstGeom prst="rect">
            <a:avLst/>
          </a:prstGeom>
          <a:noFill/>
          <a:ln w="9525">
            <a:noFill/>
          </a:ln>
        </p:spPr>
        <p:txBody>
          <a:bodyPr>
            <a:spAutoFit/>
          </a:bodyPr>
          <a:lstStyle>
            <a:lvl1pPr marL="342900" indent="-342900" algn="l" rtl="0" eaLnBrk="0" fontAlgn="base" hangingPunct="0">
              <a:spcBef>
                <a:spcPct val="20000"/>
              </a:spcBef>
              <a:spcAft>
                <a:spcPct val="0"/>
              </a:spcAft>
              <a:buChar char="•"/>
              <a:defRPr sz="3200">
                <a:solidFill>
                  <a:srgbClr val="666699"/>
                </a:solidFill>
                <a:latin typeface="+mn-lt"/>
                <a:ea typeface="+mn-ea"/>
                <a:cs typeface="+mn-cs"/>
              </a:defRPr>
            </a:lvl1pPr>
            <a:lvl2pPr marL="742950" indent="-285750" algn="l" rtl="0" eaLnBrk="0" fontAlgn="base" hangingPunct="0">
              <a:spcBef>
                <a:spcPct val="20000"/>
              </a:spcBef>
              <a:spcAft>
                <a:spcPct val="0"/>
              </a:spcAft>
              <a:buChar char="–"/>
              <a:defRPr sz="2800">
                <a:solidFill>
                  <a:srgbClr val="666699"/>
                </a:solidFill>
                <a:latin typeface="+mn-lt"/>
                <a:ea typeface="+mn-ea"/>
              </a:defRPr>
            </a:lvl2pPr>
            <a:lvl3pPr marL="1143000" indent="-228600" algn="l" rtl="0" eaLnBrk="0" fontAlgn="base" hangingPunct="0">
              <a:spcBef>
                <a:spcPct val="20000"/>
              </a:spcBef>
              <a:spcAft>
                <a:spcPct val="0"/>
              </a:spcAft>
              <a:buChar char="•"/>
              <a:defRPr sz="2400">
                <a:solidFill>
                  <a:srgbClr val="666699"/>
                </a:solidFill>
                <a:latin typeface="+mn-lt"/>
                <a:ea typeface="+mn-ea"/>
              </a:defRPr>
            </a:lvl3pPr>
            <a:lvl4pPr marL="1600200" indent="-228600" algn="l" rtl="0" eaLnBrk="0" fontAlgn="base" hangingPunct="0">
              <a:spcBef>
                <a:spcPct val="20000"/>
              </a:spcBef>
              <a:spcAft>
                <a:spcPct val="0"/>
              </a:spcAft>
              <a:buChar char="–"/>
              <a:defRPr sz="2000">
                <a:solidFill>
                  <a:srgbClr val="666699"/>
                </a:solidFill>
                <a:latin typeface="+mn-lt"/>
                <a:ea typeface="+mn-ea"/>
              </a:defRPr>
            </a:lvl4pPr>
            <a:lvl5pPr marL="2057400" indent="-228600" algn="l" rtl="0" eaLnBrk="0" fontAlgn="base" hangingPunct="0">
              <a:spcBef>
                <a:spcPct val="20000"/>
              </a:spcBef>
              <a:spcAft>
                <a:spcPct val="0"/>
              </a:spcAft>
              <a:buChar char="»"/>
              <a:defRPr sz="2000">
                <a:solidFill>
                  <a:srgbClr val="666699"/>
                </a:solidFill>
                <a:latin typeface="+mn-lt"/>
                <a:ea typeface="+mn-ea"/>
              </a:defRPr>
            </a:lvl5pPr>
          </a:lstStyle>
          <a:p>
            <a:pPr marL="0" lvl="0" indent="0" eaLnBrk="1" hangingPunct="1">
              <a:spcBef>
                <a:spcPct val="50000"/>
              </a:spcBef>
              <a:buNone/>
            </a:pPr>
            <a:r>
              <a:rPr lang="zh-CN" altLang="en-US" sz="2000" dirty="0">
                <a:solidFill>
                  <a:schemeClr val="tx1"/>
                </a:solidFill>
                <a:latin typeface="Tahoma" panose="020B0604030504040204" pitchFamily="34" charset="0"/>
              </a:rPr>
              <a:t>0 0. 1 1 0 1</a:t>
            </a:r>
            <a:endParaRPr lang="zh-CN" altLang="en-US" sz="2000" dirty="0">
              <a:solidFill>
                <a:schemeClr val="tx1"/>
              </a:solidFill>
              <a:latin typeface="Tahoma" panose="020B0604030504040204" pitchFamily="34" charset="0"/>
            </a:endParaRPr>
          </a:p>
        </p:txBody>
      </p:sp>
      <p:sp>
        <p:nvSpPr>
          <p:cNvPr id="33804" name="Text Box 12"/>
          <p:cNvSpPr txBox="1"/>
          <p:nvPr/>
        </p:nvSpPr>
        <p:spPr>
          <a:xfrm>
            <a:off x="471488" y="3546475"/>
            <a:ext cx="531812" cy="463550"/>
          </a:xfrm>
          <a:prstGeom prst="rect">
            <a:avLst/>
          </a:prstGeom>
          <a:noFill/>
          <a:ln w="9525">
            <a:noFill/>
          </a:ln>
        </p:spPr>
        <p:txBody>
          <a:bodyPr>
            <a:spAutoFit/>
          </a:bodyPr>
          <a:lstStyle>
            <a:lvl1pPr marL="342900" indent="-342900" algn="l" rtl="0" eaLnBrk="0" fontAlgn="base" hangingPunct="0">
              <a:spcBef>
                <a:spcPct val="20000"/>
              </a:spcBef>
              <a:spcAft>
                <a:spcPct val="0"/>
              </a:spcAft>
              <a:buChar char="•"/>
              <a:defRPr sz="3200">
                <a:solidFill>
                  <a:srgbClr val="666699"/>
                </a:solidFill>
                <a:latin typeface="+mn-lt"/>
                <a:ea typeface="+mn-ea"/>
                <a:cs typeface="+mn-cs"/>
              </a:defRPr>
            </a:lvl1pPr>
            <a:lvl2pPr marL="742950" indent="-285750" algn="l" rtl="0" eaLnBrk="0" fontAlgn="base" hangingPunct="0">
              <a:spcBef>
                <a:spcPct val="20000"/>
              </a:spcBef>
              <a:spcAft>
                <a:spcPct val="0"/>
              </a:spcAft>
              <a:buChar char="–"/>
              <a:defRPr sz="2800">
                <a:solidFill>
                  <a:srgbClr val="666699"/>
                </a:solidFill>
                <a:latin typeface="+mn-lt"/>
                <a:ea typeface="+mn-ea"/>
              </a:defRPr>
            </a:lvl2pPr>
            <a:lvl3pPr marL="1143000" indent="-228600" algn="l" rtl="0" eaLnBrk="0" fontAlgn="base" hangingPunct="0">
              <a:spcBef>
                <a:spcPct val="20000"/>
              </a:spcBef>
              <a:spcAft>
                <a:spcPct val="0"/>
              </a:spcAft>
              <a:buChar char="•"/>
              <a:defRPr sz="2400">
                <a:solidFill>
                  <a:srgbClr val="666699"/>
                </a:solidFill>
                <a:latin typeface="+mn-lt"/>
                <a:ea typeface="+mn-ea"/>
              </a:defRPr>
            </a:lvl3pPr>
            <a:lvl4pPr marL="1600200" indent="-228600" algn="l" rtl="0" eaLnBrk="0" fontAlgn="base" hangingPunct="0">
              <a:spcBef>
                <a:spcPct val="20000"/>
              </a:spcBef>
              <a:spcAft>
                <a:spcPct val="0"/>
              </a:spcAft>
              <a:buChar char="–"/>
              <a:defRPr sz="2000">
                <a:solidFill>
                  <a:srgbClr val="666699"/>
                </a:solidFill>
                <a:latin typeface="+mn-lt"/>
                <a:ea typeface="+mn-ea"/>
              </a:defRPr>
            </a:lvl4pPr>
            <a:lvl5pPr marL="2057400" indent="-228600" algn="l" rtl="0" eaLnBrk="0" fontAlgn="base" hangingPunct="0">
              <a:spcBef>
                <a:spcPct val="20000"/>
              </a:spcBef>
              <a:spcAft>
                <a:spcPct val="0"/>
              </a:spcAft>
              <a:buChar char="»"/>
              <a:defRPr sz="2000">
                <a:solidFill>
                  <a:srgbClr val="666699"/>
                </a:solidFill>
                <a:latin typeface="+mn-lt"/>
                <a:ea typeface="+mn-ea"/>
              </a:defRPr>
            </a:lvl5pPr>
          </a:lstStyle>
          <a:p>
            <a:pPr marL="0" lvl="0" indent="0" eaLnBrk="1" hangingPunct="1">
              <a:spcBef>
                <a:spcPct val="50000"/>
              </a:spcBef>
              <a:buNone/>
            </a:pPr>
            <a:r>
              <a:rPr lang="zh-CN" altLang="en-US" sz="2400" dirty="0">
                <a:solidFill>
                  <a:schemeClr val="tx1"/>
                </a:solidFill>
                <a:latin typeface="Tahoma" panose="020B0604030504040204" pitchFamily="34" charset="0"/>
              </a:rPr>
              <a:t>→</a:t>
            </a:r>
            <a:endParaRPr lang="zh-CN" altLang="en-US" sz="2400" dirty="0">
              <a:solidFill>
                <a:schemeClr val="tx1"/>
              </a:solidFill>
              <a:latin typeface="Tahoma" panose="020B0604030504040204" pitchFamily="34" charset="0"/>
            </a:endParaRPr>
          </a:p>
        </p:txBody>
      </p:sp>
      <p:sp>
        <p:nvSpPr>
          <p:cNvPr id="33805" name="Text Box 13"/>
          <p:cNvSpPr txBox="1"/>
          <p:nvPr/>
        </p:nvSpPr>
        <p:spPr>
          <a:xfrm>
            <a:off x="471488" y="3778250"/>
            <a:ext cx="531812" cy="461963"/>
          </a:xfrm>
          <a:prstGeom prst="rect">
            <a:avLst/>
          </a:prstGeom>
          <a:noFill/>
          <a:ln w="9525">
            <a:noFill/>
          </a:ln>
        </p:spPr>
        <p:txBody>
          <a:bodyPr>
            <a:spAutoFit/>
          </a:bodyPr>
          <a:lstStyle>
            <a:lvl1pPr marL="342900" indent="-342900" algn="l" rtl="0" eaLnBrk="0" fontAlgn="base" hangingPunct="0">
              <a:spcBef>
                <a:spcPct val="20000"/>
              </a:spcBef>
              <a:spcAft>
                <a:spcPct val="0"/>
              </a:spcAft>
              <a:buChar char="•"/>
              <a:defRPr sz="3200">
                <a:solidFill>
                  <a:srgbClr val="666699"/>
                </a:solidFill>
                <a:latin typeface="+mn-lt"/>
                <a:ea typeface="+mn-ea"/>
                <a:cs typeface="+mn-cs"/>
              </a:defRPr>
            </a:lvl1pPr>
            <a:lvl2pPr marL="742950" indent="-285750" algn="l" rtl="0" eaLnBrk="0" fontAlgn="base" hangingPunct="0">
              <a:spcBef>
                <a:spcPct val="20000"/>
              </a:spcBef>
              <a:spcAft>
                <a:spcPct val="0"/>
              </a:spcAft>
              <a:buChar char="–"/>
              <a:defRPr sz="2800">
                <a:solidFill>
                  <a:srgbClr val="666699"/>
                </a:solidFill>
                <a:latin typeface="+mn-lt"/>
                <a:ea typeface="+mn-ea"/>
              </a:defRPr>
            </a:lvl2pPr>
            <a:lvl3pPr marL="1143000" indent="-228600" algn="l" rtl="0" eaLnBrk="0" fontAlgn="base" hangingPunct="0">
              <a:spcBef>
                <a:spcPct val="20000"/>
              </a:spcBef>
              <a:spcAft>
                <a:spcPct val="0"/>
              </a:spcAft>
              <a:buChar char="•"/>
              <a:defRPr sz="2400">
                <a:solidFill>
                  <a:srgbClr val="666699"/>
                </a:solidFill>
                <a:latin typeface="+mn-lt"/>
                <a:ea typeface="+mn-ea"/>
              </a:defRPr>
            </a:lvl3pPr>
            <a:lvl4pPr marL="1600200" indent="-228600" algn="l" rtl="0" eaLnBrk="0" fontAlgn="base" hangingPunct="0">
              <a:spcBef>
                <a:spcPct val="20000"/>
              </a:spcBef>
              <a:spcAft>
                <a:spcPct val="0"/>
              </a:spcAft>
              <a:buChar char="–"/>
              <a:defRPr sz="2000">
                <a:solidFill>
                  <a:srgbClr val="666699"/>
                </a:solidFill>
                <a:latin typeface="+mn-lt"/>
                <a:ea typeface="+mn-ea"/>
              </a:defRPr>
            </a:lvl4pPr>
            <a:lvl5pPr marL="2057400" indent="-228600" algn="l" rtl="0" eaLnBrk="0" fontAlgn="base" hangingPunct="0">
              <a:spcBef>
                <a:spcPct val="20000"/>
              </a:spcBef>
              <a:spcAft>
                <a:spcPct val="0"/>
              </a:spcAft>
              <a:buChar char="»"/>
              <a:defRPr sz="2000">
                <a:solidFill>
                  <a:srgbClr val="666699"/>
                </a:solidFill>
                <a:latin typeface="+mn-lt"/>
                <a:ea typeface="+mn-ea"/>
              </a:defRPr>
            </a:lvl5pPr>
          </a:lstStyle>
          <a:p>
            <a:pPr marL="0" lvl="0" indent="0" eaLnBrk="1" hangingPunct="1">
              <a:spcBef>
                <a:spcPct val="50000"/>
              </a:spcBef>
              <a:buNone/>
            </a:pPr>
            <a:r>
              <a:rPr lang="zh-CN" altLang="en-US" sz="2400" dirty="0">
                <a:solidFill>
                  <a:schemeClr val="tx1"/>
                </a:solidFill>
                <a:latin typeface="Tahoma" panose="020B0604030504040204" pitchFamily="34" charset="0"/>
              </a:rPr>
              <a:t>+</a:t>
            </a:r>
            <a:endParaRPr lang="zh-CN" altLang="en-US" sz="2400" dirty="0">
              <a:solidFill>
                <a:schemeClr val="tx1"/>
              </a:solidFill>
              <a:latin typeface="Tahoma" panose="020B0604030504040204" pitchFamily="34" charset="0"/>
            </a:endParaRPr>
          </a:p>
        </p:txBody>
      </p:sp>
      <p:sp>
        <p:nvSpPr>
          <p:cNvPr id="33806" name="Line 14"/>
          <p:cNvSpPr/>
          <p:nvPr/>
        </p:nvSpPr>
        <p:spPr>
          <a:xfrm>
            <a:off x="471488" y="4240213"/>
            <a:ext cx="2965450" cy="0"/>
          </a:xfrm>
          <a:prstGeom prst="line">
            <a:avLst/>
          </a:prstGeom>
          <a:ln w="9525" cap="flat" cmpd="sng">
            <a:solidFill>
              <a:schemeClr val="tx1"/>
            </a:solidFill>
            <a:prstDash val="solid"/>
            <a:miter/>
            <a:headEnd type="none" w="med" len="med"/>
            <a:tailEnd type="none" w="med" len="med"/>
          </a:ln>
        </p:spPr>
      </p:sp>
      <p:sp>
        <p:nvSpPr>
          <p:cNvPr id="33807" name="Text Box 15"/>
          <p:cNvSpPr txBox="1"/>
          <p:nvPr/>
        </p:nvSpPr>
        <p:spPr>
          <a:xfrm>
            <a:off x="1155700" y="4164013"/>
            <a:ext cx="1825625" cy="401637"/>
          </a:xfrm>
          <a:prstGeom prst="rect">
            <a:avLst/>
          </a:prstGeom>
          <a:noFill/>
          <a:ln w="9525">
            <a:noFill/>
          </a:ln>
        </p:spPr>
        <p:txBody>
          <a:bodyPr>
            <a:spAutoFit/>
          </a:bodyPr>
          <a:lstStyle>
            <a:lvl1pPr marL="342900" indent="-342900" algn="l" rtl="0" eaLnBrk="0" fontAlgn="base" hangingPunct="0">
              <a:spcBef>
                <a:spcPct val="20000"/>
              </a:spcBef>
              <a:spcAft>
                <a:spcPct val="0"/>
              </a:spcAft>
              <a:buChar char="•"/>
              <a:defRPr sz="3200">
                <a:solidFill>
                  <a:srgbClr val="666699"/>
                </a:solidFill>
                <a:latin typeface="+mn-lt"/>
                <a:ea typeface="+mn-ea"/>
                <a:cs typeface="+mn-cs"/>
              </a:defRPr>
            </a:lvl1pPr>
            <a:lvl2pPr marL="742950" indent="-285750" algn="l" rtl="0" eaLnBrk="0" fontAlgn="base" hangingPunct="0">
              <a:spcBef>
                <a:spcPct val="20000"/>
              </a:spcBef>
              <a:spcAft>
                <a:spcPct val="0"/>
              </a:spcAft>
              <a:buChar char="–"/>
              <a:defRPr sz="2800">
                <a:solidFill>
                  <a:srgbClr val="666699"/>
                </a:solidFill>
                <a:latin typeface="+mn-lt"/>
                <a:ea typeface="+mn-ea"/>
              </a:defRPr>
            </a:lvl2pPr>
            <a:lvl3pPr marL="1143000" indent="-228600" algn="l" rtl="0" eaLnBrk="0" fontAlgn="base" hangingPunct="0">
              <a:spcBef>
                <a:spcPct val="20000"/>
              </a:spcBef>
              <a:spcAft>
                <a:spcPct val="0"/>
              </a:spcAft>
              <a:buChar char="•"/>
              <a:defRPr sz="2400">
                <a:solidFill>
                  <a:srgbClr val="666699"/>
                </a:solidFill>
                <a:latin typeface="+mn-lt"/>
                <a:ea typeface="+mn-ea"/>
              </a:defRPr>
            </a:lvl3pPr>
            <a:lvl4pPr marL="1600200" indent="-228600" algn="l" rtl="0" eaLnBrk="0" fontAlgn="base" hangingPunct="0">
              <a:spcBef>
                <a:spcPct val="20000"/>
              </a:spcBef>
              <a:spcAft>
                <a:spcPct val="0"/>
              </a:spcAft>
              <a:buChar char="–"/>
              <a:defRPr sz="2000">
                <a:solidFill>
                  <a:srgbClr val="666699"/>
                </a:solidFill>
                <a:latin typeface="+mn-lt"/>
                <a:ea typeface="+mn-ea"/>
              </a:defRPr>
            </a:lvl4pPr>
            <a:lvl5pPr marL="2057400" indent="-228600" algn="l" rtl="0" eaLnBrk="0" fontAlgn="base" hangingPunct="0">
              <a:spcBef>
                <a:spcPct val="20000"/>
              </a:spcBef>
              <a:spcAft>
                <a:spcPct val="0"/>
              </a:spcAft>
              <a:buChar char="»"/>
              <a:defRPr sz="2000">
                <a:solidFill>
                  <a:srgbClr val="666699"/>
                </a:solidFill>
                <a:latin typeface="+mn-lt"/>
                <a:ea typeface="+mn-ea"/>
              </a:defRPr>
            </a:lvl5pPr>
          </a:lstStyle>
          <a:p>
            <a:pPr marL="0" lvl="0" indent="0" eaLnBrk="1" hangingPunct="1">
              <a:spcBef>
                <a:spcPct val="50000"/>
              </a:spcBef>
              <a:buNone/>
            </a:pPr>
            <a:r>
              <a:rPr lang="zh-CN" altLang="en-US" sz="2000" dirty="0">
                <a:solidFill>
                  <a:schemeClr val="tx1"/>
                </a:solidFill>
                <a:latin typeface="Tahoma" panose="020B0604030504040204" pitchFamily="34" charset="0"/>
              </a:rPr>
              <a:t>0 1. 0 0 1 1</a:t>
            </a:r>
            <a:endParaRPr lang="zh-CN" altLang="en-US" sz="2000" dirty="0">
              <a:solidFill>
                <a:schemeClr val="tx1"/>
              </a:solidFill>
              <a:latin typeface="Tahoma" panose="020B0604030504040204" pitchFamily="34" charset="0"/>
            </a:endParaRPr>
          </a:p>
        </p:txBody>
      </p:sp>
      <p:sp>
        <p:nvSpPr>
          <p:cNvPr id="33808" name="Text Box 16"/>
          <p:cNvSpPr txBox="1"/>
          <p:nvPr/>
        </p:nvSpPr>
        <p:spPr>
          <a:xfrm>
            <a:off x="1155700" y="4394200"/>
            <a:ext cx="1825625" cy="403225"/>
          </a:xfrm>
          <a:prstGeom prst="rect">
            <a:avLst/>
          </a:prstGeom>
          <a:noFill/>
          <a:ln w="9525">
            <a:noFill/>
          </a:ln>
        </p:spPr>
        <p:txBody>
          <a:bodyPr>
            <a:spAutoFit/>
          </a:bodyPr>
          <a:lstStyle>
            <a:lvl1pPr marL="342900" indent="-342900" algn="l" rtl="0" eaLnBrk="0" fontAlgn="base" hangingPunct="0">
              <a:spcBef>
                <a:spcPct val="20000"/>
              </a:spcBef>
              <a:spcAft>
                <a:spcPct val="0"/>
              </a:spcAft>
              <a:buChar char="•"/>
              <a:defRPr sz="3200">
                <a:solidFill>
                  <a:srgbClr val="666699"/>
                </a:solidFill>
                <a:latin typeface="+mn-lt"/>
                <a:ea typeface="+mn-ea"/>
                <a:cs typeface="+mn-cs"/>
              </a:defRPr>
            </a:lvl1pPr>
            <a:lvl2pPr marL="742950" indent="-285750" algn="l" rtl="0" eaLnBrk="0" fontAlgn="base" hangingPunct="0">
              <a:spcBef>
                <a:spcPct val="20000"/>
              </a:spcBef>
              <a:spcAft>
                <a:spcPct val="0"/>
              </a:spcAft>
              <a:buChar char="–"/>
              <a:defRPr sz="2800">
                <a:solidFill>
                  <a:srgbClr val="666699"/>
                </a:solidFill>
                <a:latin typeface="+mn-lt"/>
                <a:ea typeface="+mn-ea"/>
              </a:defRPr>
            </a:lvl2pPr>
            <a:lvl3pPr marL="1143000" indent="-228600" algn="l" rtl="0" eaLnBrk="0" fontAlgn="base" hangingPunct="0">
              <a:spcBef>
                <a:spcPct val="20000"/>
              </a:spcBef>
              <a:spcAft>
                <a:spcPct val="0"/>
              </a:spcAft>
              <a:buChar char="•"/>
              <a:defRPr sz="2400">
                <a:solidFill>
                  <a:srgbClr val="666699"/>
                </a:solidFill>
                <a:latin typeface="+mn-lt"/>
                <a:ea typeface="+mn-ea"/>
              </a:defRPr>
            </a:lvl3pPr>
            <a:lvl4pPr marL="1600200" indent="-228600" algn="l" rtl="0" eaLnBrk="0" fontAlgn="base" hangingPunct="0">
              <a:spcBef>
                <a:spcPct val="20000"/>
              </a:spcBef>
              <a:spcAft>
                <a:spcPct val="0"/>
              </a:spcAft>
              <a:buChar char="–"/>
              <a:defRPr sz="2000">
                <a:solidFill>
                  <a:srgbClr val="666699"/>
                </a:solidFill>
                <a:latin typeface="+mn-lt"/>
                <a:ea typeface="+mn-ea"/>
              </a:defRPr>
            </a:lvl4pPr>
            <a:lvl5pPr marL="2057400" indent="-228600" algn="l" rtl="0" eaLnBrk="0" fontAlgn="base" hangingPunct="0">
              <a:spcBef>
                <a:spcPct val="20000"/>
              </a:spcBef>
              <a:spcAft>
                <a:spcPct val="0"/>
              </a:spcAft>
              <a:buChar char="»"/>
              <a:defRPr sz="2000">
                <a:solidFill>
                  <a:srgbClr val="666699"/>
                </a:solidFill>
                <a:latin typeface="+mn-lt"/>
                <a:ea typeface="+mn-ea"/>
              </a:defRPr>
            </a:lvl5pPr>
          </a:lstStyle>
          <a:p>
            <a:pPr marL="0" lvl="0" indent="0" eaLnBrk="1" hangingPunct="1">
              <a:spcBef>
                <a:spcPct val="50000"/>
              </a:spcBef>
              <a:buNone/>
            </a:pPr>
            <a:r>
              <a:rPr lang="zh-CN" altLang="en-US" sz="2000" dirty="0">
                <a:solidFill>
                  <a:schemeClr val="tx1"/>
                </a:solidFill>
                <a:latin typeface="Tahoma" panose="020B0604030504040204" pitchFamily="34" charset="0"/>
              </a:rPr>
              <a:t>0 0. 1 0 0 1</a:t>
            </a:r>
            <a:endParaRPr lang="zh-CN" altLang="en-US" sz="2000" dirty="0">
              <a:solidFill>
                <a:schemeClr val="tx1"/>
              </a:solidFill>
              <a:latin typeface="Tahoma" panose="020B0604030504040204" pitchFamily="34" charset="0"/>
            </a:endParaRPr>
          </a:p>
        </p:txBody>
      </p:sp>
      <p:sp>
        <p:nvSpPr>
          <p:cNvPr id="33809" name="Text Box 17"/>
          <p:cNvSpPr txBox="1"/>
          <p:nvPr/>
        </p:nvSpPr>
        <p:spPr>
          <a:xfrm>
            <a:off x="1155700" y="4625975"/>
            <a:ext cx="1825625" cy="401638"/>
          </a:xfrm>
          <a:prstGeom prst="rect">
            <a:avLst/>
          </a:prstGeom>
          <a:noFill/>
          <a:ln w="9525">
            <a:noFill/>
          </a:ln>
        </p:spPr>
        <p:txBody>
          <a:bodyPr>
            <a:spAutoFit/>
          </a:bodyPr>
          <a:lstStyle>
            <a:lvl1pPr marL="342900" indent="-342900" algn="l" rtl="0" eaLnBrk="0" fontAlgn="base" hangingPunct="0">
              <a:spcBef>
                <a:spcPct val="20000"/>
              </a:spcBef>
              <a:spcAft>
                <a:spcPct val="0"/>
              </a:spcAft>
              <a:buChar char="•"/>
              <a:defRPr sz="3200">
                <a:solidFill>
                  <a:srgbClr val="666699"/>
                </a:solidFill>
                <a:latin typeface="+mn-lt"/>
                <a:ea typeface="+mn-ea"/>
                <a:cs typeface="+mn-cs"/>
              </a:defRPr>
            </a:lvl1pPr>
            <a:lvl2pPr marL="742950" indent="-285750" algn="l" rtl="0" eaLnBrk="0" fontAlgn="base" hangingPunct="0">
              <a:spcBef>
                <a:spcPct val="20000"/>
              </a:spcBef>
              <a:spcAft>
                <a:spcPct val="0"/>
              </a:spcAft>
              <a:buChar char="–"/>
              <a:defRPr sz="2800">
                <a:solidFill>
                  <a:srgbClr val="666699"/>
                </a:solidFill>
                <a:latin typeface="+mn-lt"/>
                <a:ea typeface="+mn-ea"/>
              </a:defRPr>
            </a:lvl2pPr>
            <a:lvl3pPr marL="1143000" indent="-228600" algn="l" rtl="0" eaLnBrk="0" fontAlgn="base" hangingPunct="0">
              <a:spcBef>
                <a:spcPct val="20000"/>
              </a:spcBef>
              <a:spcAft>
                <a:spcPct val="0"/>
              </a:spcAft>
              <a:buChar char="•"/>
              <a:defRPr sz="2400">
                <a:solidFill>
                  <a:srgbClr val="666699"/>
                </a:solidFill>
                <a:latin typeface="+mn-lt"/>
                <a:ea typeface="+mn-ea"/>
              </a:defRPr>
            </a:lvl3pPr>
            <a:lvl4pPr marL="1600200" indent="-228600" algn="l" rtl="0" eaLnBrk="0" fontAlgn="base" hangingPunct="0">
              <a:spcBef>
                <a:spcPct val="20000"/>
              </a:spcBef>
              <a:spcAft>
                <a:spcPct val="0"/>
              </a:spcAft>
              <a:buChar char="–"/>
              <a:defRPr sz="2000">
                <a:solidFill>
                  <a:srgbClr val="666699"/>
                </a:solidFill>
                <a:latin typeface="+mn-lt"/>
                <a:ea typeface="+mn-ea"/>
              </a:defRPr>
            </a:lvl4pPr>
            <a:lvl5pPr marL="2057400" indent="-228600" algn="l" rtl="0" eaLnBrk="0" fontAlgn="base" hangingPunct="0">
              <a:spcBef>
                <a:spcPct val="20000"/>
              </a:spcBef>
              <a:spcAft>
                <a:spcPct val="0"/>
              </a:spcAft>
              <a:buChar char="»"/>
              <a:defRPr sz="2000">
                <a:solidFill>
                  <a:srgbClr val="666699"/>
                </a:solidFill>
                <a:latin typeface="+mn-lt"/>
                <a:ea typeface="+mn-ea"/>
              </a:defRPr>
            </a:lvl5pPr>
          </a:lstStyle>
          <a:p>
            <a:pPr marL="0" lvl="0" indent="0" eaLnBrk="1" hangingPunct="1">
              <a:spcBef>
                <a:spcPct val="50000"/>
              </a:spcBef>
              <a:buNone/>
            </a:pPr>
            <a:r>
              <a:rPr lang="zh-CN" altLang="en-US" sz="2000" dirty="0">
                <a:solidFill>
                  <a:schemeClr val="tx1"/>
                </a:solidFill>
                <a:latin typeface="Tahoma" panose="020B0604030504040204" pitchFamily="34" charset="0"/>
              </a:rPr>
              <a:t>0 0. 0 0 0 0</a:t>
            </a:r>
            <a:endParaRPr lang="zh-CN" altLang="en-US" sz="2000" dirty="0">
              <a:solidFill>
                <a:schemeClr val="tx1"/>
              </a:solidFill>
              <a:latin typeface="Tahoma" panose="020B0604030504040204" pitchFamily="34" charset="0"/>
            </a:endParaRPr>
          </a:p>
        </p:txBody>
      </p:sp>
      <p:sp>
        <p:nvSpPr>
          <p:cNvPr id="33810" name="Text Box 18"/>
          <p:cNvSpPr txBox="1"/>
          <p:nvPr/>
        </p:nvSpPr>
        <p:spPr>
          <a:xfrm>
            <a:off x="471488" y="4549775"/>
            <a:ext cx="455612" cy="461963"/>
          </a:xfrm>
          <a:prstGeom prst="rect">
            <a:avLst/>
          </a:prstGeom>
          <a:noFill/>
          <a:ln w="9525">
            <a:noFill/>
          </a:ln>
        </p:spPr>
        <p:txBody>
          <a:bodyPr>
            <a:spAutoFit/>
          </a:bodyPr>
          <a:lstStyle>
            <a:lvl1pPr marL="342900" indent="-342900" algn="l" rtl="0" eaLnBrk="0" fontAlgn="base" hangingPunct="0">
              <a:spcBef>
                <a:spcPct val="20000"/>
              </a:spcBef>
              <a:spcAft>
                <a:spcPct val="0"/>
              </a:spcAft>
              <a:buChar char="•"/>
              <a:defRPr sz="3200">
                <a:solidFill>
                  <a:srgbClr val="666699"/>
                </a:solidFill>
                <a:latin typeface="+mn-lt"/>
                <a:ea typeface="+mn-ea"/>
                <a:cs typeface="+mn-cs"/>
              </a:defRPr>
            </a:lvl1pPr>
            <a:lvl2pPr marL="742950" indent="-285750" algn="l" rtl="0" eaLnBrk="0" fontAlgn="base" hangingPunct="0">
              <a:spcBef>
                <a:spcPct val="20000"/>
              </a:spcBef>
              <a:spcAft>
                <a:spcPct val="0"/>
              </a:spcAft>
              <a:buChar char="–"/>
              <a:defRPr sz="2800">
                <a:solidFill>
                  <a:srgbClr val="666699"/>
                </a:solidFill>
                <a:latin typeface="+mn-lt"/>
                <a:ea typeface="+mn-ea"/>
              </a:defRPr>
            </a:lvl2pPr>
            <a:lvl3pPr marL="1143000" indent="-228600" algn="l" rtl="0" eaLnBrk="0" fontAlgn="base" hangingPunct="0">
              <a:spcBef>
                <a:spcPct val="20000"/>
              </a:spcBef>
              <a:spcAft>
                <a:spcPct val="0"/>
              </a:spcAft>
              <a:buChar char="•"/>
              <a:defRPr sz="2400">
                <a:solidFill>
                  <a:srgbClr val="666699"/>
                </a:solidFill>
                <a:latin typeface="+mn-lt"/>
                <a:ea typeface="+mn-ea"/>
              </a:defRPr>
            </a:lvl3pPr>
            <a:lvl4pPr marL="1600200" indent="-228600" algn="l" rtl="0" eaLnBrk="0" fontAlgn="base" hangingPunct="0">
              <a:spcBef>
                <a:spcPct val="20000"/>
              </a:spcBef>
              <a:spcAft>
                <a:spcPct val="0"/>
              </a:spcAft>
              <a:buChar char="–"/>
              <a:defRPr sz="2000">
                <a:solidFill>
                  <a:srgbClr val="666699"/>
                </a:solidFill>
                <a:latin typeface="+mn-lt"/>
                <a:ea typeface="+mn-ea"/>
              </a:defRPr>
            </a:lvl4pPr>
            <a:lvl5pPr marL="2057400" indent="-228600" algn="l" rtl="0" eaLnBrk="0" fontAlgn="base" hangingPunct="0">
              <a:spcBef>
                <a:spcPct val="20000"/>
              </a:spcBef>
              <a:spcAft>
                <a:spcPct val="0"/>
              </a:spcAft>
              <a:buChar char="»"/>
              <a:defRPr sz="2000">
                <a:solidFill>
                  <a:srgbClr val="666699"/>
                </a:solidFill>
                <a:latin typeface="+mn-lt"/>
                <a:ea typeface="+mn-ea"/>
              </a:defRPr>
            </a:lvl5pPr>
          </a:lstStyle>
          <a:p>
            <a:pPr marL="0" lvl="0" indent="0" eaLnBrk="1" hangingPunct="1">
              <a:spcBef>
                <a:spcPct val="50000"/>
              </a:spcBef>
              <a:buNone/>
            </a:pPr>
            <a:r>
              <a:rPr lang="zh-CN" altLang="en-US" sz="2400" dirty="0">
                <a:solidFill>
                  <a:schemeClr val="tx1"/>
                </a:solidFill>
                <a:latin typeface="Tahoma" panose="020B0604030504040204" pitchFamily="34" charset="0"/>
              </a:rPr>
              <a:t>+</a:t>
            </a:r>
            <a:endParaRPr lang="zh-CN" altLang="en-US" sz="2400" dirty="0">
              <a:solidFill>
                <a:schemeClr val="tx1"/>
              </a:solidFill>
              <a:latin typeface="Tahoma" panose="020B0604030504040204" pitchFamily="34" charset="0"/>
            </a:endParaRPr>
          </a:p>
        </p:txBody>
      </p:sp>
      <p:sp>
        <p:nvSpPr>
          <p:cNvPr id="33811" name="Line 19"/>
          <p:cNvSpPr/>
          <p:nvPr/>
        </p:nvSpPr>
        <p:spPr>
          <a:xfrm>
            <a:off x="471488" y="5011738"/>
            <a:ext cx="2738437" cy="0"/>
          </a:xfrm>
          <a:prstGeom prst="line">
            <a:avLst/>
          </a:prstGeom>
          <a:ln w="9525" cap="flat" cmpd="sng">
            <a:solidFill>
              <a:schemeClr val="tx1"/>
            </a:solidFill>
            <a:prstDash val="solid"/>
            <a:miter/>
            <a:headEnd type="none" w="med" len="med"/>
            <a:tailEnd type="none" w="med" len="med"/>
          </a:ln>
        </p:spPr>
      </p:sp>
      <p:sp>
        <p:nvSpPr>
          <p:cNvPr id="33812" name="Text Box 20"/>
          <p:cNvSpPr txBox="1"/>
          <p:nvPr/>
        </p:nvSpPr>
        <p:spPr>
          <a:xfrm>
            <a:off x="1155700" y="4933950"/>
            <a:ext cx="1825625" cy="403225"/>
          </a:xfrm>
          <a:prstGeom prst="rect">
            <a:avLst/>
          </a:prstGeom>
          <a:noFill/>
          <a:ln w="9525">
            <a:noFill/>
          </a:ln>
        </p:spPr>
        <p:txBody>
          <a:bodyPr>
            <a:spAutoFit/>
          </a:bodyPr>
          <a:lstStyle>
            <a:lvl1pPr marL="342900" indent="-342900" algn="l" rtl="0" eaLnBrk="0" fontAlgn="base" hangingPunct="0">
              <a:spcBef>
                <a:spcPct val="20000"/>
              </a:spcBef>
              <a:spcAft>
                <a:spcPct val="0"/>
              </a:spcAft>
              <a:buChar char="•"/>
              <a:defRPr sz="3200">
                <a:solidFill>
                  <a:srgbClr val="666699"/>
                </a:solidFill>
                <a:latin typeface="+mn-lt"/>
                <a:ea typeface="+mn-ea"/>
                <a:cs typeface="+mn-cs"/>
              </a:defRPr>
            </a:lvl1pPr>
            <a:lvl2pPr marL="742950" indent="-285750" algn="l" rtl="0" eaLnBrk="0" fontAlgn="base" hangingPunct="0">
              <a:spcBef>
                <a:spcPct val="20000"/>
              </a:spcBef>
              <a:spcAft>
                <a:spcPct val="0"/>
              </a:spcAft>
              <a:buChar char="–"/>
              <a:defRPr sz="2800">
                <a:solidFill>
                  <a:srgbClr val="666699"/>
                </a:solidFill>
                <a:latin typeface="+mn-lt"/>
                <a:ea typeface="+mn-ea"/>
              </a:defRPr>
            </a:lvl2pPr>
            <a:lvl3pPr marL="1143000" indent="-228600" algn="l" rtl="0" eaLnBrk="0" fontAlgn="base" hangingPunct="0">
              <a:spcBef>
                <a:spcPct val="20000"/>
              </a:spcBef>
              <a:spcAft>
                <a:spcPct val="0"/>
              </a:spcAft>
              <a:buChar char="•"/>
              <a:defRPr sz="2400">
                <a:solidFill>
                  <a:srgbClr val="666699"/>
                </a:solidFill>
                <a:latin typeface="+mn-lt"/>
                <a:ea typeface="+mn-ea"/>
              </a:defRPr>
            </a:lvl3pPr>
            <a:lvl4pPr marL="1600200" indent="-228600" algn="l" rtl="0" eaLnBrk="0" fontAlgn="base" hangingPunct="0">
              <a:spcBef>
                <a:spcPct val="20000"/>
              </a:spcBef>
              <a:spcAft>
                <a:spcPct val="0"/>
              </a:spcAft>
              <a:buChar char="–"/>
              <a:defRPr sz="2000">
                <a:solidFill>
                  <a:srgbClr val="666699"/>
                </a:solidFill>
                <a:latin typeface="+mn-lt"/>
                <a:ea typeface="+mn-ea"/>
              </a:defRPr>
            </a:lvl4pPr>
            <a:lvl5pPr marL="2057400" indent="-228600" algn="l" rtl="0" eaLnBrk="0" fontAlgn="base" hangingPunct="0">
              <a:spcBef>
                <a:spcPct val="20000"/>
              </a:spcBef>
              <a:spcAft>
                <a:spcPct val="0"/>
              </a:spcAft>
              <a:buChar char="»"/>
              <a:defRPr sz="2000">
                <a:solidFill>
                  <a:srgbClr val="666699"/>
                </a:solidFill>
                <a:latin typeface="+mn-lt"/>
                <a:ea typeface="+mn-ea"/>
              </a:defRPr>
            </a:lvl5pPr>
          </a:lstStyle>
          <a:p>
            <a:pPr marL="0" lvl="0" indent="0" eaLnBrk="1" hangingPunct="1">
              <a:spcBef>
                <a:spcPct val="50000"/>
              </a:spcBef>
              <a:buNone/>
            </a:pPr>
            <a:r>
              <a:rPr lang="zh-CN" altLang="en-US" sz="2000" dirty="0">
                <a:solidFill>
                  <a:schemeClr val="tx1"/>
                </a:solidFill>
                <a:latin typeface="Tahoma" panose="020B0604030504040204" pitchFamily="34" charset="0"/>
              </a:rPr>
              <a:t>0 0. 1 0 0 1</a:t>
            </a:r>
            <a:endParaRPr lang="zh-CN" altLang="en-US" sz="2000" dirty="0">
              <a:solidFill>
                <a:schemeClr val="tx1"/>
              </a:solidFill>
              <a:latin typeface="Tahoma" panose="020B0604030504040204" pitchFamily="34" charset="0"/>
            </a:endParaRPr>
          </a:p>
        </p:txBody>
      </p:sp>
      <p:sp>
        <p:nvSpPr>
          <p:cNvPr id="33813" name="Text Box 21"/>
          <p:cNvSpPr txBox="1"/>
          <p:nvPr/>
        </p:nvSpPr>
        <p:spPr>
          <a:xfrm>
            <a:off x="1155700" y="5165725"/>
            <a:ext cx="1825625" cy="401638"/>
          </a:xfrm>
          <a:prstGeom prst="rect">
            <a:avLst/>
          </a:prstGeom>
          <a:noFill/>
          <a:ln w="9525">
            <a:noFill/>
          </a:ln>
        </p:spPr>
        <p:txBody>
          <a:bodyPr>
            <a:spAutoFit/>
          </a:bodyPr>
          <a:lstStyle>
            <a:lvl1pPr marL="342900" indent="-342900" algn="l" rtl="0" eaLnBrk="0" fontAlgn="base" hangingPunct="0">
              <a:spcBef>
                <a:spcPct val="20000"/>
              </a:spcBef>
              <a:spcAft>
                <a:spcPct val="0"/>
              </a:spcAft>
              <a:buChar char="•"/>
              <a:defRPr sz="3200">
                <a:solidFill>
                  <a:srgbClr val="666699"/>
                </a:solidFill>
                <a:latin typeface="+mn-lt"/>
                <a:ea typeface="+mn-ea"/>
                <a:cs typeface="+mn-cs"/>
              </a:defRPr>
            </a:lvl1pPr>
            <a:lvl2pPr marL="742950" indent="-285750" algn="l" rtl="0" eaLnBrk="0" fontAlgn="base" hangingPunct="0">
              <a:spcBef>
                <a:spcPct val="20000"/>
              </a:spcBef>
              <a:spcAft>
                <a:spcPct val="0"/>
              </a:spcAft>
              <a:buChar char="–"/>
              <a:defRPr sz="2800">
                <a:solidFill>
                  <a:srgbClr val="666699"/>
                </a:solidFill>
                <a:latin typeface="+mn-lt"/>
                <a:ea typeface="+mn-ea"/>
              </a:defRPr>
            </a:lvl2pPr>
            <a:lvl3pPr marL="1143000" indent="-228600" algn="l" rtl="0" eaLnBrk="0" fontAlgn="base" hangingPunct="0">
              <a:spcBef>
                <a:spcPct val="20000"/>
              </a:spcBef>
              <a:spcAft>
                <a:spcPct val="0"/>
              </a:spcAft>
              <a:buChar char="•"/>
              <a:defRPr sz="2400">
                <a:solidFill>
                  <a:srgbClr val="666699"/>
                </a:solidFill>
                <a:latin typeface="+mn-lt"/>
                <a:ea typeface="+mn-ea"/>
              </a:defRPr>
            </a:lvl3pPr>
            <a:lvl4pPr marL="1600200" indent="-228600" algn="l" rtl="0" eaLnBrk="0" fontAlgn="base" hangingPunct="0">
              <a:spcBef>
                <a:spcPct val="20000"/>
              </a:spcBef>
              <a:spcAft>
                <a:spcPct val="0"/>
              </a:spcAft>
              <a:buChar char="–"/>
              <a:defRPr sz="2000">
                <a:solidFill>
                  <a:srgbClr val="666699"/>
                </a:solidFill>
                <a:latin typeface="+mn-lt"/>
                <a:ea typeface="+mn-ea"/>
              </a:defRPr>
            </a:lvl4pPr>
            <a:lvl5pPr marL="2057400" indent="-228600" algn="l" rtl="0" eaLnBrk="0" fontAlgn="base" hangingPunct="0">
              <a:spcBef>
                <a:spcPct val="20000"/>
              </a:spcBef>
              <a:spcAft>
                <a:spcPct val="0"/>
              </a:spcAft>
              <a:buChar char="»"/>
              <a:defRPr sz="2000">
                <a:solidFill>
                  <a:srgbClr val="666699"/>
                </a:solidFill>
                <a:latin typeface="+mn-lt"/>
                <a:ea typeface="+mn-ea"/>
              </a:defRPr>
            </a:lvl5pPr>
          </a:lstStyle>
          <a:p>
            <a:pPr marL="0" lvl="0" indent="0" eaLnBrk="1" hangingPunct="1">
              <a:spcBef>
                <a:spcPct val="50000"/>
              </a:spcBef>
              <a:buNone/>
            </a:pPr>
            <a:r>
              <a:rPr lang="zh-CN" altLang="en-US" sz="2000" dirty="0">
                <a:solidFill>
                  <a:schemeClr val="tx1"/>
                </a:solidFill>
                <a:latin typeface="Tahoma" panose="020B0604030504040204" pitchFamily="34" charset="0"/>
              </a:rPr>
              <a:t>0 0. 0 1 0 0</a:t>
            </a:r>
            <a:endParaRPr lang="zh-CN" altLang="en-US" sz="2000" dirty="0">
              <a:solidFill>
                <a:schemeClr val="tx1"/>
              </a:solidFill>
              <a:latin typeface="Tahoma" panose="020B0604030504040204" pitchFamily="34" charset="0"/>
            </a:endParaRPr>
          </a:p>
        </p:txBody>
      </p:sp>
      <p:sp>
        <p:nvSpPr>
          <p:cNvPr id="33814" name="Text Box 22"/>
          <p:cNvSpPr txBox="1"/>
          <p:nvPr/>
        </p:nvSpPr>
        <p:spPr>
          <a:xfrm>
            <a:off x="1155700" y="5397500"/>
            <a:ext cx="1825625" cy="401638"/>
          </a:xfrm>
          <a:prstGeom prst="rect">
            <a:avLst/>
          </a:prstGeom>
          <a:noFill/>
          <a:ln w="9525">
            <a:noFill/>
          </a:ln>
        </p:spPr>
        <p:txBody>
          <a:bodyPr>
            <a:spAutoFit/>
          </a:bodyPr>
          <a:lstStyle>
            <a:lvl1pPr marL="342900" indent="-342900" algn="l" rtl="0" eaLnBrk="0" fontAlgn="base" hangingPunct="0">
              <a:spcBef>
                <a:spcPct val="20000"/>
              </a:spcBef>
              <a:spcAft>
                <a:spcPct val="0"/>
              </a:spcAft>
              <a:buChar char="•"/>
              <a:defRPr sz="3200">
                <a:solidFill>
                  <a:srgbClr val="666699"/>
                </a:solidFill>
                <a:latin typeface="+mn-lt"/>
                <a:ea typeface="+mn-ea"/>
                <a:cs typeface="+mn-cs"/>
              </a:defRPr>
            </a:lvl1pPr>
            <a:lvl2pPr marL="742950" indent="-285750" algn="l" rtl="0" eaLnBrk="0" fontAlgn="base" hangingPunct="0">
              <a:spcBef>
                <a:spcPct val="20000"/>
              </a:spcBef>
              <a:spcAft>
                <a:spcPct val="0"/>
              </a:spcAft>
              <a:buChar char="–"/>
              <a:defRPr sz="2800">
                <a:solidFill>
                  <a:srgbClr val="666699"/>
                </a:solidFill>
                <a:latin typeface="+mn-lt"/>
                <a:ea typeface="+mn-ea"/>
              </a:defRPr>
            </a:lvl2pPr>
            <a:lvl3pPr marL="1143000" indent="-228600" algn="l" rtl="0" eaLnBrk="0" fontAlgn="base" hangingPunct="0">
              <a:spcBef>
                <a:spcPct val="20000"/>
              </a:spcBef>
              <a:spcAft>
                <a:spcPct val="0"/>
              </a:spcAft>
              <a:buChar char="•"/>
              <a:defRPr sz="2400">
                <a:solidFill>
                  <a:srgbClr val="666699"/>
                </a:solidFill>
                <a:latin typeface="+mn-lt"/>
                <a:ea typeface="+mn-ea"/>
              </a:defRPr>
            </a:lvl3pPr>
            <a:lvl4pPr marL="1600200" indent="-228600" algn="l" rtl="0" eaLnBrk="0" fontAlgn="base" hangingPunct="0">
              <a:spcBef>
                <a:spcPct val="20000"/>
              </a:spcBef>
              <a:spcAft>
                <a:spcPct val="0"/>
              </a:spcAft>
              <a:buChar char="–"/>
              <a:defRPr sz="2000">
                <a:solidFill>
                  <a:srgbClr val="666699"/>
                </a:solidFill>
                <a:latin typeface="+mn-lt"/>
                <a:ea typeface="+mn-ea"/>
              </a:defRPr>
            </a:lvl4pPr>
            <a:lvl5pPr marL="2057400" indent="-228600" algn="l" rtl="0" eaLnBrk="0" fontAlgn="base" hangingPunct="0">
              <a:spcBef>
                <a:spcPct val="20000"/>
              </a:spcBef>
              <a:spcAft>
                <a:spcPct val="0"/>
              </a:spcAft>
              <a:buChar char="»"/>
              <a:defRPr sz="2000">
                <a:solidFill>
                  <a:srgbClr val="666699"/>
                </a:solidFill>
                <a:latin typeface="+mn-lt"/>
                <a:ea typeface="+mn-ea"/>
              </a:defRPr>
            </a:lvl5pPr>
          </a:lstStyle>
          <a:p>
            <a:pPr marL="0" lvl="0" indent="0" eaLnBrk="1" hangingPunct="1">
              <a:spcBef>
                <a:spcPct val="50000"/>
              </a:spcBef>
              <a:buNone/>
            </a:pPr>
            <a:r>
              <a:rPr lang="zh-CN" altLang="en-US" sz="2000" dirty="0">
                <a:solidFill>
                  <a:schemeClr val="tx1"/>
                </a:solidFill>
                <a:latin typeface="Tahoma" panose="020B0604030504040204" pitchFamily="34" charset="0"/>
              </a:rPr>
              <a:t>0 0. 1 1 0 1</a:t>
            </a:r>
            <a:endParaRPr lang="zh-CN" altLang="en-US" sz="2000" dirty="0">
              <a:solidFill>
                <a:schemeClr val="tx1"/>
              </a:solidFill>
              <a:latin typeface="Tahoma" panose="020B0604030504040204" pitchFamily="34" charset="0"/>
            </a:endParaRPr>
          </a:p>
        </p:txBody>
      </p:sp>
      <p:sp>
        <p:nvSpPr>
          <p:cNvPr id="33815" name="Text Box 23"/>
          <p:cNvSpPr txBox="1"/>
          <p:nvPr/>
        </p:nvSpPr>
        <p:spPr>
          <a:xfrm>
            <a:off x="1155700" y="5705475"/>
            <a:ext cx="1825625" cy="401638"/>
          </a:xfrm>
          <a:prstGeom prst="rect">
            <a:avLst/>
          </a:prstGeom>
          <a:noFill/>
          <a:ln w="9525">
            <a:noFill/>
          </a:ln>
        </p:spPr>
        <p:txBody>
          <a:bodyPr>
            <a:spAutoFit/>
          </a:bodyPr>
          <a:lstStyle>
            <a:lvl1pPr marL="342900" indent="-342900" algn="l" rtl="0" eaLnBrk="0" fontAlgn="base" hangingPunct="0">
              <a:spcBef>
                <a:spcPct val="20000"/>
              </a:spcBef>
              <a:spcAft>
                <a:spcPct val="0"/>
              </a:spcAft>
              <a:buChar char="•"/>
              <a:defRPr sz="3200">
                <a:solidFill>
                  <a:srgbClr val="666699"/>
                </a:solidFill>
                <a:latin typeface="+mn-lt"/>
                <a:ea typeface="+mn-ea"/>
                <a:cs typeface="+mn-cs"/>
              </a:defRPr>
            </a:lvl1pPr>
            <a:lvl2pPr marL="742950" indent="-285750" algn="l" rtl="0" eaLnBrk="0" fontAlgn="base" hangingPunct="0">
              <a:spcBef>
                <a:spcPct val="20000"/>
              </a:spcBef>
              <a:spcAft>
                <a:spcPct val="0"/>
              </a:spcAft>
              <a:buChar char="–"/>
              <a:defRPr sz="2800">
                <a:solidFill>
                  <a:srgbClr val="666699"/>
                </a:solidFill>
                <a:latin typeface="+mn-lt"/>
                <a:ea typeface="+mn-ea"/>
              </a:defRPr>
            </a:lvl2pPr>
            <a:lvl3pPr marL="1143000" indent="-228600" algn="l" rtl="0" eaLnBrk="0" fontAlgn="base" hangingPunct="0">
              <a:spcBef>
                <a:spcPct val="20000"/>
              </a:spcBef>
              <a:spcAft>
                <a:spcPct val="0"/>
              </a:spcAft>
              <a:buChar char="•"/>
              <a:defRPr sz="2400">
                <a:solidFill>
                  <a:srgbClr val="666699"/>
                </a:solidFill>
                <a:latin typeface="+mn-lt"/>
                <a:ea typeface="+mn-ea"/>
              </a:defRPr>
            </a:lvl3pPr>
            <a:lvl4pPr marL="1600200" indent="-228600" algn="l" rtl="0" eaLnBrk="0" fontAlgn="base" hangingPunct="0">
              <a:spcBef>
                <a:spcPct val="20000"/>
              </a:spcBef>
              <a:spcAft>
                <a:spcPct val="0"/>
              </a:spcAft>
              <a:buChar char="–"/>
              <a:defRPr sz="2000">
                <a:solidFill>
                  <a:srgbClr val="666699"/>
                </a:solidFill>
                <a:latin typeface="+mn-lt"/>
                <a:ea typeface="+mn-ea"/>
              </a:defRPr>
            </a:lvl4pPr>
            <a:lvl5pPr marL="2057400" indent="-228600" algn="l" rtl="0" eaLnBrk="0" fontAlgn="base" hangingPunct="0">
              <a:spcBef>
                <a:spcPct val="20000"/>
              </a:spcBef>
              <a:spcAft>
                <a:spcPct val="0"/>
              </a:spcAft>
              <a:buChar char="»"/>
              <a:defRPr sz="2000">
                <a:solidFill>
                  <a:srgbClr val="666699"/>
                </a:solidFill>
                <a:latin typeface="+mn-lt"/>
                <a:ea typeface="+mn-ea"/>
              </a:defRPr>
            </a:lvl5pPr>
          </a:lstStyle>
          <a:p>
            <a:pPr marL="0" lvl="0" indent="0" eaLnBrk="1" hangingPunct="1">
              <a:spcBef>
                <a:spcPct val="50000"/>
              </a:spcBef>
              <a:buNone/>
            </a:pPr>
            <a:r>
              <a:rPr lang="zh-CN" altLang="en-US" sz="2000" dirty="0">
                <a:solidFill>
                  <a:schemeClr val="tx1"/>
                </a:solidFill>
                <a:latin typeface="Tahoma" panose="020B0604030504040204" pitchFamily="34" charset="0"/>
              </a:rPr>
              <a:t>0 1. 0 0 0 1</a:t>
            </a:r>
            <a:endParaRPr lang="zh-CN" altLang="en-US" sz="2000" dirty="0">
              <a:solidFill>
                <a:schemeClr val="tx1"/>
              </a:solidFill>
              <a:latin typeface="Tahoma" panose="020B0604030504040204" pitchFamily="34" charset="0"/>
            </a:endParaRPr>
          </a:p>
        </p:txBody>
      </p:sp>
      <p:sp>
        <p:nvSpPr>
          <p:cNvPr id="33816" name="Text Box 24"/>
          <p:cNvSpPr txBox="1"/>
          <p:nvPr/>
        </p:nvSpPr>
        <p:spPr>
          <a:xfrm>
            <a:off x="1155700" y="5937250"/>
            <a:ext cx="1825625" cy="401638"/>
          </a:xfrm>
          <a:prstGeom prst="rect">
            <a:avLst/>
          </a:prstGeom>
          <a:noFill/>
          <a:ln w="9525">
            <a:noFill/>
          </a:ln>
        </p:spPr>
        <p:txBody>
          <a:bodyPr>
            <a:spAutoFit/>
          </a:bodyPr>
          <a:lstStyle>
            <a:lvl1pPr marL="342900" indent="-342900" algn="l" rtl="0" eaLnBrk="0" fontAlgn="base" hangingPunct="0">
              <a:spcBef>
                <a:spcPct val="20000"/>
              </a:spcBef>
              <a:spcAft>
                <a:spcPct val="0"/>
              </a:spcAft>
              <a:buChar char="•"/>
              <a:defRPr sz="3200">
                <a:solidFill>
                  <a:srgbClr val="666699"/>
                </a:solidFill>
                <a:latin typeface="+mn-lt"/>
                <a:ea typeface="+mn-ea"/>
                <a:cs typeface="+mn-cs"/>
              </a:defRPr>
            </a:lvl1pPr>
            <a:lvl2pPr marL="742950" indent="-285750" algn="l" rtl="0" eaLnBrk="0" fontAlgn="base" hangingPunct="0">
              <a:spcBef>
                <a:spcPct val="20000"/>
              </a:spcBef>
              <a:spcAft>
                <a:spcPct val="0"/>
              </a:spcAft>
              <a:buChar char="–"/>
              <a:defRPr sz="2800">
                <a:solidFill>
                  <a:srgbClr val="666699"/>
                </a:solidFill>
                <a:latin typeface="+mn-lt"/>
                <a:ea typeface="+mn-ea"/>
              </a:defRPr>
            </a:lvl2pPr>
            <a:lvl3pPr marL="1143000" indent="-228600" algn="l" rtl="0" eaLnBrk="0" fontAlgn="base" hangingPunct="0">
              <a:spcBef>
                <a:spcPct val="20000"/>
              </a:spcBef>
              <a:spcAft>
                <a:spcPct val="0"/>
              </a:spcAft>
              <a:buChar char="•"/>
              <a:defRPr sz="2400">
                <a:solidFill>
                  <a:srgbClr val="666699"/>
                </a:solidFill>
                <a:latin typeface="+mn-lt"/>
                <a:ea typeface="+mn-ea"/>
              </a:defRPr>
            </a:lvl3pPr>
            <a:lvl4pPr marL="1600200" indent="-228600" algn="l" rtl="0" eaLnBrk="0" fontAlgn="base" hangingPunct="0">
              <a:spcBef>
                <a:spcPct val="20000"/>
              </a:spcBef>
              <a:spcAft>
                <a:spcPct val="0"/>
              </a:spcAft>
              <a:buChar char="–"/>
              <a:defRPr sz="2000">
                <a:solidFill>
                  <a:srgbClr val="666699"/>
                </a:solidFill>
                <a:latin typeface="+mn-lt"/>
                <a:ea typeface="+mn-ea"/>
              </a:defRPr>
            </a:lvl4pPr>
            <a:lvl5pPr marL="2057400" indent="-228600" algn="l" rtl="0" eaLnBrk="0" fontAlgn="base" hangingPunct="0">
              <a:spcBef>
                <a:spcPct val="20000"/>
              </a:spcBef>
              <a:spcAft>
                <a:spcPct val="0"/>
              </a:spcAft>
              <a:buChar char="»"/>
              <a:defRPr sz="2000">
                <a:solidFill>
                  <a:srgbClr val="666699"/>
                </a:solidFill>
                <a:latin typeface="+mn-lt"/>
                <a:ea typeface="+mn-ea"/>
              </a:defRPr>
            </a:lvl5pPr>
          </a:lstStyle>
          <a:p>
            <a:pPr marL="0" lvl="0" indent="0" eaLnBrk="1" hangingPunct="1">
              <a:spcBef>
                <a:spcPct val="50000"/>
              </a:spcBef>
              <a:buNone/>
            </a:pPr>
            <a:r>
              <a:rPr lang="zh-CN" altLang="en-US" sz="2000" dirty="0">
                <a:solidFill>
                  <a:schemeClr val="tx1"/>
                </a:solidFill>
                <a:latin typeface="Tahoma" panose="020B0604030504040204" pitchFamily="34" charset="0"/>
              </a:rPr>
              <a:t>0 0. 1 0 0 0</a:t>
            </a:r>
            <a:endParaRPr lang="zh-CN" altLang="en-US" sz="2000" dirty="0">
              <a:solidFill>
                <a:schemeClr val="tx1"/>
              </a:solidFill>
              <a:latin typeface="Tahoma" panose="020B0604030504040204" pitchFamily="34" charset="0"/>
            </a:endParaRPr>
          </a:p>
        </p:txBody>
      </p:sp>
      <p:sp>
        <p:nvSpPr>
          <p:cNvPr id="33817" name="Text Box 25"/>
          <p:cNvSpPr txBox="1"/>
          <p:nvPr/>
        </p:nvSpPr>
        <p:spPr>
          <a:xfrm>
            <a:off x="471488" y="4318000"/>
            <a:ext cx="531812" cy="461963"/>
          </a:xfrm>
          <a:prstGeom prst="rect">
            <a:avLst/>
          </a:prstGeom>
          <a:noFill/>
          <a:ln w="9525">
            <a:noFill/>
          </a:ln>
        </p:spPr>
        <p:txBody>
          <a:bodyPr>
            <a:spAutoFit/>
          </a:bodyPr>
          <a:lstStyle>
            <a:lvl1pPr marL="342900" indent="-342900" algn="l" rtl="0" eaLnBrk="0" fontAlgn="base" hangingPunct="0">
              <a:spcBef>
                <a:spcPct val="20000"/>
              </a:spcBef>
              <a:spcAft>
                <a:spcPct val="0"/>
              </a:spcAft>
              <a:buChar char="•"/>
              <a:defRPr sz="3200">
                <a:solidFill>
                  <a:srgbClr val="666699"/>
                </a:solidFill>
                <a:latin typeface="+mn-lt"/>
                <a:ea typeface="+mn-ea"/>
                <a:cs typeface="+mn-cs"/>
              </a:defRPr>
            </a:lvl1pPr>
            <a:lvl2pPr marL="742950" indent="-285750" algn="l" rtl="0" eaLnBrk="0" fontAlgn="base" hangingPunct="0">
              <a:spcBef>
                <a:spcPct val="20000"/>
              </a:spcBef>
              <a:spcAft>
                <a:spcPct val="0"/>
              </a:spcAft>
              <a:buChar char="–"/>
              <a:defRPr sz="2800">
                <a:solidFill>
                  <a:srgbClr val="666699"/>
                </a:solidFill>
                <a:latin typeface="+mn-lt"/>
                <a:ea typeface="+mn-ea"/>
              </a:defRPr>
            </a:lvl2pPr>
            <a:lvl3pPr marL="1143000" indent="-228600" algn="l" rtl="0" eaLnBrk="0" fontAlgn="base" hangingPunct="0">
              <a:spcBef>
                <a:spcPct val="20000"/>
              </a:spcBef>
              <a:spcAft>
                <a:spcPct val="0"/>
              </a:spcAft>
              <a:buChar char="•"/>
              <a:defRPr sz="2400">
                <a:solidFill>
                  <a:srgbClr val="666699"/>
                </a:solidFill>
                <a:latin typeface="+mn-lt"/>
                <a:ea typeface="+mn-ea"/>
              </a:defRPr>
            </a:lvl3pPr>
            <a:lvl4pPr marL="1600200" indent="-228600" algn="l" rtl="0" eaLnBrk="0" fontAlgn="base" hangingPunct="0">
              <a:spcBef>
                <a:spcPct val="20000"/>
              </a:spcBef>
              <a:spcAft>
                <a:spcPct val="0"/>
              </a:spcAft>
              <a:buChar char="–"/>
              <a:defRPr sz="2000">
                <a:solidFill>
                  <a:srgbClr val="666699"/>
                </a:solidFill>
                <a:latin typeface="+mn-lt"/>
                <a:ea typeface="+mn-ea"/>
              </a:defRPr>
            </a:lvl4pPr>
            <a:lvl5pPr marL="2057400" indent="-228600" algn="l" rtl="0" eaLnBrk="0" fontAlgn="base" hangingPunct="0">
              <a:spcBef>
                <a:spcPct val="20000"/>
              </a:spcBef>
              <a:spcAft>
                <a:spcPct val="0"/>
              </a:spcAft>
              <a:buChar char="»"/>
              <a:defRPr sz="2000">
                <a:solidFill>
                  <a:srgbClr val="666699"/>
                </a:solidFill>
                <a:latin typeface="+mn-lt"/>
                <a:ea typeface="+mn-ea"/>
              </a:defRPr>
            </a:lvl5pPr>
          </a:lstStyle>
          <a:p>
            <a:pPr marL="0" lvl="0" indent="0" eaLnBrk="1" hangingPunct="1">
              <a:spcBef>
                <a:spcPct val="50000"/>
              </a:spcBef>
              <a:buNone/>
            </a:pPr>
            <a:r>
              <a:rPr lang="zh-CN" altLang="en-US" sz="2400" dirty="0">
                <a:solidFill>
                  <a:schemeClr val="tx1"/>
                </a:solidFill>
                <a:latin typeface="Tahoma" panose="020B0604030504040204" pitchFamily="34" charset="0"/>
              </a:rPr>
              <a:t>→</a:t>
            </a:r>
            <a:endParaRPr lang="zh-CN" altLang="en-US" sz="2400" dirty="0">
              <a:solidFill>
                <a:schemeClr val="tx1"/>
              </a:solidFill>
              <a:latin typeface="Tahoma" panose="020B0604030504040204" pitchFamily="34" charset="0"/>
            </a:endParaRPr>
          </a:p>
        </p:txBody>
      </p:sp>
      <p:sp>
        <p:nvSpPr>
          <p:cNvPr id="33818" name="Text Box 26"/>
          <p:cNvSpPr txBox="1"/>
          <p:nvPr/>
        </p:nvSpPr>
        <p:spPr>
          <a:xfrm>
            <a:off x="471488" y="5089525"/>
            <a:ext cx="531812" cy="461963"/>
          </a:xfrm>
          <a:prstGeom prst="rect">
            <a:avLst/>
          </a:prstGeom>
          <a:noFill/>
          <a:ln w="9525">
            <a:noFill/>
          </a:ln>
        </p:spPr>
        <p:txBody>
          <a:bodyPr>
            <a:spAutoFit/>
          </a:bodyPr>
          <a:lstStyle>
            <a:lvl1pPr marL="342900" indent="-342900" algn="l" rtl="0" eaLnBrk="0" fontAlgn="base" hangingPunct="0">
              <a:spcBef>
                <a:spcPct val="20000"/>
              </a:spcBef>
              <a:spcAft>
                <a:spcPct val="0"/>
              </a:spcAft>
              <a:buChar char="•"/>
              <a:defRPr sz="3200">
                <a:solidFill>
                  <a:srgbClr val="666699"/>
                </a:solidFill>
                <a:latin typeface="+mn-lt"/>
                <a:ea typeface="+mn-ea"/>
                <a:cs typeface="+mn-cs"/>
              </a:defRPr>
            </a:lvl1pPr>
            <a:lvl2pPr marL="742950" indent="-285750" algn="l" rtl="0" eaLnBrk="0" fontAlgn="base" hangingPunct="0">
              <a:spcBef>
                <a:spcPct val="20000"/>
              </a:spcBef>
              <a:spcAft>
                <a:spcPct val="0"/>
              </a:spcAft>
              <a:buChar char="–"/>
              <a:defRPr sz="2800">
                <a:solidFill>
                  <a:srgbClr val="666699"/>
                </a:solidFill>
                <a:latin typeface="+mn-lt"/>
                <a:ea typeface="+mn-ea"/>
              </a:defRPr>
            </a:lvl2pPr>
            <a:lvl3pPr marL="1143000" indent="-228600" algn="l" rtl="0" eaLnBrk="0" fontAlgn="base" hangingPunct="0">
              <a:spcBef>
                <a:spcPct val="20000"/>
              </a:spcBef>
              <a:spcAft>
                <a:spcPct val="0"/>
              </a:spcAft>
              <a:buChar char="•"/>
              <a:defRPr sz="2400">
                <a:solidFill>
                  <a:srgbClr val="666699"/>
                </a:solidFill>
                <a:latin typeface="+mn-lt"/>
                <a:ea typeface="+mn-ea"/>
              </a:defRPr>
            </a:lvl3pPr>
            <a:lvl4pPr marL="1600200" indent="-228600" algn="l" rtl="0" eaLnBrk="0" fontAlgn="base" hangingPunct="0">
              <a:spcBef>
                <a:spcPct val="20000"/>
              </a:spcBef>
              <a:spcAft>
                <a:spcPct val="0"/>
              </a:spcAft>
              <a:buChar char="–"/>
              <a:defRPr sz="2000">
                <a:solidFill>
                  <a:srgbClr val="666699"/>
                </a:solidFill>
                <a:latin typeface="+mn-lt"/>
                <a:ea typeface="+mn-ea"/>
              </a:defRPr>
            </a:lvl4pPr>
            <a:lvl5pPr marL="2057400" indent="-228600" algn="l" rtl="0" eaLnBrk="0" fontAlgn="base" hangingPunct="0">
              <a:spcBef>
                <a:spcPct val="20000"/>
              </a:spcBef>
              <a:spcAft>
                <a:spcPct val="0"/>
              </a:spcAft>
              <a:buChar char="»"/>
              <a:defRPr sz="2000">
                <a:solidFill>
                  <a:srgbClr val="666699"/>
                </a:solidFill>
                <a:latin typeface="+mn-lt"/>
                <a:ea typeface="+mn-ea"/>
              </a:defRPr>
            </a:lvl5pPr>
          </a:lstStyle>
          <a:p>
            <a:pPr marL="0" lvl="0" indent="0" eaLnBrk="1" hangingPunct="1">
              <a:spcBef>
                <a:spcPct val="50000"/>
              </a:spcBef>
              <a:buNone/>
            </a:pPr>
            <a:r>
              <a:rPr lang="zh-CN" altLang="en-US" sz="2400" dirty="0">
                <a:solidFill>
                  <a:schemeClr val="tx1"/>
                </a:solidFill>
                <a:latin typeface="Tahoma" panose="020B0604030504040204" pitchFamily="34" charset="0"/>
              </a:rPr>
              <a:t>→</a:t>
            </a:r>
            <a:endParaRPr lang="zh-CN" altLang="en-US" sz="2400" dirty="0">
              <a:solidFill>
                <a:schemeClr val="tx1"/>
              </a:solidFill>
              <a:latin typeface="Tahoma" panose="020B0604030504040204" pitchFamily="34" charset="0"/>
            </a:endParaRPr>
          </a:p>
        </p:txBody>
      </p:sp>
      <p:sp>
        <p:nvSpPr>
          <p:cNvPr id="33819" name="Text Box 27"/>
          <p:cNvSpPr txBox="1"/>
          <p:nvPr/>
        </p:nvSpPr>
        <p:spPr>
          <a:xfrm>
            <a:off x="471488" y="5321300"/>
            <a:ext cx="455612" cy="461963"/>
          </a:xfrm>
          <a:prstGeom prst="rect">
            <a:avLst/>
          </a:prstGeom>
          <a:noFill/>
          <a:ln w="9525">
            <a:noFill/>
          </a:ln>
        </p:spPr>
        <p:txBody>
          <a:bodyPr>
            <a:spAutoFit/>
          </a:bodyPr>
          <a:lstStyle>
            <a:lvl1pPr marL="342900" indent="-342900" algn="l" rtl="0" eaLnBrk="0" fontAlgn="base" hangingPunct="0">
              <a:spcBef>
                <a:spcPct val="20000"/>
              </a:spcBef>
              <a:spcAft>
                <a:spcPct val="0"/>
              </a:spcAft>
              <a:buChar char="•"/>
              <a:defRPr sz="3200">
                <a:solidFill>
                  <a:srgbClr val="666699"/>
                </a:solidFill>
                <a:latin typeface="+mn-lt"/>
                <a:ea typeface="+mn-ea"/>
                <a:cs typeface="+mn-cs"/>
              </a:defRPr>
            </a:lvl1pPr>
            <a:lvl2pPr marL="742950" indent="-285750" algn="l" rtl="0" eaLnBrk="0" fontAlgn="base" hangingPunct="0">
              <a:spcBef>
                <a:spcPct val="20000"/>
              </a:spcBef>
              <a:spcAft>
                <a:spcPct val="0"/>
              </a:spcAft>
              <a:buChar char="–"/>
              <a:defRPr sz="2800">
                <a:solidFill>
                  <a:srgbClr val="666699"/>
                </a:solidFill>
                <a:latin typeface="+mn-lt"/>
                <a:ea typeface="+mn-ea"/>
              </a:defRPr>
            </a:lvl2pPr>
            <a:lvl3pPr marL="1143000" indent="-228600" algn="l" rtl="0" eaLnBrk="0" fontAlgn="base" hangingPunct="0">
              <a:spcBef>
                <a:spcPct val="20000"/>
              </a:spcBef>
              <a:spcAft>
                <a:spcPct val="0"/>
              </a:spcAft>
              <a:buChar char="•"/>
              <a:defRPr sz="2400">
                <a:solidFill>
                  <a:srgbClr val="666699"/>
                </a:solidFill>
                <a:latin typeface="+mn-lt"/>
                <a:ea typeface="+mn-ea"/>
              </a:defRPr>
            </a:lvl3pPr>
            <a:lvl4pPr marL="1600200" indent="-228600" algn="l" rtl="0" eaLnBrk="0" fontAlgn="base" hangingPunct="0">
              <a:spcBef>
                <a:spcPct val="20000"/>
              </a:spcBef>
              <a:spcAft>
                <a:spcPct val="0"/>
              </a:spcAft>
              <a:buChar char="–"/>
              <a:defRPr sz="2000">
                <a:solidFill>
                  <a:srgbClr val="666699"/>
                </a:solidFill>
                <a:latin typeface="+mn-lt"/>
                <a:ea typeface="+mn-ea"/>
              </a:defRPr>
            </a:lvl4pPr>
            <a:lvl5pPr marL="2057400" indent="-228600" algn="l" rtl="0" eaLnBrk="0" fontAlgn="base" hangingPunct="0">
              <a:spcBef>
                <a:spcPct val="20000"/>
              </a:spcBef>
              <a:spcAft>
                <a:spcPct val="0"/>
              </a:spcAft>
              <a:buChar char="»"/>
              <a:defRPr sz="2000">
                <a:solidFill>
                  <a:srgbClr val="666699"/>
                </a:solidFill>
                <a:latin typeface="+mn-lt"/>
                <a:ea typeface="+mn-ea"/>
              </a:defRPr>
            </a:lvl5pPr>
          </a:lstStyle>
          <a:p>
            <a:pPr marL="0" lvl="0" indent="0" eaLnBrk="1" hangingPunct="1">
              <a:spcBef>
                <a:spcPct val="50000"/>
              </a:spcBef>
              <a:buNone/>
            </a:pPr>
            <a:r>
              <a:rPr lang="zh-CN" altLang="en-US" sz="2400" dirty="0">
                <a:solidFill>
                  <a:schemeClr val="tx1"/>
                </a:solidFill>
                <a:latin typeface="Tahoma" panose="020B0604030504040204" pitchFamily="34" charset="0"/>
              </a:rPr>
              <a:t>+</a:t>
            </a:r>
            <a:endParaRPr lang="zh-CN" altLang="en-US" sz="2400" dirty="0">
              <a:solidFill>
                <a:schemeClr val="tx1"/>
              </a:solidFill>
              <a:latin typeface="Tahoma" panose="020B0604030504040204" pitchFamily="34" charset="0"/>
            </a:endParaRPr>
          </a:p>
        </p:txBody>
      </p:sp>
      <p:sp>
        <p:nvSpPr>
          <p:cNvPr id="33820" name="Line 28"/>
          <p:cNvSpPr/>
          <p:nvPr/>
        </p:nvSpPr>
        <p:spPr>
          <a:xfrm>
            <a:off x="471488" y="5783263"/>
            <a:ext cx="2662237" cy="0"/>
          </a:xfrm>
          <a:prstGeom prst="line">
            <a:avLst/>
          </a:prstGeom>
          <a:ln w="9525" cap="flat" cmpd="sng">
            <a:solidFill>
              <a:schemeClr val="tx1"/>
            </a:solidFill>
            <a:prstDash val="solid"/>
            <a:miter/>
            <a:headEnd type="none" w="med" len="med"/>
            <a:tailEnd type="none" w="med" len="med"/>
          </a:ln>
        </p:spPr>
      </p:sp>
      <p:sp>
        <p:nvSpPr>
          <p:cNvPr id="33821" name="Text Box 29"/>
          <p:cNvSpPr txBox="1"/>
          <p:nvPr/>
        </p:nvSpPr>
        <p:spPr>
          <a:xfrm>
            <a:off x="471488" y="5861050"/>
            <a:ext cx="531812" cy="461963"/>
          </a:xfrm>
          <a:prstGeom prst="rect">
            <a:avLst/>
          </a:prstGeom>
          <a:noFill/>
          <a:ln w="9525">
            <a:noFill/>
          </a:ln>
        </p:spPr>
        <p:txBody>
          <a:bodyPr>
            <a:spAutoFit/>
          </a:bodyPr>
          <a:lstStyle>
            <a:lvl1pPr marL="342900" indent="-342900" algn="l" rtl="0" eaLnBrk="0" fontAlgn="base" hangingPunct="0">
              <a:spcBef>
                <a:spcPct val="20000"/>
              </a:spcBef>
              <a:spcAft>
                <a:spcPct val="0"/>
              </a:spcAft>
              <a:buChar char="•"/>
              <a:defRPr sz="3200">
                <a:solidFill>
                  <a:srgbClr val="666699"/>
                </a:solidFill>
                <a:latin typeface="+mn-lt"/>
                <a:ea typeface="+mn-ea"/>
                <a:cs typeface="+mn-cs"/>
              </a:defRPr>
            </a:lvl1pPr>
            <a:lvl2pPr marL="742950" indent="-285750" algn="l" rtl="0" eaLnBrk="0" fontAlgn="base" hangingPunct="0">
              <a:spcBef>
                <a:spcPct val="20000"/>
              </a:spcBef>
              <a:spcAft>
                <a:spcPct val="0"/>
              </a:spcAft>
              <a:buChar char="–"/>
              <a:defRPr sz="2800">
                <a:solidFill>
                  <a:srgbClr val="666699"/>
                </a:solidFill>
                <a:latin typeface="+mn-lt"/>
                <a:ea typeface="+mn-ea"/>
              </a:defRPr>
            </a:lvl2pPr>
            <a:lvl3pPr marL="1143000" indent="-228600" algn="l" rtl="0" eaLnBrk="0" fontAlgn="base" hangingPunct="0">
              <a:spcBef>
                <a:spcPct val="20000"/>
              </a:spcBef>
              <a:spcAft>
                <a:spcPct val="0"/>
              </a:spcAft>
              <a:buChar char="•"/>
              <a:defRPr sz="2400">
                <a:solidFill>
                  <a:srgbClr val="666699"/>
                </a:solidFill>
                <a:latin typeface="+mn-lt"/>
                <a:ea typeface="+mn-ea"/>
              </a:defRPr>
            </a:lvl3pPr>
            <a:lvl4pPr marL="1600200" indent="-228600" algn="l" rtl="0" eaLnBrk="0" fontAlgn="base" hangingPunct="0">
              <a:spcBef>
                <a:spcPct val="20000"/>
              </a:spcBef>
              <a:spcAft>
                <a:spcPct val="0"/>
              </a:spcAft>
              <a:buChar char="–"/>
              <a:defRPr sz="2000">
                <a:solidFill>
                  <a:srgbClr val="666699"/>
                </a:solidFill>
                <a:latin typeface="+mn-lt"/>
                <a:ea typeface="+mn-ea"/>
              </a:defRPr>
            </a:lvl4pPr>
            <a:lvl5pPr marL="2057400" indent="-228600" algn="l" rtl="0" eaLnBrk="0" fontAlgn="base" hangingPunct="0">
              <a:spcBef>
                <a:spcPct val="20000"/>
              </a:spcBef>
              <a:spcAft>
                <a:spcPct val="0"/>
              </a:spcAft>
              <a:buChar char="»"/>
              <a:defRPr sz="2000">
                <a:solidFill>
                  <a:srgbClr val="666699"/>
                </a:solidFill>
                <a:latin typeface="+mn-lt"/>
                <a:ea typeface="+mn-ea"/>
              </a:defRPr>
            </a:lvl5pPr>
          </a:lstStyle>
          <a:p>
            <a:pPr marL="0" lvl="0" indent="0" eaLnBrk="1" hangingPunct="1">
              <a:spcBef>
                <a:spcPct val="50000"/>
              </a:spcBef>
              <a:buNone/>
            </a:pPr>
            <a:r>
              <a:rPr lang="zh-CN" altLang="en-US" sz="2400" dirty="0">
                <a:solidFill>
                  <a:schemeClr val="tx1"/>
                </a:solidFill>
                <a:latin typeface="Tahoma" panose="020B0604030504040204" pitchFamily="34" charset="0"/>
              </a:rPr>
              <a:t>→</a:t>
            </a:r>
            <a:endParaRPr lang="zh-CN" altLang="en-US" sz="2400" dirty="0">
              <a:solidFill>
                <a:schemeClr val="tx1"/>
              </a:solidFill>
              <a:latin typeface="Tahoma" panose="020B0604030504040204" pitchFamily="34" charset="0"/>
            </a:endParaRPr>
          </a:p>
        </p:txBody>
      </p:sp>
      <p:sp>
        <p:nvSpPr>
          <p:cNvPr id="33822" name="Text Box 30"/>
          <p:cNvSpPr txBox="1"/>
          <p:nvPr/>
        </p:nvSpPr>
        <p:spPr>
          <a:xfrm>
            <a:off x="3665538" y="3624263"/>
            <a:ext cx="1597025" cy="395287"/>
          </a:xfrm>
          <a:prstGeom prst="rect">
            <a:avLst/>
          </a:prstGeom>
          <a:noFill/>
          <a:ln w="9525">
            <a:noFill/>
          </a:ln>
        </p:spPr>
        <p:txBody>
          <a:bodyPr>
            <a:spAutoFit/>
          </a:bodyPr>
          <a:lstStyle>
            <a:lvl1pPr marL="342900" indent="-342900" algn="l" rtl="0" eaLnBrk="0" fontAlgn="base" hangingPunct="0">
              <a:spcBef>
                <a:spcPct val="20000"/>
              </a:spcBef>
              <a:spcAft>
                <a:spcPct val="0"/>
              </a:spcAft>
              <a:buChar char="•"/>
              <a:defRPr sz="3200">
                <a:solidFill>
                  <a:srgbClr val="666699"/>
                </a:solidFill>
                <a:latin typeface="+mn-lt"/>
                <a:ea typeface="+mn-ea"/>
                <a:cs typeface="+mn-cs"/>
              </a:defRPr>
            </a:lvl1pPr>
            <a:lvl2pPr marL="742950" indent="-285750" algn="l" rtl="0" eaLnBrk="0" fontAlgn="base" hangingPunct="0">
              <a:spcBef>
                <a:spcPct val="20000"/>
              </a:spcBef>
              <a:spcAft>
                <a:spcPct val="0"/>
              </a:spcAft>
              <a:buChar char="–"/>
              <a:defRPr sz="2800">
                <a:solidFill>
                  <a:srgbClr val="666699"/>
                </a:solidFill>
                <a:latin typeface="+mn-lt"/>
                <a:ea typeface="+mn-ea"/>
              </a:defRPr>
            </a:lvl2pPr>
            <a:lvl3pPr marL="1143000" indent="-228600" algn="l" rtl="0" eaLnBrk="0" fontAlgn="base" hangingPunct="0">
              <a:spcBef>
                <a:spcPct val="20000"/>
              </a:spcBef>
              <a:spcAft>
                <a:spcPct val="0"/>
              </a:spcAft>
              <a:buChar char="•"/>
              <a:defRPr sz="2400">
                <a:solidFill>
                  <a:srgbClr val="666699"/>
                </a:solidFill>
                <a:latin typeface="+mn-lt"/>
                <a:ea typeface="+mn-ea"/>
              </a:defRPr>
            </a:lvl3pPr>
            <a:lvl4pPr marL="1600200" indent="-228600" algn="l" rtl="0" eaLnBrk="0" fontAlgn="base" hangingPunct="0">
              <a:spcBef>
                <a:spcPct val="20000"/>
              </a:spcBef>
              <a:spcAft>
                <a:spcPct val="0"/>
              </a:spcAft>
              <a:buChar char="–"/>
              <a:defRPr sz="2000">
                <a:solidFill>
                  <a:srgbClr val="666699"/>
                </a:solidFill>
                <a:latin typeface="+mn-lt"/>
                <a:ea typeface="+mn-ea"/>
              </a:defRPr>
            </a:lvl4pPr>
            <a:lvl5pPr marL="2057400" indent="-228600" algn="l" rtl="0" eaLnBrk="0" fontAlgn="base" hangingPunct="0">
              <a:spcBef>
                <a:spcPct val="20000"/>
              </a:spcBef>
              <a:spcAft>
                <a:spcPct val="0"/>
              </a:spcAft>
              <a:buChar char="»"/>
              <a:defRPr sz="2000">
                <a:solidFill>
                  <a:srgbClr val="666699"/>
                </a:solidFill>
                <a:latin typeface="+mn-lt"/>
                <a:ea typeface="+mn-ea"/>
              </a:defRPr>
            </a:lvl5pPr>
          </a:lstStyle>
          <a:p>
            <a:pPr marL="0" lvl="0" indent="0" eaLnBrk="1" hangingPunct="1">
              <a:spcBef>
                <a:spcPct val="50000"/>
              </a:spcBef>
              <a:buNone/>
            </a:pPr>
            <a:r>
              <a:rPr lang="zh-CN" altLang="en-US" sz="2000" dirty="0">
                <a:solidFill>
                  <a:schemeClr val="tx1"/>
                </a:solidFill>
                <a:latin typeface="Tahoma" panose="020B0604030504040204" pitchFamily="34" charset="0"/>
              </a:rPr>
              <a:t>1    1 0 </a:t>
            </a:r>
            <a:r>
              <a:rPr lang="zh-CN" altLang="en-US" sz="2000" dirty="0">
                <a:solidFill>
                  <a:srgbClr val="800000"/>
                </a:solidFill>
                <a:latin typeface="Tahoma" panose="020B0604030504040204" pitchFamily="34" charset="0"/>
              </a:rPr>
              <a:t>1</a:t>
            </a:r>
            <a:endParaRPr lang="zh-CN" altLang="en-US" sz="2000" dirty="0">
              <a:solidFill>
                <a:srgbClr val="800000"/>
              </a:solidFill>
              <a:latin typeface="Tahoma" panose="020B0604030504040204" pitchFamily="34" charset="0"/>
            </a:endParaRPr>
          </a:p>
        </p:txBody>
      </p:sp>
      <p:sp>
        <p:nvSpPr>
          <p:cNvPr id="33823" name="Text Box 31"/>
          <p:cNvSpPr txBox="1"/>
          <p:nvPr/>
        </p:nvSpPr>
        <p:spPr>
          <a:xfrm>
            <a:off x="3665538" y="4394200"/>
            <a:ext cx="1597025" cy="396875"/>
          </a:xfrm>
          <a:prstGeom prst="rect">
            <a:avLst/>
          </a:prstGeom>
          <a:noFill/>
          <a:ln w="9525">
            <a:noFill/>
          </a:ln>
        </p:spPr>
        <p:txBody>
          <a:bodyPr>
            <a:spAutoFit/>
          </a:bodyPr>
          <a:lstStyle>
            <a:lvl1pPr marL="342900" indent="-342900" algn="l" rtl="0" eaLnBrk="0" fontAlgn="base" hangingPunct="0">
              <a:spcBef>
                <a:spcPct val="20000"/>
              </a:spcBef>
              <a:spcAft>
                <a:spcPct val="0"/>
              </a:spcAft>
              <a:buChar char="•"/>
              <a:defRPr sz="3200">
                <a:solidFill>
                  <a:srgbClr val="666699"/>
                </a:solidFill>
                <a:latin typeface="+mn-lt"/>
                <a:ea typeface="+mn-ea"/>
                <a:cs typeface="+mn-cs"/>
              </a:defRPr>
            </a:lvl1pPr>
            <a:lvl2pPr marL="742950" indent="-285750" algn="l" rtl="0" eaLnBrk="0" fontAlgn="base" hangingPunct="0">
              <a:spcBef>
                <a:spcPct val="20000"/>
              </a:spcBef>
              <a:spcAft>
                <a:spcPct val="0"/>
              </a:spcAft>
              <a:buChar char="–"/>
              <a:defRPr sz="2800">
                <a:solidFill>
                  <a:srgbClr val="666699"/>
                </a:solidFill>
                <a:latin typeface="+mn-lt"/>
                <a:ea typeface="+mn-ea"/>
              </a:defRPr>
            </a:lvl2pPr>
            <a:lvl3pPr marL="1143000" indent="-228600" algn="l" rtl="0" eaLnBrk="0" fontAlgn="base" hangingPunct="0">
              <a:spcBef>
                <a:spcPct val="20000"/>
              </a:spcBef>
              <a:spcAft>
                <a:spcPct val="0"/>
              </a:spcAft>
              <a:buChar char="•"/>
              <a:defRPr sz="2400">
                <a:solidFill>
                  <a:srgbClr val="666699"/>
                </a:solidFill>
                <a:latin typeface="+mn-lt"/>
                <a:ea typeface="+mn-ea"/>
              </a:defRPr>
            </a:lvl3pPr>
            <a:lvl4pPr marL="1600200" indent="-228600" algn="l" rtl="0" eaLnBrk="0" fontAlgn="base" hangingPunct="0">
              <a:spcBef>
                <a:spcPct val="20000"/>
              </a:spcBef>
              <a:spcAft>
                <a:spcPct val="0"/>
              </a:spcAft>
              <a:buChar char="–"/>
              <a:defRPr sz="2000">
                <a:solidFill>
                  <a:srgbClr val="666699"/>
                </a:solidFill>
                <a:latin typeface="+mn-lt"/>
                <a:ea typeface="+mn-ea"/>
              </a:defRPr>
            </a:lvl4pPr>
            <a:lvl5pPr marL="2057400" indent="-228600" algn="l" rtl="0" eaLnBrk="0" fontAlgn="base" hangingPunct="0">
              <a:spcBef>
                <a:spcPct val="20000"/>
              </a:spcBef>
              <a:spcAft>
                <a:spcPct val="0"/>
              </a:spcAft>
              <a:buChar char="»"/>
              <a:defRPr sz="2000">
                <a:solidFill>
                  <a:srgbClr val="666699"/>
                </a:solidFill>
                <a:latin typeface="+mn-lt"/>
                <a:ea typeface="+mn-ea"/>
              </a:defRPr>
            </a:lvl5pPr>
          </a:lstStyle>
          <a:p>
            <a:pPr marL="0" lvl="0" indent="0" eaLnBrk="1" hangingPunct="1">
              <a:spcBef>
                <a:spcPct val="50000"/>
              </a:spcBef>
              <a:buNone/>
            </a:pPr>
            <a:r>
              <a:rPr lang="zh-CN" altLang="en-US" sz="2000" dirty="0">
                <a:solidFill>
                  <a:schemeClr val="tx1"/>
                </a:solidFill>
                <a:latin typeface="Tahoma" panose="020B0604030504040204" pitchFamily="34" charset="0"/>
              </a:rPr>
              <a:t>1 1    1 </a:t>
            </a:r>
            <a:r>
              <a:rPr lang="zh-CN" altLang="en-US" sz="2000" dirty="0">
                <a:solidFill>
                  <a:srgbClr val="800000"/>
                </a:solidFill>
                <a:latin typeface="Tahoma" panose="020B0604030504040204" pitchFamily="34" charset="0"/>
              </a:rPr>
              <a:t>0</a:t>
            </a:r>
            <a:endParaRPr lang="zh-CN" altLang="en-US" sz="2000" dirty="0">
              <a:solidFill>
                <a:srgbClr val="800000"/>
              </a:solidFill>
              <a:latin typeface="Tahoma" panose="020B0604030504040204" pitchFamily="34" charset="0"/>
            </a:endParaRPr>
          </a:p>
        </p:txBody>
      </p:sp>
      <p:sp>
        <p:nvSpPr>
          <p:cNvPr id="33824" name="Text Box 32"/>
          <p:cNvSpPr txBox="1"/>
          <p:nvPr/>
        </p:nvSpPr>
        <p:spPr>
          <a:xfrm>
            <a:off x="3665538" y="5165725"/>
            <a:ext cx="1597025" cy="396875"/>
          </a:xfrm>
          <a:prstGeom prst="rect">
            <a:avLst/>
          </a:prstGeom>
          <a:noFill/>
          <a:ln w="9525">
            <a:noFill/>
          </a:ln>
        </p:spPr>
        <p:txBody>
          <a:bodyPr>
            <a:spAutoFit/>
          </a:bodyPr>
          <a:lstStyle>
            <a:lvl1pPr marL="342900" indent="-342900" algn="l" rtl="0" eaLnBrk="0" fontAlgn="base" hangingPunct="0">
              <a:spcBef>
                <a:spcPct val="20000"/>
              </a:spcBef>
              <a:spcAft>
                <a:spcPct val="0"/>
              </a:spcAft>
              <a:buChar char="•"/>
              <a:defRPr sz="3200">
                <a:solidFill>
                  <a:srgbClr val="666699"/>
                </a:solidFill>
                <a:latin typeface="+mn-lt"/>
                <a:ea typeface="+mn-ea"/>
                <a:cs typeface="+mn-cs"/>
              </a:defRPr>
            </a:lvl1pPr>
            <a:lvl2pPr marL="742950" indent="-285750" algn="l" rtl="0" eaLnBrk="0" fontAlgn="base" hangingPunct="0">
              <a:spcBef>
                <a:spcPct val="20000"/>
              </a:spcBef>
              <a:spcAft>
                <a:spcPct val="0"/>
              </a:spcAft>
              <a:buChar char="–"/>
              <a:defRPr sz="2800">
                <a:solidFill>
                  <a:srgbClr val="666699"/>
                </a:solidFill>
                <a:latin typeface="+mn-lt"/>
                <a:ea typeface="+mn-ea"/>
              </a:defRPr>
            </a:lvl2pPr>
            <a:lvl3pPr marL="1143000" indent="-228600" algn="l" rtl="0" eaLnBrk="0" fontAlgn="base" hangingPunct="0">
              <a:spcBef>
                <a:spcPct val="20000"/>
              </a:spcBef>
              <a:spcAft>
                <a:spcPct val="0"/>
              </a:spcAft>
              <a:buChar char="•"/>
              <a:defRPr sz="2400">
                <a:solidFill>
                  <a:srgbClr val="666699"/>
                </a:solidFill>
                <a:latin typeface="+mn-lt"/>
                <a:ea typeface="+mn-ea"/>
              </a:defRPr>
            </a:lvl3pPr>
            <a:lvl4pPr marL="1600200" indent="-228600" algn="l" rtl="0" eaLnBrk="0" fontAlgn="base" hangingPunct="0">
              <a:spcBef>
                <a:spcPct val="20000"/>
              </a:spcBef>
              <a:spcAft>
                <a:spcPct val="0"/>
              </a:spcAft>
              <a:buChar char="–"/>
              <a:defRPr sz="2000">
                <a:solidFill>
                  <a:srgbClr val="666699"/>
                </a:solidFill>
                <a:latin typeface="+mn-lt"/>
                <a:ea typeface="+mn-ea"/>
              </a:defRPr>
            </a:lvl4pPr>
            <a:lvl5pPr marL="2057400" indent="-228600" algn="l" rtl="0" eaLnBrk="0" fontAlgn="base" hangingPunct="0">
              <a:spcBef>
                <a:spcPct val="20000"/>
              </a:spcBef>
              <a:spcAft>
                <a:spcPct val="0"/>
              </a:spcAft>
              <a:buChar char="»"/>
              <a:defRPr sz="2000">
                <a:solidFill>
                  <a:srgbClr val="666699"/>
                </a:solidFill>
                <a:latin typeface="+mn-lt"/>
                <a:ea typeface="+mn-ea"/>
              </a:defRPr>
            </a:lvl5pPr>
          </a:lstStyle>
          <a:p>
            <a:pPr marL="0" lvl="0" indent="0" eaLnBrk="1" hangingPunct="1">
              <a:spcBef>
                <a:spcPct val="50000"/>
              </a:spcBef>
              <a:buNone/>
            </a:pPr>
            <a:r>
              <a:rPr lang="zh-CN" altLang="en-US" sz="2000" dirty="0">
                <a:solidFill>
                  <a:schemeClr val="tx1"/>
                </a:solidFill>
                <a:latin typeface="Tahoma" panose="020B0604030504040204" pitchFamily="34" charset="0"/>
              </a:rPr>
              <a:t>1 1 1    </a:t>
            </a:r>
            <a:r>
              <a:rPr lang="zh-CN" altLang="en-US" sz="2000" dirty="0">
                <a:solidFill>
                  <a:srgbClr val="800000"/>
                </a:solidFill>
                <a:latin typeface="Tahoma" panose="020B0604030504040204" pitchFamily="34" charset="0"/>
              </a:rPr>
              <a:t>1</a:t>
            </a:r>
            <a:endParaRPr lang="zh-CN" altLang="en-US" sz="2000" dirty="0">
              <a:solidFill>
                <a:srgbClr val="800000"/>
              </a:solidFill>
              <a:latin typeface="Tahoma" panose="020B0604030504040204" pitchFamily="34" charset="0"/>
            </a:endParaRPr>
          </a:p>
        </p:txBody>
      </p:sp>
      <p:sp>
        <p:nvSpPr>
          <p:cNvPr id="33825" name="Text Box 33"/>
          <p:cNvSpPr txBox="1"/>
          <p:nvPr/>
        </p:nvSpPr>
        <p:spPr>
          <a:xfrm>
            <a:off x="3665538" y="5937250"/>
            <a:ext cx="1597025" cy="396875"/>
          </a:xfrm>
          <a:prstGeom prst="rect">
            <a:avLst/>
          </a:prstGeom>
          <a:noFill/>
          <a:ln w="9525">
            <a:noFill/>
          </a:ln>
        </p:spPr>
        <p:txBody>
          <a:bodyPr>
            <a:spAutoFit/>
          </a:bodyPr>
          <a:lstStyle>
            <a:lvl1pPr marL="342900" indent="-342900" algn="l" rtl="0" eaLnBrk="0" fontAlgn="base" hangingPunct="0">
              <a:spcBef>
                <a:spcPct val="20000"/>
              </a:spcBef>
              <a:spcAft>
                <a:spcPct val="0"/>
              </a:spcAft>
              <a:buChar char="•"/>
              <a:defRPr sz="3200">
                <a:solidFill>
                  <a:srgbClr val="666699"/>
                </a:solidFill>
                <a:latin typeface="+mn-lt"/>
                <a:ea typeface="+mn-ea"/>
                <a:cs typeface="+mn-cs"/>
              </a:defRPr>
            </a:lvl1pPr>
            <a:lvl2pPr marL="742950" indent="-285750" algn="l" rtl="0" eaLnBrk="0" fontAlgn="base" hangingPunct="0">
              <a:spcBef>
                <a:spcPct val="20000"/>
              </a:spcBef>
              <a:spcAft>
                <a:spcPct val="0"/>
              </a:spcAft>
              <a:buChar char="–"/>
              <a:defRPr sz="2800">
                <a:solidFill>
                  <a:srgbClr val="666699"/>
                </a:solidFill>
                <a:latin typeface="+mn-lt"/>
                <a:ea typeface="+mn-ea"/>
              </a:defRPr>
            </a:lvl2pPr>
            <a:lvl3pPr marL="1143000" indent="-228600" algn="l" rtl="0" eaLnBrk="0" fontAlgn="base" hangingPunct="0">
              <a:spcBef>
                <a:spcPct val="20000"/>
              </a:spcBef>
              <a:spcAft>
                <a:spcPct val="0"/>
              </a:spcAft>
              <a:buChar char="•"/>
              <a:defRPr sz="2400">
                <a:solidFill>
                  <a:srgbClr val="666699"/>
                </a:solidFill>
                <a:latin typeface="+mn-lt"/>
                <a:ea typeface="+mn-ea"/>
              </a:defRPr>
            </a:lvl3pPr>
            <a:lvl4pPr marL="1600200" indent="-228600" algn="l" rtl="0" eaLnBrk="0" fontAlgn="base" hangingPunct="0">
              <a:spcBef>
                <a:spcPct val="20000"/>
              </a:spcBef>
              <a:spcAft>
                <a:spcPct val="0"/>
              </a:spcAft>
              <a:buChar char="–"/>
              <a:defRPr sz="2000">
                <a:solidFill>
                  <a:srgbClr val="666699"/>
                </a:solidFill>
                <a:latin typeface="+mn-lt"/>
                <a:ea typeface="+mn-ea"/>
              </a:defRPr>
            </a:lvl4pPr>
            <a:lvl5pPr marL="2057400" indent="-228600" algn="l" rtl="0" eaLnBrk="0" fontAlgn="base" hangingPunct="0">
              <a:spcBef>
                <a:spcPct val="20000"/>
              </a:spcBef>
              <a:spcAft>
                <a:spcPct val="0"/>
              </a:spcAft>
              <a:buChar char="»"/>
              <a:defRPr sz="2000">
                <a:solidFill>
                  <a:srgbClr val="666699"/>
                </a:solidFill>
                <a:latin typeface="+mn-lt"/>
                <a:ea typeface="+mn-ea"/>
              </a:defRPr>
            </a:lvl5pPr>
          </a:lstStyle>
          <a:p>
            <a:pPr marL="0" lvl="0" indent="0" eaLnBrk="1" hangingPunct="1">
              <a:spcBef>
                <a:spcPct val="50000"/>
              </a:spcBef>
              <a:buNone/>
            </a:pPr>
            <a:r>
              <a:rPr lang="zh-CN" altLang="en-US" sz="2000" dirty="0">
                <a:solidFill>
                  <a:schemeClr val="tx1"/>
                </a:solidFill>
                <a:latin typeface="Tahoma" panose="020B0604030504040204" pitchFamily="34" charset="0"/>
              </a:rPr>
              <a:t>1 1 1 1    </a:t>
            </a:r>
            <a:endParaRPr lang="zh-CN" altLang="en-US" sz="2000" dirty="0">
              <a:solidFill>
                <a:schemeClr val="tx1"/>
              </a:solidFill>
              <a:latin typeface="Tahoma" panose="020B0604030504040204" pitchFamily="34" charset="0"/>
            </a:endParaRPr>
          </a:p>
        </p:txBody>
      </p:sp>
      <p:sp>
        <p:nvSpPr>
          <p:cNvPr id="33826" name="Text Box 34"/>
          <p:cNvSpPr txBox="1"/>
          <p:nvPr/>
        </p:nvSpPr>
        <p:spPr>
          <a:xfrm>
            <a:off x="6556375" y="2852738"/>
            <a:ext cx="1184275" cy="396875"/>
          </a:xfrm>
          <a:prstGeom prst="rect">
            <a:avLst/>
          </a:prstGeom>
          <a:noFill/>
          <a:ln w="9525">
            <a:noFill/>
          </a:ln>
        </p:spPr>
        <p:txBody>
          <a:bodyPr>
            <a:spAutoFit/>
          </a:bodyPr>
          <a:lstStyle>
            <a:lvl1pPr marL="342900" indent="-342900" algn="l" rtl="0" eaLnBrk="0" fontAlgn="base" hangingPunct="0">
              <a:spcBef>
                <a:spcPct val="20000"/>
              </a:spcBef>
              <a:spcAft>
                <a:spcPct val="0"/>
              </a:spcAft>
              <a:buChar char="•"/>
              <a:defRPr sz="3200">
                <a:solidFill>
                  <a:srgbClr val="666699"/>
                </a:solidFill>
                <a:latin typeface="+mn-lt"/>
                <a:ea typeface="+mn-ea"/>
                <a:cs typeface="+mn-cs"/>
              </a:defRPr>
            </a:lvl1pPr>
            <a:lvl2pPr marL="742950" indent="-285750" algn="l" rtl="0" eaLnBrk="0" fontAlgn="base" hangingPunct="0">
              <a:spcBef>
                <a:spcPct val="20000"/>
              </a:spcBef>
              <a:spcAft>
                <a:spcPct val="0"/>
              </a:spcAft>
              <a:buChar char="–"/>
              <a:defRPr sz="2800">
                <a:solidFill>
                  <a:srgbClr val="666699"/>
                </a:solidFill>
                <a:latin typeface="+mn-lt"/>
                <a:ea typeface="+mn-ea"/>
              </a:defRPr>
            </a:lvl2pPr>
            <a:lvl3pPr marL="1143000" indent="-228600" algn="l" rtl="0" eaLnBrk="0" fontAlgn="base" hangingPunct="0">
              <a:spcBef>
                <a:spcPct val="20000"/>
              </a:spcBef>
              <a:spcAft>
                <a:spcPct val="0"/>
              </a:spcAft>
              <a:buChar char="•"/>
              <a:defRPr sz="2400">
                <a:solidFill>
                  <a:srgbClr val="666699"/>
                </a:solidFill>
                <a:latin typeface="+mn-lt"/>
                <a:ea typeface="+mn-ea"/>
              </a:defRPr>
            </a:lvl3pPr>
            <a:lvl4pPr marL="1600200" indent="-228600" algn="l" rtl="0" eaLnBrk="0" fontAlgn="base" hangingPunct="0">
              <a:spcBef>
                <a:spcPct val="20000"/>
              </a:spcBef>
              <a:spcAft>
                <a:spcPct val="0"/>
              </a:spcAft>
              <a:buChar char="–"/>
              <a:defRPr sz="2000">
                <a:solidFill>
                  <a:srgbClr val="666699"/>
                </a:solidFill>
                <a:latin typeface="+mn-lt"/>
                <a:ea typeface="+mn-ea"/>
              </a:defRPr>
            </a:lvl4pPr>
            <a:lvl5pPr marL="2057400" indent="-228600" algn="l" rtl="0" eaLnBrk="0" fontAlgn="base" hangingPunct="0">
              <a:spcBef>
                <a:spcPct val="20000"/>
              </a:spcBef>
              <a:spcAft>
                <a:spcPct val="0"/>
              </a:spcAft>
              <a:buChar char="»"/>
              <a:defRPr sz="2000">
                <a:solidFill>
                  <a:srgbClr val="666699"/>
                </a:solidFill>
                <a:latin typeface="+mn-lt"/>
                <a:ea typeface="+mn-ea"/>
              </a:defRPr>
            </a:lvl5pPr>
          </a:lstStyle>
          <a:p>
            <a:pPr marL="0" lvl="0" indent="0" eaLnBrk="1" hangingPunct="1">
              <a:spcBef>
                <a:spcPct val="50000"/>
              </a:spcBef>
              <a:buNone/>
            </a:pPr>
            <a:r>
              <a:rPr lang="zh-CN" altLang="en-US" sz="2000" dirty="0">
                <a:solidFill>
                  <a:schemeClr val="tx1"/>
                </a:solidFill>
                <a:latin typeface="Tahoma" panose="020B0604030504040204" pitchFamily="34" charset="0"/>
              </a:rPr>
              <a:t>初值为0</a:t>
            </a:r>
            <a:endParaRPr lang="zh-CN" altLang="en-US" sz="2000" dirty="0">
              <a:solidFill>
                <a:schemeClr val="tx1"/>
              </a:solidFill>
              <a:latin typeface="Tahoma" panose="020B0604030504040204" pitchFamily="34" charset="0"/>
            </a:endParaRPr>
          </a:p>
        </p:txBody>
      </p:sp>
      <p:sp>
        <p:nvSpPr>
          <p:cNvPr id="33827" name="Text Box 35"/>
          <p:cNvSpPr txBox="1"/>
          <p:nvPr/>
        </p:nvSpPr>
        <p:spPr>
          <a:xfrm>
            <a:off x="6554788" y="3084513"/>
            <a:ext cx="1597025" cy="446087"/>
          </a:xfrm>
          <a:prstGeom prst="rect">
            <a:avLst/>
          </a:prstGeom>
          <a:noFill/>
          <a:ln w="9525">
            <a:noFill/>
          </a:ln>
        </p:spPr>
        <p:txBody>
          <a:bodyPr>
            <a:spAutoFit/>
          </a:bodyPr>
          <a:lstStyle>
            <a:lvl1pPr marL="342900" indent="-342900" algn="l" rtl="0" eaLnBrk="0" fontAlgn="base" hangingPunct="0">
              <a:spcBef>
                <a:spcPct val="20000"/>
              </a:spcBef>
              <a:spcAft>
                <a:spcPct val="0"/>
              </a:spcAft>
              <a:buChar char="•"/>
              <a:defRPr sz="3200">
                <a:solidFill>
                  <a:srgbClr val="666699"/>
                </a:solidFill>
                <a:latin typeface="+mn-lt"/>
                <a:ea typeface="+mn-ea"/>
                <a:cs typeface="+mn-cs"/>
              </a:defRPr>
            </a:lvl1pPr>
            <a:lvl2pPr marL="742950" indent="-285750" algn="l" rtl="0" eaLnBrk="0" fontAlgn="base" hangingPunct="0">
              <a:spcBef>
                <a:spcPct val="20000"/>
              </a:spcBef>
              <a:spcAft>
                <a:spcPct val="0"/>
              </a:spcAft>
              <a:buChar char="–"/>
              <a:defRPr sz="2800">
                <a:solidFill>
                  <a:srgbClr val="666699"/>
                </a:solidFill>
                <a:latin typeface="+mn-lt"/>
                <a:ea typeface="+mn-ea"/>
              </a:defRPr>
            </a:lvl2pPr>
            <a:lvl3pPr marL="1143000" indent="-228600" algn="l" rtl="0" eaLnBrk="0" fontAlgn="base" hangingPunct="0">
              <a:spcBef>
                <a:spcPct val="20000"/>
              </a:spcBef>
              <a:spcAft>
                <a:spcPct val="0"/>
              </a:spcAft>
              <a:buChar char="•"/>
              <a:defRPr sz="2400">
                <a:solidFill>
                  <a:srgbClr val="666699"/>
                </a:solidFill>
                <a:latin typeface="+mn-lt"/>
                <a:ea typeface="+mn-ea"/>
              </a:defRPr>
            </a:lvl3pPr>
            <a:lvl4pPr marL="1600200" indent="-228600" algn="l" rtl="0" eaLnBrk="0" fontAlgn="base" hangingPunct="0">
              <a:spcBef>
                <a:spcPct val="20000"/>
              </a:spcBef>
              <a:spcAft>
                <a:spcPct val="0"/>
              </a:spcAft>
              <a:buChar char="–"/>
              <a:defRPr sz="2000">
                <a:solidFill>
                  <a:srgbClr val="666699"/>
                </a:solidFill>
                <a:latin typeface="+mn-lt"/>
                <a:ea typeface="+mn-ea"/>
              </a:defRPr>
            </a:lvl4pPr>
            <a:lvl5pPr marL="2057400" indent="-228600" algn="l" rtl="0" eaLnBrk="0" fontAlgn="base" hangingPunct="0">
              <a:spcBef>
                <a:spcPct val="20000"/>
              </a:spcBef>
              <a:spcAft>
                <a:spcPct val="0"/>
              </a:spcAft>
              <a:buChar char="»"/>
              <a:defRPr sz="2000">
                <a:solidFill>
                  <a:srgbClr val="666699"/>
                </a:solidFill>
                <a:latin typeface="+mn-lt"/>
                <a:ea typeface="+mn-ea"/>
              </a:defRPr>
            </a:lvl5pPr>
          </a:lstStyle>
          <a:p>
            <a:pPr marL="0" lvl="0" indent="0" eaLnBrk="1" hangingPunct="1">
              <a:spcBef>
                <a:spcPct val="50000"/>
              </a:spcBef>
              <a:buNone/>
            </a:pPr>
            <a:r>
              <a:rPr lang="zh-CN" altLang="en-US" sz="2000" dirty="0">
                <a:solidFill>
                  <a:schemeClr val="tx1"/>
                </a:solidFill>
                <a:latin typeface="Tahoma" panose="020B0604030504040204" pitchFamily="34" charset="0"/>
              </a:rPr>
              <a:t>Y</a:t>
            </a:r>
            <a:r>
              <a:rPr lang="zh-CN" altLang="en-US" sz="2000" baseline="-25000" dirty="0">
                <a:solidFill>
                  <a:schemeClr val="tx1"/>
                </a:solidFill>
                <a:latin typeface="Tahoma" panose="020B0604030504040204" pitchFamily="34" charset="0"/>
              </a:rPr>
              <a:t>3</a:t>
            </a:r>
            <a:r>
              <a:rPr lang="zh-CN" altLang="en-US" sz="2000" dirty="0">
                <a:solidFill>
                  <a:schemeClr val="tx1"/>
                </a:solidFill>
                <a:latin typeface="Tahoma" panose="020B0604030504040204" pitchFamily="34" charset="0"/>
              </a:rPr>
              <a:t>=1， +X</a:t>
            </a:r>
            <a:endParaRPr lang="zh-CN" altLang="en-US" sz="2000" dirty="0">
              <a:solidFill>
                <a:schemeClr val="tx1"/>
              </a:solidFill>
              <a:latin typeface="Tahoma" panose="020B0604030504040204" pitchFamily="34" charset="0"/>
            </a:endParaRPr>
          </a:p>
        </p:txBody>
      </p:sp>
      <p:sp>
        <p:nvSpPr>
          <p:cNvPr id="33828" name="Text Box 36"/>
          <p:cNvSpPr txBox="1"/>
          <p:nvPr/>
        </p:nvSpPr>
        <p:spPr>
          <a:xfrm>
            <a:off x="6554788" y="3927475"/>
            <a:ext cx="1597025" cy="401638"/>
          </a:xfrm>
          <a:prstGeom prst="rect">
            <a:avLst/>
          </a:prstGeom>
          <a:noFill/>
          <a:ln w="9525">
            <a:noFill/>
          </a:ln>
        </p:spPr>
        <p:txBody>
          <a:bodyPr>
            <a:spAutoFit/>
          </a:bodyPr>
          <a:lstStyle>
            <a:lvl1pPr marL="342900" indent="-342900" algn="l" rtl="0" eaLnBrk="0" fontAlgn="base" hangingPunct="0">
              <a:spcBef>
                <a:spcPct val="20000"/>
              </a:spcBef>
              <a:spcAft>
                <a:spcPct val="0"/>
              </a:spcAft>
              <a:buChar char="•"/>
              <a:defRPr sz="3200">
                <a:solidFill>
                  <a:srgbClr val="666699"/>
                </a:solidFill>
                <a:latin typeface="+mn-lt"/>
                <a:ea typeface="+mn-ea"/>
                <a:cs typeface="+mn-cs"/>
              </a:defRPr>
            </a:lvl1pPr>
            <a:lvl2pPr marL="742950" indent="-285750" algn="l" rtl="0" eaLnBrk="0" fontAlgn="base" hangingPunct="0">
              <a:spcBef>
                <a:spcPct val="20000"/>
              </a:spcBef>
              <a:spcAft>
                <a:spcPct val="0"/>
              </a:spcAft>
              <a:buChar char="–"/>
              <a:defRPr sz="2800">
                <a:solidFill>
                  <a:srgbClr val="666699"/>
                </a:solidFill>
                <a:latin typeface="+mn-lt"/>
                <a:ea typeface="+mn-ea"/>
              </a:defRPr>
            </a:lvl2pPr>
            <a:lvl3pPr marL="1143000" indent="-228600" algn="l" rtl="0" eaLnBrk="0" fontAlgn="base" hangingPunct="0">
              <a:spcBef>
                <a:spcPct val="20000"/>
              </a:spcBef>
              <a:spcAft>
                <a:spcPct val="0"/>
              </a:spcAft>
              <a:buChar char="•"/>
              <a:defRPr sz="2400">
                <a:solidFill>
                  <a:srgbClr val="666699"/>
                </a:solidFill>
                <a:latin typeface="+mn-lt"/>
                <a:ea typeface="+mn-ea"/>
              </a:defRPr>
            </a:lvl3pPr>
            <a:lvl4pPr marL="1600200" indent="-228600" algn="l" rtl="0" eaLnBrk="0" fontAlgn="base" hangingPunct="0">
              <a:spcBef>
                <a:spcPct val="20000"/>
              </a:spcBef>
              <a:spcAft>
                <a:spcPct val="0"/>
              </a:spcAft>
              <a:buChar char="–"/>
              <a:defRPr sz="2000">
                <a:solidFill>
                  <a:srgbClr val="666699"/>
                </a:solidFill>
                <a:latin typeface="+mn-lt"/>
                <a:ea typeface="+mn-ea"/>
              </a:defRPr>
            </a:lvl4pPr>
            <a:lvl5pPr marL="2057400" indent="-228600" algn="l" rtl="0" eaLnBrk="0" fontAlgn="base" hangingPunct="0">
              <a:spcBef>
                <a:spcPct val="20000"/>
              </a:spcBef>
              <a:spcAft>
                <a:spcPct val="0"/>
              </a:spcAft>
              <a:buChar char="»"/>
              <a:defRPr sz="2000">
                <a:solidFill>
                  <a:srgbClr val="666699"/>
                </a:solidFill>
                <a:latin typeface="+mn-lt"/>
                <a:ea typeface="+mn-ea"/>
              </a:defRPr>
            </a:lvl5pPr>
          </a:lstStyle>
          <a:p>
            <a:pPr marL="0" lvl="0" indent="0" eaLnBrk="1" hangingPunct="1">
              <a:spcBef>
                <a:spcPct val="50000"/>
              </a:spcBef>
              <a:buNone/>
            </a:pPr>
            <a:r>
              <a:rPr lang="zh-CN" altLang="en-US" sz="2000" dirty="0">
                <a:solidFill>
                  <a:schemeClr val="tx1"/>
                </a:solidFill>
                <a:latin typeface="Tahoma" panose="020B0604030504040204" pitchFamily="34" charset="0"/>
              </a:rPr>
              <a:t>Y</a:t>
            </a:r>
            <a:r>
              <a:rPr lang="zh-CN" altLang="en-US" sz="2000" baseline="-25000" dirty="0">
                <a:solidFill>
                  <a:schemeClr val="tx1"/>
                </a:solidFill>
                <a:latin typeface="Tahoma" panose="020B0604030504040204" pitchFamily="34" charset="0"/>
              </a:rPr>
              <a:t>2</a:t>
            </a:r>
            <a:r>
              <a:rPr lang="zh-CN" altLang="en-US" sz="2000" dirty="0">
                <a:solidFill>
                  <a:schemeClr val="tx1"/>
                </a:solidFill>
                <a:latin typeface="Tahoma" panose="020B0604030504040204" pitchFamily="34" charset="0"/>
              </a:rPr>
              <a:t>=1， +X</a:t>
            </a:r>
            <a:endParaRPr lang="zh-CN" altLang="en-US" sz="2000" dirty="0">
              <a:solidFill>
                <a:schemeClr val="tx1"/>
              </a:solidFill>
              <a:latin typeface="Tahoma" panose="020B0604030504040204" pitchFamily="34" charset="0"/>
            </a:endParaRPr>
          </a:p>
        </p:txBody>
      </p:sp>
      <p:sp>
        <p:nvSpPr>
          <p:cNvPr id="33829" name="Text Box 37"/>
          <p:cNvSpPr txBox="1"/>
          <p:nvPr/>
        </p:nvSpPr>
        <p:spPr>
          <a:xfrm>
            <a:off x="6478588" y="4549775"/>
            <a:ext cx="1597025" cy="446088"/>
          </a:xfrm>
          <a:prstGeom prst="rect">
            <a:avLst/>
          </a:prstGeom>
          <a:noFill/>
          <a:ln w="9525">
            <a:noFill/>
          </a:ln>
        </p:spPr>
        <p:txBody>
          <a:bodyPr>
            <a:spAutoFit/>
          </a:bodyPr>
          <a:lstStyle>
            <a:lvl1pPr marL="342900" indent="-342900" algn="l" rtl="0" eaLnBrk="0" fontAlgn="base" hangingPunct="0">
              <a:spcBef>
                <a:spcPct val="20000"/>
              </a:spcBef>
              <a:spcAft>
                <a:spcPct val="0"/>
              </a:spcAft>
              <a:buChar char="•"/>
              <a:defRPr sz="3200">
                <a:solidFill>
                  <a:srgbClr val="666699"/>
                </a:solidFill>
                <a:latin typeface="+mn-lt"/>
                <a:ea typeface="+mn-ea"/>
                <a:cs typeface="+mn-cs"/>
              </a:defRPr>
            </a:lvl1pPr>
            <a:lvl2pPr marL="742950" indent="-285750" algn="l" rtl="0" eaLnBrk="0" fontAlgn="base" hangingPunct="0">
              <a:spcBef>
                <a:spcPct val="20000"/>
              </a:spcBef>
              <a:spcAft>
                <a:spcPct val="0"/>
              </a:spcAft>
              <a:buChar char="–"/>
              <a:defRPr sz="2800">
                <a:solidFill>
                  <a:srgbClr val="666699"/>
                </a:solidFill>
                <a:latin typeface="+mn-lt"/>
                <a:ea typeface="+mn-ea"/>
              </a:defRPr>
            </a:lvl2pPr>
            <a:lvl3pPr marL="1143000" indent="-228600" algn="l" rtl="0" eaLnBrk="0" fontAlgn="base" hangingPunct="0">
              <a:spcBef>
                <a:spcPct val="20000"/>
              </a:spcBef>
              <a:spcAft>
                <a:spcPct val="0"/>
              </a:spcAft>
              <a:buChar char="•"/>
              <a:defRPr sz="2400">
                <a:solidFill>
                  <a:srgbClr val="666699"/>
                </a:solidFill>
                <a:latin typeface="+mn-lt"/>
                <a:ea typeface="+mn-ea"/>
              </a:defRPr>
            </a:lvl3pPr>
            <a:lvl4pPr marL="1600200" indent="-228600" algn="l" rtl="0" eaLnBrk="0" fontAlgn="base" hangingPunct="0">
              <a:spcBef>
                <a:spcPct val="20000"/>
              </a:spcBef>
              <a:spcAft>
                <a:spcPct val="0"/>
              </a:spcAft>
              <a:buChar char="–"/>
              <a:defRPr sz="2000">
                <a:solidFill>
                  <a:srgbClr val="666699"/>
                </a:solidFill>
                <a:latin typeface="+mn-lt"/>
                <a:ea typeface="+mn-ea"/>
              </a:defRPr>
            </a:lvl4pPr>
            <a:lvl5pPr marL="2057400" indent="-228600" algn="l" rtl="0" eaLnBrk="0" fontAlgn="base" hangingPunct="0">
              <a:spcBef>
                <a:spcPct val="20000"/>
              </a:spcBef>
              <a:spcAft>
                <a:spcPct val="0"/>
              </a:spcAft>
              <a:buChar char="»"/>
              <a:defRPr sz="2000">
                <a:solidFill>
                  <a:srgbClr val="666699"/>
                </a:solidFill>
                <a:latin typeface="+mn-lt"/>
                <a:ea typeface="+mn-ea"/>
              </a:defRPr>
            </a:lvl5pPr>
          </a:lstStyle>
          <a:p>
            <a:pPr marL="0" lvl="0" indent="0" eaLnBrk="1" hangingPunct="1">
              <a:spcBef>
                <a:spcPct val="50000"/>
              </a:spcBef>
              <a:buNone/>
            </a:pPr>
            <a:r>
              <a:rPr lang="zh-CN" altLang="en-US" sz="2000" dirty="0">
                <a:solidFill>
                  <a:schemeClr val="tx1"/>
                </a:solidFill>
                <a:latin typeface="Tahoma" panose="020B0604030504040204" pitchFamily="34" charset="0"/>
              </a:rPr>
              <a:t> Y</a:t>
            </a:r>
            <a:r>
              <a:rPr lang="zh-CN" altLang="en-US" sz="2000" baseline="-25000" dirty="0">
                <a:solidFill>
                  <a:schemeClr val="tx1"/>
                </a:solidFill>
                <a:latin typeface="Tahoma" panose="020B0604030504040204" pitchFamily="34" charset="0"/>
              </a:rPr>
              <a:t>1</a:t>
            </a:r>
            <a:r>
              <a:rPr lang="zh-CN" altLang="en-US" sz="2000" dirty="0">
                <a:solidFill>
                  <a:schemeClr val="tx1"/>
                </a:solidFill>
                <a:latin typeface="Tahoma" panose="020B0604030504040204" pitchFamily="34" charset="0"/>
              </a:rPr>
              <a:t>=0， +0</a:t>
            </a:r>
            <a:endParaRPr lang="zh-CN" altLang="en-US" sz="2000" dirty="0">
              <a:solidFill>
                <a:schemeClr val="tx1"/>
              </a:solidFill>
              <a:latin typeface="Tahoma" panose="020B0604030504040204" pitchFamily="34" charset="0"/>
            </a:endParaRPr>
          </a:p>
        </p:txBody>
      </p:sp>
      <p:sp>
        <p:nvSpPr>
          <p:cNvPr id="33830" name="Text Box 38"/>
          <p:cNvSpPr txBox="1"/>
          <p:nvPr/>
        </p:nvSpPr>
        <p:spPr>
          <a:xfrm>
            <a:off x="6554788" y="5321300"/>
            <a:ext cx="1597025" cy="400050"/>
          </a:xfrm>
          <a:prstGeom prst="rect">
            <a:avLst/>
          </a:prstGeom>
          <a:noFill/>
          <a:ln w="9525">
            <a:noFill/>
          </a:ln>
        </p:spPr>
        <p:txBody>
          <a:bodyPr>
            <a:spAutoFit/>
          </a:bodyPr>
          <a:lstStyle>
            <a:lvl1pPr marL="342900" indent="-342900" algn="l" rtl="0" eaLnBrk="0" fontAlgn="base" hangingPunct="0">
              <a:spcBef>
                <a:spcPct val="20000"/>
              </a:spcBef>
              <a:spcAft>
                <a:spcPct val="0"/>
              </a:spcAft>
              <a:buChar char="•"/>
              <a:defRPr sz="3200">
                <a:solidFill>
                  <a:srgbClr val="666699"/>
                </a:solidFill>
                <a:latin typeface="+mn-lt"/>
                <a:ea typeface="+mn-ea"/>
                <a:cs typeface="+mn-cs"/>
              </a:defRPr>
            </a:lvl1pPr>
            <a:lvl2pPr marL="742950" indent="-285750" algn="l" rtl="0" eaLnBrk="0" fontAlgn="base" hangingPunct="0">
              <a:spcBef>
                <a:spcPct val="20000"/>
              </a:spcBef>
              <a:spcAft>
                <a:spcPct val="0"/>
              </a:spcAft>
              <a:buChar char="–"/>
              <a:defRPr sz="2800">
                <a:solidFill>
                  <a:srgbClr val="666699"/>
                </a:solidFill>
                <a:latin typeface="+mn-lt"/>
                <a:ea typeface="+mn-ea"/>
              </a:defRPr>
            </a:lvl2pPr>
            <a:lvl3pPr marL="1143000" indent="-228600" algn="l" rtl="0" eaLnBrk="0" fontAlgn="base" hangingPunct="0">
              <a:spcBef>
                <a:spcPct val="20000"/>
              </a:spcBef>
              <a:spcAft>
                <a:spcPct val="0"/>
              </a:spcAft>
              <a:buChar char="•"/>
              <a:defRPr sz="2400">
                <a:solidFill>
                  <a:srgbClr val="666699"/>
                </a:solidFill>
                <a:latin typeface="+mn-lt"/>
                <a:ea typeface="+mn-ea"/>
              </a:defRPr>
            </a:lvl3pPr>
            <a:lvl4pPr marL="1600200" indent="-228600" algn="l" rtl="0" eaLnBrk="0" fontAlgn="base" hangingPunct="0">
              <a:spcBef>
                <a:spcPct val="20000"/>
              </a:spcBef>
              <a:spcAft>
                <a:spcPct val="0"/>
              </a:spcAft>
              <a:buChar char="–"/>
              <a:defRPr sz="2000">
                <a:solidFill>
                  <a:srgbClr val="666699"/>
                </a:solidFill>
                <a:latin typeface="+mn-lt"/>
                <a:ea typeface="+mn-ea"/>
              </a:defRPr>
            </a:lvl4pPr>
            <a:lvl5pPr marL="2057400" indent="-228600" algn="l" rtl="0" eaLnBrk="0" fontAlgn="base" hangingPunct="0">
              <a:spcBef>
                <a:spcPct val="20000"/>
              </a:spcBef>
              <a:spcAft>
                <a:spcPct val="0"/>
              </a:spcAft>
              <a:buChar char="»"/>
              <a:defRPr sz="2000">
                <a:solidFill>
                  <a:srgbClr val="666699"/>
                </a:solidFill>
                <a:latin typeface="+mn-lt"/>
                <a:ea typeface="+mn-ea"/>
              </a:defRPr>
            </a:lvl5pPr>
          </a:lstStyle>
          <a:p>
            <a:pPr marL="0" lvl="0" indent="0" eaLnBrk="1" hangingPunct="1">
              <a:spcBef>
                <a:spcPct val="50000"/>
              </a:spcBef>
              <a:buNone/>
            </a:pPr>
            <a:r>
              <a:rPr lang="zh-CN" altLang="en-US" sz="2000" dirty="0">
                <a:solidFill>
                  <a:schemeClr val="tx1"/>
                </a:solidFill>
                <a:latin typeface="Tahoma" panose="020B0604030504040204" pitchFamily="34" charset="0"/>
              </a:rPr>
              <a:t>Y</a:t>
            </a:r>
            <a:r>
              <a:rPr lang="zh-CN" altLang="en-US" sz="2000" baseline="-25000" dirty="0">
                <a:solidFill>
                  <a:schemeClr val="tx1"/>
                </a:solidFill>
                <a:latin typeface="Tahoma" panose="020B0604030504040204" pitchFamily="34" charset="0"/>
              </a:rPr>
              <a:t>0</a:t>
            </a:r>
            <a:r>
              <a:rPr lang="zh-CN" altLang="en-US" sz="2000" dirty="0">
                <a:solidFill>
                  <a:schemeClr val="tx1"/>
                </a:solidFill>
                <a:latin typeface="Tahoma" panose="020B0604030504040204" pitchFamily="34" charset="0"/>
              </a:rPr>
              <a:t>=1， +X</a:t>
            </a:r>
            <a:endParaRPr lang="zh-CN" altLang="en-US" sz="2000" dirty="0">
              <a:solidFill>
                <a:schemeClr val="tx1"/>
              </a:solidFill>
              <a:latin typeface="Tahoma" panose="020B0604030504040204" pitchFamily="34" charset="0"/>
            </a:endParaRPr>
          </a:p>
        </p:txBody>
      </p:sp>
      <p:sp>
        <p:nvSpPr>
          <p:cNvPr id="33831" name="Text Box 39"/>
          <p:cNvSpPr txBox="1"/>
          <p:nvPr/>
        </p:nvSpPr>
        <p:spPr>
          <a:xfrm>
            <a:off x="6445250" y="3644900"/>
            <a:ext cx="1824038" cy="447675"/>
          </a:xfrm>
          <a:prstGeom prst="rect">
            <a:avLst/>
          </a:prstGeom>
          <a:noFill/>
          <a:ln w="9525">
            <a:noFill/>
          </a:ln>
        </p:spPr>
        <p:txBody>
          <a:bodyPr>
            <a:spAutoFit/>
          </a:bodyPr>
          <a:lstStyle>
            <a:lvl1pPr marL="342900" indent="-342900" algn="l" rtl="0" eaLnBrk="0" fontAlgn="base" hangingPunct="0">
              <a:spcBef>
                <a:spcPct val="20000"/>
              </a:spcBef>
              <a:spcAft>
                <a:spcPct val="0"/>
              </a:spcAft>
              <a:buChar char="•"/>
              <a:defRPr sz="3200">
                <a:solidFill>
                  <a:srgbClr val="666699"/>
                </a:solidFill>
                <a:latin typeface="+mn-lt"/>
                <a:ea typeface="+mn-ea"/>
                <a:cs typeface="+mn-cs"/>
              </a:defRPr>
            </a:lvl1pPr>
            <a:lvl2pPr marL="742950" indent="-285750" algn="l" rtl="0" eaLnBrk="0" fontAlgn="base" hangingPunct="0">
              <a:spcBef>
                <a:spcPct val="20000"/>
              </a:spcBef>
              <a:spcAft>
                <a:spcPct val="0"/>
              </a:spcAft>
              <a:buChar char="–"/>
              <a:defRPr sz="2800">
                <a:solidFill>
                  <a:srgbClr val="666699"/>
                </a:solidFill>
                <a:latin typeface="+mn-lt"/>
                <a:ea typeface="+mn-ea"/>
              </a:defRPr>
            </a:lvl2pPr>
            <a:lvl3pPr marL="1143000" indent="-228600" algn="l" rtl="0" eaLnBrk="0" fontAlgn="base" hangingPunct="0">
              <a:spcBef>
                <a:spcPct val="20000"/>
              </a:spcBef>
              <a:spcAft>
                <a:spcPct val="0"/>
              </a:spcAft>
              <a:buChar char="•"/>
              <a:defRPr sz="2400">
                <a:solidFill>
                  <a:srgbClr val="666699"/>
                </a:solidFill>
                <a:latin typeface="+mn-lt"/>
                <a:ea typeface="+mn-ea"/>
              </a:defRPr>
            </a:lvl3pPr>
            <a:lvl4pPr marL="1600200" indent="-228600" algn="l" rtl="0" eaLnBrk="0" fontAlgn="base" hangingPunct="0">
              <a:spcBef>
                <a:spcPct val="20000"/>
              </a:spcBef>
              <a:spcAft>
                <a:spcPct val="0"/>
              </a:spcAft>
              <a:buChar char="–"/>
              <a:defRPr sz="2000">
                <a:solidFill>
                  <a:srgbClr val="666699"/>
                </a:solidFill>
                <a:latin typeface="+mn-lt"/>
                <a:ea typeface="+mn-ea"/>
              </a:defRPr>
            </a:lvl4pPr>
            <a:lvl5pPr marL="2057400" indent="-228600" algn="l" rtl="0" eaLnBrk="0" fontAlgn="base" hangingPunct="0">
              <a:spcBef>
                <a:spcPct val="20000"/>
              </a:spcBef>
              <a:spcAft>
                <a:spcPct val="0"/>
              </a:spcAft>
              <a:buChar char="»"/>
              <a:defRPr sz="2000">
                <a:solidFill>
                  <a:srgbClr val="666699"/>
                </a:solidFill>
                <a:latin typeface="+mn-lt"/>
                <a:ea typeface="+mn-ea"/>
              </a:defRPr>
            </a:lvl5pPr>
          </a:lstStyle>
          <a:p>
            <a:pPr marL="0" lvl="0" indent="0" eaLnBrk="1" hangingPunct="1">
              <a:spcBef>
                <a:spcPct val="50000"/>
              </a:spcBef>
              <a:buNone/>
            </a:pPr>
            <a:r>
              <a:rPr lang="zh-CN" altLang="en-US" sz="2000" dirty="0">
                <a:solidFill>
                  <a:schemeClr val="tx1"/>
                </a:solidFill>
                <a:latin typeface="Tahoma" panose="020B0604030504040204" pitchFamily="34" charset="0"/>
              </a:rPr>
              <a:t> 右移</a:t>
            </a:r>
            <a:endParaRPr lang="zh-CN" altLang="en-US" sz="2000" baseline="-25000" dirty="0">
              <a:solidFill>
                <a:schemeClr val="tx1"/>
              </a:solidFill>
              <a:latin typeface="Tahoma" panose="020B0604030504040204" pitchFamily="34" charset="0"/>
            </a:endParaRPr>
          </a:p>
        </p:txBody>
      </p:sp>
      <p:sp>
        <p:nvSpPr>
          <p:cNvPr id="33832" name="Text Box 40"/>
          <p:cNvSpPr txBox="1"/>
          <p:nvPr/>
        </p:nvSpPr>
        <p:spPr>
          <a:xfrm>
            <a:off x="6478588" y="4318000"/>
            <a:ext cx="1825625" cy="447675"/>
          </a:xfrm>
          <a:prstGeom prst="rect">
            <a:avLst/>
          </a:prstGeom>
          <a:noFill/>
          <a:ln w="9525">
            <a:noFill/>
          </a:ln>
        </p:spPr>
        <p:txBody>
          <a:bodyPr>
            <a:spAutoFit/>
          </a:bodyPr>
          <a:lstStyle>
            <a:lvl1pPr marL="342900" indent="-342900" algn="l" rtl="0" eaLnBrk="0" fontAlgn="base" hangingPunct="0">
              <a:spcBef>
                <a:spcPct val="20000"/>
              </a:spcBef>
              <a:spcAft>
                <a:spcPct val="0"/>
              </a:spcAft>
              <a:buChar char="•"/>
              <a:defRPr sz="3200">
                <a:solidFill>
                  <a:srgbClr val="666699"/>
                </a:solidFill>
                <a:latin typeface="+mn-lt"/>
                <a:ea typeface="+mn-ea"/>
                <a:cs typeface="+mn-cs"/>
              </a:defRPr>
            </a:lvl1pPr>
            <a:lvl2pPr marL="742950" indent="-285750" algn="l" rtl="0" eaLnBrk="0" fontAlgn="base" hangingPunct="0">
              <a:spcBef>
                <a:spcPct val="20000"/>
              </a:spcBef>
              <a:spcAft>
                <a:spcPct val="0"/>
              </a:spcAft>
              <a:buChar char="–"/>
              <a:defRPr sz="2800">
                <a:solidFill>
                  <a:srgbClr val="666699"/>
                </a:solidFill>
                <a:latin typeface="+mn-lt"/>
                <a:ea typeface="+mn-ea"/>
              </a:defRPr>
            </a:lvl2pPr>
            <a:lvl3pPr marL="1143000" indent="-228600" algn="l" rtl="0" eaLnBrk="0" fontAlgn="base" hangingPunct="0">
              <a:spcBef>
                <a:spcPct val="20000"/>
              </a:spcBef>
              <a:spcAft>
                <a:spcPct val="0"/>
              </a:spcAft>
              <a:buChar char="•"/>
              <a:defRPr sz="2400">
                <a:solidFill>
                  <a:srgbClr val="666699"/>
                </a:solidFill>
                <a:latin typeface="+mn-lt"/>
                <a:ea typeface="+mn-ea"/>
              </a:defRPr>
            </a:lvl3pPr>
            <a:lvl4pPr marL="1600200" indent="-228600" algn="l" rtl="0" eaLnBrk="0" fontAlgn="base" hangingPunct="0">
              <a:spcBef>
                <a:spcPct val="20000"/>
              </a:spcBef>
              <a:spcAft>
                <a:spcPct val="0"/>
              </a:spcAft>
              <a:buChar char="–"/>
              <a:defRPr sz="2000">
                <a:solidFill>
                  <a:srgbClr val="666699"/>
                </a:solidFill>
                <a:latin typeface="+mn-lt"/>
                <a:ea typeface="+mn-ea"/>
              </a:defRPr>
            </a:lvl4pPr>
            <a:lvl5pPr marL="2057400" indent="-228600" algn="l" rtl="0" eaLnBrk="0" fontAlgn="base" hangingPunct="0">
              <a:spcBef>
                <a:spcPct val="20000"/>
              </a:spcBef>
              <a:spcAft>
                <a:spcPct val="0"/>
              </a:spcAft>
              <a:buChar char="»"/>
              <a:defRPr sz="2000">
                <a:solidFill>
                  <a:srgbClr val="666699"/>
                </a:solidFill>
                <a:latin typeface="+mn-lt"/>
                <a:ea typeface="+mn-ea"/>
              </a:defRPr>
            </a:lvl5pPr>
          </a:lstStyle>
          <a:p>
            <a:pPr marL="0" lvl="0" indent="0" eaLnBrk="1" hangingPunct="1">
              <a:spcBef>
                <a:spcPct val="50000"/>
              </a:spcBef>
              <a:buNone/>
            </a:pPr>
            <a:r>
              <a:rPr lang="zh-CN" altLang="en-US" sz="2000" dirty="0">
                <a:solidFill>
                  <a:schemeClr val="tx1"/>
                </a:solidFill>
                <a:latin typeface="Tahoma" panose="020B0604030504040204" pitchFamily="34" charset="0"/>
              </a:rPr>
              <a:t>右移</a:t>
            </a:r>
            <a:endParaRPr lang="zh-CN" altLang="en-US" sz="2000" baseline="-25000" dirty="0">
              <a:solidFill>
                <a:schemeClr val="tx1"/>
              </a:solidFill>
              <a:latin typeface="Tahoma" panose="020B0604030504040204" pitchFamily="34" charset="0"/>
            </a:endParaRPr>
          </a:p>
        </p:txBody>
      </p:sp>
      <p:sp>
        <p:nvSpPr>
          <p:cNvPr id="33833" name="Text Box 41"/>
          <p:cNvSpPr txBox="1"/>
          <p:nvPr/>
        </p:nvSpPr>
        <p:spPr>
          <a:xfrm>
            <a:off x="6554788" y="5089525"/>
            <a:ext cx="1825625" cy="446088"/>
          </a:xfrm>
          <a:prstGeom prst="rect">
            <a:avLst/>
          </a:prstGeom>
          <a:noFill/>
          <a:ln w="9525">
            <a:noFill/>
          </a:ln>
        </p:spPr>
        <p:txBody>
          <a:bodyPr>
            <a:spAutoFit/>
          </a:bodyPr>
          <a:lstStyle>
            <a:lvl1pPr marL="342900" indent="-342900" algn="l" rtl="0" eaLnBrk="0" fontAlgn="base" hangingPunct="0">
              <a:spcBef>
                <a:spcPct val="20000"/>
              </a:spcBef>
              <a:spcAft>
                <a:spcPct val="0"/>
              </a:spcAft>
              <a:buChar char="•"/>
              <a:defRPr sz="3200">
                <a:solidFill>
                  <a:srgbClr val="666699"/>
                </a:solidFill>
                <a:latin typeface="+mn-lt"/>
                <a:ea typeface="+mn-ea"/>
                <a:cs typeface="+mn-cs"/>
              </a:defRPr>
            </a:lvl1pPr>
            <a:lvl2pPr marL="742950" indent="-285750" algn="l" rtl="0" eaLnBrk="0" fontAlgn="base" hangingPunct="0">
              <a:spcBef>
                <a:spcPct val="20000"/>
              </a:spcBef>
              <a:spcAft>
                <a:spcPct val="0"/>
              </a:spcAft>
              <a:buChar char="–"/>
              <a:defRPr sz="2800">
                <a:solidFill>
                  <a:srgbClr val="666699"/>
                </a:solidFill>
                <a:latin typeface="+mn-lt"/>
                <a:ea typeface="+mn-ea"/>
              </a:defRPr>
            </a:lvl2pPr>
            <a:lvl3pPr marL="1143000" indent="-228600" algn="l" rtl="0" eaLnBrk="0" fontAlgn="base" hangingPunct="0">
              <a:spcBef>
                <a:spcPct val="20000"/>
              </a:spcBef>
              <a:spcAft>
                <a:spcPct val="0"/>
              </a:spcAft>
              <a:buChar char="•"/>
              <a:defRPr sz="2400">
                <a:solidFill>
                  <a:srgbClr val="666699"/>
                </a:solidFill>
                <a:latin typeface="+mn-lt"/>
                <a:ea typeface="+mn-ea"/>
              </a:defRPr>
            </a:lvl3pPr>
            <a:lvl4pPr marL="1600200" indent="-228600" algn="l" rtl="0" eaLnBrk="0" fontAlgn="base" hangingPunct="0">
              <a:spcBef>
                <a:spcPct val="20000"/>
              </a:spcBef>
              <a:spcAft>
                <a:spcPct val="0"/>
              </a:spcAft>
              <a:buChar char="–"/>
              <a:defRPr sz="2000">
                <a:solidFill>
                  <a:srgbClr val="666699"/>
                </a:solidFill>
                <a:latin typeface="+mn-lt"/>
                <a:ea typeface="+mn-ea"/>
              </a:defRPr>
            </a:lvl4pPr>
            <a:lvl5pPr marL="2057400" indent="-228600" algn="l" rtl="0" eaLnBrk="0" fontAlgn="base" hangingPunct="0">
              <a:spcBef>
                <a:spcPct val="20000"/>
              </a:spcBef>
              <a:spcAft>
                <a:spcPct val="0"/>
              </a:spcAft>
              <a:buChar char="»"/>
              <a:defRPr sz="2000">
                <a:solidFill>
                  <a:srgbClr val="666699"/>
                </a:solidFill>
                <a:latin typeface="+mn-lt"/>
                <a:ea typeface="+mn-ea"/>
              </a:defRPr>
            </a:lvl5pPr>
          </a:lstStyle>
          <a:p>
            <a:pPr marL="0" lvl="0" indent="0" eaLnBrk="1" hangingPunct="1">
              <a:spcBef>
                <a:spcPct val="50000"/>
              </a:spcBef>
              <a:buNone/>
            </a:pPr>
            <a:r>
              <a:rPr lang="zh-CN" altLang="en-US" sz="2000" dirty="0">
                <a:solidFill>
                  <a:schemeClr val="tx1"/>
                </a:solidFill>
                <a:latin typeface="Tahoma" panose="020B0604030504040204" pitchFamily="34" charset="0"/>
              </a:rPr>
              <a:t>右移 </a:t>
            </a:r>
            <a:endParaRPr lang="zh-CN" altLang="en-US" sz="2000" baseline="-25000" dirty="0">
              <a:solidFill>
                <a:schemeClr val="tx1"/>
              </a:solidFill>
              <a:latin typeface="Tahoma" panose="020B0604030504040204" pitchFamily="34" charset="0"/>
            </a:endParaRPr>
          </a:p>
        </p:txBody>
      </p:sp>
      <p:sp>
        <p:nvSpPr>
          <p:cNvPr id="33834" name="Text Box 42"/>
          <p:cNvSpPr txBox="1"/>
          <p:nvPr/>
        </p:nvSpPr>
        <p:spPr>
          <a:xfrm>
            <a:off x="6478588" y="5937250"/>
            <a:ext cx="2054225" cy="396875"/>
          </a:xfrm>
          <a:prstGeom prst="rect">
            <a:avLst/>
          </a:prstGeom>
          <a:noFill/>
          <a:ln w="9525">
            <a:noFill/>
          </a:ln>
        </p:spPr>
        <p:txBody>
          <a:bodyPr>
            <a:spAutoFit/>
          </a:bodyPr>
          <a:lstStyle>
            <a:lvl1pPr marL="342900" indent="-342900" algn="l" rtl="0" eaLnBrk="0" fontAlgn="base" hangingPunct="0">
              <a:spcBef>
                <a:spcPct val="20000"/>
              </a:spcBef>
              <a:spcAft>
                <a:spcPct val="0"/>
              </a:spcAft>
              <a:buChar char="•"/>
              <a:defRPr sz="3200">
                <a:solidFill>
                  <a:srgbClr val="666699"/>
                </a:solidFill>
                <a:latin typeface="+mn-lt"/>
                <a:ea typeface="+mn-ea"/>
                <a:cs typeface="+mn-cs"/>
              </a:defRPr>
            </a:lvl1pPr>
            <a:lvl2pPr marL="742950" indent="-285750" algn="l" rtl="0" eaLnBrk="0" fontAlgn="base" hangingPunct="0">
              <a:spcBef>
                <a:spcPct val="20000"/>
              </a:spcBef>
              <a:spcAft>
                <a:spcPct val="0"/>
              </a:spcAft>
              <a:buChar char="–"/>
              <a:defRPr sz="2800">
                <a:solidFill>
                  <a:srgbClr val="666699"/>
                </a:solidFill>
                <a:latin typeface="+mn-lt"/>
                <a:ea typeface="+mn-ea"/>
              </a:defRPr>
            </a:lvl2pPr>
            <a:lvl3pPr marL="1143000" indent="-228600" algn="l" rtl="0" eaLnBrk="0" fontAlgn="base" hangingPunct="0">
              <a:spcBef>
                <a:spcPct val="20000"/>
              </a:spcBef>
              <a:spcAft>
                <a:spcPct val="0"/>
              </a:spcAft>
              <a:buChar char="•"/>
              <a:defRPr sz="2400">
                <a:solidFill>
                  <a:srgbClr val="666699"/>
                </a:solidFill>
                <a:latin typeface="+mn-lt"/>
                <a:ea typeface="+mn-ea"/>
              </a:defRPr>
            </a:lvl3pPr>
            <a:lvl4pPr marL="1600200" indent="-228600" algn="l" rtl="0" eaLnBrk="0" fontAlgn="base" hangingPunct="0">
              <a:spcBef>
                <a:spcPct val="20000"/>
              </a:spcBef>
              <a:spcAft>
                <a:spcPct val="0"/>
              </a:spcAft>
              <a:buChar char="–"/>
              <a:defRPr sz="2000">
                <a:solidFill>
                  <a:srgbClr val="666699"/>
                </a:solidFill>
                <a:latin typeface="+mn-lt"/>
                <a:ea typeface="+mn-ea"/>
              </a:defRPr>
            </a:lvl4pPr>
            <a:lvl5pPr marL="2057400" indent="-228600" algn="l" rtl="0" eaLnBrk="0" fontAlgn="base" hangingPunct="0">
              <a:spcBef>
                <a:spcPct val="20000"/>
              </a:spcBef>
              <a:spcAft>
                <a:spcPct val="0"/>
              </a:spcAft>
              <a:buChar char="»"/>
              <a:defRPr sz="2000">
                <a:solidFill>
                  <a:srgbClr val="666699"/>
                </a:solidFill>
                <a:latin typeface="+mn-lt"/>
                <a:ea typeface="+mn-ea"/>
              </a:defRPr>
            </a:lvl5pPr>
          </a:lstStyle>
          <a:p>
            <a:pPr marL="0" lvl="0" indent="0" eaLnBrk="1" hangingPunct="1">
              <a:spcBef>
                <a:spcPct val="50000"/>
              </a:spcBef>
              <a:buNone/>
            </a:pPr>
            <a:r>
              <a:rPr lang="zh-CN" altLang="en-US" sz="2000" dirty="0">
                <a:solidFill>
                  <a:schemeClr val="tx1"/>
                </a:solidFill>
                <a:latin typeface="Tahoma" panose="020B0604030504040204" pitchFamily="34" charset="0"/>
              </a:rPr>
              <a:t>右移，得X×Y</a:t>
            </a:r>
            <a:endParaRPr lang="zh-CN" altLang="en-US" sz="2000" dirty="0">
              <a:solidFill>
                <a:schemeClr val="tx1"/>
              </a:solidFill>
              <a:latin typeface="Tahoma" panose="020B0604030504040204" pitchFamily="34" charset="0"/>
            </a:endParaRP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4818" name="Rectangle 2"/>
          <p:cNvSpPr>
            <a:spLocks noGrp="1"/>
          </p:cNvSpPr>
          <p:nvPr>
            <p:ph type="title"/>
          </p:nvPr>
        </p:nvSpPr>
        <p:spPr>
          <a:xfrm>
            <a:off x="250825" y="1066800"/>
            <a:ext cx="8642350" cy="685800"/>
          </a:xfrm>
          <a:ln/>
        </p:spPr>
        <p:txBody>
          <a:bodyPr vert="horz" wrap="square" lIns="91440" tIns="45720" rIns="91440" bIns="45720" anchor="ctr" anchorCtr="0"/>
          <a:p>
            <a:pPr algn="l" eaLnBrk="1" hangingPunct="1"/>
            <a:r>
              <a:rPr lang="zh-CN" altLang="en-US" sz="3200" dirty="0"/>
              <a:t>最后上符号，结果：</a:t>
            </a:r>
            <a:r>
              <a:rPr lang="zh-CN" altLang="en-US" sz="3200" dirty="0">
                <a:latin typeface="Tahoma" panose="020B0604030504040204" pitchFamily="34" charset="0"/>
              </a:rPr>
              <a:t>[X×Y]</a:t>
            </a:r>
            <a:r>
              <a:rPr lang="zh-CN" altLang="en-US" sz="3200" baseline="-25000" dirty="0">
                <a:solidFill>
                  <a:srgbClr val="0000FF"/>
                </a:solidFill>
                <a:latin typeface="Tahoma" panose="020B0604030504040204" pitchFamily="34" charset="0"/>
              </a:rPr>
              <a:t>原</a:t>
            </a:r>
            <a:r>
              <a:rPr lang="zh-CN" altLang="en-US" sz="3200" dirty="0">
                <a:latin typeface="Tahoma" panose="020B0604030504040204" pitchFamily="34" charset="0"/>
              </a:rPr>
              <a:t>=0.10001111</a:t>
            </a:r>
            <a:br>
              <a:rPr lang="zh-CN" altLang="en-US" dirty="0">
                <a:latin typeface="Tahoma" panose="020B0604030504040204" pitchFamily="34" charset="0"/>
              </a:rPr>
            </a:br>
            <a:endParaRPr lang="zh-CN" altLang="en-US" dirty="0">
              <a:latin typeface="Tahoma" panose="020B0604030504040204" pitchFamily="34" charset="0"/>
            </a:endParaRPr>
          </a:p>
        </p:txBody>
      </p:sp>
      <p:sp>
        <p:nvSpPr>
          <p:cNvPr id="34819" name="Rectangle 3"/>
          <p:cNvSpPr>
            <a:spLocks noGrp="1"/>
          </p:cNvSpPr>
          <p:nvPr>
            <p:ph type="body"/>
          </p:nvPr>
        </p:nvSpPr>
        <p:spPr>
          <a:xfrm>
            <a:off x="323850" y="1844675"/>
            <a:ext cx="8134350" cy="4608513"/>
          </a:xfrm>
          <a:ln/>
        </p:spPr>
        <p:txBody>
          <a:bodyPr vert="horz" wrap="square" lIns="91440" tIns="45720" rIns="91440" bIns="45720" anchor="t" anchorCtr="0"/>
          <a:p>
            <a:pPr eaLnBrk="1" hangingPunct="1">
              <a:lnSpc>
                <a:spcPct val="80000"/>
              </a:lnSpc>
            </a:pPr>
            <a:r>
              <a:rPr lang="zh-CN" altLang="en-US" dirty="0">
                <a:solidFill>
                  <a:srgbClr val="0000FF"/>
                </a:solidFill>
                <a:latin typeface="Tahoma" panose="020B0604030504040204" pitchFamily="34" charset="0"/>
              </a:rPr>
              <a:t>硬件实现：设置3个寄存器且都具有移位功能，一个移位器。</a:t>
            </a:r>
            <a:endParaRPr lang="zh-CN" altLang="en-US" dirty="0">
              <a:solidFill>
                <a:srgbClr val="0000FF"/>
              </a:solidFill>
              <a:latin typeface="Tahoma" panose="020B0604030504040204" pitchFamily="34" charset="0"/>
            </a:endParaRPr>
          </a:p>
          <a:p>
            <a:pPr eaLnBrk="1" hangingPunct="1">
              <a:lnSpc>
                <a:spcPct val="80000"/>
              </a:lnSpc>
              <a:buNone/>
            </a:pPr>
            <a:r>
              <a:rPr lang="zh-CN" altLang="en-US" dirty="0">
                <a:solidFill>
                  <a:srgbClr val="0000FF"/>
                </a:solidFill>
                <a:latin typeface="Tahoma" panose="020B0604030504040204" pitchFamily="34" charset="0"/>
              </a:rPr>
              <a:t>（A存放部分积累加和，及乘积的高位</a:t>
            </a:r>
            <a:endParaRPr lang="zh-CN" altLang="en-US" dirty="0">
              <a:solidFill>
                <a:srgbClr val="0000FF"/>
              </a:solidFill>
              <a:latin typeface="Tahoma" panose="020B0604030504040204" pitchFamily="34" charset="0"/>
            </a:endParaRPr>
          </a:p>
          <a:p>
            <a:pPr eaLnBrk="1" hangingPunct="1">
              <a:lnSpc>
                <a:spcPct val="80000"/>
              </a:lnSpc>
              <a:buNone/>
            </a:pPr>
            <a:r>
              <a:rPr lang="zh-CN" altLang="en-US" dirty="0">
                <a:solidFill>
                  <a:srgbClr val="0000FF"/>
                </a:solidFill>
                <a:latin typeface="Tahoma" panose="020B0604030504040204" pitchFamily="34" charset="0"/>
              </a:rPr>
              <a:t>   B存放被乘数</a:t>
            </a:r>
            <a:endParaRPr lang="zh-CN" altLang="en-US" dirty="0">
              <a:solidFill>
                <a:srgbClr val="0000FF"/>
              </a:solidFill>
              <a:latin typeface="Tahoma" panose="020B0604030504040204" pitchFamily="34" charset="0"/>
            </a:endParaRPr>
          </a:p>
          <a:p>
            <a:pPr eaLnBrk="1" hangingPunct="1">
              <a:lnSpc>
                <a:spcPct val="80000"/>
              </a:lnSpc>
              <a:buNone/>
            </a:pPr>
            <a:r>
              <a:rPr lang="zh-CN" altLang="en-US" dirty="0">
                <a:solidFill>
                  <a:srgbClr val="0000FF"/>
                </a:solidFill>
                <a:latin typeface="Tahoma" panose="020B0604030504040204" pitchFamily="34" charset="0"/>
              </a:rPr>
              <a:t>   C存放乘数，及乘积低位）</a:t>
            </a:r>
            <a:endParaRPr lang="zh-CN" altLang="en-US" dirty="0">
              <a:solidFill>
                <a:srgbClr val="0000FF"/>
              </a:solidFill>
              <a:latin typeface="Tahoma" panose="020B0604030504040204" pitchFamily="34" charset="0"/>
            </a:endParaRPr>
          </a:p>
          <a:p>
            <a:pPr eaLnBrk="1" hangingPunct="1">
              <a:lnSpc>
                <a:spcPct val="80000"/>
              </a:lnSpc>
              <a:buNone/>
            </a:pPr>
            <a:endParaRPr lang="zh-CN" altLang="en-US" dirty="0"/>
          </a:p>
          <a:p>
            <a:pPr eaLnBrk="1" hangingPunct="1">
              <a:lnSpc>
                <a:spcPct val="80000"/>
              </a:lnSpc>
              <a:buNone/>
            </a:pPr>
            <a:r>
              <a:rPr lang="zh-CN" altLang="en-US" dirty="0">
                <a:solidFill>
                  <a:srgbClr val="0000FF"/>
                </a:solidFill>
              </a:rPr>
              <a:t>例：用相同方法计算：X=-0.1101   Y=0.0110，求X×Y?</a:t>
            </a:r>
            <a:endParaRPr lang="zh-CN" altLang="en-US" dirty="0">
              <a:solidFill>
                <a:srgbClr val="0000FF"/>
              </a:solidFill>
            </a:endParaRPr>
          </a:p>
          <a:p>
            <a:pPr eaLnBrk="1" hangingPunct="1">
              <a:lnSpc>
                <a:spcPct val="80000"/>
              </a:lnSpc>
              <a:buNone/>
            </a:pPr>
            <a:r>
              <a:rPr lang="zh-CN" altLang="en-US" dirty="0">
                <a:latin typeface="Tahoma" panose="020B0604030504040204" pitchFamily="34" charset="0"/>
              </a:rPr>
              <a:t>  X×Y=1. 01001110</a:t>
            </a:r>
            <a:endParaRPr lang="zh-CN" altLang="en-US" dirty="0">
              <a:latin typeface="Tahoma" panose="020B0604030504040204" pitchFamily="34" charset="0"/>
            </a:endParaRPr>
          </a:p>
          <a:p>
            <a:pPr eaLnBrk="1" hangingPunct="1">
              <a:lnSpc>
                <a:spcPct val="80000"/>
              </a:lnSpc>
              <a:buNone/>
            </a:pPr>
            <a:endParaRPr lang="zh-CN" altLang="en-US" dirty="0"/>
          </a:p>
          <a:p>
            <a:pPr eaLnBrk="1" hangingPunct="1">
              <a:lnSpc>
                <a:spcPct val="80000"/>
              </a:lnSpc>
            </a:pPr>
            <a:endParaRPr lang="zh-CN" altLang="en-US"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5842" name="Rectangle 2"/>
          <p:cNvSpPr>
            <a:spLocks noGrp="1"/>
          </p:cNvSpPr>
          <p:nvPr>
            <p:ph type="title"/>
          </p:nvPr>
        </p:nvSpPr>
        <p:spPr>
          <a:ln/>
        </p:spPr>
        <p:txBody>
          <a:bodyPr vert="horz" wrap="square" lIns="91440" tIns="45720" rIns="91440" bIns="45720" anchor="ctr" anchorCtr="0"/>
          <a:p>
            <a:pPr eaLnBrk="1" hangingPunct="1"/>
            <a:r>
              <a:rPr lang="zh-CN" altLang="en-US" dirty="0"/>
              <a:t>原码乘法小结：</a:t>
            </a:r>
            <a:endParaRPr lang="zh-CN" altLang="en-US" dirty="0"/>
          </a:p>
        </p:txBody>
      </p:sp>
      <p:sp>
        <p:nvSpPr>
          <p:cNvPr id="35843" name="Rectangle 3"/>
          <p:cNvSpPr>
            <a:spLocks noGrp="1"/>
          </p:cNvSpPr>
          <p:nvPr>
            <p:ph type="body"/>
          </p:nvPr>
        </p:nvSpPr>
        <p:spPr>
          <a:xfrm>
            <a:off x="685800" y="1981200"/>
            <a:ext cx="7772400" cy="4616450"/>
          </a:xfrm>
          <a:ln/>
        </p:spPr>
        <p:txBody>
          <a:bodyPr vert="horz" wrap="square" lIns="91440" tIns="45720" rIns="91440" bIns="45720" anchor="t" anchorCtr="0"/>
          <a:p>
            <a:pPr eaLnBrk="1" hangingPunct="1"/>
            <a:r>
              <a:rPr lang="zh-CN" altLang="en-US" dirty="0">
                <a:solidFill>
                  <a:srgbClr val="0000FF"/>
                </a:solidFill>
              </a:rPr>
              <a:t>整数乘法与小数乘法相同；</a:t>
            </a:r>
            <a:endParaRPr lang="zh-CN" altLang="en-US" dirty="0">
              <a:solidFill>
                <a:srgbClr val="0000FF"/>
              </a:solidFill>
            </a:endParaRPr>
          </a:p>
          <a:p>
            <a:pPr eaLnBrk="1" hangingPunct="1"/>
            <a:r>
              <a:rPr lang="zh-CN" altLang="en-US" dirty="0">
                <a:solidFill>
                  <a:srgbClr val="0000FF"/>
                </a:solidFill>
              </a:rPr>
              <a:t>操作数、结果都用原码表示；</a:t>
            </a:r>
            <a:endParaRPr lang="zh-CN" altLang="en-US" dirty="0">
              <a:solidFill>
                <a:srgbClr val="0000FF"/>
              </a:solidFill>
            </a:endParaRPr>
          </a:p>
          <a:p>
            <a:pPr eaLnBrk="1" hangingPunct="1"/>
            <a:r>
              <a:rPr lang="zh-CN" altLang="en-US" dirty="0">
                <a:solidFill>
                  <a:srgbClr val="0000FF"/>
                </a:solidFill>
              </a:rPr>
              <a:t>符号要单独处理；</a:t>
            </a:r>
            <a:endParaRPr lang="zh-CN" altLang="en-US" dirty="0">
              <a:solidFill>
                <a:srgbClr val="0000FF"/>
              </a:solidFill>
            </a:endParaRPr>
          </a:p>
          <a:p>
            <a:pPr eaLnBrk="1" hangingPunct="1"/>
            <a:r>
              <a:rPr lang="zh-CN" altLang="en-US" dirty="0">
                <a:solidFill>
                  <a:srgbClr val="0000FF"/>
                </a:solidFill>
              </a:rPr>
              <a:t>绝对值进行运算，并采用双符号；</a:t>
            </a:r>
            <a:endParaRPr lang="zh-CN" altLang="en-US" dirty="0">
              <a:solidFill>
                <a:srgbClr val="0000FF"/>
              </a:solidFill>
            </a:endParaRPr>
          </a:p>
          <a:p>
            <a:pPr eaLnBrk="1" hangingPunct="1"/>
            <a:r>
              <a:rPr lang="zh-CN" altLang="en-US" dirty="0">
                <a:solidFill>
                  <a:srgbClr val="0000FF"/>
                </a:solidFill>
              </a:rPr>
              <a:t>乘数末位为判断位，其状态决定下步操作，做n次“</a:t>
            </a:r>
            <a:r>
              <a:rPr lang="zh-CN" altLang="en-US" dirty="0">
                <a:solidFill>
                  <a:srgbClr val="FF0000"/>
                </a:solidFill>
              </a:rPr>
              <a:t>累加，右移</a:t>
            </a:r>
            <a:r>
              <a:rPr lang="zh-CN" altLang="en-US" dirty="0">
                <a:solidFill>
                  <a:srgbClr val="0000FF"/>
                </a:solidFill>
              </a:rPr>
              <a:t>”循环。</a:t>
            </a:r>
            <a:endParaRPr lang="zh-CN" altLang="en-US" dirty="0">
              <a:solidFill>
                <a:srgbClr val="0000FF"/>
              </a:solidFill>
            </a:endParaRPr>
          </a:p>
          <a:p>
            <a:pPr eaLnBrk="1" hangingPunct="1"/>
            <a:r>
              <a:rPr lang="zh-CN" altLang="en-US" dirty="0">
                <a:solidFill>
                  <a:srgbClr val="0000FF"/>
                </a:solidFill>
              </a:rPr>
              <a:t>n×m位，数值结果等于n+m位。</a:t>
            </a:r>
            <a:endParaRPr lang="zh-CN" altLang="en-US" dirty="0">
              <a:solidFill>
                <a:srgbClr val="0000FF"/>
              </a:solidFill>
            </a:endParaRP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6866" name="Rectangle 2"/>
          <p:cNvSpPr>
            <a:spLocks noGrp="1"/>
          </p:cNvSpPr>
          <p:nvPr>
            <p:ph type="title"/>
          </p:nvPr>
        </p:nvSpPr>
        <p:spPr>
          <a:xfrm>
            <a:off x="685800" y="914400"/>
            <a:ext cx="7772400" cy="838200"/>
          </a:xfrm>
          <a:ln/>
        </p:spPr>
        <p:txBody>
          <a:bodyPr vert="horz" wrap="square" lIns="91440" tIns="45720" rIns="91440" bIns="45720" anchor="ctr" anchorCtr="0"/>
          <a:p>
            <a:pPr algn="l" eaLnBrk="1" hangingPunct="1"/>
            <a:r>
              <a:rPr lang="zh-CN" altLang="en-US" dirty="0"/>
              <a:t>定点原码乘法运算器</a:t>
            </a:r>
            <a:endParaRPr lang="zh-CN" altLang="en-US" sz="2000" dirty="0"/>
          </a:p>
        </p:txBody>
      </p:sp>
      <p:sp>
        <p:nvSpPr>
          <p:cNvPr id="36867" name="Rectangle 3"/>
          <p:cNvSpPr>
            <a:spLocks noGrp="1"/>
          </p:cNvSpPr>
          <p:nvPr>
            <p:ph type="body"/>
          </p:nvPr>
        </p:nvSpPr>
        <p:spPr>
          <a:xfrm>
            <a:off x="179388" y="1773238"/>
            <a:ext cx="8277225" cy="4114800"/>
          </a:xfrm>
          <a:ln/>
        </p:spPr>
        <p:txBody>
          <a:bodyPr vert="horz" wrap="square" lIns="91440" tIns="45720" rIns="91440" bIns="45720" anchor="t" anchorCtr="0"/>
          <a:p>
            <a:pPr eaLnBrk="1" hangingPunct="1">
              <a:buNone/>
            </a:pPr>
            <a:r>
              <a:rPr lang="zh-CN" altLang="en-US" sz="2400" b="1" dirty="0"/>
              <a:t>原码一位乘法的逻辑电路图</a:t>
            </a:r>
            <a:endParaRPr lang="zh-CN" altLang="en-US" sz="2400" b="1" dirty="0"/>
          </a:p>
        </p:txBody>
      </p:sp>
      <p:pic>
        <p:nvPicPr>
          <p:cNvPr id="36868" name="Picture 4" descr="原码移位乘"/>
          <p:cNvPicPr>
            <a:picLocks noChangeAspect="1"/>
          </p:cNvPicPr>
          <p:nvPr/>
        </p:nvPicPr>
        <p:blipFill>
          <a:blip r:embed="rId1"/>
          <a:srcRect b="11700"/>
          <a:stretch>
            <a:fillRect/>
          </a:stretch>
        </p:blipFill>
        <p:spPr>
          <a:xfrm>
            <a:off x="0" y="2428875"/>
            <a:ext cx="4724400" cy="3881438"/>
          </a:xfrm>
          <a:prstGeom prst="rect">
            <a:avLst/>
          </a:prstGeom>
          <a:noFill/>
          <a:ln w="9525">
            <a:noFill/>
          </a:ln>
        </p:spPr>
      </p:pic>
      <p:sp>
        <p:nvSpPr>
          <p:cNvPr id="36869" name="Text Box 5"/>
          <p:cNvSpPr txBox="1"/>
          <p:nvPr/>
        </p:nvSpPr>
        <p:spPr>
          <a:xfrm>
            <a:off x="4789488" y="1701800"/>
            <a:ext cx="4203700" cy="4237038"/>
          </a:xfrm>
          <a:prstGeom prst="rect">
            <a:avLst/>
          </a:prstGeom>
          <a:noFill/>
          <a:ln w="9525">
            <a:noFill/>
          </a:ln>
        </p:spPr>
        <p:txBody>
          <a:bodyPr>
            <a:spAutoFit/>
          </a:bodyPr>
          <a:lstStyle>
            <a:lvl1pPr marL="342900" indent="-342900" algn="l" rtl="0" eaLnBrk="0" fontAlgn="base" hangingPunct="0">
              <a:spcBef>
                <a:spcPct val="20000"/>
              </a:spcBef>
              <a:spcAft>
                <a:spcPct val="0"/>
              </a:spcAft>
              <a:buChar char="•"/>
              <a:defRPr sz="3200">
                <a:solidFill>
                  <a:srgbClr val="666699"/>
                </a:solidFill>
                <a:latin typeface="+mn-lt"/>
                <a:ea typeface="+mn-ea"/>
                <a:cs typeface="+mn-cs"/>
              </a:defRPr>
            </a:lvl1pPr>
            <a:lvl2pPr marL="742950" indent="-285750" algn="l" rtl="0" eaLnBrk="0" fontAlgn="base" hangingPunct="0">
              <a:spcBef>
                <a:spcPct val="20000"/>
              </a:spcBef>
              <a:spcAft>
                <a:spcPct val="0"/>
              </a:spcAft>
              <a:buChar char="–"/>
              <a:defRPr sz="2800">
                <a:solidFill>
                  <a:srgbClr val="666699"/>
                </a:solidFill>
                <a:latin typeface="+mn-lt"/>
                <a:ea typeface="+mn-ea"/>
              </a:defRPr>
            </a:lvl2pPr>
            <a:lvl3pPr marL="1143000" indent="-228600" algn="l" rtl="0" eaLnBrk="0" fontAlgn="base" hangingPunct="0">
              <a:spcBef>
                <a:spcPct val="20000"/>
              </a:spcBef>
              <a:spcAft>
                <a:spcPct val="0"/>
              </a:spcAft>
              <a:buChar char="•"/>
              <a:defRPr sz="2400">
                <a:solidFill>
                  <a:srgbClr val="666699"/>
                </a:solidFill>
                <a:latin typeface="+mn-lt"/>
                <a:ea typeface="+mn-ea"/>
              </a:defRPr>
            </a:lvl3pPr>
            <a:lvl4pPr marL="1600200" indent="-228600" algn="l" rtl="0" eaLnBrk="0" fontAlgn="base" hangingPunct="0">
              <a:spcBef>
                <a:spcPct val="20000"/>
              </a:spcBef>
              <a:spcAft>
                <a:spcPct val="0"/>
              </a:spcAft>
              <a:buChar char="–"/>
              <a:defRPr sz="2000">
                <a:solidFill>
                  <a:srgbClr val="666699"/>
                </a:solidFill>
                <a:latin typeface="+mn-lt"/>
                <a:ea typeface="+mn-ea"/>
              </a:defRPr>
            </a:lvl4pPr>
            <a:lvl5pPr marL="2057400" indent="-228600" algn="l" rtl="0" eaLnBrk="0" fontAlgn="base" hangingPunct="0">
              <a:spcBef>
                <a:spcPct val="20000"/>
              </a:spcBef>
              <a:spcAft>
                <a:spcPct val="0"/>
              </a:spcAft>
              <a:buChar char="»"/>
              <a:defRPr sz="2000">
                <a:solidFill>
                  <a:srgbClr val="666699"/>
                </a:solidFill>
                <a:latin typeface="+mn-lt"/>
                <a:ea typeface="+mn-ea"/>
              </a:defRPr>
            </a:lvl5pPr>
          </a:lstStyle>
          <a:p>
            <a:pPr marL="0" lvl="0" indent="0" algn="just" eaLnBrk="1" hangingPunct="1">
              <a:spcBef>
                <a:spcPct val="50000"/>
              </a:spcBef>
              <a:buNone/>
            </a:pPr>
            <a:r>
              <a:rPr lang="zh-CN" altLang="en-US" sz="1600" b="1" dirty="0">
                <a:solidFill>
                  <a:srgbClr val="000000"/>
                </a:solidFill>
                <a:ea typeface="楷体_GB2312" pitchFamily="1" charset="-122"/>
              </a:rPr>
              <a:t>Ｒ０存放部分积，Ｒ２存放被乘数，Ｒ１存放乘数。</a:t>
            </a:r>
            <a:endParaRPr lang="zh-CN" altLang="en-US" sz="1600" b="1" dirty="0">
              <a:solidFill>
                <a:schemeClr val="tx1"/>
              </a:solidFill>
              <a:latin typeface="Tahoma" panose="020B0604030504040204" pitchFamily="34" charset="0"/>
            </a:endParaRPr>
          </a:p>
          <a:p>
            <a:pPr marL="0" lvl="0" indent="0" algn="just" eaLnBrk="1" hangingPunct="1">
              <a:spcBef>
                <a:spcPct val="50000"/>
              </a:spcBef>
              <a:buNone/>
            </a:pPr>
            <a:r>
              <a:rPr lang="zh-CN" altLang="en-US" sz="1600" b="1" dirty="0">
                <a:solidFill>
                  <a:srgbClr val="000000"/>
                </a:solidFill>
                <a:ea typeface="楷体_GB2312" pitchFamily="1" charset="-122"/>
              </a:rPr>
              <a:t>一、</a:t>
            </a:r>
            <a:r>
              <a:rPr lang="zh-CN" altLang="en-US" sz="1600" b="1" dirty="0">
                <a:solidFill>
                  <a:srgbClr val="000000"/>
                </a:solidFill>
              </a:rPr>
              <a:t> </a:t>
            </a:r>
            <a:r>
              <a:rPr lang="zh-CN" altLang="en-US" sz="1600" b="1" dirty="0">
                <a:solidFill>
                  <a:srgbClr val="000000"/>
                </a:solidFill>
                <a:latin typeface="Tahoma" panose="020B0604030504040204" pitchFamily="34" charset="0"/>
                <a:ea typeface="楷体_GB2312" pitchFamily="1" charset="-122"/>
              </a:rPr>
              <a:t>R0</a:t>
            </a:r>
            <a:r>
              <a:rPr lang="zh-CN" altLang="en-US" sz="1600" b="1" dirty="0">
                <a:solidFill>
                  <a:srgbClr val="000000"/>
                </a:solidFill>
                <a:ea typeface="楷体_GB2312" pitchFamily="1" charset="-122"/>
              </a:rPr>
              <a:t>清零，</a:t>
            </a:r>
            <a:r>
              <a:rPr lang="zh-CN" altLang="en-US" sz="1600" b="1" dirty="0">
                <a:solidFill>
                  <a:srgbClr val="000000"/>
                </a:solidFill>
                <a:latin typeface="Tahoma" panose="020B0604030504040204" pitchFamily="34" charset="0"/>
                <a:ea typeface="楷体_GB2312" pitchFamily="1" charset="-122"/>
              </a:rPr>
              <a:t>R2</a:t>
            </a:r>
            <a:r>
              <a:rPr lang="zh-CN" altLang="en-US" sz="1600" b="1" dirty="0">
                <a:solidFill>
                  <a:srgbClr val="000000"/>
                </a:solidFill>
                <a:ea typeface="楷体_GB2312" pitchFamily="1" charset="-122"/>
              </a:rPr>
              <a:t>存放被乘数，</a:t>
            </a:r>
            <a:r>
              <a:rPr lang="zh-CN" altLang="en-US" sz="1600" b="1" dirty="0">
                <a:solidFill>
                  <a:srgbClr val="000000"/>
                </a:solidFill>
                <a:latin typeface="Tahoma" panose="020B0604030504040204" pitchFamily="34" charset="0"/>
                <a:ea typeface="楷体_GB2312" pitchFamily="1" charset="-122"/>
              </a:rPr>
              <a:t>R1</a:t>
            </a:r>
            <a:r>
              <a:rPr lang="zh-CN" altLang="en-US" sz="1600" b="1" dirty="0">
                <a:solidFill>
                  <a:srgbClr val="000000"/>
                </a:solidFill>
                <a:ea typeface="楷体_GB2312" pitchFamily="1" charset="-122"/>
              </a:rPr>
              <a:t>存放乘数。乘法开始时，“启动”信号时控制Ｃ</a:t>
            </a:r>
            <a:r>
              <a:rPr lang="zh-CN" altLang="en-US" sz="1600" b="1" baseline="-30000" dirty="0">
                <a:solidFill>
                  <a:srgbClr val="000000"/>
                </a:solidFill>
                <a:ea typeface="楷体_GB2312" pitchFamily="1" charset="-122"/>
              </a:rPr>
              <a:t>Ｘ</a:t>
            </a:r>
            <a:r>
              <a:rPr lang="zh-CN" altLang="en-US" sz="1600" b="1" dirty="0">
                <a:solidFill>
                  <a:srgbClr val="000000"/>
                </a:solidFill>
                <a:ea typeface="楷体_GB2312" pitchFamily="1" charset="-122"/>
              </a:rPr>
              <a:t>置１，于是开启时序脉冲Ｔ，</a:t>
            </a:r>
            <a:endParaRPr lang="zh-CN" altLang="en-US" sz="1600" b="1" dirty="0">
              <a:solidFill>
                <a:srgbClr val="000000"/>
              </a:solidFill>
              <a:ea typeface="楷体_GB2312" pitchFamily="1" charset="-122"/>
            </a:endParaRPr>
          </a:p>
          <a:p>
            <a:pPr marL="0" lvl="0" indent="0" algn="just" eaLnBrk="1" hangingPunct="1">
              <a:spcBef>
                <a:spcPct val="50000"/>
              </a:spcBef>
              <a:buNone/>
            </a:pPr>
            <a:r>
              <a:rPr lang="zh-CN" altLang="en-US" sz="1600" b="1" dirty="0">
                <a:solidFill>
                  <a:srgbClr val="000000"/>
                </a:solidFill>
                <a:ea typeface="楷体_GB2312" pitchFamily="1" charset="-122"/>
              </a:rPr>
              <a:t>          当乘数寄存其Ｒ１最末位为“１“时，部分积Ｚ和被乘数Ｘ在加法器中相加，其结果输出至Ｒ０的输入端。一旦控制脉冲Ｔ到来，控制信号ＬＤＲ０使部分积右移１位，与此同时，乘数寄存其Ｒ１也在控制型号ＬＤＲ１作用下右移一位，且计数器Ｉ记数一次，</a:t>
            </a:r>
            <a:endParaRPr lang="zh-CN" altLang="en-US" sz="1600" b="1" dirty="0">
              <a:solidFill>
                <a:srgbClr val="000000"/>
              </a:solidFill>
            </a:endParaRPr>
          </a:p>
          <a:p>
            <a:pPr marL="0" lvl="0" indent="0" algn="just" eaLnBrk="1" hangingPunct="1">
              <a:spcBef>
                <a:spcPct val="50000"/>
              </a:spcBef>
              <a:buNone/>
            </a:pPr>
            <a:r>
              <a:rPr lang="zh-CN" altLang="en-US" sz="1600" b="1" dirty="0">
                <a:solidFill>
                  <a:srgbClr val="000000"/>
                </a:solidFill>
                <a:ea typeface="楷体_GB2312" pitchFamily="1" charset="-122"/>
              </a:rPr>
              <a:t>二、</a:t>
            </a:r>
            <a:r>
              <a:rPr lang="zh-CN" altLang="en-US" sz="1600" b="1" dirty="0">
                <a:solidFill>
                  <a:srgbClr val="000000"/>
                </a:solidFill>
              </a:rPr>
              <a:t>  </a:t>
            </a:r>
            <a:r>
              <a:rPr lang="zh-CN" altLang="en-US" sz="1600" b="1" dirty="0">
                <a:solidFill>
                  <a:srgbClr val="000000"/>
                </a:solidFill>
                <a:ea typeface="楷体_GB2312" pitchFamily="1" charset="-122"/>
              </a:rPr>
              <a:t>将步骤三重复执行N次</a:t>
            </a:r>
            <a:endParaRPr lang="zh-CN" altLang="en-US" sz="1600" b="1" dirty="0">
              <a:solidFill>
                <a:srgbClr val="000000"/>
              </a:solidFill>
            </a:endParaRPr>
          </a:p>
          <a:p>
            <a:pPr marL="0" lvl="0" indent="0" algn="just" eaLnBrk="1" hangingPunct="1">
              <a:spcBef>
                <a:spcPct val="50000"/>
              </a:spcBef>
              <a:buNone/>
            </a:pPr>
            <a:r>
              <a:rPr lang="zh-CN" altLang="en-US" sz="1600" b="1" dirty="0">
                <a:solidFill>
                  <a:srgbClr val="000000"/>
                </a:solidFill>
                <a:ea typeface="楷体_GB2312" pitchFamily="1" charset="-122"/>
              </a:rPr>
              <a:t>三、</a:t>
            </a:r>
            <a:r>
              <a:rPr lang="zh-CN" altLang="en-US" sz="1600" b="1" dirty="0">
                <a:solidFill>
                  <a:srgbClr val="000000"/>
                </a:solidFill>
              </a:rPr>
              <a:t> </a:t>
            </a:r>
            <a:r>
              <a:rPr lang="zh-CN" altLang="en-US" sz="1600" b="1" dirty="0">
                <a:solidFill>
                  <a:srgbClr val="000000"/>
                </a:solidFill>
                <a:ea typeface="楷体_GB2312" pitchFamily="1" charset="-122"/>
              </a:rPr>
              <a:t>当计数器Ｉ＝n时，计数器Ｉ的溢出信号使控制触法器Ｃ</a:t>
            </a:r>
            <a:r>
              <a:rPr lang="zh-CN" altLang="en-US" sz="1600" b="1" baseline="-30000" dirty="0">
                <a:solidFill>
                  <a:srgbClr val="000000"/>
                </a:solidFill>
                <a:ea typeface="楷体_GB2312" pitchFamily="1" charset="-122"/>
              </a:rPr>
              <a:t>Ｘ</a:t>
            </a:r>
            <a:r>
              <a:rPr lang="zh-CN" altLang="en-US" sz="1600" b="1" dirty="0">
                <a:solidFill>
                  <a:srgbClr val="000000"/>
                </a:solidFill>
                <a:ea typeface="楷体_GB2312" pitchFamily="1" charset="-122"/>
              </a:rPr>
              <a:t>置０，关闭时序脉冲Ｔ，乘法宣告结束。</a:t>
            </a:r>
            <a:r>
              <a:rPr lang="zh-CN" altLang="en-US" sz="1600" b="1" dirty="0">
                <a:solidFill>
                  <a:schemeClr val="tx1"/>
                </a:solidFill>
                <a:latin typeface="Tahoma" panose="020B0604030504040204" pitchFamily="34" charset="0"/>
              </a:rPr>
              <a:t> </a:t>
            </a:r>
            <a:endParaRPr lang="zh-CN" altLang="en-US" sz="1600" b="1" dirty="0">
              <a:solidFill>
                <a:schemeClr val="tx1"/>
              </a:solidFill>
              <a:latin typeface="Tahoma" panose="020B0604030504040204" pitchFamily="34" charset="0"/>
            </a:endParaRP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7890" name="Rectangle 2"/>
          <p:cNvSpPr>
            <a:spLocks noGrp="1"/>
          </p:cNvSpPr>
          <p:nvPr>
            <p:ph type="title"/>
          </p:nvPr>
        </p:nvSpPr>
        <p:spPr>
          <a:xfrm>
            <a:off x="395288" y="909638"/>
            <a:ext cx="7772400" cy="838200"/>
          </a:xfrm>
          <a:ln/>
        </p:spPr>
        <p:txBody>
          <a:bodyPr vert="horz" wrap="square" lIns="91440" tIns="45720" rIns="91440" bIns="45720" anchor="ctr" anchorCtr="0"/>
          <a:p>
            <a:pPr algn="l" eaLnBrk="1" hangingPunct="1"/>
            <a:r>
              <a:rPr lang="zh-CN" altLang="en-US" dirty="0"/>
              <a:t>定点原码乘法的缺点：</a:t>
            </a:r>
            <a:endParaRPr lang="zh-CN" altLang="en-US" sz="2000" dirty="0"/>
          </a:p>
        </p:txBody>
      </p:sp>
      <p:sp>
        <p:nvSpPr>
          <p:cNvPr id="37891" name="Rectangle 3"/>
          <p:cNvSpPr>
            <a:spLocks noGrp="1"/>
          </p:cNvSpPr>
          <p:nvPr>
            <p:ph type="body"/>
          </p:nvPr>
        </p:nvSpPr>
        <p:spPr>
          <a:xfrm>
            <a:off x="612775" y="1981200"/>
            <a:ext cx="7777163" cy="4114800"/>
          </a:xfrm>
          <a:ln/>
        </p:spPr>
        <p:txBody>
          <a:bodyPr vert="horz" wrap="square" lIns="91440" tIns="45720" rIns="91440" bIns="45720" anchor="t" anchorCtr="0"/>
          <a:p>
            <a:pPr marL="0" indent="0" eaLnBrk="1" hangingPunct="1">
              <a:buNone/>
            </a:pPr>
            <a:r>
              <a:rPr lang="zh-CN" altLang="en-US" b="1" dirty="0"/>
              <a:t>一是符号位需要单独运算，增加了硬件设备；   </a:t>
            </a:r>
            <a:endParaRPr lang="zh-CN" altLang="en-US" b="1" dirty="0"/>
          </a:p>
          <a:p>
            <a:pPr marL="0" indent="0" eaLnBrk="1" hangingPunct="1">
              <a:buNone/>
            </a:pPr>
            <a:r>
              <a:rPr lang="zh-CN" altLang="en-US" b="1" dirty="0"/>
              <a:t>二是对于采用补码存储的机器，从存储器中取出的是操作数的补码，需先将其转换成原码，这样很不方便，而且影响速度，效率慢。</a:t>
            </a:r>
            <a:endParaRPr lang="zh-CN" altLang="en-US" b="1" dirty="0"/>
          </a:p>
          <a:p>
            <a:pPr marL="0" indent="0" eaLnBrk="1" hangingPunct="1">
              <a:buNone/>
            </a:pPr>
            <a:r>
              <a:rPr lang="zh-CN" altLang="en-US" b="1" dirty="0"/>
              <a:t> </a:t>
            </a:r>
            <a:endParaRPr lang="zh-CN" altLang="en-US" b="1"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8914" name="Rectangle 2"/>
          <p:cNvSpPr>
            <a:spLocks noGrp="1"/>
          </p:cNvSpPr>
          <p:nvPr>
            <p:ph type="title"/>
          </p:nvPr>
        </p:nvSpPr>
        <p:spPr>
          <a:xfrm>
            <a:off x="685800" y="914400"/>
            <a:ext cx="7772400" cy="838200"/>
          </a:xfrm>
          <a:ln/>
        </p:spPr>
        <p:txBody>
          <a:bodyPr vert="horz" wrap="square" lIns="91440" tIns="45720" rIns="91440" bIns="45720" anchor="ctr" anchorCtr="0"/>
          <a:p>
            <a:pPr algn="l" eaLnBrk="1" hangingPunct="1"/>
            <a:r>
              <a:rPr lang="zh-CN" altLang="en-US" dirty="0"/>
              <a:t>2.定点补码乘法运算</a:t>
            </a:r>
            <a:endParaRPr lang="zh-CN" altLang="en-US" sz="2000" dirty="0"/>
          </a:p>
        </p:txBody>
      </p:sp>
      <p:sp>
        <p:nvSpPr>
          <p:cNvPr id="38915" name="Rectangle 3"/>
          <p:cNvSpPr>
            <a:spLocks noGrp="1"/>
          </p:cNvSpPr>
          <p:nvPr>
            <p:ph type="body"/>
          </p:nvPr>
        </p:nvSpPr>
        <p:spPr>
          <a:xfrm>
            <a:off x="539750" y="1981200"/>
            <a:ext cx="8134350" cy="4114800"/>
          </a:xfrm>
          <a:ln/>
        </p:spPr>
        <p:txBody>
          <a:bodyPr vert="horz" wrap="square" lIns="91440" tIns="45720" rIns="91440" bIns="45720" anchor="t" anchorCtr="0"/>
          <a:p>
            <a:pPr marL="0" indent="0" eaLnBrk="1" hangingPunct="1"/>
            <a:r>
              <a:rPr lang="zh-CN" altLang="en-US" sz="3600" b="1" dirty="0">
                <a:solidFill>
                  <a:srgbClr val="0000FF"/>
                </a:solidFill>
              </a:rPr>
              <a:t>定点一位补码乘法：</a:t>
            </a:r>
            <a:endParaRPr lang="zh-CN" altLang="en-US" sz="3600" b="1" dirty="0">
              <a:solidFill>
                <a:srgbClr val="0000FF"/>
              </a:solidFill>
            </a:endParaRPr>
          </a:p>
          <a:p>
            <a:pPr marL="0" indent="0" eaLnBrk="1" hangingPunct="1">
              <a:buNone/>
            </a:pPr>
            <a:r>
              <a:rPr lang="zh-CN" altLang="en-US" b="1" dirty="0">
                <a:solidFill>
                  <a:srgbClr val="0000FF"/>
                </a:solidFill>
                <a:latin typeface="宋体" panose="02010600030101010101" pitchFamily="2" charset="-122"/>
              </a:rPr>
              <a:t>    补码乘法的特点是乘数、被乘数用补码表示，符号位参加运算，最后得到的结果就是乘积的补码，符号位在运算中形成。</a:t>
            </a:r>
            <a:endParaRPr lang="zh-CN" altLang="en-US" sz="3600" b="1" dirty="0">
              <a:solidFill>
                <a:srgbClr val="0000FF"/>
              </a:solidFill>
            </a:endParaRP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9938" name="Rectangle 2"/>
          <p:cNvSpPr>
            <a:spLocks noGrp="1"/>
          </p:cNvSpPr>
          <p:nvPr>
            <p:ph type="title"/>
          </p:nvPr>
        </p:nvSpPr>
        <p:spPr>
          <a:ln/>
        </p:spPr>
        <p:txBody>
          <a:bodyPr vert="horz" wrap="square" lIns="91440" tIns="45720" rIns="91440" bIns="45720" anchor="ctr" anchorCtr="0"/>
          <a:p>
            <a:pPr algn="l" eaLnBrk="1" hangingPunct="1"/>
            <a:r>
              <a:rPr lang="zh-CN" altLang="en-US" dirty="0"/>
              <a:t>直接补码乘法运算规则：</a:t>
            </a:r>
            <a:endParaRPr lang="zh-CN" altLang="en-US" dirty="0"/>
          </a:p>
        </p:txBody>
      </p:sp>
      <p:sp>
        <p:nvSpPr>
          <p:cNvPr id="39939" name="Rectangle 3"/>
          <p:cNvSpPr>
            <a:spLocks noGrp="1"/>
          </p:cNvSpPr>
          <p:nvPr>
            <p:ph type="body"/>
          </p:nvPr>
        </p:nvSpPr>
        <p:spPr>
          <a:xfrm>
            <a:off x="685800" y="1981200"/>
            <a:ext cx="8207375" cy="4114800"/>
          </a:xfrm>
          <a:ln/>
        </p:spPr>
        <p:txBody>
          <a:bodyPr vert="horz" wrap="square" lIns="91440" tIns="45720" rIns="91440" bIns="45720" anchor="t" anchorCtr="0"/>
          <a:p>
            <a:pPr eaLnBrk="1" hangingPunct="1">
              <a:lnSpc>
                <a:spcPct val="90000"/>
              </a:lnSpc>
            </a:pPr>
            <a:r>
              <a:rPr lang="zh-CN" altLang="en-US" b="1" dirty="0">
                <a:solidFill>
                  <a:srgbClr val="0000FF"/>
                </a:solidFill>
              </a:rPr>
              <a:t>被乘数、乘数都用补码表示；</a:t>
            </a:r>
            <a:endParaRPr lang="zh-CN" altLang="en-US" b="1" dirty="0">
              <a:solidFill>
                <a:srgbClr val="0000FF"/>
              </a:solidFill>
            </a:endParaRPr>
          </a:p>
          <a:p>
            <a:pPr eaLnBrk="1" hangingPunct="1">
              <a:lnSpc>
                <a:spcPct val="90000"/>
              </a:lnSpc>
            </a:pPr>
            <a:r>
              <a:rPr lang="zh-CN" altLang="en-US" b="1" dirty="0">
                <a:solidFill>
                  <a:srgbClr val="0000FF"/>
                </a:solidFill>
              </a:rPr>
              <a:t>符号位作为“负权”（即负数）参与运算；</a:t>
            </a:r>
            <a:endParaRPr lang="zh-CN" altLang="en-US" b="1" dirty="0">
              <a:solidFill>
                <a:srgbClr val="0000FF"/>
              </a:solidFill>
            </a:endParaRPr>
          </a:p>
          <a:p>
            <a:pPr eaLnBrk="1" hangingPunct="1">
              <a:lnSpc>
                <a:spcPct val="90000"/>
              </a:lnSpc>
            </a:pPr>
            <a:r>
              <a:rPr lang="zh-CN" altLang="en-US" b="1" dirty="0">
                <a:solidFill>
                  <a:srgbClr val="0000FF"/>
                </a:solidFill>
              </a:rPr>
              <a:t>按位相乘，同号相乘为正数，异号相乘为负数；</a:t>
            </a:r>
            <a:endParaRPr lang="zh-CN" altLang="en-US" b="1" dirty="0">
              <a:solidFill>
                <a:srgbClr val="0000FF"/>
              </a:solidFill>
            </a:endParaRPr>
          </a:p>
          <a:p>
            <a:pPr eaLnBrk="1" hangingPunct="1">
              <a:lnSpc>
                <a:spcPct val="90000"/>
              </a:lnSpc>
            </a:pPr>
            <a:r>
              <a:rPr lang="zh-CN" altLang="en-US" b="1" dirty="0">
                <a:solidFill>
                  <a:srgbClr val="0000FF"/>
                </a:solidFill>
              </a:rPr>
              <a:t>部分积累加，逢二进一，借一当二；</a:t>
            </a:r>
            <a:endParaRPr lang="zh-CN" altLang="en-US" b="1" dirty="0">
              <a:solidFill>
                <a:srgbClr val="0000FF"/>
              </a:solidFill>
            </a:endParaRPr>
          </a:p>
          <a:p>
            <a:pPr eaLnBrk="1" hangingPunct="1">
              <a:lnSpc>
                <a:spcPct val="90000"/>
              </a:lnSpc>
            </a:pPr>
            <a:r>
              <a:rPr lang="zh-CN" altLang="en-US" b="1" dirty="0">
                <a:solidFill>
                  <a:srgbClr val="0000FF"/>
                </a:solidFill>
              </a:rPr>
              <a:t>数值部分n位×m位，结果的数值为n+m位；</a:t>
            </a:r>
            <a:endParaRPr lang="zh-CN" altLang="en-US" b="1" dirty="0">
              <a:solidFill>
                <a:srgbClr val="0000FF"/>
              </a:solidFill>
            </a:endParaRPr>
          </a:p>
          <a:p>
            <a:pPr eaLnBrk="1" hangingPunct="1">
              <a:lnSpc>
                <a:spcPct val="90000"/>
              </a:lnSpc>
            </a:pPr>
            <a:r>
              <a:rPr lang="zh-CN" altLang="en-US" b="1" dirty="0">
                <a:solidFill>
                  <a:srgbClr val="0000FF"/>
                </a:solidFill>
              </a:rPr>
              <a:t>最后结果即补码表示结果。</a:t>
            </a:r>
            <a:endParaRPr lang="zh-CN" altLang="en-US" b="1" dirty="0">
              <a:solidFill>
                <a:srgbClr val="0000FF"/>
              </a:solidFill>
            </a:endParaRP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0962" name="Rectangle 2"/>
          <p:cNvSpPr>
            <a:spLocks noGrp="1"/>
          </p:cNvSpPr>
          <p:nvPr>
            <p:ph type="title"/>
          </p:nvPr>
        </p:nvSpPr>
        <p:spPr>
          <a:xfrm>
            <a:off x="323850" y="404813"/>
            <a:ext cx="7620000" cy="685800"/>
          </a:xfrm>
          <a:ln/>
        </p:spPr>
        <p:txBody>
          <a:bodyPr vert="horz" wrap="square" lIns="91440" tIns="45720" rIns="91440" bIns="45720" anchor="ctr" anchorCtr="0"/>
          <a:p>
            <a:pPr algn="l" eaLnBrk="1" hangingPunct="1"/>
            <a:r>
              <a:rPr lang="zh-CN" altLang="en-US" dirty="0"/>
              <a:t>定点补码乘法运算举例</a:t>
            </a:r>
            <a:endParaRPr lang="zh-CN" altLang="en-US" dirty="0"/>
          </a:p>
        </p:txBody>
      </p:sp>
      <p:sp>
        <p:nvSpPr>
          <p:cNvPr id="40963" name="Rectangle 3"/>
          <p:cNvSpPr>
            <a:spLocks noGrp="1"/>
          </p:cNvSpPr>
          <p:nvPr>
            <p:ph type="body"/>
          </p:nvPr>
        </p:nvSpPr>
        <p:spPr>
          <a:xfrm>
            <a:off x="250825" y="1341438"/>
            <a:ext cx="7772400" cy="936625"/>
          </a:xfrm>
          <a:ln/>
        </p:spPr>
        <p:txBody>
          <a:bodyPr vert="horz" wrap="square" lIns="91440" tIns="45720" rIns="91440" bIns="45720" anchor="t" anchorCtr="0"/>
          <a:p>
            <a:pPr eaLnBrk="1" hangingPunct="1"/>
            <a:r>
              <a:rPr lang="zh-CN" altLang="en-US" sz="2400" b="1" dirty="0">
                <a:solidFill>
                  <a:srgbClr val="0000FF"/>
                </a:solidFill>
              </a:rPr>
              <a:t>例：X=0.1101，Y=-0.1011，求X×Y=？</a:t>
            </a:r>
            <a:endParaRPr lang="zh-CN" altLang="en-US" sz="2400" b="1" dirty="0">
              <a:solidFill>
                <a:srgbClr val="0000FF"/>
              </a:solidFill>
            </a:endParaRPr>
          </a:p>
          <a:p>
            <a:pPr eaLnBrk="1" hangingPunct="1">
              <a:buNone/>
            </a:pPr>
            <a:r>
              <a:rPr lang="zh-CN" altLang="en-US" sz="2400" b="1" dirty="0">
                <a:solidFill>
                  <a:srgbClr val="0000FF"/>
                </a:solidFill>
              </a:rPr>
              <a:t>解：[X]</a:t>
            </a:r>
            <a:r>
              <a:rPr lang="zh-CN" altLang="en-US" sz="2400" b="1" baseline="-25000" dirty="0">
                <a:solidFill>
                  <a:srgbClr val="0000FF"/>
                </a:solidFill>
              </a:rPr>
              <a:t>补</a:t>
            </a:r>
            <a:r>
              <a:rPr lang="zh-CN" altLang="en-US" sz="2400" b="1" dirty="0">
                <a:solidFill>
                  <a:srgbClr val="0000FF"/>
                </a:solidFill>
              </a:rPr>
              <a:t>=0.1101，[Y]</a:t>
            </a:r>
            <a:r>
              <a:rPr lang="zh-CN" altLang="en-US" sz="2400" b="1" baseline="-25000" dirty="0">
                <a:solidFill>
                  <a:srgbClr val="0000FF"/>
                </a:solidFill>
              </a:rPr>
              <a:t>补</a:t>
            </a:r>
            <a:r>
              <a:rPr lang="zh-CN" altLang="en-US" sz="2400" b="1" dirty="0">
                <a:solidFill>
                  <a:srgbClr val="0000FF"/>
                </a:solidFill>
              </a:rPr>
              <a:t>=1.0101</a:t>
            </a:r>
            <a:endParaRPr lang="zh-CN" altLang="en-US" sz="2400" b="1" dirty="0">
              <a:solidFill>
                <a:srgbClr val="0000FF"/>
              </a:solidFill>
            </a:endParaRPr>
          </a:p>
        </p:txBody>
      </p:sp>
      <p:sp>
        <p:nvSpPr>
          <p:cNvPr id="40964" name="Text Box 4"/>
          <p:cNvSpPr txBox="1"/>
          <p:nvPr/>
        </p:nvSpPr>
        <p:spPr>
          <a:xfrm>
            <a:off x="1285875" y="2338388"/>
            <a:ext cx="6670675" cy="457200"/>
          </a:xfrm>
          <a:prstGeom prst="rect">
            <a:avLst/>
          </a:prstGeom>
          <a:noFill/>
          <a:ln w="9525">
            <a:noFill/>
          </a:ln>
        </p:spPr>
        <p:txBody>
          <a:bodyPr>
            <a:spAutoFit/>
          </a:bodyPr>
          <a:lstStyle>
            <a:lvl1pPr marL="342900" indent="-342900" algn="l" rtl="0" eaLnBrk="0" fontAlgn="base" hangingPunct="0">
              <a:spcBef>
                <a:spcPct val="20000"/>
              </a:spcBef>
              <a:spcAft>
                <a:spcPct val="0"/>
              </a:spcAft>
              <a:buChar char="•"/>
              <a:defRPr sz="3200">
                <a:solidFill>
                  <a:srgbClr val="666699"/>
                </a:solidFill>
                <a:latin typeface="+mn-lt"/>
                <a:ea typeface="+mn-ea"/>
                <a:cs typeface="+mn-cs"/>
              </a:defRPr>
            </a:lvl1pPr>
            <a:lvl2pPr marL="742950" indent="-285750" algn="l" rtl="0" eaLnBrk="0" fontAlgn="base" hangingPunct="0">
              <a:spcBef>
                <a:spcPct val="20000"/>
              </a:spcBef>
              <a:spcAft>
                <a:spcPct val="0"/>
              </a:spcAft>
              <a:buChar char="–"/>
              <a:defRPr sz="2800">
                <a:solidFill>
                  <a:srgbClr val="666699"/>
                </a:solidFill>
                <a:latin typeface="+mn-lt"/>
                <a:ea typeface="+mn-ea"/>
              </a:defRPr>
            </a:lvl2pPr>
            <a:lvl3pPr marL="1143000" indent="-228600" algn="l" rtl="0" eaLnBrk="0" fontAlgn="base" hangingPunct="0">
              <a:spcBef>
                <a:spcPct val="20000"/>
              </a:spcBef>
              <a:spcAft>
                <a:spcPct val="0"/>
              </a:spcAft>
              <a:buChar char="•"/>
              <a:defRPr sz="2400">
                <a:solidFill>
                  <a:srgbClr val="666699"/>
                </a:solidFill>
                <a:latin typeface="+mn-lt"/>
                <a:ea typeface="+mn-ea"/>
              </a:defRPr>
            </a:lvl3pPr>
            <a:lvl4pPr marL="1600200" indent="-228600" algn="l" rtl="0" eaLnBrk="0" fontAlgn="base" hangingPunct="0">
              <a:spcBef>
                <a:spcPct val="20000"/>
              </a:spcBef>
              <a:spcAft>
                <a:spcPct val="0"/>
              </a:spcAft>
              <a:buChar char="–"/>
              <a:defRPr sz="2000">
                <a:solidFill>
                  <a:srgbClr val="666699"/>
                </a:solidFill>
                <a:latin typeface="+mn-lt"/>
                <a:ea typeface="+mn-ea"/>
              </a:defRPr>
            </a:lvl4pPr>
            <a:lvl5pPr marL="2057400" indent="-228600" algn="l" rtl="0" eaLnBrk="0" fontAlgn="base" hangingPunct="0">
              <a:spcBef>
                <a:spcPct val="20000"/>
              </a:spcBef>
              <a:spcAft>
                <a:spcPct val="0"/>
              </a:spcAft>
              <a:buChar char="»"/>
              <a:defRPr sz="2000">
                <a:solidFill>
                  <a:srgbClr val="666699"/>
                </a:solidFill>
                <a:latin typeface="+mn-lt"/>
                <a:ea typeface="+mn-ea"/>
              </a:defRPr>
            </a:lvl5pPr>
          </a:lstStyle>
          <a:p>
            <a:pPr marL="0" lvl="0" indent="0" eaLnBrk="1" hangingPunct="1">
              <a:spcBef>
                <a:spcPct val="0"/>
              </a:spcBef>
              <a:buNone/>
            </a:pPr>
            <a:endParaRPr lang="zh-CN" altLang="en-US" sz="2400" dirty="0">
              <a:solidFill>
                <a:schemeClr val="tx1"/>
              </a:solidFill>
            </a:endParaRPr>
          </a:p>
        </p:txBody>
      </p:sp>
      <p:sp>
        <p:nvSpPr>
          <p:cNvPr id="40965" name="Text Box 5"/>
          <p:cNvSpPr txBox="1"/>
          <p:nvPr/>
        </p:nvSpPr>
        <p:spPr>
          <a:xfrm>
            <a:off x="812800" y="2282825"/>
            <a:ext cx="7935913" cy="3810000"/>
          </a:xfrm>
          <a:prstGeom prst="rect">
            <a:avLst/>
          </a:prstGeom>
          <a:noFill/>
          <a:ln w="9525">
            <a:noFill/>
          </a:ln>
        </p:spPr>
        <p:txBody>
          <a:bodyPr>
            <a:spAutoFit/>
          </a:bodyPr>
          <a:lstStyle>
            <a:lvl1pPr marL="342900" indent="-342900" algn="l" rtl="0" eaLnBrk="0" fontAlgn="base" hangingPunct="0">
              <a:spcBef>
                <a:spcPct val="20000"/>
              </a:spcBef>
              <a:spcAft>
                <a:spcPct val="0"/>
              </a:spcAft>
              <a:buChar char="•"/>
              <a:defRPr sz="3200">
                <a:solidFill>
                  <a:srgbClr val="666699"/>
                </a:solidFill>
                <a:latin typeface="+mn-lt"/>
                <a:ea typeface="+mn-ea"/>
                <a:cs typeface="+mn-cs"/>
              </a:defRPr>
            </a:lvl1pPr>
            <a:lvl2pPr marL="742950" indent="-285750" algn="l" rtl="0" eaLnBrk="0" fontAlgn="base" hangingPunct="0">
              <a:spcBef>
                <a:spcPct val="20000"/>
              </a:spcBef>
              <a:spcAft>
                <a:spcPct val="0"/>
              </a:spcAft>
              <a:buChar char="–"/>
              <a:defRPr sz="2800">
                <a:solidFill>
                  <a:srgbClr val="666699"/>
                </a:solidFill>
                <a:latin typeface="+mn-lt"/>
                <a:ea typeface="+mn-ea"/>
              </a:defRPr>
            </a:lvl2pPr>
            <a:lvl3pPr marL="1143000" indent="-228600" algn="l" rtl="0" eaLnBrk="0" fontAlgn="base" hangingPunct="0">
              <a:spcBef>
                <a:spcPct val="20000"/>
              </a:spcBef>
              <a:spcAft>
                <a:spcPct val="0"/>
              </a:spcAft>
              <a:buChar char="•"/>
              <a:defRPr sz="2400">
                <a:solidFill>
                  <a:srgbClr val="666699"/>
                </a:solidFill>
                <a:latin typeface="+mn-lt"/>
                <a:ea typeface="+mn-ea"/>
              </a:defRPr>
            </a:lvl3pPr>
            <a:lvl4pPr marL="1600200" indent="-228600" algn="l" rtl="0" eaLnBrk="0" fontAlgn="base" hangingPunct="0">
              <a:spcBef>
                <a:spcPct val="20000"/>
              </a:spcBef>
              <a:spcAft>
                <a:spcPct val="0"/>
              </a:spcAft>
              <a:buChar char="–"/>
              <a:defRPr sz="2000">
                <a:solidFill>
                  <a:srgbClr val="666699"/>
                </a:solidFill>
                <a:latin typeface="+mn-lt"/>
                <a:ea typeface="+mn-ea"/>
              </a:defRPr>
            </a:lvl4pPr>
            <a:lvl5pPr marL="2057400" indent="-228600" algn="l" rtl="0" eaLnBrk="0" fontAlgn="base" hangingPunct="0">
              <a:spcBef>
                <a:spcPct val="20000"/>
              </a:spcBef>
              <a:spcAft>
                <a:spcPct val="0"/>
              </a:spcAft>
              <a:buChar char="»"/>
              <a:defRPr sz="2000">
                <a:solidFill>
                  <a:srgbClr val="666699"/>
                </a:solidFill>
                <a:latin typeface="+mn-lt"/>
                <a:ea typeface="+mn-ea"/>
              </a:defRPr>
            </a:lvl5pPr>
          </a:lstStyle>
          <a:p>
            <a:pPr marL="0" lvl="0" indent="0" eaLnBrk="1" hangingPunct="1">
              <a:spcBef>
                <a:spcPct val="0"/>
              </a:spcBef>
              <a:buNone/>
            </a:pPr>
            <a:r>
              <a:rPr lang="zh-CN" altLang="en-US" sz="2400" dirty="0">
                <a:solidFill>
                  <a:schemeClr val="tx1"/>
                </a:solidFill>
              </a:rPr>
              <a:t>                              </a:t>
            </a:r>
            <a:r>
              <a:rPr lang="zh-CN" altLang="en-US" sz="2400" b="1" dirty="0">
                <a:solidFill>
                  <a:srgbClr val="0000FF"/>
                </a:solidFill>
                <a:sym typeface="Arial" panose="020B0604020202020204" pitchFamily="34" charset="0"/>
              </a:rPr>
              <a:t>(</a:t>
            </a:r>
            <a:r>
              <a:rPr lang="zh-CN" altLang="en-US" sz="2400" b="1" dirty="0">
                <a:solidFill>
                  <a:srgbClr val="0000FF"/>
                </a:solidFill>
              </a:rPr>
              <a:t>0). 1 1 0 1</a:t>
            </a:r>
            <a:r>
              <a:rPr lang="zh-CN" altLang="en-US" sz="2400" dirty="0">
                <a:solidFill>
                  <a:schemeClr val="tx1"/>
                </a:solidFill>
              </a:rPr>
              <a:t>     </a:t>
            </a:r>
            <a:endParaRPr lang="zh-CN" altLang="en-US" sz="2400" dirty="0">
              <a:solidFill>
                <a:schemeClr val="tx1"/>
              </a:solidFill>
            </a:endParaRPr>
          </a:p>
          <a:p>
            <a:pPr marL="0" lvl="0" indent="0" eaLnBrk="1" hangingPunct="1">
              <a:spcBef>
                <a:spcPct val="0"/>
              </a:spcBef>
              <a:buNone/>
            </a:pPr>
            <a:r>
              <a:rPr lang="zh-CN" altLang="en-US" sz="2400" dirty="0">
                <a:solidFill>
                  <a:schemeClr val="tx1"/>
                </a:solidFill>
                <a:latin typeface="Tahoma" panose="020B0604030504040204" pitchFamily="34" charset="0"/>
              </a:rPr>
              <a:t>    ×                 </a:t>
            </a:r>
            <a:r>
              <a:rPr lang="zh-CN" altLang="en-US" sz="2400" b="1" dirty="0">
                <a:solidFill>
                  <a:srgbClr val="0000FF"/>
                </a:solidFill>
                <a:sym typeface="Arial" panose="020B0604020202020204" pitchFamily="34" charset="0"/>
              </a:rPr>
              <a:t>(</a:t>
            </a:r>
            <a:r>
              <a:rPr lang="zh-CN" altLang="en-US" sz="2400" b="1" dirty="0">
                <a:solidFill>
                  <a:srgbClr val="0000FF"/>
                </a:solidFill>
              </a:rPr>
              <a:t>1). 0 1 0 1</a:t>
            </a:r>
            <a:endParaRPr lang="zh-CN" altLang="en-US" sz="2400" b="1" dirty="0">
              <a:solidFill>
                <a:srgbClr val="0000FF"/>
              </a:solidFill>
            </a:endParaRPr>
          </a:p>
          <a:p>
            <a:pPr marL="0" lvl="0" indent="0" eaLnBrk="1" hangingPunct="1">
              <a:spcBef>
                <a:spcPct val="0"/>
              </a:spcBef>
              <a:buNone/>
            </a:pPr>
            <a:r>
              <a:rPr lang="zh-CN" altLang="en-US" sz="2400" dirty="0">
                <a:solidFill>
                  <a:schemeClr val="tx1"/>
                </a:solidFill>
              </a:rPr>
              <a:t>                               </a:t>
            </a:r>
            <a:r>
              <a:rPr lang="zh-CN" altLang="en-US" sz="2400" b="1" dirty="0">
                <a:solidFill>
                  <a:srgbClr val="0000FF"/>
                </a:solidFill>
                <a:sym typeface="Arial" panose="020B0604020202020204" pitchFamily="34" charset="0"/>
              </a:rPr>
              <a:t>(</a:t>
            </a:r>
            <a:r>
              <a:rPr lang="zh-CN" altLang="en-US" sz="2400" b="1" dirty="0">
                <a:solidFill>
                  <a:srgbClr val="0000FF"/>
                </a:solidFill>
              </a:rPr>
              <a:t>0) 1 1 0 1</a:t>
            </a:r>
            <a:endParaRPr lang="zh-CN" altLang="en-US" sz="2400" b="1" dirty="0">
              <a:solidFill>
                <a:srgbClr val="0000FF"/>
              </a:solidFill>
            </a:endParaRPr>
          </a:p>
          <a:p>
            <a:pPr marL="0" lvl="0" indent="0" eaLnBrk="1" hangingPunct="1">
              <a:spcBef>
                <a:spcPct val="0"/>
              </a:spcBef>
              <a:buNone/>
            </a:pPr>
            <a:r>
              <a:rPr lang="zh-CN" altLang="en-US" sz="2400" dirty="0">
                <a:solidFill>
                  <a:schemeClr val="tx1"/>
                </a:solidFill>
              </a:rPr>
              <a:t>                          </a:t>
            </a:r>
            <a:r>
              <a:rPr lang="zh-CN" altLang="en-US" sz="2400" b="1" dirty="0">
                <a:solidFill>
                  <a:srgbClr val="0000FF"/>
                </a:solidFill>
                <a:sym typeface="Arial" panose="020B0604020202020204" pitchFamily="34" charset="0"/>
              </a:rPr>
              <a:t>(</a:t>
            </a:r>
            <a:r>
              <a:rPr lang="zh-CN" altLang="en-US" sz="2400" b="1" dirty="0">
                <a:solidFill>
                  <a:srgbClr val="0000FF"/>
                </a:solidFill>
              </a:rPr>
              <a:t>0)  0  0 0 0</a:t>
            </a:r>
            <a:endParaRPr lang="zh-CN" altLang="en-US" sz="2400" b="1" dirty="0">
              <a:solidFill>
                <a:srgbClr val="0000FF"/>
              </a:solidFill>
            </a:endParaRPr>
          </a:p>
          <a:p>
            <a:pPr marL="0" lvl="0" indent="0" eaLnBrk="1" hangingPunct="1">
              <a:spcBef>
                <a:spcPct val="0"/>
              </a:spcBef>
              <a:buNone/>
            </a:pPr>
            <a:r>
              <a:rPr lang="zh-CN" altLang="en-US" sz="2400" dirty="0">
                <a:solidFill>
                  <a:schemeClr val="tx1"/>
                </a:solidFill>
              </a:rPr>
              <a:t>                     </a:t>
            </a:r>
            <a:r>
              <a:rPr lang="zh-CN" altLang="en-US" sz="2400" b="1" dirty="0">
                <a:solidFill>
                  <a:srgbClr val="0000FF"/>
                </a:solidFill>
                <a:sym typeface="Arial" panose="020B0604020202020204" pitchFamily="34" charset="0"/>
              </a:rPr>
              <a:t>(</a:t>
            </a:r>
            <a:r>
              <a:rPr lang="zh-CN" altLang="en-US" sz="2400" b="1" dirty="0">
                <a:solidFill>
                  <a:srgbClr val="0000FF"/>
                </a:solidFill>
              </a:rPr>
              <a:t>0)  1   1  0 1</a:t>
            </a:r>
            <a:endParaRPr lang="zh-CN" altLang="en-US" sz="2400" b="1" dirty="0">
              <a:solidFill>
                <a:srgbClr val="0000FF"/>
              </a:solidFill>
            </a:endParaRPr>
          </a:p>
          <a:p>
            <a:pPr marL="0" lvl="0" indent="0" eaLnBrk="1" hangingPunct="1">
              <a:spcBef>
                <a:spcPct val="0"/>
              </a:spcBef>
              <a:buNone/>
            </a:pPr>
            <a:r>
              <a:rPr lang="zh-CN" altLang="en-US" sz="2400" b="1" dirty="0">
                <a:solidFill>
                  <a:srgbClr val="0000FF"/>
                </a:solidFill>
                <a:sym typeface="Arial" panose="020B0604020202020204" pitchFamily="34" charset="0"/>
              </a:rPr>
              <a:t>                (</a:t>
            </a:r>
            <a:r>
              <a:rPr lang="zh-CN" altLang="en-US" sz="2400" b="1" dirty="0">
                <a:solidFill>
                  <a:srgbClr val="0000FF"/>
                </a:solidFill>
              </a:rPr>
              <a:t>0)  0   0   0  0</a:t>
            </a:r>
            <a:endParaRPr lang="zh-CN" altLang="en-US" sz="2400" b="1" dirty="0">
              <a:solidFill>
                <a:srgbClr val="0000FF"/>
              </a:solidFill>
            </a:endParaRPr>
          </a:p>
          <a:p>
            <a:pPr marL="0" lvl="0" indent="0" eaLnBrk="1" hangingPunct="1">
              <a:spcBef>
                <a:spcPct val="0"/>
              </a:spcBef>
              <a:buNone/>
            </a:pPr>
            <a:r>
              <a:rPr lang="zh-CN" altLang="en-US" sz="2400" b="1" dirty="0">
                <a:solidFill>
                  <a:srgbClr val="0000FF"/>
                </a:solidFill>
              </a:rPr>
              <a:t>             0 (1) (1)(0)(1)</a:t>
            </a:r>
            <a:r>
              <a:rPr lang="zh-CN" altLang="en-US" sz="2400" dirty="0">
                <a:solidFill>
                  <a:schemeClr val="tx1"/>
                </a:solidFill>
              </a:rPr>
              <a:t> </a:t>
            </a:r>
            <a:endParaRPr lang="zh-CN" altLang="en-US" sz="2400" dirty="0">
              <a:solidFill>
                <a:schemeClr val="tx1"/>
              </a:solidFill>
            </a:endParaRPr>
          </a:p>
          <a:p>
            <a:pPr marL="0" lvl="0" indent="0" eaLnBrk="1" hangingPunct="1">
              <a:spcBef>
                <a:spcPct val="0"/>
              </a:spcBef>
              <a:buNone/>
            </a:pPr>
            <a:r>
              <a:rPr lang="zh-CN" altLang="en-US" sz="2400" b="1" dirty="0">
                <a:solidFill>
                  <a:srgbClr val="0000FF"/>
                </a:solidFill>
                <a:sym typeface="Arial" panose="020B0604020202020204" pitchFamily="34" charset="0"/>
              </a:rPr>
              <a:t>            1.  0   1   1   1  0 0 0 1</a:t>
            </a:r>
            <a:endParaRPr lang="zh-CN" altLang="en-US" sz="2400" b="1" dirty="0">
              <a:solidFill>
                <a:srgbClr val="0000FF"/>
              </a:solidFill>
              <a:sym typeface="Arial" panose="020B0604020202020204" pitchFamily="34" charset="0"/>
            </a:endParaRPr>
          </a:p>
          <a:p>
            <a:pPr marL="0" lvl="0" indent="0" eaLnBrk="1" hangingPunct="1">
              <a:spcBef>
                <a:spcPct val="0"/>
              </a:spcBef>
              <a:buNone/>
            </a:pPr>
            <a:endParaRPr lang="zh-CN" altLang="en-US" sz="2400" dirty="0">
              <a:solidFill>
                <a:schemeClr val="tx1"/>
              </a:solidFill>
            </a:endParaRPr>
          </a:p>
          <a:p>
            <a:pPr marL="0" lvl="0" indent="0" eaLnBrk="1" hangingPunct="1">
              <a:spcBef>
                <a:spcPct val="0"/>
              </a:spcBef>
              <a:buNone/>
            </a:pPr>
            <a:r>
              <a:rPr lang="zh-CN" altLang="en-US" sz="2400" dirty="0">
                <a:solidFill>
                  <a:srgbClr val="0000FF"/>
                </a:solidFill>
              </a:rPr>
              <a:t> </a:t>
            </a:r>
            <a:r>
              <a:rPr lang="zh-CN" altLang="en-US" sz="2400" b="1" dirty="0">
                <a:solidFill>
                  <a:srgbClr val="0000FF"/>
                </a:solidFill>
              </a:rPr>
              <a:t>[X×Y]</a:t>
            </a:r>
            <a:r>
              <a:rPr lang="zh-CN" altLang="en-US" sz="2400" b="1" baseline="-25000" dirty="0">
                <a:solidFill>
                  <a:srgbClr val="0000FF"/>
                </a:solidFill>
              </a:rPr>
              <a:t>补</a:t>
            </a:r>
            <a:r>
              <a:rPr lang="zh-CN" altLang="en-US" sz="2400" dirty="0">
                <a:solidFill>
                  <a:srgbClr val="0000FF"/>
                </a:solidFill>
              </a:rPr>
              <a:t> =</a:t>
            </a:r>
            <a:r>
              <a:rPr lang="zh-CN" altLang="en-US" sz="2400" b="1" dirty="0">
                <a:solidFill>
                  <a:srgbClr val="0000FF"/>
                </a:solidFill>
              </a:rPr>
              <a:t>1.01110001，还原成真值X×Y=-0.10001111</a:t>
            </a:r>
            <a:endParaRPr lang="zh-CN" altLang="en-US" sz="2400" b="1" dirty="0">
              <a:solidFill>
                <a:srgbClr val="0000FF"/>
              </a:solidFill>
            </a:endParaRPr>
          </a:p>
        </p:txBody>
      </p:sp>
      <p:sp>
        <p:nvSpPr>
          <p:cNvPr id="40966" name="Line 6"/>
          <p:cNvSpPr/>
          <p:nvPr/>
        </p:nvSpPr>
        <p:spPr>
          <a:xfrm>
            <a:off x="1116013" y="3070225"/>
            <a:ext cx="3581400" cy="0"/>
          </a:xfrm>
          <a:prstGeom prst="line">
            <a:avLst/>
          </a:prstGeom>
          <a:ln w="9525" cap="flat" cmpd="sng">
            <a:solidFill>
              <a:schemeClr val="tx1"/>
            </a:solidFill>
            <a:prstDash val="solid"/>
            <a:miter/>
            <a:headEnd type="none" w="med" len="med"/>
            <a:tailEnd type="none" w="med" len="med"/>
          </a:ln>
        </p:spPr>
      </p:sp>
      <p:sp>
        <p:nvSpPr>
          <p:cNvPr id="40967" name="Line 7"/>
          <p:cNvSpPr/>
          <p:nvPr/>
        </p:nvSpPr>
        <p:spPr>
          <a:xfrm>
            <a:off x="1098550" y="4918075"/>
            <a:ext cx="3581400" cy="0"/>
          </a:xfrm>
          <a:prstGeom prst="line">
            <a:avLst/>
          </a:prstGeom>
          <a:ln w="9525" cap="flat" cmpd="sng">
            <a:solidFill>
              <a:schemeClr val="tx1"/>
            </a:solidFill>
            <a:prstDash val="solid"/>
            <a:headEnd type="none" w="med" len="med"/>
            <a:tailEnd type="none" w="med" len="med"/>
          </a:ln>
        </p:spPr>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1986" name="Rectangle 2"/>
          <p:cNvSpPr>
            <a:spLocks noGrp="1"/>
          </p:cNvSpPr>
          <p:nvPr>
            <p:ph type="title"/>
          </p:nvPr>
        </p:nvSpPr>
        <p:spPr>
          <a:ln/>
        </p:spPr>
        <p:txBody>
          <a:bodyPr vert="horz" wrap="square" lIns="91440" tIns="45720" rIns="91440" bIns="45720" anchor="ctr" anchorCtr="0"/>
          <a:p>
            <a:pPr eaLnBrk="1" hangingPunct="1"/>
            <a:endParaRPr lang="zh-CN" altLang="en-US" dirty="0"/>
          </a:p>
        </p:txBody>
      </p:sp>
      <p:sp>
        <p:nvSpPr>
          <p:cNvPr id="41987" name="Rectangle 3"/>
          <p:cNvSpPr>
            <a:spLocks noGrp="1"/>
          </p:cNvSpPr>
          <p:nvPr>
            <p:ph type="body"/>
          </p:nvPr>
        </p:nvSpPr>
        <p:spPr>
          <a:xfrm>
            <a:off x="107950" y="1989138"/>
            <a:ext cx="8858250" cy="4114800"/>
          </a:xfrm>
          <a:ln/>
        </p:spPr>
        <p:txBody>
          <a:bodyPr vert="horz" wrap="square" lIns="91440" tIns="45720" rIns="91440" bIns="45720" anchor="t" anchorCtr="0"/>
          <a:p>
            <a:pPr marL="0" indent="0" eaLnBrk="1" hangingPunct="1">
              <a:buNone/>
            </a:pPr>
            <a:r>
              <a:rPr lang="zh-CN" altLang="en-US" b="1" dirty="0">
                <a:solidFill>
                  <a:srgbClr val="0000FF"/>
                </a:solidFill>
              </a:rPr>
              <a:t>练习</a:t>
            </a:r>
            <a:r>
              <a:rPr lang="zh-CN" altLang="en-US" b="1" dirty="0">
                <a:solidFill>
                  <a:srgbClr val="0000FF"/>
                </a:solidFill>
                <a:sym typeface="Arial" panose="020B0604020202020204" pitchFamily="34" charset="0"/>
              </a:rPr>
              <a:t>：X=0.1101，Y=0.1011，求X×Y=？</a:t>
            </a:r>
            <a:endParaRPr lang="zh-CN" altLang="en-US" b="1" dirty="0">
              <a:solidFill>
                <a:srgbClr val="0000FF"/>
              </a:solidFill>
              <a:sym typeface="Arial" panose="020B0604020202020204" pitchFamily="34" charset="0"/>
            </a:endParaRPr>
          </a:p>
          <a:p>
            <a:pPr marL="0" indent="0" eaLnBrk="1" hangingPunct="1">
              <a:buNone/>
            </a:pPr>
            <a:endParaRPr lang="zh-CN" altLang="en-US" b="1" dirty="0">
              <a:solidFill>
                <a:srgbClr val="0000FF"/>
              </a:solidFill>
            </a:endParaRPr>
          </a:p>
          <a:p>
            <a:pPr marL="0" indent="0" eaLnBrk="1" hangingPunct="1">
              <a:buNone/>
            </a:pPr>
            <a:r>
              <a:rPr lang="zh-CN" altLang="en-US" dirty="0">
                <a:solidFill>
                  <a:srgbClr val="0000FF"/>
                </a:solidFill>
                <a:latin typeface="Tahoma" panose="020B0604030504040204" pitchFamily="34" charset="0"/>
                <a:sym typeface="Arial" panose="020B0604020202020204" pitchFamily="34" charset="0"/>
              </a:rPr>
              <a:t>解：[X×Y]</a:t>
            </a:r>
            <a:r>
              <a:rPr lang="zh-CN" altLang="en-US" baseline="-25000" dirty="0">
                <a:solidFill>
                  <a:srgbClr val="0000FF"/>
                </a:solidFill>
                <a:latin typeface="Tahoma" panose="020B0604030504040204" pitchFamily="34" charset="0"/>
                <a:sym typeface="Arial" panose="020B0604020202020204" pitchFamily="34" charset="0"/>
              </a:rPr>
              <a:t>补</a:t>
            </a:r>
            <a:r>
              <a:rPr lang="zh-CN" altLang="en-US" dirty="0">
                <a:solidFill>
                  <a:srgbClr val="0000FF"/>
                </a:solidFill>
                <a:latin typeface="Tahoma" panose="020B0604030504040204" pitchFamily="34" charset="0"/>
                <a:sym typeface="Arial" panose="020B0604020202020204" pitchFamily="34" charset="0"/>
              </a:rPr>
              <a:t>=0.10001111</a:t>
            </a:r>
            <a:endParaRPr lang="zh-CN" altLang="en-US" dirty="0">
              <a:solidFill>
                <a:srgbClr val="0000FF"/>
              </a:solidFill>
              <a:latin typeface="Tahoma" panose="020B0604030504040204" pitchFamily="34" charset="0"/>
              <a:sym typeface="Arial" panose="020B0604020202020204" pitchFamily="34" charset="0"/>
            </a:endParaRPr>
          </a:p>
          <a:p>
            <a:pPr marL="0" indent="0" eaLnBrk="1" hangingPunct="1">
              <a:buNone/>
            </a:pPr>
            <a:endParaRPr lang="zh-CN" altLang="en-US" dirty="0">
              <a:latin typeface="Tahoma" panose="020B0604030504040204" pitchFamily="34" charset="0"/>
            </a:endParaRPr>
          </a:p>
          <a:p>
            <a:pPr marL="0" indent="0" eaLnBrk="1" hangingPunct="1">
              <a:buNone/>
            </a:pPr>
            <a:r>
              <a:rPr lang="zh-CN" altLang="en-US" b="1" dirty="0">
                <a:solidFill>
                  <a:srgbClr val="0000FF"/>
                </a:solidFill>
              </a:rPr>
              <a:t>练习：X= - 0.1101，Y=0.1011，求[X×Y]</a:t>
            </a:r>
            <a:r>
              <a:rPr lang="zh-CN" altLang="en-US" b="1" baseline="-25000" dirty="0">
                <a:solidFill>
                  <a:srgbClr val="0000FF"/>
                </a:solidFill>
              </a:rPr>
              <a:t>补</a:t>
            </a:r>
            <a:r>
              <a:rPr lang="zh-CN" altLang="en-US" b="1" dirty="0">
                <a:solidFill>
                  <a:srgbClr val="0000FF"/>
                </a:solidFill>
              </a:rPr>
              <a:t>=？</a:t>
            </a:r>
            <a:endParaRPr lang="zh-CN" altLang="en-US" b="1" dirty="0">
              <a:solidFill>
                <a:srgbClr val="0000FF"/>
              </a:solidFill>
            </a:endParaRPr>
          </a:p>
          <a:p>
            <a:pPr marL="0" indent="0" eaLnBrk="1" hangingPunct="1">
              <a:buNone/>
            </a:pPr>
            <a:endParaRPr lang="zh-CN" altLang="en-US" dirty="0">
              <a:solidFill>
                <a:srgbClr val="0000FF"/>
              </a:solidFill>
              <a:latin typeface="Tahoma" panose="020B0604030504040204" pitchFamily="34" charset="0"/>
            </a:endParaRPr>
          </a:p>
          <a:p>
            <a:pPr marL="0" indent="0" eaLnBrk="1" hangingPunct="1">
              <a:buNone/>
            </a:pPr>
            <a:r>
              <a:rPr lang="zh-CN" altLang="en-US" dirty="0">
                <a:solidFill>
                  <a:srgbClr val="0000FF"/>
                </a:solidFill>
                <a:latin typeface="Tahoma" panose="020B0604030504040204" pitchFamily="34" charset="0"/>
              </a:rPr>
              <a:t>解：[X×Y]</a:t>
            </a:r>
            <a:r>
              <a:rPr lang="zh-CN" altLang="en-US" baseline="-25000" dirty="0">
                <a:solidFill>
                  <a:srgbClr val="0000FF"/>
                </a:solidFill>
                <a:latin typeface="Tahoma" panose="020B0604030504040204" pitchFamily="34" charset="0"/>
              </a:rPr>
              <a:t>补</a:t>
            </a:r>
            <a:r>
              <a:rPr lang="zh-CN" altLang="en-US" dirty="0">
                <a:solidFill>
                  <a:srgbClr val="0000FF"/>
                </a:solidFill>
                <a:latin typeface="Tahoma" panose="020B0604030504040204" pitchFamily="34" charset="0"/>
              </a:rPr>
              <a:t>=1. 01110001</a:t>
            </a:r>
            <a:endParaRPr lang="zh-CN" altLang="en-US" dirty="0">
              <a:solidFill>
                <a:srgbClr val="0000FF"/>
              </a:solidFill>
              <a:latin typeface="Tahoma" panose="020B0604030504040204" pitchFamily="34" charset="0"/>
            </a:endParaRP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3010" name="Rectangle 2"/>
          <p:cNvSpPr>
            <a:spLocks noGrp="1"/>
          </p:cNvSpPr>
          <p:nvPr>
            <p:ph type="title"/>
          </p:nvPr>
        </p:nvSpPr>
        <p:spPr>
          <a:xfrm>
            <a:off x="685800" y="914400"/>
            <a:ext cx="7772400" cy="838200"/>
          </a:xfrm>
          <a:ln/>
        </p:spPr>
        <p:txBody>
          <a:bodyPr vert="horz" wrap="square" lIns="91440" tIns="45720" rIns="91440" bIns="45720" anchor="ctr" anchorCtr="0"/>
          <a:p>
            <a:pPr eaLnBrk="1" hangingPunct="1"/>
            <a:r>
              <a:rPr lang="zh-CN" altLang="en-US" dirty="0"/>
              <a:t>2.4定点除法运算</a:t>
            </a:r>
            <a:endParaRPr lang="zh-CN" altLang="en-US" sz="2000" dirty="0"/>
          </a:p>
        </p:txBody>
      </p:sp>
      <p:sp>
        <p:nvSpPr>
          <p:cNvPr id="43011" name="Rectangle 3"/>
          <p:cNvSpPr>
            <a:spLocks noGrp="1"/>
          </p:cNvSpPr>
          <p:nvPr>
            <p:ph type="body"/>
          </p:nvPr>
        </p:nvSpPr>
        <p:spPr>
          <a:xfrm>
            <a:off x="381000" y="1812925"/>
            <a:ext cx="8534400" cy="4495800"/>
          </a:xfrm>
          <a:ln/>
        </p:spPr>
        <p:txBody>
          <a:bodyPr vert="horz" wrap="square" lIns="91440" tIns="45720" rIns="91440" bIns="45720" anchor="t" anchorCtr="0"/>
          <a:p>
            <a:pPr marL="0" indent="0" eaLnBrk="1" hangingPunct="1"/>
            <a:r>
              <a:rPr lang="zh-CN" altLang="en-US" sz="2800" b="1" dirty="0">
                <a:solidFill>
                  <a:srgbClr val="0000FF"/>
                </a:solidFill>
              </a:rPr>
              <a:t>定点</a:t>
            </a:r>
            <a:r>
              <a:rPr lang="zh-CN" altLang="en-US" sz="2800" b="1" dirty="0">
                <a:solidFill>
                  <a:srgbClr val="FF0000"/>
                </a:solidFill>
              </a:rPr>
              <a:t>原码</a:t>
            </a:r>
            <a:r>
              <a:rPr lang="zh-CN" altLang="en-US" sz="2800" b="1" dirty="0">
                <a:solidFill>
                  <a:srgbClr val="0000FF"/>
                </a:solidFill>
              </a:rPr>
              <a:t>一位除法的运算方法：</a:t>
            </a:r>
            <a:endParaRPr lang="zh-CN" altLang="en-US" sz="2800" b="1" dirty="0">
              <a:solidFill>
                <a:srgbClr val="0000FF"/>
              </a:solidFill>
            </a:endParaRPr>
          </a:p>
          <a:p>
            <a:pPr marL="0" indent="0" algn="just" eaLnBrk="1" hangingPunct="1">
              <a:buNone/>
            </a:pPr>
            <a:r>
              <a:rPr lang="zh-CN" altLang="en-US" sz="2800" b="1" dirty="0">
                <a:solidFill>
                  <a:srgbClr val="0000FF"/>
                </a:solidFill>
                <a:ea typeface="楷体_GB2312" pitchFamily="1" charset="-122"/>
              </a:rPr>
              <a:t> </a:t>
            </a:r>
            <a:r>
              <a:rPr lang="zh-CN" altLang="en-US" sz="2800" dirty="0">
                <a:solidFill>
                  <a:srgbClr val="0000FF"/>
                </a:solidFill>
                <a:ea typeface="楷体_GB2312" pitchFamily="1" charset="-122"/>
              </a:rPr>
              <a:t>先将符号位与数值位分开，对数值部分进行除法运算，得到的结果为运算结果的数值部分；除数和被除数的符号位进行异或运算，得到运算结果的符号位。最后两部分加在一起</a:t>
            </a:r>
            <a:endParaRPr lang="zh-CN" altLang="en-US" sz="2800" dirty="0">
              <a:solidFill>
                <a:srgbClr val="0000FF"/>
              </a:solidFill>
              <a:ea typeface="楷体_GB2312" pitchFamily="1" charset="-122"/>
            </a:endParaRPr>
          </a:p>
          <a:p>
            <a:pPr marL="0" indent="0" algn="just" eaLnBrk="1" hangingPunct="1">
              <a:buNone/>
            </a:pPr>
            <a:r>
              <a:rPr lang="zh-CN" altLang="en-US" sz="2800" dirty="0">
                <a:solidFill>
                  <a:srgbClr val="0000FF"/>
                </a:solidFill>
                <a:ea typeface="楷体_GB2312" pitchFamily="1" charset="-122"/>
              </a:rPr>
              <a:t>设     被除数    [X]</a:t>
            </a:r>
            <a:r>
              <a:rPr lang="zh-CN" altLang="en-US" sz="2800" baseline="-30000" dirty="0">
                <a:solidFill>
                  <a:srgbClr val="0000FF"/>
                </a:solidFill>
                <a:ea typeface="楷体_GB2312" pitchFamily="1" charset="-122"/>
              </a:rPr>
              <a:t>原</a:t>
            </a:r>
            <a:r>
              <a:rPr lang="zh-CN" altLang="en-US" sz="2800" dirty="0">
                <a:solidFill>
                  <a:srgbClr val="0000FF"/>
                </a:solidFill>
                <a:ea typeface="楷体_GB2312" pitchFamily="1" charset="-122"/>
              </a:rPr>
              <a:t>=X</a:t>
            </a:r>
            <a:r>
              <a:rPr lang="zh-CN" altLang="en-US" sz="2800" baseline="-30000" dirty="0">
                <a:solidFill>
                  <a:srgbClr val="0000FF"/>
                </a:solidFill>
                <a:ea typeface="楷体_GB2312" pitchFamily="1" charset="-122"/>
              </a:rPr>
              <a:t>f  </a:t>
            </a:r>
            <a:r>
              <a:rPr lang="zh-CN" altLang="en-US" sz="2800" dirty="0">
                <a:solidFill>
                  <a:srgbClr val="0000FF"/>
                </a:solidFill>
                <a:ea typeface="楷体_GB2312" pitchFamily="1" charset="-122"/>
              </a:rPr>
              <a:t>. X</a:t>
            </a:r>
            <a:r>
              <a:rPr lang="zh-CN" altLang="en-US" sz="2800" baseline="-30000" dirty="0">
                <a:solidFill>
                  <a:srgbClr val="0000FF"/>
                </a:solidFill>
                <a:ea typeface="楷体_GB2312" pitchFamily="1" charset="-122"/>
              </a:rPr>
              <a:t>1</a:t>
            </a:r>
            <a:r>
              <a:rPr lang="zh-CN" altLang="en-US" sz="2800" dirty="0">
                <a:solidFill>
                  <a:srgbClr val="0000FF"/>
                </a:solidFill>
                <a:ea typeface="楷体_GB2312" pitchFamily="1" charset="-122"/>
              </a:rPr>
              <a:t>X</a:t>
            </a:r>
            <a:r>
              <a:rPr lang="zh-CN" altLang="en-US" sz="2800" baseline="-25000" dirty="0">
                <a:solidFill>
                  <a:srgbClr val="0000FF"/>
                </a:solidFill>
                <a:ea typeface="楷体_GB2312" pitchFamily="1" charset="-122"/>
              </a:rPr>
              <a:t>2</a:t>
            </a:r>
            <a:r>
              <a:rPr lang="zh-CN" altLang="en-US" sz="2800" dirty="0">
                <a:solidFill>
                  <a:srgbClr val="0000FF"/>
                </a:solidFill>
                <a:ea typeface="楷体_GB2312" pitchFamily="1" charset="-122"/>
              </a:rPr>
              <a:t>…X</a:t>
            </a:r>
            <a:r>
              <a:rPr lang="zh-CN" altLang="en-US" sz="2800" baseline="-25000" dirty="0">
                <a:solidFill>
                  <a:srgbClr val="0000FF"/>
                </a:solidFill>
                <a:ea typeface="楷体_GB2312" pitchFamily="1" charset="-122"/>
              </a:rPr>
              <a:t>n</a:t>
            </a:r>
            <a:endParaRPr lang="zh-CN" altLang="en-US" sz="2800" baseline="-25000" dirty="0">
              <a:solidFill>
                <a:srgbClr val="0000FF"/>
              </a:solidFill>
              <a:ea typeface="楷体_GB2312" pitchFamily="1" charset="-122"/>
            </a:endParaRPr>
          </a:p>
          <a:p>
            <a:pPr marL="0" indent="0" algn="just" eaLnBrk="1" hangingPunct="1">
              <a:buNone/>
            </a:pPr>
            <a:r>
              <a:rPr lang="zh-CN" altLang="en-US" sz="2800" dirty="0">
                <a:solidFill>
                  <a:srgbClr val="0000FF"/>
                </a:solidFill>
                <a:ea typeface="楷体_GB2312" pitchFamily="1" charset="-122"/>
              </a:rPr>
              <a:t>         除    数   [Y]</a:t>
            </a:r>
            <a:r>
              <a:rPr lang="zh-CN" altLang="en-US" sz="2800" baseline="-30000" dirty="0">
                <a:solidFill>
                  <a:srgbClr val="0000FF"/>
                </a:solidFill>
                <a:ea typeface="楷体_GB2312" pitchFamily="1" charset="-122"/>
              </a:rPr>
              <a:t>原</a:t>
            </a:r>
            <a:r>
              <a:rPr lang="zh-CN" altLang="en-US" sz="2800" dirty="0">
                <a:solidFill>
                  <a:srgbClr val="0000FF"/>
                </a:solidFill>
                <a:ea typeface="楷体_GB2312" pitchFamily="1" charset="-122"/>
              </a:rPr>
              <a:t>=Y</a:t>
            </a:r>
            <a:r>
              <a:rPr lang="zh-CN" altLang="en-US" sz="2800" baseline="-25000" dirty="0">
                <a:solidFill>
                  <a:srgbClr val="0000FF"/>
                </a:solidFill>
                <a:ea typeface="楷体_GB2312" pitchFamily="1" charset="-122"/>
              </a:rPr>
              <a:t>f </a:t>
            </a:r>
            <a:r>
              <a:rPr lang="zh-CN" altLang="en-US" sz="2800" dirty="0">
                <a:solidFill>
                  <a:srgbClr val="0000FF"/>
                </a:solidFill>
                <a:ea typeface="楷体_GB2312" pitchFamily="1" charset="-122"/>
              </a:rPr>
              <a:t>. Y</a:t>
            </a:r>
            <a:r>
              <a:rPr lang="zh-CN" altLang="en-US" sz="2800" baseline="-25000" dirty="0">
                <a:solidFill>
                  <a:srgbClr val="0000FF"/>
                </a:solidFill>
                <a:ea typeface="楷体_GB2312" pitchFamily="1" charset="-122"/>
              </a:rPr>
              <a:t>1</a:t>
            </a:r>
            <a:r>
              <a:rPr lang="zh-CN" altLang="en-US" sz="2800" dirty="0">
                <a:solidFill>
                  <a:srgbClr val="0000FF"/>
                </a:solidFill>
                <a:ea typeface="楷体_GB2312" pitchFamily="1" charset="-122"/>
              </a:rPr>
              <a:t>Y</a:t>
            </a:r>
            <a:r>
              <a:rPr lang="zh-CN" altLang="en-US" sz="2800" baseline="-25000" dirty="0">
                <a:solidFill>
                  <a:srgbClr val="0000FF"/>
                </a:solidFill>
                <a:ea typeface="楷体_GB2312" pitchFamily="1" charset="-122"/>
              </a:rPr>
              <a:t>2</a:t>
            </a:r>
            <a:r>
              <a:rPr lang="zh-CN" altLang="en-US" sz="2800" baseline="-25000" dirty="0">
                <a:solidFill>
                  <a:srgbClr val="0000FF"/>
                </a:solidFill>
                <a:latin typeface="Tahoma" panose="020B0604030504040204" pitchFamily="34" charset="0"/>
                <a:ea typeface="楷体_GB2312" pitchFamily="1" charset="-122"/>
              </a:rPr>
              <a:t>…</a:t>
            </a:r>
            <a:r>
              <a:rPr lang="zh-CN" altLang="en-US" sz="2800" dirty="0">
                <a:solidFill>
                  <a:srgbClr val="0000FF"/>
                </a:solidFill>
                <a:ea typeface="楷体_GB2312" pitchFamily="1" charset="-122"/>
              </a:rPr>
              <a:t>Y</a:t>
            </a:r>
            <a:r>
              <a:rPr lang="zh-CN" altLang="en-US" sz="2800" baseline="-25000" dirty="0">
                <a:solidFill>
                  <a:srgbClr val="0000FF"/>
                </a:solidFill>
                <a:ea typeface="楷体_GB2312" pitchFamily="1" charset="-122"/>
              </a:rPr>
              <a:t>n</a:t>
            </a:r>
            <a:endParaRPr lang="zh-CN" altLang="en-US" sz="2800" baseline="-25000" dirty="0">
              <a:solidFill>
                <a:srgbClr val="0000FF"/>
              </a:solidFill>
              <a:ea typeface="楷体_GB2312" pitchFamily="1" charset="-122"/>
            </a:endParaRPr>
          </a:p>
          <a:p>
            <a:pPr marL="0" indent="0" algn="just" eaLnBrk="1" hangingPunct="1">
              <a:buNone/>
            </a:pPr>
            <a:r>
              <a:rPr lang="zh-CN" altLang="en-US" sz="2800" dirty="0">
                <a:solidFill>
                  <a:srgbClr val="0000FF"/>
                </a:solidFill>
                <a:ea typeface="楷体_GB2312" pitchFamily="1" charset="-122"/>
              </a:rPr>
              <a:t>则    商    [Q]</a:t>
            </a:r>
            <a:r>
              <a:rPr lang="zh-CN" altLang="en-US" sz="2800" baseline="-30000" dirty="0">
                <a:solidFill>
                  <a:srgbClr val="0000FF"/>
                </a:solidFill>
                <a:ea typeface="楷体_GB2312" pitchFamily="1" charset="-122"/>
              </a:rPr>
              <a:t>原</a:t>
            </a:r>
            <a:r>
              <a:rPr lang="zh-CN" altLang="en-US" sz="2800" dirty="0">
                <a:solidFill>
                  <a:srgbClr val="0000FF"/>
                </a:solidFill>
                <a:ea typeface="楷体_GB2312" pitchFamily="1" charset="-122"/>
              </a:rPr>
              <a:t>=（X</a:t>
            </a:r>
            <a:r>
              <a:rPr lang="zh-CN" altLang="en-US" sz="2800" baseline="-25000" dirty="0">
                <a:solidFill>
                  <a:srgbClr val="0000FF"/>
                </a:solidFill>
                <a:ea typeface="楷体_GB2312" pitchFamily="1" charset="-122"/>
              </a:rPr>
              <a:t>f </a:t>
            </a:r>
            <a:r>
              <a:rPr lang="zh-CN" altLang="en-US" sz="2800" dirty="0">
                <a:solidFill>
                  <a:srgbClr val="0000FF"/>
                </a:solidFill>
                <a:ea typeface="楷体_GB2312" pitchFamily="1" charset="-122"/>
              </a:rPr>
              <a:t>+ Y</a:t>
            </a:r>
            <a:r>
              <a:rPr lang="zh-CN" altLang="en-US" sz="2800" baseline="-25000" dirty="0">
                <a:solidFill>
                  <a:srgbClr val="0000FF"/>
                </a:solidFill>
                <a:ea typeface="楷体_GB2312" pitchFamily="1" charset="-122"/>
              </a:rPr>
              <a:t>f</a:t>
            </a:r>
            <a:r>
              <a:rPr lang="zh-CN" altLang="en-US" sz="2800" dirty="0">
                <a:solidFill>
                  <a:srgbClr val="0000FF"/>
                </a:solidFill>
                <a:ea typeface="楷体_GB2312" pitchFamily="1" charset="-122"/>
              </a:rPr>
              <a:t>）.（X</a:t>
            </a:r>
            <a:r>
              <a:rPr lang="zh-CN" altLang="en-US" sz="2800" baseline="-25000" dirty="0">
                <a:solidFill>
                  <a:srgbClr val="0000FF"/>
                </a:solidFill>
                <a:ea typeface="楷体_GB2312" pitchFamily="1" charset="-122"/>
              </a:rPr>
              <a:t>1</a:t>
            </a:r>
            <a:r>
              <a:rPr lang="zh-CN" altLang="en-US" sz="2800" dirty="0">
                <a:solidFill>
                  <a:srgbClr val="0000FF"/>
                </a:solidFill>
                <a:ea typeface="楷体_GB2312" pitchFamily="1" charset="-122"/>
              </a:rPr>
              <a:t>X</a:t>
            </a:r>
            <a:r>
              <a:rPr lang="zh-CN" altLang="en-US" sz="2800" baseline="-25000" dirty="0">
                <a:solidFill>
                  <a:srgbClr val="0000FF"/>
                </a:solidFill>
                <a:ea typeface="楷体_GB2312" pitchFamily="1" charset="-122"/>
              </a:rPr>
              <a:t>2</a:t>
            </a:r>
            <a:r>
              <a:rPr lang="zh-CN" altLang="en-US" sz="2800" dirty="0">
                <a:solidFill>
                  <a:srgbClr val="0000FF"/>
                </a:solidFill>
                <a:ea typeface="楷体_GB2312" pitchFamily="1" charset="-122"/>
              </a:rPr>
              <a:t>…X</a:t>
            </a:r>
            <a:r>
              <a:rPr lang="zh-CN" altLang="en-US" sz="2800" baseline="-25000" dirty="0">
                <a:solidFill>
                  <a:srgbClr val="0000FF"/>
                </a:solidFill>
                <a:ea typeface="楷体_GB2312" pitchFamily="1" charset="-122"/>
              </a:rPr>
              <a:t>n</a:t>
            </a:r>
            <a:r>
              <a:rPr lang="zh-CN" altLang="en-US" sz="2800" dirty="0">
                <a:solidFill>
                  <a:srgbClr val="0000FF"/>
                </a:solidFill>
                <a:ea typeface="楷体_GB2312" pitchFamily="1" charset="-122"/>
              </a:rPr>
              <a:t>/Y</a:t>
            </a:r>
            <a:r>
              <a:rPr lang="zh-CN" altLang="en-US" sz="2800" baseline="-25000" dirty="0">
                <a:solidFill>
                  <a:srgbClr val="0000FF"/>
                </a:solidFill>
                <a:ea typeface="楷体_GB2312" pitchFamily="1" charset="-122"/>
              </a:rPr>
              <a:t>1</a:t>
            </a:r>
            <a:r>
              <a:rPr lang="zh-CN" altLang="en-US" sz="2800" dirty="0">
                <a:solidFill>
                  <a:srgbClr val="0000FF"/>
                </a:solidFill>
                <a:ea typeface="楷体_GB2312" pitchFamily="1" charset="-122"/>
              </a:rPr>
              <a:t>Y</a:t>
            </a:r>
            <a:r>
              <a:rPr lang="zh-CN" altLang="en-US" sz="2800" baseline="-25000" dirty="0">
                <a:solidFill>
                  <a:srgbClr val="0000FF"/>
                </a:solidFill>
                <a:ea typeface="楷体_GB2312" pitchFamily="1" charset="-122"/>
              </a:rPr>
              <a:t>2</a:t>
            </a:r>
            <a:r>
              <a:rPr lang="zh-CN" altLang="en-US" sz="2800" dirty="0">
                <a:solidFill>
                  <a:srgbClr val="0000FF"/>
                </a:solidFill>
                <a:ea typeface="楷体_GB2312" pitchFamily="1" charset="-122"/>
              </a:rPr>
              <a:t>…Y</a:t>
            </a:r>
            <a:r>
              <a:rPr lang="zh-CN" altLang="en-US" sz="2800" baseline="-25000" dirty="0">
                <a:solidFill>
                  <a:srgbClr val="0000FF"/>
                </a:solidFill>
                <a:ea typeface="楷体_GB2312" pitchFamily="1" charset="-122"/>
              </a:rPr>
              <a:t>n</a:t>
            </a:r>
            <a:r>
              <a:rPr lang="zh-CN" altLang="en-US" sz="2800" dirty="0">
                <a:solidFill>
                  <a:srgbClr val="0000FF"/>
                </a:solidFill>
                <a:ea typeface="楷体_GB2312" pitchFamily="1" charset="-122"/>
              </a:rPr>
              <a:t>）</a:t>
            </a:r>
            <a:endParaRPr lang="zh-CN" altLang="en-US" sz="2800" dirty="0">
              <a:solidFill>
                <a:srgbClr val="0000FF"/>
              </a:solidFill>
            </a:endParaRPr>
          </a:p>
        </p:txBody>
      </p:sp>
      <p:sp>
        <p:nvSpPr>
          <p:cNvPr id="43012" name="Oval 4"/>
          <p:cNvSpPr/>
          <p:nvPr/>
        </p:nvSpPr>
        <p:spPr>
          <a:xfrm>
            <a:off x="3476308" y="5286375"/>
            <a:ext cx="304800" cy="304800"/>
          </a:xfrm>
          <a:prstGeom prst="ellipse">
            <a:avLst/>
          </a:prstGeom>
          <a:noFill/>
          <a:ln w="9525" cap="flat" cmpd="sng">
            <a:solidFill>
              <a:srgbClr val="0000FF"/>
            </a:solidFill>
            <a:prstDash val="solid"/>
            <a:headEnd type="none" w="med" len="med"/>
            <a:tailEnd type="none" w="med" len="med"/>
          </a:ln>
        </p:spPr>
        <p:txBody>
          <a:bodyPr wrap="none" lIns="90170" tIns="46990" rIns="90170" bIns="46990" anchor="ctr" anchorCtr="0"/>
          <a:lstStyle>
            <a:lvl1pPr marL="342900" indent="-342900" algn="l" rtl="0" eaLnBrk="0" fontAlgn="base" hangingPunct="0">
              <a:spcBef>
                <a:spcPct val="20000"/>
              </a:spcBef>
              <a:spcAft>
                <a:spcPct val="0"/>
              </a:spcAft>
              <a:buChar char="•"/>
              <a:defRPr sz="3200">
                <a:solidFill>
                  <a:srgbClr val="666699"/>
                </a:solidFill>
                <a:latin typeface="+mn-lt"/>
                <a:ea typeface="+mn-ea"/>
                <a:cs typeface="+mn-cs"/>
              </a:defRPr>
            </a:lvl1pPr>
            <a:lvl2pPr marL="742950" indent="-285750" algn="l" rtl="0" eaLnBrk="0" fontAlgn="base" hangingPunct="0">
              <a:spcBef>
                <a:spcPct val="20000"/>
              </a:spcBef>
              <a:spcAft>
                <a:spcPct val="0"/>
              </a:spcAft>
              <a:buChar char="–"/>
              <a:defRPr sz="2800">
                <a:solidFill>
                  <a:srgbClr val="666699"/>
                </a:solidFill>
                <a:latin typeface="+mn-lt"/>
                <a:ea typeface="+mn-ea"/>
              </a:defRPr>
            </a:lvl2pPr>
            <a:lvl3pPr marL="1143000" indent="-228600" algn="l" rtl="0" eaLnBrk="0" fontAlgn="base" hangingPunct="0">
              <a:spcBef>
                <a:spcPct val="20000"/>
              </a:spcBef>
              <a:spcAft>
                <a:spcPct val="0"/>
              </a:spcAft>
              <a:buChar char="•"/>
              <a:defRPr sz="2400">
                <a:solidFill>
                  <a:srgbClr val="666699"/>
                </a:solidFill>
                <a:latin typeface="+mn-lt"/>
                <a:ea typeface="+mn-ea"/>
              </a:defRPr>
            </a:lvl3pPr>
            <a:lvl4pPr marL="1600200" indent="-228600" algn="l" rtl="0" eaLnBrk="0" fontAlgn="base" hangingPunct="0">
              <a:spcBef>
                <a:spcPct val="20000"/>
              </a:spcBef>
              <a:spcAft>
                <a:spcPct val="0"/>
              </a:spcAft>
              <a:buChar char="–"/>
              <a:defRPr sz="2000">
                <a:solidFill>
                  <a:srgbClr val="666699"/>
                </a:solidFill>
                <a:latin typeface="+mn-lt"/>
                <a:ea typeface="+mn-ea"/>
              </a:defRPr>
            </a:lvl4pPr>
            <a:lvl5pPr marL="2057400" indent="-228600" algn="l" rtl="0" eaLnBrk="0" fontAlgn="base" hangingPunct="0">
              <a:spcBef>
                <a:spcPct val="20000"/>
              </a:spcBef>
              <a:spcAft>
                <a:spcPct val="0"/>
              </a:spcAft>
              <a:buChar char="»"/>
              <a:defRPr sz="2000">
                <a:solidFill>
                  <a:srgbClr val="666699"/>
                </a:solidFill>
                <a:latin typeface="+mn-lt"/>
                <a:ea typeface="+mn-ea"/>
              </a:defRPr>
            </a:lvl5pPr>
          </a:lstStyle>
          <a:p>
            <a:pPr marL="0" lvl="0" indent="0" algn="ctr" eaLnBrk="1" hangingPunct="1">
              <a:spcBef>
                <a:spcPct val="0"/>
              </a:spcBef>
              <a:buNone/>
            </a:pPr>
            <a:endParaRPr lang="zh-CN" altLang="en-US" sz="2400" dirty="0">
              <a:solidFill>
                <a:srgbClr val="0000FF"/>
              </a:solidFill>
            </a:endParaRP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4034" name="Rectangle 2"/>
          <p:cNvSpPr>
            <a:spLocks noGrp="1"/>
          </p:cNvSpPr>
          <p:nvPr>
            <p:ph type="title"/>
          </p:nvPr>
        </p:nvSpPr>
        <p:spPr>
          <a:xfrm>
            <a:off x="685800" y="914400"/>
            <a:ext cx="7772400" cy="838200"/>
          </a:xfrm>
          <a:ln/>
        </p:spPr>
        <p:txBody>
          <a:bodyPr vert="horz" wrap="square" lIns="91440" tIns="45720" rIns="91440" bIns="45720" anchor="ctr" anchorCtr="0"/>
          <a:p>
            <a:pPr algn="l" eaLnBrk="1" hangingPunct="1"/>
            <a:r>
              <a:rPr lang="zh-CN" altLang="en-US" dirty="0"/>
              <a:t>定点除法运算：</a:t>
            </a:r>
            <a:endParaRPr lang="zh-CN" altLang="en-US" sz="2000" dirty="0"/>
          </a:p>
        </p:txBody>
      </p:sp>
      <p:sp>
        <p:nvSpPr>
          <p:cNvPr id="44035" name="Rectangle 3"/>
          <p:cNvSpPr>
            <a:spLocks noGrp="1"/>
          </p:cNvSpPr>
          <p:nvPr>
            <p:ph type="body"/>
          </p:nvPr>
        </p:nvSpPr>
        <p:spPr>
          <a:xfrm>
            <a:off x="685800" y="1981200"/>
            <a:ext cx="8134350" cy="4616450"/>
          </a:xfrm>
          <a:ln/>
        </p:spPr>
        <p:txBody>
          <a:bodyPr vert="horz" wrap="square" lIns="91440" tIns="45720" rIns="91440" bIns="45720" anchor="t" anchorCtr="0"/>
          <a:p>
            <a:pPr marL="0" indent="0" eaLnBrk="1" hangingPunct="1">
              <a:buNone/>
            </a:pPr>
            <a:r>
              <a:rPr lang="zh-CN" altLang="en-US" sz="2800" dirty="0">
                <a:latin typeface="楷体_GB2312" pitchFamily="1" charset="-122"/>
                <a:ea typeface="楷体_GB2312" pitchFamily="1" charset="-122"/>
              </a:rPr>
              <a:t>    </a:t>
            </a:r>
            <a:r>
              <a:rPr lang="zh-CN" altLang="en-US" sz="2800" dirty="0">
                <a:solidFill>
                  <a:srgbClr val="0000FF"/>
                </a:solidFill>
                <a:latin typeface="楷体_GB2312" pitchFamily="1" charset="-122"/>
                <a:ea typeface="楷体_GB2312" pitchFamily="1" charset="-122"/>
              </a:rPr>
              <a:t>计算机中执行除法时，商的符号位由被除数和除数的符号位通过一个半加器实现；</a:t>
            </a:r>
            <a:endParaRPr lang="zh-CN" altLang="en-US" sz="2800" dirty="0">
              <a:solidFill>
                <a:srgbClr val="0000FF"/>
              </a:solidFill>
              <a:latin typeface="楷体_GB2312" pitchFamily="1" charset="-122"/>
              <a:ea typeface="楷体_GB2312" pitchFamily="1" charset="-122"/>
            </a:endParaRPr>
          </a:p>
          <a:p>
            <a:pPr marL="0" indent="0" eaLnBrk="1" hangingPunct="1">
              <a:buNone/>
            </a:pPr>
            <a:r>
              <a:rPr lang="zh-CN" altLang="en-US" sz="2800" dirty="0">
                <a:solidFill>
                  <a:srgbClr val="0000FF"/>
                </a:solidFill>
                <a:latin typeface="楷体_GB2312" pitchFamily="1" charset="-122"/>
                <a:ea typeface="楷体_GB2312" pitchFamily="1" charset="-122"/>
              </a:rPr>
              <a:t>    对于数值部分，由于定点小数的绝对值小于1，如果被除数大于或等于除数，则商就大于或等于1，因而会产生溢出，这是不允许的。</a:t>
            </a:r>
            <a:endParaRPr lang="zh-CN" altLang="en-US" sz="2800" dirty="0">
              <a:solidFill>
                <a:srgbClr val="0000FF"/>
              </a:solidFill>
              <a:latin typeface="楷体_GB2312" pitchFamily="1" charset="-122"/>
              <a:ea typeface="楷体_GB2312" pitchFamily="1" charset="-122"/>
            </a:endParaRPr>
          </a:p>
          <a:p>
            <a:pPr marL="0" indent="0" eaLnBrk="1" hangingPunct="1">
              <a:buNone/>
            </a:pPr>
            <a:r>
              <a:rPr lang="zh-CN" altLang="en-US" sz="2800" dirty="0">
                <a:solidFill>
                  <a:srgbClr val="0000FF"/>
                </a:solidFill>
                <a:latin typeface="楷体_GB2312" pitchFamily="1" charset="-122"/>
                <a:ea typeface="楷体_GB2312" pitchFamily="1" charset="-122"/>
              </a:rPr>
              <a:t>    因此在执行除法以前，先要判别是否溢出，不溢出时才执行除法运算。判别溢出的方法是被除数减去除数，若差为正，就表示溢出。</a:t>
            </a:r>
            <a:endParaRPr lang="zh-CN" altLang="en-US" sz="2800" dirty="0">
              <a:solidFill>
                <a:srgbClr val="0000FF"/>
              </a:solidFill>
              <a:latin typeface="楷体_GB2312" pitchFamily="1" charset="-122"/>
              <a:ea typeface="楷体_GB2312" pitchFamily="1" charset="-122"/>
            </a:endParaRPr>
          </a:p>
          <a:p>
            <a:pPr marL="0" indent="0" eaLnBrk="1" hangingPunct="1">
              <a:buNone/>
            </a:pPr>
            <a:r>
              <a:rPr lang="zh-CN" altLang="en-US" sz="2800" b="1" dirty="0">
                <a:solidFill>
                  <a:srgbClr val="0000FF"/>
                </a:solidFill>
                <a:latin typeface="楷体_GB2312" pitchFamily="1" charset="-122"/>
                <a:ea typeface="楷体_GB2312" pitchFamily="1" charset="-122"/>
              </a:rPr>
              <a:t>  </a:t>
            </a:r>
            <a:r>
              <a:rPr lang="zh-CN" altLang="en-US" sz="2800" dirty="0">
                <a:solidFill>
                  <a:srgbClr val="FF0000"/>
                </a:solidFill>
                <a:latin typeface="楷体_GB2312" pitchFamily="1" charset="-122"/>
                <a:ea typeface="楷体_GB2312" pitchFamily="1" charset="-122"/>
              </a:rPr>
              <a:t>  </a:t>
            </a:r>
            <a:r>
              <a:rPr lang="zh-CN" altLang="en-US" sz="2800" b="1" dirty="0">
                <a:solidFill>
                  <a:srgbClr val="FF0000"/>
                </a:solidFill>
                <a:latin typeface="楷体_GB2312" pitchFamily="1" charset="-122"/>
                <a:ea typeface="楷体_GB2312" pitchFamily="1" charset="-122"/>
              </a:rPr>
              <a:t>除法的前提：</a:t>
            </a:r>
            <a:r>
              <a:rPr lang="zh-CN" altLang="en-US" sz="2800" b="1" dirty="0">
                <a:solidFill>
                  <a:srgbClr val="FF0000"/>
                </a:solidFill>
              </a:rPr>
              <a:t> |X| </a:t>
            </a:r>
            <a:r>
              <a:rPr lang="en-US" altLang="zh-CN" sz="2800" b="1" dirty="0">
                <a:solidFill>
                  <a:srgbClr val="FF0000"/>
                </a:solidFill>
                <a:sym typeface="Arial" panose="020B0604020202020204" pitchFamily="34" charset="0"/>
              </a:rPr>
              <a:t>&lt;</a:t>
            </a:r>
            <a:r>
              <a:rPr lang="zh-CN" altLang="en-US" sz="2800" b="1" dirty="0">
                <a:solidFill>
                  <a:srgbClr val="FF0000"/>
                </a:solidFill>
              </a:rPr>
              <a:t> |Y|</a:t>
            </a:r>
            <a:r>
              <a:rPr lang="zh-CN" altLang="en-US" sz="2800" b="1" dirty="0">
                <a:solidFill>
                  <a:srgbClr val="FF0000"/>
                </a:solidFill>
                <a:latin typeface="楷体_GB2312" pitchFamily="1" charset="-122"/>
                <a:ea typeface="楷体_GB2312" pitchFamily="1" charset="-122"/>
              </a:rPr>
              <a:t> </a:t>
            </a:r>
            <a:endParaRPr lang="zh-CN" altLang="en-US" sz="2800" b="1" dirty="0">
              <a:solidFill>
                <a:srgbClr val="FF0000"/>
              </a:solidFill>
              <a:latin typeface="楷体_GB2312" pitchFamily="1" charset="-122"/>
              <a:ea typeface="楷体_GB2312" pitchFamily="1" charset="-122"/>
            </a:endParaRP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5058" name="AutoShape 2"/>
          <p:cNvSpPr/>
          <p:nvPr/>
        </p:nvSpPr>
        <p:spPr>
          <a:xfrm>
            <a:off x="5100638" y="1312863"/>
            <a:ext cx="3886200" cy="4419600"/>
          </a:xfrm>
          <a:prstGeom prst="irregularSeal2">
            <a:avLst/>
          </a:prstGeom>
          <a:gradFill rotWithShape="0">
            <a:gsLst>
              <a:gs pos="0">
                <a:srgbClr val="FFFFFF"/>
              </a:gs>
              <a:gs pos="100000">
                <a:srgbClr val="D6E103"/>
              </a:gs>
            </a:gsLst>
            <a:path path="shape">
              <a:fillToRect l="50000" t="50000" r="50000" b="50000"/>
            </a:path>
            <a:tileRect/>
          </a:gradFill>
          <a:ln w="9525" cap="flat" cmpd="sng">
            <a:solidFill>
              <a:schemeClr val="tx1"/>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buChar char="•"/>
              <a:defRPr sz="3200">
                <a:solidFill>
                  <a:srgbClr val="666699"/>
                </a:solidFill>
                <a:latin typeface="+mn-lt"/>
                <a:ea typeface="+mn-ea"/>
                <a:cs typeface="+mn-cs"/>
              </a:defRPr>
            </a:lvl1pPr>
            <a:lvl2pPr marL="742950" indent="-285750" algn="l" rtl="0" eaLnBrk="0" fontAlgn="base" hangingPunct="0">
              <a:spcBef>
                <a:spcPct val="20000"/>
              </a:spcBef>
              <a:spcAft>
                <a:spcPct val="0"/>
              </a:spcAft>
              <a:buChar char="–"/>
              <a:defRPr sz="2800">
                <a:solidFill>
                  <a:srgbClr val="666699"/>
                </a:solidFill>
                <a:latin typeface="+mn-lt"/>
                <a:ea typeface="+mn-ea"/>
              </a:defRPr>
            </a:lvl2pPr>
            <a:lvl3pPr marL="1143000" indent="-228600" algn="l" rtl="0" eaLnBrk="0" fontAlgn="base" hangingPunct="0">
              <a:spcBef>
                <a:spcPct val="20000"/>
              </a:spcBef>
              <a:spcAft>
                <a:spcPct val="0"/>
              </a:spcAft>
              <a:buChar char="•"/>
              <a:defRPr sz="2400">
                <a:solidFill>
                  <a:srgbClr val="666699"/>
                </a:solidFill>
                <a:latin typeface="+mn-lt"/>
                <a:ea typeface="+mn-ea"/>
              </a:defRPr>
            </a:lvl3pPr>
            <a:lvl4pPr marL="1600200" indent="-228600" algn="l" rtl="0" eaLnBrk="0" fontAlgn="base" hangingPunct="0">
              <a:spcBef>
                <a:spcPct val="20000"/>
              </a:spcBef>
              <a:spcAft>
                <a:spcPct val="0"/>
              </a:spcAft>
              <a:buChar char="–"/>
              <a:defRPr sz="2000">
                <a:solidFill>
                  <a:srgbClr val="666699"/>
                </a:solidFill>
                <a:latin typeface="+mn-lt"/>
                <a:ea typeface="+mn-ea"/>
              </a:defRPr>
            </a:lvl4pPr>
            <a:lvl5pPr marL="2057400" indent="-228600" algn="l" rtl="0" eaLnBrk="0" fontAlgn="base" hangingPunct="0">
              <a:spcBef>
                <a:spcPct val="20000"/>
              </a:spcBef>
              <a:spcAft>
                <a:spcPct val="0"/>
              </a:spcAft>
              <a:buChar char="»"/>
              <a:defRPr sz="2000">
                <a:solidFill>
                  <a:srgbClr val="666699"/>
                </a:solidFill>
                <a:latin typeface="+mn-lt"/>
                <a:ea typeface="+mn-ea"/>
              </a:defRPr>
            </a:lvl5pPr>
          </a:lstStyle>
          <a:p>
            <a:pPr marL="0" lvl="0" indent="0" eaLnBrk="1" hangingPunct="1">
              <a:spcBef>
                <a:spcPct val="0"/>
              </a:spcBef>
              <a:buNone/>
            </a:pPr>
            <a:endParaRPr lang="zh-CN" altLang="en-US" sz="2400" dirty="0">
              <a:solidFill>
                <a:schemeClr val="tx1"/>
              </a:solidFill>
            </a:endParaRPr>
          </a:p>
        </p:txBody>
      </p:sp>
      <p:sp>
        <p:nvSpPr>
          <p:cNvPr id="45059" name="Rectangle 3"/>
          <p:cNvSpPr>
            <a:spLocks noGrp="1"/>
          </p:cNvSpPr>
          <p:nvPr>
            <p:ph type="body"/>
          </p:nvPr>
        </p:nvSpPr>
        <p:spPr>
          <a:ln/>
        </p:spPr>
        <p:txBody>
          <a:bodyPr vert="horz" wrap="square" lIns="91440" tIns="45720" rIns="91440" bIns="45720" anchor="t" anchorCtr="0"/>
          <a:p>
            <a:pPr eaLnBrk="1" hangingPunct="1">
              <a:lnSpc>
                <a:spcPct val="90000"/>
              </a:lnSpc>
            </a:pPr>
            <a:r>
              <a:rPr lang="zh-CN" altLang="en-US" sz="2800" dirty="0"/>
              <a:t>        </a:t>
            </a:r>
            <a:r>
              <a:rPr lang="zh-CN" altLang="en-US" sz="2800" dirty="0">
                <a:solidFill>
                  <a:srgbClr val="0000FF"/>
                </a:solidFill>
              </a:rPr>
              <a:t>              0.1 1 0 1</a:t>
            </a:r>
            <a:endParaRPr lang="zh-CN" altLang="en-US" sz="2800" dirty="0">
              <a:solidFill>
                <a:srgbClr val="0000FF"/>
              </a:solidFill>
            </a:endParaRPr>
          </a:p>
          <a:p>
            <a:pPr eaLnBrk="1" hangingPunct="1">
              <a:lnSpc>
                <a:spcPct val="90000"/>
              </a:lnSpc>
            </a:pPr>
            <a:r>
              <a:rPr lang="zh-CN" altLang="en-US" sz="2800" dirty="0">
                <a:solidFill>
                  <a:srgbClr val="0000FF"/>
                </a:solidFill>
              </a:rPr>
              <a:t>1101     1 0 1 1 0</a:t>
            </a:r>
            <a:endParaRPr lang="zh-CN" altLang="en-US" sz="2800" dirty="0">
              <a:solidFill>
                <a:srgbClr val="0000FF"/>
              </a:solidFill>
            </a:endParaRPr>
          </a:p>
          <a:p>
            <a:pPr eaLnBrk="1" hangingPunct="1">
              <a:lnSpc>
                <a:spcPct val="90000"/>
              </a:lnSpc>
            </a:pPr>
            <a:r>
              <a:rPr lang="zh-CN" altLang="en-US" sz="2800" dirty="0">
                <a:solidFill>
                  <a:srgbClr val="0000FF"/>
                </a:solidFill>
              </a:rPr>
              <a:t>                1 1 0 1</a:t>
            </a:r>
            <a:endParaRPr lang="zh-CN" altLang="en-US" sz="2800" dirty="0">
              <a:solidFill>
                <a:srgbClr val="0000FF"/>
              </a:solidFill>
            </a:endParaRPr>
          </a:p>
          <a:p>
            <a:pPr eaLnBrk="1" hangingPunct="1">
              <a:lnSpc>
                <a:spcPct val="90000"/>
              </a:lnSpc>
            </a:pPr>
            <a:r>
              <a:rPr lang="zh-CN" altLang="en-US" sz="2800" dirty="0">
                <a:solidFill>
                  <a:srgbClr val="0000FF"/>
                </a:solidFill>
              </a:rPr>
              <a:t>                1 0 0 1 0</a:t>
            </a:r>
            <a:endParaRPr lang="zh-CN" altLang="en-US" sz="2800" dirty="0">
              <a:solidFill>
                <a:srgbClr val="0000FF"/>
              </a:solidFill>
            </a:endParaRPr>
          </a:p>
          <a:p>
            <a:pPr eaLnBrk="1" hangingPunct="1">
              <a:lnSpc>
                <a:spcPct val="90000"/>
              </a:lnSpc>
            </a:pPr>
            <a:r>
              <a:rPr lang="zh-CN" altLang="en-US" sz="2800" dirty="0">
                <a:solidFill>
                  <a:srgbClr val="0000FF"/>
                </a:solidFill>
              </a:rPr>
              <a:t>                   1 1 0 1</a:t>
            </a:r>
            <a:endParaRPr lang="zh-CN" altLang="en-US" sz="2800" dirty="0">
              <a:solidFill>
                <a:srgbClr val="0000FF"/>
              </a:solidFill>
            </a:endParaRPr>
          </a:p>
          <a:p>
            <a:pPr eaLnBrk="1" hangingPunct="1">
              <a:lnSpc>
                <a:spcPct val="90000"/>
              </a:lnSpc>
            </a:pPr>
            <a:r>
              <a:rPr lang="zh-CN" altLang="en-US" sz="2800" dirty="0">
                <a:solidFill>
                  <a:srgbClr val="0000FF"/>
                </a:solidFill>
              </a:rPr>
              <a:t>                      1 0 1 0 0</a:t>
            </a:r>
            <a:endParaRPr lang="zh-CN" altLang="en-US" sz="2800" dirty="0">
              <a:solidFill>
                <a:srgbClr val="0000FF"/>
              </a:solidFill>
            </a:endParaRPr>
          </a:p>
          <a:p>
            <a:pPr eaLnBrk="1" hangingPunct="1">
              <a:lnSpc>
                <a:spcPct val="90000"/>
              </a:lnSpc>
            </a:pPr>
            <a:r>
              <a:rPr lang="zh-CN" altLang="en-US" sz="2800" dirty="0">
                <a:solidFill>
                  <a:srgbClr val="0000FF"/>
                </a:solidFill>
              </a:rPr>
              <a:t>                         1 1 0 1 </a:t>
            </a:r>
            <a:endParaRPr lang="zh-CN" altLang="en-US" sz="2800" dirty="0">
              <a:solidFill>
                <a:srgbClr val="0000FF"/>
              </a:solidFill>
            </a:endParaRPr>
          </a:p>
          <a:p>
            <a:pPr eaLnBrk="1" hangingPunct="1">
              <a:lnSpc>
                <a:spcPct val="90000"/>
              </a:lnSpc>
            </a:pPr>
            <a:r>
              <a:rPr lang="zh-CN" altLang="en-US" sz="2800" dirty="0">
                <a:solidFill>
                  <a:srgbClr val="0000FF"/>
                </a:solidFill>
              </a:rPr>
              <a:t>                         0 1 1 1</a:t>
            </a:r>
            <a:endParaRPr lang="zh-CN" altLang="en-US" sz="2800" dirty="0">
              <a:solidFill>
                <a:srgbClr val="0000FF"/>
              </a:solidFill>
            </a:endParaRPr>
          </a:p>
          <a:p>
            <a:pPr eaLnBrk="1" hangingPunct="1">
              <a:lnSpc>
                <a:spcPct val="90000"/>
              </a:lnSpc>
              <a:buNone/>
            </a:pPr>
            <a:r>
              <a:rPr lang="zh-CN" altLang="en-US" sz="2800" dirty="0"/>
              <a:t>                      </a:t>
            </a:r>
            <a:endParaRPr lang="zh-CN" altLang="en-US" sz="2800" dirty="0"/>
          </a:p>
        </p:txBody>
      </p:sp>
      <p:sp>
        <p:nvSpPr>
          <p:cNvPr id="45060" name="Line 4"/>
          <p:cNvSpPr/>
          <p:nvPr/>
        </p:nvSpPr>
        <p:spPr>
          <a:xfrm>
            <a:off x="2133600" y="2438400"/>
            <a:ext cx="2819400" cy="0"/>
          </a:xfrm>
          <a:prstGeom prst="line">
            <a:avLst/>
          </a:prstGeom>
          <a:ln w="9525" cap="flat" cmpd="sng">
            <a:solidFill>
              <a:schemeClr val="tx1"/>
            </a:solidFill>
            <a:prstDash val="solid"/>
            <a:headEnd type="none" w="med" len="med"/>
            <a:tailEnd type="none" w="med" len="med"/>
          </a:ln>
        </p:spPr>
      </p:sp>
      <p:sp>
        <p:nvSpPr>
          <p:cNvPr id="45061" name="Line 5"/>
          <p:cNvSpPr/>
          <p:nvPr/>
        </p:nvSpPr>
        <p:spPr>
          <a:xfrm flipH="1">
            <a:off x="2057400" y="2438400"/>
            <a:ext cx="76200" cy="457200"/>
          </a:xfrm>
          <a:prstGeom prst="line">
            <a:avLst/>
          </a:prstGeom>
          <a:ln w="9525" cap="flat" cmpd="sng">
            <a:solidFill>
              <a:schemeClr val="tx1"/>
            </a:solidFill>
            <a:prstDash val="solid"/>
            <a:headEnd type="none" w="med" len="med"/>
            <a:tailEnd type="none" w="med" len="med"/>
          </a:ln>
        </p:spPr>
      </p:sp>
      <p:sp>
        <p:nvSpPr>
          <p:cNvPr id="45062" name="Line 6"/>
          <p:cNvSpPr/>
          <p:nvPr/>
        </p:nvSpPr>
        <p:spPr>
          <a:xfrm>
            <a:off x="1447800" y="3352800"/>
            <a:ext cx="4038600" cy="0"/>
          </a:xfrm>
          <a:prstGeom prst="line">
            <a:avLst/>
          </a:prstGeom>
          <a:ln w="9525" cap="flat" cmpd="sng">
            <a:solidFill>
              <a:schemeClr val="tx1"/>
            </a:solidFill>
            <a:prstDash val="solid"/>
            <a:headEnd type="none" w="med" len="med"/>
            <a:tailEnd type="none" w="med" len="med"/>
          </a:ln>
        </p:spPr>
      </p:sp>
      <p:sp>
        <p:nvSpPr>
          <p:cNvPr id="45063" name="Line 7"/>
          <p:cNvSpPr/>
          <p:nvPr/>
        </p:nvSpPr>
        <p:spPr>
          <a:xfrm>
            <a:off x="1371600" y="4343400"/>
            <a:ext cx="4038600" cy="0"/>
          </a:xfrm>
          <a:prstGeom prst="line">
            <a:avLst/>
          </a:prstGeom>
          <a:ln w="9525" cap="flat" cmpd="sng">
            <a:solidFill>
              <a:schemeClr val="tx1"/>
            </a:solidFill>
            <a:prstDash val="solid"/>
            <a:headEnd type="none" w="med" len="med"/>
            <a:tailEnd type="none" w="med" len="med"/>
          </a:ln>
        </p:spPr>
      </p:sp>
      <p:sp>
        <p:nvSpPr>
          <p:cNvPr id="45064" name="Line 8"/>
          <p:cNvSpPr/>
          <p:nvPr/>
        </p:nvSpPr>
        <p:spPr>
          <a:xfrm>
            <a:off x="1371600" y="5334000"/>
            <a:ext cx="4114800" cy="0"/>
          </a:xfrm>
          <a:prstGeom prst="line">
            <a:avLst/>
          </a:prstGeom>
          <a:ln w="9525" cap="flat" cmpd="sng">
            <a:solidFill>
              <a:schemeClr val="tx1"/>
            </a:solidFill>
            <a:prstDash val="solid"/>
            <a:headEnd type="none" w="med" len="med"/>
            <a:tailEnd type="none" w="med" len="med"/>
          </a:ln>
        </p:spPr>
      </p:sp>
      <p:sp>
        <p:nvSpPr>
          <p:cNvPr id="45065" name="Text Box 9"/>
          <p:cNvSpPr txBox="1"/>
          <p:nvPr/>
        </p:nvSpPr>
        <p:spPr>
          <a:xfrm>
            <a:off x="5580063" y="3200400"/>
            <a:ext cx="3240087" cy="1006475"/>
          </a:xfrm>
          <a:prstGeom prst="rect">
            <a:avLst/>
          </a:prstGeom>
          <a:noFill/>
          <a:ln w="9525">
            <a:noFill/>
          </a:ln>
        </p:spPr>
        <p:txBody>
          <a:bodyPr>
            <a:spAutoFit/>
          </a:bodyPr>
          <a:lstStyle>
            <a:lvl1pPr marL="342900" indent="-342900" algn="l" rtl="0" eaLnBrk="0" fontAlgn="base" hangingPunct="0">
              <a:spcBef>
                <a:spcPct val="20000"/>
              </a:spcBef>
              <a:spcAft>
                <a:spcPct val="0"/>
              </a:spcAft>
              <a:buChar char="•"/>
              <a:defRPr sz="3200">
                <a:solidFill>
                  <a:srgbClr val="666699"/>
                </a:solidFill>
                <a:latin typeface="+mn-lt"/>
                <a:ea typeface="+mn-ea"/>
                <a:cs typeface="+mn-cs"/>
              </a:defRPr>
            </a:lvl1pPr>
            <a:lvl2pPr marL="742950" indent="-285750" algn="l" rtl="0" eaLnBrk="0" fontAlgn="base" hangingPunct="0">
              <a:spcBef>
                <a:spcPct val="20000"/>
              </a:spcBef>
              <a:spcAft>
                <a:spcPct val="0"/>
              </a:spcAft>
              <a:buChar char="–"/>
              <a:defRPr sz="2800">
                <a:solidFill>
                  <a:srgbClr val="666699"/>
                </a:solidFill>
                <a:latin typeface="+mn-lt"/>
                <a:ea typeface="+mn-ea"/>
              </a:defRPr>
            </a:lvl2pPr>
            <a:lvl3pPr marL="1143000" indent="-228600" algn="l" rtl="0" eaLnBrk="0" fontAlgn="base" hangingPunct="0">
              <a:spcBef>
                <a:spcPct val="20000"/>
              </a:spcBef>
              <a:spcAft>
                <a:spcPct val="0"/>
              </a:spcAft>
              <a:buChar char="•"/>
              <a:defRPr sz="2400">
                <a:solidFill>
                  <a:srgbClr val="666699"/>
                </a:solidFill>
                <a:latin typeface="+mn-lt"/>
                <a:ea typeface="+mn-ea"/>
              </a:defRPr>
            </a:lvl3pPr>
            <a:lvl4pPr marL="1600200" indent="-228600" algn="l" rtl="0" eaLnBrk="0" fontAlgn="base" hangingPunct="0">
              <a:spcBef>
                <a:spcPct val="20000"/>
              </a:spcBef>
              <a:spcAft>
                <a:spcPct val="0"/>
              </a:spcAft>
              <a:buChar char="–"/>
              <a:defRPr sz="2000">
                <a:solidFill>
                  <a:srgbClr val="666699"/>
                </a:solidFill>
                <a:latin typeface="+mn-lt"/>
                <a:ea typeface="+mn-ea"/>
              </a:defRPr>
            </a:lvl4pPr>
            <a:lvl5pPr marL="2057400" indent="-228600" algn="l" rtl="0" eaLnBrk="0" fontAlgn="base" hangingPunct="0">
              <a:spcBef>
                <a:spcPct val="20000"/>
              </a:spcBef>
              <a:spcAft>
                <a:spcPct val="0"/>
              </a:spcAft>
              <a:buChar char="»"/>
              <a:defRPr sz="2000">
                <a:solidFill>
                  <a:srgbClr val="666699"/>
                </a:solidFill>
                <a:latin typeface="+mn-lt"/>
                <a:ea typeface="+mn-ea"/>
              </a:defRPr>
            </a:lvl5pPr>
          </a:lstStyle>
          <a:p>
            <a:pPr marL="0" lvl="0" indent="0" eaLnBrk="1" hangingPunct="1">
              <a:spcBef>
                <a:spcPct val="50000"/>
              </a:spcBef>
              <a:buNone/>
            </a:pPr>
            <a:r>
              <a:rPr lang="zh-CN" altLang="en-US" sz="2400" dirty="0">
                <a:solidFill>
                  <a:schemeClr val="tx1"/>
                </a:solidFill>
                <a:latin typeface="Tahoma" panose="020B0604030504040204" pitchFamily="34" charset="0"/>
              </a:rPr>
              <a:t>    X/Y=0.1101</a:t>
            </a:r>
            <a:endParaRPr lang="zh-CN" altLang="en-US" sz="2400" dirty="0">
              <a:solidFill>
                <a:schemeClr val="tx1"/>
              </a:solidFill>
              <a:latin typeface="Tahoma" panose="020B0604030504040204" pitchFamily="34" charset="0"/>
            </a:endParaRPr>
          </a:p>
          <a:p>
            <a:pPr marL="0" lvl="0" indent="0" eaLnBrk="1" hangingPunct="1">
              <a:spcBef>
                <a:spcPct val="50000"/>
              </a:spcBef>
              <a:buNone/>
            </a:pPr>
            <a:r>
              <a:rPr lang="zh-CN" altLang="en-US" sz="2400" dirty="0">
                <a:solidFill>
                  <a:schemeClr val="tx1"/>
                </a:solidFill>
                <a:latin typeface="Tahoma" panose="020B0604030504040204" pitchFamily="34" charset="0"/>
              </a:rPr>
              <a:t>余数=0.0111×2</a:t>
            </a:r>
            <a:r>
              <a:rPr lang="zh-CN" altLang="en-US" sz="2400" baseline="30000" dirty="0">
                <a:solidFill>
                  <a:schemeClr val="tx1"/>
                </a:solidFill>
                <a:latin typeface="Tahoma" panose="020B0604030504040204" pitchFamily="34" charset="0"/>
              </a:rPr>
              <a:t>-4</a:t>
            </a:r>
            <a:endParaRPr lang="zh-CN" altLang="en-US" sz="2400" baseline="30000" dirty="0">
              <a:solidFill>
                <a:schemeClr val="tx1"/>
              </a:solidFill>
              <a:latin typeface="Tahoma" panose="020B0604030504040204" pitchFamily="34" charset="0"/>
            </a:endParaRPr>
          </a:p>
        </p:txBody>
      </p:sp>
      <p:sp>
        <p:nvSpPr>
          <p:cNvPr id="45066" name="Text Box 10"/>
          <p:cNvSpPr txBox="1"/>
          <p:nvPr/>
        </p:nvSpPr>
        <p:spPr>
          <a:xfrm>
            <a:off x="123825" y="5680075"/>
            <a:ext cx="8769350" cy="831850"/>
          </a:xfrm>
          <a:prstGeom prst="rect">
            <a:avLst/>
          </a:prstGeom>
          <a:noFill/>
          <a:ln w="9525">
            <a:noFill/>
          </a:ln>
        </p:spPr>
        <p:txBody>
          <a:bodyPr>
            <a:spAutoFit/>
          </a:bodyPr>
          <a:lstStyle>
            <a:lvl1pPr marL="342900" indent="-342900" algn="l" rtl="0" eaLnBrk="0" fontAlgn="base" hangingPunct="0">
              <a:spcBef>
                <a:spcPct val="20000"/>
              </a:spcBef>
              <a:spcAft>
                <a:spcPct val="0"/>
              </a:spcAft>
              <a:buChar char="•"/>
              <a:defRPr sz="3200">
                <a:solidFill>
                  <a:srgbClr val="666699"/>
                </a:solidFill>
                <a:latin typeface="+mn-lt"/>
                <a:ea typeface="+mn-ea"/>
                <a:cs typeface="+mn-cs"/>
              </a:defRPr>
            </a:lvl1pPr>
            <a:lvl2pPr marL="742950" indent="-285750" algn="l" rtl="0" eaLnBrk="0" fontAlgn="base" hangingPunct="0">
              <a:spcBef>
                <a:spcPct val="20000"/>
              </a:spcBef>
              <a:spcAft>
                <a:spcPct val="0"/>
              </a:spcAft>
              <a:buChar char="–"/>
              <a:defRPr sz="2800">
                <a:solidFill>
                  <a:srgbClr val="666699"/>
                </a:solidFill>
                <a:latin typeface="+mn-lt"/>
                <a:ea typeface="+mn-ea"/>
              </a:defRPr>
            </a:lvl2pPr>
            <a:lvl3pPr marL="1143000" indent="-228600" algn="l" rtl="0" eaLnBrk="0" fontAlgn="base" hangingPunct="0">
              <a:spcBef>
                <a:spcPct val="20000"/>
              </a:spcBef>
              <a:spcAft>
                <a:spcPct val="0"/>
              </a:spcAft>
              <a:buChar char="•"/>
              <a:defRPr sz="2400">
                <a:solidFill>
                  <a:srgbClr val="666699"/>
                </a:solidFill>
                <a:latin typeface="+mn-lt"/>
                <a:ea typeface="+mn-ea"/>
              </a:defRPr>
            </a:lvl3pPr>
            <a:lvl4pPr marL="1600200" indent="-228600" algn="l" rtl="0" eaLnBrk="0" fontAlgn="base" hangingPunct="0">
              <a:spcBef>
                <a:spcPct val="20000"/>
              </a:spcBef>
              <a:spcAft>
                <a:spcPct val="0"/>
              </a:spcAft>
              <a:buChar char="–"/>
              <a:defRPr sz="2000">
                <a:solidFill>
                  <a:srgbClr val="666699"/>
                </a:solidFill>
                <a:latin typeface="+mn-lt"/>
                <a:ea typeface="+mn-ea"/>
              </a:defRPr>
            </a:lvl4pPr>
            <a:lvl5pPr marL="2057400" indent="-228600" algn="l" rtl="0" eaLnBrk="0" fontAlgn="base" hangingPunct="0">
              <a:spcBef>
                <a:spcPct val="20000"/>
              </a:spcBef>
              <a:spcAft>
                <a:spcPct val="0"/>
              </a:spcAft>
              <a:buChar char="»"/>
              <a:defRPr sz="2000">
                <a:solidFill>
                  <a:srgbClr val="666699"/>
                </a:solidFill>
                <a:latin typeface="+mn-lt"/>
                <a:ea typeface="+mn-ea"/>
              </a:defRPr>
            </a:lvl5pPr>
          </a:lstStyle>
          <a:p>
            <a:pPr marL="0" lvl="0" indent="0" eaLnBrk="1" hangingPunct="1">
              <a:spcBef>
                <a:spcPct val="0"/>
              </a:spcBef>
              <a:buNone/>
            </a:pPr>
            <a:r>
              <a:rPr lang="zh-CN" altLang="en-US" sz="2400" b="1" dirty="0">
                <a:solidFill>
                  <a:srgbClr val="0000FF"/>
                </a:solidFill>
              </a:rPr>
              <a:t>我们发现：在运算过程中要不断“试商”，够减商1，不够减商0。即多次判断被除数与除数的大小，而这个判断通过</a:t>
            </a:r>
            <a:r>
              <a:rPr lang="zh-CN" altLang="en-US" sz="2400" b="1" dirty="0">
                <a:solidFill>
                  <a:srgbClr val="FF0000"/>
                </a:solidFill>
              </a:rPr>
              <a:t>减法</a:t>
            </a:r>
            <a:r>
              <a:rPr lang="zh-CN" altLang="en-US" sz="2400" b="1" dirty="0">
                <a:solidFill>
                  <a:srgbClr val="0000FF"/>
                </a:solidFill>
              </a:rPr>
              <a:t>来实现。</a:t>
            </a:r>
            <a:endParaRPr lang="zh-CN" altLang="en-US" sz="2400" b="1" dirty="0">
              <a:solidFill>
                <a:srgbClr val="0000FF"/>
              </a:solidFill>
            </a:endParaRPr>
          </a:p>
        </p:txBody>
      </p:sp>
      <p:sp>
        <p:nvSpPr>
          <p:cNvPr id="45067" name="Text Box 11"/>
          <p:cNvSpPr txBox="1"/>
          <p:nvPr/>
        </p:nvSpPr>
        <p:spPr>
          <a:xfrm>
            <a:off x="296863" y="373063"/>
            <a:ext cx="8453437" cy="944562"/>
          </a:xfrm>
          <a:prstGeom prst="rect">
            <a:avLst/>
          </a:prstGeom>
          <a:noFill/>
          <a:ln w="9525">
            <a:noFill/>
          </a:ln>
        </p:spPr>
        <p:txBody>
          <a:bodyPr>
            <a:spAutoFit/>
          </a:bodyPr>
          <a:lstStyle>
            <a:lvl1pPr marL="342900" indent="-342900" algn="l" rtl="0" eaLnBrk="0" fontAlgn="base" hangingPunct="0">
              <a:spcBef>
                <a:spcPct val="20000"/>
              </a:spcBef>
              <a:spcAft>
                <a:spcPct val="0"/>
              </a:spcAft>
              <a:buChar char="•"/>
              <a:defRPr sz="3200">
                <a:solidFill>
                  <a:srgbClr val="666699"/>
                </a:solidFill>
                <a:latin typeface="+mn-lt"/>
                <a:ea typeface="+mn-ea"/>
                <a:cs typeface="+mn-cs"/>
              </a:defRPr>
            </a:lvl1pPr>
            <a:lvl2pPr marL="742950" indent="-285750" algn="l" rtl="0" eaLnBrk="0" fontAlgn="base" hangingPunct="0">
              <a:spcBef>
                <a:spcPct val="20000"/>
              </a:spcBef>
              <a:spcAft>
                <a:spcPct val="0"/>
              </a:spcAft>
              <a:buChar char="–"/>
              <a:defRPr sz="2800">
                <a:solidFill>
                  <a:srgbClr val="666699"/>
                </a:solidFill>
                <a:latin typeface="+mn-lt"/>
                <a:ea typeface="+mn-ea"/>
              </a:defRPr>
            </a:lvl2pPr>
            <a:lvl3pPr marL="1143000" indent="-228600" algn="l" rtl="0" eaLnBrk="0" fontAlgn="base" hangingPunct="0">
              <a:spcBef>
                <a:spcPct val="20000"/>
              </a:spcBef>
              <a:spcAft>
                <a:spcPct val="0"/>
              </a:spcAft>
              <a:buChar char="•"/>
              <a:defRPr sz="2400">
                <a:solidFill>
                  <a:srgbClr val="666699"/>
                </a:solidFill>
                <a:latin typeface="+mn-lt"/>
                <a:ea typeface="+mn-ea"/>
              </a:defRPr>
            </a:lvl3pPr>
            <a:lvl4pPr marL="1600200" indent="-228600" algn="l" rtl="0" eaLnBrk="0" fontAlgn="base" hangingPunct="0">
              <a:spcBef>
                <a:spcPct val="20000"/>
              </a:spcBef>
              <a:spcAft>
                <a:spcPct val="0"/>
              </a:spcAft>
              <a:buChar char="–"/>
              <a:defRPr sz="2000">
                <a:solidFill>
                  <a:srgbClr val="666699"/>
                </a:solidFill>
                <a:latin typeface="+mn-lt"/>
                <a:ea typeface="+mn-ea"/>
              </a:defRPr>
            </a:lvl4pPr>
            <a:lvl5pPr marL="2057400" indent="-228600" algn="l" rtl="0" eaLnBrk="0" fontAlgn="base" hangingPunct="0">
              <a:spcBef>
                <a:spcPct val="20000"/>
              </a:spcBef>
              <a:spcAft>
                <a:spcPct val="0"/>
              </a:spcAft>
              <a:buChar char="»"/>
              <a:defRPr sz="2000">
                <a:solidFill>
                  <a:srgbClr val="666699"/>
                </a:solidFill>
                <a:latin typeface="+mn-lt"/>
                <a:ea typeface="+mn-ea"/>
              </a:defRPr>
            </a:lvl5pPr>
          </a:lstStyle>
          <a:p>
            <a:pPr marL="0" lvl="0" indent="0" eaLnBrk="1" hangingPunct="1">
              <a:spcBef>
                <a:spcPct val="0"/>
              </a:spcBef>
              <a:buNone/>
            </a:pPr>
            <a:r>
              <a:rPr lang="zh-CN" altLang="en-US" sz="2800" b="1" dirty="0">
                <a:solidFill>
                  <a:schemeClr val="tx1"/>
                </a:solidFill>
              </a:rPr>
              <a:t>手工计算定点除法的方法：</a:t>
            </a:r>
            <a:endParaRPr lang="zh-CN" altLang="en-US" sz="2800" b="1" dirty="0">
              <a:solidFill>
                <a:schemeClr val="tx1"/>
              </a:solidFill>
            </a:endParaRPr>
          </a:p>
          <a:p>
            <a:pPr marL="0" lvl="0" indent="0" eaLnBrk="1" hangingPunct="1">
              <a:spcBef>
                <a:spcPct val="0"/>
              </a:spcBef>
              <a:buNone/>
            </a:pPr>
            <a:r>
              <a:rPr lang="zh-CN" altLang="en-US" sz="2800" b="1" dirty="0">
                <a:solidFill>
                  <a:schemeClr val="tx1"/>
                </a:solidFill>
              </a:rPr>
              <a:t>设被除数为X=0.1001，除数Y=0.1011,求X/Y=?</a:t>
            </a:r>
            <a:endParaRPr lang="zh-CN" altLang="en-US" sz="2800" b="1" dirty="0">
              <a:solidFill>
                <a:schemeClr val="tx1"/>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32" fill="hold" nodeType="clickEffect">
                                  <p:stCondLst>
                                    <p:cond delay="0"/>
                                  </p:stCondLst>
                                  <p:childTnLst>
                                    <p:set>
                                      <p:cBhvr>
                                        <p:cTn id="6" dur="1" fill="hold">
                                          <p:stCondLst>
                                            <p:cond delay="0"/>
                                          </p:stCondLst>
                                        </p:cTn>
                                        <p:tgtEl>
                                          <p:spTgt spid="45058"/>
                                        </p:tgtEl>
                                        <p:attrNameLst>
                                          <p:attrName>style.visibility</p:attrName>
                                        </p:attrNameLst>
                                      </p:cBhvr>
                                      <p:to>
                                        <p:strVal val="visible"/>
                                      </p:to>
                                    </p:set>
                                    <p:animEffect transition="in" filter="box(out)">
                                      <p:cBhvr>
                                        <p:cTn id="7" dur="500"/>
                                        <p:tgtEl>
                                          <p:spTgt spid="45058"/>
                                        </p:tgtEl>
                                      </p:cBhvr>
                                    </p:animEffect>
                                  </p:childTnLst>
                                </p:cTn>
                              </p:par>
                            </p:childTnLst>
                          </p:cTn>
                        </p:par>
                        <p:par>
                          <p:cTn id="8" fill="hold">
                            <p:stCondLst>
                              <p:cond delay="500"/>
                            </p:stCondLst>
                            <p:childTnLst>
                              <p:par>
                                <p:cTn id="9" presetID="4" presetClass="entr" presetSubtype="32" fill="hold" nodeType="afterEffect">
                                  <p:stCondLst>
                                    <p:cond delay="0"/>
                                  </p:stCondLst>
                                  <p:childTnLst>
                                    <p:set>
                                      <p:cBhvr>
                                        <p:cTn id="10" dur="1" fill="hold">
                                          <p:stCondLst>
                                            <p:cond delay="0"/>
                                          </p:stCondLst>
                                        </p:cTn>
                                        <p:tgtEl>
                                          <p:spTgt spid="45065"/>
                                        </p:tgtEl>
                                        <p:attrNameLst>
                                          <p:attrName>style.visibility</p:attrName>
                                        </p:attrNameLst>
                                      </p:cBhvr>
                                      <p:to>
                                        <p:strVal val="visible"/>
                                      </p:to>
                                    </p:set>
                                    <p:animEffect transition="in" filter="box(out)">
                                      <p:cBhvr>
                                        <p:cTn id="11" dur="500"/>
                                        <p:tgtEl>
                                          <p:spTgt spid="4506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5058" grpId="0" animBg="1"/>
      <p:bldP spid="45065" grpId="0"/>
    </p:bld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6082" name="Rectangle 2"/>
          <p:cNvSpPr>
            <a:spLocks noGrp="1"/>
          </p:cNvSpPr>
          <p:nvPr>
            <p:ph type="title"/>
          </p:nvPr>
        </p:nvSpPr>
        <p:spPr>
          <a:xfrm>
            <a:off x="685800" y="914400"/>
            <a:ext cx="7772400" cy="838200"/>
          </a:xfrm>
          <a:ln/>
        </p:spPr>
        <p:txBody>
          <a:bodyPr vert="horz" wrap="square" lIns="91440" tIns="45720" rIns="91440" bIns="45720" anchor="ctr" anchorCtr="0"/>
          <a:p>
            <a:pPr algn="l" eaLnBrk="1" hangingPunct="1"/>
            <a:r>
              <a:rPr lang="zh-CN" altLang="en-US" dirty="0"/>
              <a:t>1.原码恢复余数法</a:t>
            </a:r>
            <a:endParaRPr lang="zh-CN" altLang="en-US" dirty="0"/>
          </a:p>
        </p:txBody>
      </p:sp>
      <p:sp>
        <p:nvSpPr>
          <p:cNvPr id="46083" name="Rectangle 3"/>
          <p:cNvSpPr>
            <a:spLocks noGrp="1"/>
          </p:cNvSpPr>
          <p:nvPr>
            <p:ph type="body"/>
          </p:nvPr>
        </p:nvSpPr>
        <p:spPr>
          <a:xfrm>
            <a:off x="392113" y="1844675"/>
            <a:ext cx="8212137" cy="4752975"/>
          </a:xfrm>
          <a:ln/>
        </p:spPr>
        <p:txBody>
          <a:bodyPr vert="horz" wrap="square" lIns="91440" tIns="45720" rIns="91440" bIns="45720" anchor="t" anchorCtr="0"/>
          <a:p>
            <a:pPr marL="0" indent="0" eaLnBrk="1" hangingPunct="1"/>
            <a:r>
              <a:rPr lang="zh-CN" altLang="en-US" sz="2800" b="1" dirty="0">
                <a:solidFill>
                  <a:srgbClr val="0000FF"/>
                </a:solidFill>
              </a:rPr>
              <a:t>运算规则:</a:t>
            </a:r>
            <a:endParaRPr lang="zh-CN" altLang="en-US" sz="2800" b="1" dirty="0">
              <a:solidFill>
                <a:srgbClr val="0000FF"/>
              </a:solidFill>
            </a:endParaRPr>
          </a:p>
          <a:p>
            <a:pPr marL="0" indent="0" algn="just" eaLnBrk="1" hangingPunct="1">
              <a:buNone/>
            </a:pPr>
            <a:r>
              <a:rPr lang="zh-CN" altLang="en-US" sz="2800" dirty="0">
                <a:solidFill>
                  <a:srgbClr val="0000FF"/>
                </a:solidFill>
                <a:ea typeface="楷体_GB2312" pitchFamily="1" charset="-122"/>
              </a:rPr>
              <a:t>被除数与除数采用双符号位，被除数的绝对值要小于除数的绝对值。    </a:t>
            </a:r>
            <a:endParaRPr lang="zh-CN" altLang="en-US" sz="2800" dirty="0">
              <a:solidFill>
                <a:srgbClr val="0000FF"/>
              </a:solidFill>
              <a:ea typeface="楷体_GB2312" pitchFamily="1" charset="-122"/>
            </a:endParaRPr>
          </a:p>
          <a:p>
            <a:pPr marL="0" indent="0" algn="just" eaLnBrk="1" hangingPunct="1">
              <a:buNone/>
            </a:pPr>
            <a:r>
              <a:rPr lang="zh-CN" altLang="en-US" sz="2800" dirty="0">
                <a:solidFill>
                  <a:srgbClr val="0000FF"/>
                </a:solidFill>
                <a:ea typeface="楷体_GB2312" pitchFamily="1" charset="-122"/>
              </a:rPr>
              <a:t>被除数先减除数，若余数为正，表示够减，商1，余数左移再减除数；若余数为负，表示不够减 ，商0。不够减时，要加上除数恢复原来的余数，再左移减除数。如此循环多次。</a:t>
            </a:r>
            <a:endParaRPr lang="zh-CN" altLang="en-US" sz="2800" dirty="0">
              <a:solidFill>
                <a:srgbClr val="0000FF"/>
              </a:solidFill>
              <a:ea typeface="楷体_GB2312" pitchFamily="1" charset="-122"/>
            </a:endParaRPr>
          </a:p>
          <a:p>
            <a:pPr marL="0" indent="0" algn="just" eaLnBrk="1" hangingPunct="1">
              <a:buNone/>
            </a:pPr>
            <a:r>
              <a:rPr lang="zh-CN" altLang="en-US" sz="2800" dirty="0">
                <a:solidFill>
                  <a:srgbClr val="0000FF"/>
                </a:solidFill>
                <a:ea typeface="楷体_GB2312" pitchFamily="1" charset="-122"/>
              </a:rPr>
              <a:t>求n位商，做n步操作，若第n步余数为负，则第n+1步恢复余数不移位。</a:t>
            </a:r>
            <a:endParaRPr lang="zh-CN" altLang="en-US" sz="2800" dirty="0">
              <a:solidFill>
                <a:srgbClr val="0000FF"/>
              </a:solidFill>
              <a:ea typeface="楷体_GB2312" pitchFamily="1" charset="-122"/>
            </a:endParaRPr>
          </a:p>
          <a:p>
            <a:pPr marL="0" indent="0" algn="just" eaLnBrk="1" hangingPunct="1">
              <a:buNone/>
            </a:pPr>
            <a:r>
              <a:rPr lang="zh-CN" altLang="en-US" sz="2800" b="1" dirty="0">
                <a:solidFill>
                  <a:srgbClr val="000000"/>
                </a:solidFill>
                <a:ea typeface="楷体_GB2312" pitchFamily="1" charset="-122"/>
              </a:rPr>
              <a:t>    </a:t>
            </a:r>
            <a:endParaRPr lang="zh-CN" altLang="en-US" sz="2800" b="1" dirty="0">
              <a:solidFill>
                <a:srgbClr val="000000"/>
              </a:solidFill>
              <a:ea typeface="楷体_GB2312" pitchFamily="1" charset="-122"/>
            </a:endParaRP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7106" name="Rectangle 2"/>
          <p:cNvSpPr>
            <a:spLocks noGrp="1"/>
          </p:cNvSpPr>
          <p:nvPr>
            <p:ph type="title"/>
          </p:nvPr>
        </p:nvSpPr>
        <p:spPr>
          <a:xfrm>
            <a:off x="685800" y="914400"/>
            <a:ext cx="7772400" cy="838200"/>
          </a:xfrm>
          <a:ln/>
        </p:spPr>
        <p:txBody>
          <a:bodyPr vert="horz" wrap="square" lIns="91440" tIns="45720" rIns="91440" bIns="45720" anchor="ctr" anchorCtr="0"/>
          <a:p>
            <a:pPr algn="l" eaLnBrk="1" hangingPunct="1"/>
            <a:r>
              <a:rPr lang="zh-CN" altLang="en-US" dirty="0"/>
              <a:t>原码恢复余数法举例：</a:t>
            </a:r>
            <a:endParaRPr lang="zh-CN" altLang="en-US" dirty="0"/>
          </a:p>
        </p:txBody>
      </p:sp>
      <p:sp>
        <p:nvSpPr>
          <p:cNvPr id="47107" name="Rectangle 3"/>
          <p:cNvSpPr>
            <a:spLocks noGrp="1"/>
          </p:cNvSpPr>
          <p:nvPr>
            <p:ph type="body"/>
          </p:nvPr>
        </p:nvSpPr>
        <p:spPr>
          <a:xfrm>
            <a:off x="417513" y="2133600"/>
            <a:ext cx="7659687" cy="4114800"/>
          </a:xfrm>
          <a:ln/>
        </p:spPr>
        <p:txBody>
          <a:bodyPr vert="horz" wrap="square" lIns="91440" tIns="45720" rIns="91440" bIns="45720" anchor="t" anchorCtr="0"/>
          <a:p>
            <a:pPr eaLnBrk="1" hangingPunct="1"/>
            <a:r>
              <a:rPr lang="zh-CN" altLang="en-US" b="1" dirty="0">
                <a:solidFill>
                  <a:srgbClr val="0000FF"/>
                </a:solidFill>
              </a:rPr>
              <a:t>例:X=0.1001 ，  Y=0.1011， 用恢复余数法求X/Y=?</a:t>
            </a:r>
            <a:endParaRPr lang="zh-CN" altLang="en-US" b="1" dirty="0">
              <a:solidFill>
                <a:srgbClr val="0000FF"/>
              </a:solidFill>
            </a:endParaRPr>
          </a:p>
          <a:p>
            <a:pPr eaLnBrk="1" hangingPunct="1">
              <a:buNone/>
            </a:pPr>
            <a:r>
              <a:rPr lang="zh-CN" altLang="en-US" b="1" dirty="0">
                <a:solidFill>
                  <a:srgbClr val="0000FF"/>
                </a:solidFill>
              </a:rPr>
              <a:t>解:被除数 |X|=0.1001</a:t>
            </a:r>
            <a:endParaRPr lang="zh-CN" altLang="en-US" b="1" dirty="0">
              <a:solidFill>
                <a:srgbClr val="0000FF"/>
              </a:solidFill>
            </a:endParaRPr>
          </a:p>
          <a:p>
            <a:pPr eaLnBrk="1" hangingPunct="1">
              <a:buNone/>
            </a:pPr>
            <a:r>
              <a:rPr lang="zh-CN" altLang="en-US" b="1" dirty="0">
                <a:solidFill>
                  <a:srgbClr val="0000FF"/>
                </a:solidFill>
              </a:rPr>
              <a:t>        除数  |Y|=0.1011</a:t>
            </a:r>
            <a:endParaRPr lang="zh-CN" altLang="en-US" b="1" dirty="0">
              <a:solidFill>
                <a:srgbClr val="0000FF"/>
              </a:solidFill>
            </a:endParaRPr>
          </a:p>
          <a:p>
            <a:pPr eaLnBrk="1" hangingPunct="1">
              <a:buNone/>
            </a:pPr>
            <a:r>
              <a:rPr lang="zh-CN" altLang="en-US" b="1" dirty="0">
                <a:solidFill>
                  <a:srgbClr val="0000FF"/>
                </a:solidFill>
              </a:rPr>
              <a:t> 除数求补  -Y=1.0101</a:t>
            </a:r>
            <a:endParaRPr lang="zh-CN" altLang="en-US" b="1" dirty="0">
              <a:solidFill>
                <a:srgbClr val="0000FF"/>
              </a:solidFill>
            </a:endParaRP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8130" name="Rectangle 2"/>
          <p:cNvSpPr>
            <a:spLocks noGrp="1"/>
          </p:cNvSpPr>
          <p:nvPr>
            <p:ph type="body"/>
          </p:nvPr>
        </p:nvSpPr>
        <p:spPr>
          <a:xfrm>
            <a:off x="180975" y="909638"/>
            <a:ext cx="8455025" cy="4114800"/>
          </a:xfrm>
          <a:ln/>
        </p:spPr>
        <p:txBody>
          <a:bodyPr vert="horz" wrap="square" lIns="91440" tIns="45720" rIns="91440" bIns="45720" anchor="t" anchorCtr="0"/>
          <a:p>
            <a:pPr marL="0" indent="0" eaLnBrk="1" hangingPunct="1">
              <a:buNone/>
            </a:pPr>
            <a:r>
              <a:rPr lang="zh-CN" altLang="en-US" sz="2000" b="1" dirty="0">
                <a:solidFill>
                  <a:srgbClr val="0000FF"/>
                </a:solidFill>
              </a:rPr>
              <a:t>解:  操作             被除数/余数                  商数 q                      说明</a:t>
            </a:r>
            <a:endParaRPr lang="zh-CN" altLang="en-US" sz="2000" b="1" dirty="0">
              <a:solidFill>
                <a:srgbClr val="0000FF"/>
              </a:solidFill>
            </a:endParaRPr>
          </a:p>
        </p:txBody>
      </p:sp>
      <p:grpSp>
        <p:nvGrpSpPr>
          <p:cNvPr id="48131" name="Group 3"/>
          <p:cNvGrpSpPr/>
          <p:nvPr/>
        </p:nvGrpSpPr>
        <p:grpSpPr>
          <a:xfrm>
            <a:off x="539750" y="1270000"/>
            <a:ext cx="8064500" cy="4987925"/>
            <a:chOff x="0" y="0"/>
            <a:chExt cx="5040" cy="3067"/>
          </a:xfrm>
        </p:grpSpPr>
        <p:sp>
          <p:nvSpPr>
            <p:cNvPr id="48132" name="Text Box 4"/>
            <p:cNvSpPr txBox="1"/>
            <p:nvPr/>
          </p:nvSpPr>
          <p:spPr>
            <a:xfrm>
              <a:off x="3504" y="672"/>
              <a:ext cx="1344" cy="225"/>
            </a:xfrm>
            <a:prstGeom prst="rect">
              <a:avLst/>
            </a:prstGeom>
            <a:noFill/>
            <a:ln w="9525">
              <a:noFill/>
            </a:ln>
          </p:spPr>
          <p:txBody>
            <a:bodyPr>
              <a:spAutoFit/>
            </a:bodyPr>
            <a:lstStyle>
              <a:lvl1pPr marL="342900" indent="-342900" algn="l" rtl="0" eaLnBrk="0" fontAlgn="base" hangingPunct="0">
                <a:spcBef>
                  <a:spcPct val="20000"/>
                </a:spcBef>
                <a:spcAft>
                  <a:spcPct val="0"/>
                </a:spcAft>
                <a:buChar char="•"/>
                <a:defRPr sz="3200">
                  <a:solidFill>
                    <a:srgbClr val="666699"/>
                  </a:solidFill>
                  <a:latin typeface="+mn-lt"/>
                  <a:ea typeface="+mn-ea"/>
                  <a:cs typeface="+mn-cs"/>
                </a:defRPr>
              </a:lvl1pPr>
              <a:lvl2pPr marL="742950" indent="-285750" algn="l" rtl="0" eaLnBrk="0" fontAlgn="base" hangingPunct="0">
                <a:spcBef>
                  <a:spcPct val="20000"/>
                </a:spcBef>
                <a:spcAft>
                  <a:spcPct val="0"/>
                </a:spcAft>
                <a:buChar char="–"/>
                <a:defRPr sz="2800">
                  <a:solidFill>
                    <a:srgbClr val="666699"/>
                  </a:solidFill>
                  <a:latin typeface="+mn-lt"/>
                  <a:ea typeface="+mn-ea"/>
                </a:defRPr>
              </a:lvl2pPr>
              <a:lvl3pPr marL="1143000" indent="-228600" algn="l" rtl="0" eaLnBrk="0" fontAlgn="base" hangingPunct="0">
                <a:spcBef>
                  <a:spcPct val="20000"/>
                </a:spcBef>
                <a:spcAft>
                  <a:spcPct val="0"/>
                </a:spcAft>
                <a:buChar char="•"/>
                <a:defRPr sz="2400">
                  <a:solidFill>
                    <a:srgbClr val="666699"/>
                  </a:solidFill>
                  <a:latin typeface="+mn-lt"/>
                  <a:ea typeface="+mn-ea"/>
                </a:defRPr>
              </a:lvl3pPr>
              <a:lvl4pPr marL="1600200" indent="-228600" algn="l" rtl="0" eaLnBrk="0" fontAlgn="base" hangingPunct="0">
                <a:spcBef>
                  <a:spcPct val="20000"/>
                </a:spcBef>
                <a:spcAft>
                  <a:spcPct val="0"/>
                </a:spcAft>
                <a:buChar char="–"/>
                <a:defRPr sz="2000">
                  <a:solidFill>
                    <a:srgbClr val="666699"/>
                  </a:solidFill>
                  <a:latin typeface="+mn-lt"/>
                  <a:ea typeface="+mn-ea"/>
                </a:defRPr>
              </a:lvl4pPr>
              <a:lvl5pPr marL="2057400" indent="-228600" algn="l" rtl="0" eaLnBrk="0" fontAlgn="base" hangingPunct="0">
                <a:spcBef>
                  <a:spcPct val="20000"/>
                </a:spcBef>
                <a:spcAft>
                  <a:spcPct val="0"/>
                </a:spcAft>
                <a:buChar char="»"/>
                <a:defRPr sz="2000">
                  <a:solidFill>
                    <a:srgbClr val="666699"/>
                  </a:solidFill>
                  <a:latin typeface="+mn-lt"/>
                  <a:ea typeface="+mn-ea"/>
                </a:defRPr>
              </a:lvl5pPr>
            </a:lstStyle>
            <a:p>
              <a:pPr marL="0" lvl="0" indent="0" eaLnBrk="1" hangingPunct="1">
                <a:spcBef>
                  <a:spcPct val="50000"/>
                </a:spcBef>
                <a:buNone/>
              </a:pPr>
              <a:r>
                <a:rPr lang="zh-CN" altLang="en-US" sz="1800" dirty="0">
                  <a:solidFill>
                    <a:schemeClr val="tx1"/>
                  </a:solidFill>
                  <a:latin typeface="Tahoma" panose="020B0604030504040204" pitchFamily="34" charset="0"/>
                </a:rPr>
                <a:t>商0，余数左移</a:t>
              </a:r>
              <a:endParaRPr lang="zh-CN" altLang="en-US" sz="1800" dirty="0">
                <a:solidFill>
                  <a:schemeClr val="tx1"/>
                </a:solidFill>
                <a:latin typeface="Tahoma" panose="020B0604030504040204" pitchFamily="34" charset="0"/>
              </a:endParaRPr>
            </a:p>
          </p:txBody>
        </p:sp>
        <p:sp>
          <p:nvSpPr>
            <p:cNvPr id="48133" name="Text Box 5"/>
            <p:cNvSpPr txBox="1"/>
            <p:nvPr/>
          </p:nvSpPr>
          <p:spPr>
            <a:xfrm>
              <a:off x="3504" y="1152"/>
              <a:ext cx="1440" cy="225"/>
            </a:xfrm>
            <a:prstGeom prst="rect">
              <a:avLst/>
            </a:prstGeom>
            <a:noFill/>
            <a:ln w="9525">
              <a:noFill/>
            </a:ln>
          </p:spPr>
          <p:txBody>
            <a:bodyPr>
              <a:spAutoFit/>
            </a:bodyPr>
            <a:lstStyle>
              <a:lvl1pPr marL="342900" indent="-342900" algn="l" rtl="0" eaLnBrk="0" fontAlgn="base" hangingPunct="0">
                <a:spcBef>
                  <a:spcPct val="20000"/>
                </a:spcBef>
                <a:spcAft>
                  <a:spcPct val="0"/>
                </a:spcAft>
                <a:buChar char="•"/>
                <a:defRPr sz="3200">
                  <a:solidFill>
                    <a:srgbClr val="666699"/>
                  </a:solidFill>
                  <a:latin typeface="+mn-lt"/>
                  <a:ea typeface="+mn-ea"/>
                  <a:cs typeface="+mn-cs"/>
                </a:defRPr>
              </a:lvl1pPr>
              <a:lvl2pPr marL="742950" indent="-285750" algn="l" rtl="0" eaLnBrk="0" fontAlgn="base" hangingPunct="0">
                <a:spcBef>
                  <a:spcPct val="20000"/>
                </a:spcBef>
                <a:spcAft>
                  <a:spcPct val="0"/>
                </a:spcAft>
                <a:buChar char="–"/>
                <a:defRPr sz="2800">
                  <a:solidFill>
                    <a:srgbClr val="666699"/>
                  </a:solidFill>
                  <a:latin typeface="+mn-lt"/>
                  <a:ea typeface="+mn-ea"/>
                </a:defRPr>
              </a:lvl2pPr>
              <a:lvl3pPr marL="1143000" indent="-228600" algn="l" rtl="0" eaLnBrk="0" fontAlgn="base" hangingPunct="0">
                <a:spcBef>
                  <a:spcPct val="20000"/>
                </a:spcBef>
                <a:spcAft>
                  <a:spcPct val="0"/>
                </a:spcAft>
                <a:buChar char="•"/>
                <a:defRPr sz="2400">
                  <a:solidFill>
                    <a:srgbClr val="666699"/>
                  </a:solidFill>
                  <a:latin typeface="+mn-lt"/>
                  <a:ea typeface="+mn-ea"/>
                </a:defRPr>
              </a:lvl3pPr>
              <a:lvl4pPr marL="1600200" indent="-228600" algn="l" rtl="0" eaLnBrk="0" fontAlgn="base" hangingPunct="0">
                <a:spcBef>
                  <a:spcPct val="20000"/>
                </a:spcBef>
                <a:spcAft>
                  <a:spcPct val="0"/>
                </a:spcAft>
                <a:buChar char="–"/>
                <a:defRPr sz="2000">
                  <a:solidFill>
                    <a:srgbClr val="666699"/>
                  </a:solidFill>
                  <a:latin typeface="+mn-lt"/>
                  <a:ea typeface="+mn-ea"/>
                </a:defRPr>
              </a:lvl4pPr>
              <a:lvl5pPr marL="2057400" indent="-228600" algn="l" rtl="0" eaLnBrk="0" fontAlgn="base" hangingPunct="0">
                <a:spcBef>
                  <a:spcPct val="20000"/>
                </a:spcBef>
                <a:spcAft>
                  <a:spcPct val="0"/>
                </a:spcAft>
                <a:buChar char="»"/>
                <a:defRPr sz="2000">
                  <a:solidFill>
                    <a:srgbClr val="666699"/>
                  </a:solidFill>
                  <a:latin typeface="+mn-lt"/>
                  <a:ea typeface="+mn-ea"/>
                </a:defRPr>
              </a:lvl5pPr>
            </a:lstStyle>
            <a:p>
              <a:pPr marL="0" lvl="0" indent="0" eaLnBrk="1" hangingPunct="1">
                <a:spcBef>
                  <a:spcPct val="50000"/>
                </a:spcBef>
                <a:buNone/>
              </a:pPr>
              <a:r>
                <a:rPr lang="zh-CN" altLang="en-US" sz="1800" dirty="0">
                  <a:solidFill>
                    <a:schemeClr val="tx1"/>
                  </a:solidFill>
                  <a:latin typeface="Tahoma" panose="020B0604030504040204" pitchFamily="34" charset="0"/>
                </a:rPr>
                <a:t>商1，余数左移</a:t>
              </a:r>
              <a:endParaRPr lang="zh-CN" altLang="en-US" sz="1800" dirty="0">
                <a:solidFill>
                  <a:schemeClr val="tx1"/>
                </a:solidFill>
                <a:latin typeface="Tahoma" panose="020B0604030504040204" pitchFamily="34" charset="0"/>
              </a:endParaRPr>
            </a:p>
          </p:txBody>
        </p:sp>
        <p:sp>
          <p:nvSpPr>
            <p:cNvPr id="48134" name="Text Box 6"/>
            <p:cNvSpPr txBox="1"/>
            <p:nvPr/>
          </p:nvSpPr>
          <p:spPr>
            <a:xfrm>
              <a:off x="3504" y="1584"/>
              <a:ext cx="1392" cy="226"/>
            </a:xfrm>
            <a:prstGeom prst="rect">
              <a:avLst/>
            </a:prstGeom>
            <a:noFill/>
            <a:ln w="9525">
              <a:noFill/>
            </a:ln>
          </p:spPr>
          <p:txBody>
            <a:bodyPr>
              <a:spAutoFit/>
            </a:bodyPr>
            <a:lstStyle>
              <a:lvl1pPr marL="342900" indent="-342900" algn="l" rtl="0" eaLnBrk="0" fontAlgn="base" hangingPunct="0">
                <a:spcBef>
                  <a:spcPct val="20000"/>
                </a:spcBef>
                <a:spcAft>
                  <a:spcPct val="0"/>
                </a:spcAft>
                <a:buChar char="•"/>
                <a:defRPr sz="3200">
                  <a:solidFill>
                    <a:srgbClr val="666699"/>
                  </a:solidFill>
                  <a:latin typeface="+mn-lt"/>
                  <a:ea typeface="+mn-ea"/>
                  <a:cs typeface="+mn-cs"/>
                </a:defRPr>
              </a:lvl1pPr>
              <a:lvl2pPr marL="742950" indent="-285750" algn="l" rtl="0" eaLnBrk="0" fontAlgn="base" hangingPunct="0">
                <a:spcBef>
                  <a:spcPct val="20000"/>
                </a:spcBef>
                <a:spcAft>
                  <a:spcPct val="0"/>
                </a:spcAft>
                <a:buChar char="–"/>
                <a:defRPr sz="2800">
                  <a:solidFill>
                    <a:srgbClr val="666699"/>
                  </a:solidFill>
                  <a:latin typeface="+mn-lt"/>
                  <a:ea typeface="+mn-ea"/>
                </a:defRPr>
              </a:lvl2pPr>
              <a:lvl3pPr marL="1143000" indent="-228600" algn="l" rtl="0" eaLnBrk="0" fontAlgn="base" hangingPunct="0">
                <a:spcBef>
                  <a:spcPct val="20000"/>
                </a:spcBef>
                <a:spcAft>
                  <a:spcPct val="0"/>
                </a:spcAft>
                <a:buChar char="•"/>
                <a:defRPr sz="2400">
                  <a:solidFill>
                    <a:srgbClr val="666699"/>
                  </a:solidFill>
                  <a:latin typeface="+mn-lt"/>
                  <a:ea typeface="+mn-ea"/>
                </a:defRPr>
              </a:lvl3pPr>
              <a:lvl4pPr marL="1600200" indent="-228600" algn="l" rtl="0" eaLnBrk="0" fontAlgn="base" hangingPunct="0">
                <a:spcBef>
                  <a:spcPct val="20000"/>
                </a:spcBef>
                <a:spcAft>
                  <a:spcPct val="0"/>
                </a:spcAft>
                <a:buChar char="–"/>
                <a:defRPr sz="2000">
                  <a:solidFill>
                    <a:srgbClr val="666699"/>
                  </a:solidFill>
                  <a:latin typeface="+mn-lt"/>
                  <a:ea typeface="+mn-ea"/>
                </a:defRPr>
              </a:lvl4pPr>
              <a:lvl5pPr marL="2057400" indent="-228600" algn="l" rtl="0" eaLnBrk="0" fontAlgn="base" hangingPunct="0">
                <a:spcBef>
                  <a:spcPct val="20000"/>
                </a:spcBef>
                <a:spcAft>
                  <a:spcPct val="0"/>
                </a:spcAft>
                <a:buChar char="»"/>
                <a:defRPr sz="2000">
                  <a:solidFill>
                    <a:srgbClr val="666699"/>
                  </a:solidFill>
                  <a:latin typeface="+mn-lt"/>
                  <a:ea typeface="+mn-ea"/>
                </a:defRPr>
              </a:lvl5pPr>
            </a:lstStyle>
            <a:p>
              <a:pPr marL="0" lvl="0" indent="0" eaLnBrk="1" hangingPunct="1">
                <a:spcBef>
                  <a:spcPct val="50000"/>
                </a:spcBef>
                <a:buNone/>
              </a:pPr>
              <a:r>
                <a:rPr lang="zh-CN" altLang="en-US" sz="1800" dirty="0">
                  <a:solidFill>
                    <a:schemeClr val="tx1"/>
                  </a:solidFill>
                  <a:latin typeface="Tahoma" panose="020B0604030504040204" pitchFamily="34" charset="0"/>
                </a:rPr>
                <a:t>商1，余数左移</a:t>
              </a:r>
              <a:endParaRPr lang="zh-CN" altLang="en-US" sz="1800" dirty="0">
                <a:solidFill>
                  <a:schemeClr val="tx1"/>
                </a:solidFill>
                <a:latin typeface="Tahoma" panose="020B0604030504040204" pitchFamily="34" charset="0"/>
              </a:endParaRPr>
            </a:p>
          </p:txBody>
        </p:sp>
        <p:sp>
          <p:nvSpPr>
            <p:cNvPr id="48135" name="Text Box 7"/>
            <p:cNvSpPr txBox="1"/>
            <p:nvPr/>
          </p:nvSpPr>
          <p:spPr>
            <a:xfrm>
              <a:off x="3504" y="2352"/>
              <a:ext cx="1392" cy="226"/>
            </a:xfrm>
            <a:prstGeom prst="rect">
              <a:avLst/>
            </a:prstGeom>
            <a:noFill/>
            <a:ln w="9525">
              <a:noFill/>
            </a:ln>
          </p:spPr>
          <p:txBody>
            <a:bodyPr>
              <a:spAutoFit/>
            </a:bodyPr>
            <a:lstStyle>
              <a:lvl1pPr marL="342900" indent="-342900" algn="l" rtl="0" eaLnBrk="0" fontAlgn="base" hangingPunct="0">
                <a:spcBef>
                  <a:spcPct val="20000"/>
                </a:spcBef>
                <a:spcAft>
                  <a:spcPct val="0"/>
                </a:spcAft>
                <a:buChar char="•"/>
                <a:defRPr sz="3200">
                  <a:solidFill>
                    <a:srgbClr val="666699"/>
                  </a:solidFill>
                  <a:latin typeface="+mn-lt"/>
                  <a:ea typeface="+mn-ea"/>
                  <a:cs typeface="+mn-cs"/>
                </a:defRPr>
              </a:lvl1pPr>
              <a:lvl2pPr marL="742950" indent="-285750" algn="l" rtl="0" eaLnBrk="0" fontAlgn="base" hangingPunct="0">
                <a:spcBef>
                  <a:spcPct val="20000"/>
                </a:spcBef>
                <a:spcAft>
                  <a:spcPct val="0"/>
                </a:spcAft>
                <a:buChar char="–"/>
                <a:defRPr sz="2800">
                  <a:solidFill>
                    <a:srgbClr val="666699"/>
                  </a:solidFill>
                  <a:latin typeface="+mn-lt"/>
                  <a:ea typeface="+mn-ea"/>
                </a:defRPr>
              </a:lvl2pPr>
              <a:lvl3pPr marL="1143000" indent="-228600" algn="l" rtl="0" eaLnBrk="0" fontAlgn="base" hangingPunct="0">
                <a:spcBef>
                  <a:spcPct val="20000"/>
                </a:spcBef>
                <a:spcAft>
                  <a:spcPct val="0"/>
                </a:spcAft>
                <a:buChar char="•"/>
                <a:defRPr sz="2400">
                  <a:solidFill>
                    <a:srgbClr val="666699"/>
                  </a:solidFill>
                  <a:latin typeface="+mn-lt"/>
                  <a:ea typeface="+mn-ea"/>
                </a:defRPr>
              </a:lvl3pPr>
              <a:lvl4pPr marL="1600200" indent="-228600" algn="l" rtl="0" eaLnBrk="0" fontAlgn="base" hangingPunct="0">
                <a:spcBef>
                  <a:spcPct val="20000"/>
                </a:spcBef>
                <a:spcAft>
                  <a:spcPct val="0"/>
                </a:spcAft>
                <a:buChar char="–"/>
                <a:defRPr sz="2000">
                  <a:solidFill>
                    <a:srgbClr val="666699"/>
                  </a:solidFill>
                  <a:latin typeface="+mn-lt"/>
                  <a:ea typeface="+mn-ea"/>
                </a:defRPr>
              </a:lvl4pPr>
              <a:lvl5pPr marL="2057400" indent="-228600" algn="l" rtl="0" eaLnBrk="0" fontAlgn="base" hangingPunct="0">
                <a:spcBef>
                  <a:spcPct val="20000"/>
                </a:spcBef>
                <a:spcAft>
                  <a:spcPct val="0"/>
                </a:spcAft>
                <a:buChar char="»"/>
                <a:defRPr sz="2000">
                  <a:solidFill>
                    <a:srgbClr val="666699"/>
                  </a:solidFill>
                  <a:latin typeface="+mn-lt"/>
                  <a:ea typeface="+mn-ea"/>
                </a:defRPr>
              </a:lvl5pPr>
            </a:lstStyle>
            <a:p>
              <a:pPr marL="0" lvl="0" indent="0" eaLnBrk="1" hangingPunct="1">
                <a:spcBef>
                  <a:spcPct val="50000"/>
                </a:spcBef>
                <a:buNone/>
              </a:pPr>
              <a:r>
                <a:rPr lang="zh-CN" altLang="en-US" sz="1800" dirty="0">
                  <a:solidFill>
                    <a:schemeClr val="tx1"/>
                  </a:solidFill>
                  <a:latin typeface="Tahoma" panose="020B0604030504040204" pitchFamily="34" charset="0"/>
                </a:rPr>
                <a:t>商0，余数左移</a:t>
              </a:r>
              <a:endParaRPr lang="zh-CN" altLang="en-US" sz="1800" dirty="0">
                <a:solidFill>
                  <a:schemeClr val="tx1"/>
                </a:solidFill>
                <a:latin typeface="Tahoma" panose="020B0604030504040204" pitchFamily="34" charset="0"/>
              </a:endParaRPr>
            </a:p>
          </p:txBody>
        </p:sp>
        <p:grpSp>
          <p:nvGrpSpPr>
            <p:cNvPr id="48136" name="Group 8"/>
            <p:cNvGrpSpPr/>
            <p:nvPr/>
          </p:nvGrpSpPr>
          <p:grpSpPr>
            <a:xfrm>
              <a:off x="0" y="0"/>
              <a:ext cx="5040" cy="3067"/>
              <a:chOff x="0" y="0"/>
              <a:chExt cx="5040" cy="3067"/>
            </a:xfrm>
          </p:grpSpPr>
          <p:sp>
            <p:nvSpPr>
              <p:cNvPr id="48137" name="Text Box 9"/>
              <p:cNvSpPr txBox="1"/>
              <p:nvPr/>
            </p:nvSpPr>
            <p:spPr>
              <a:xfrm>
                <a:off x="960" y="0"/>
                <a:ext cx="1152" cy="244"/>
              </a:xfrm>
              <a:prstGeom prst="rect">
                <a:avLst/>
              </a:prstGeom>
              <a:noFill/>
              <a:ln w="9525">
                <a:noFill/>
              </a:ln>
            </p:spPr>
            <p:txBody>
              <a:bodyPr>
                <a:spAutoFit/>
              </a:bodyPr>
              <a:lstStyle>
                <a:lvl1pPr marL="342900" indent="-342900" algn="l" rtl="0" eaLnBrk="0" fontAlgn="base" hangingPunct="0">
                  <a:spcBef>
                    <a:spcPct val="20000"/>
                  </a:spcBef>
                  <a:spcAft>
                    <a:spcPct val="0"/>
                  </a:spcAft>
                  <a:buChar char="•"/>
                  <a:defRPr sz="3200">
                    <a:solidFill>
                      <a:srgbClr val="666699"/>
                    </a:solidFill>
                    <a:latin typeface="+mn-lt"/>
                    <a:ea typeface="+mn-ea"/>
                    <a:cs typeface="+mn-cs"/>
                  </a:defRPr>
                </a:lvl1pPr>
                <a:lvl2pPr marL="742950" indent="-285750" algn="l" rtl="0" eaLnBrk="0" fontAlgn="base" hangingPunct="0">
                  <a:spcBef>
                    <a:spcPct val="20000"/>
                  </a:spcBef>
                  <a:spcAft>
                    <a:spcPct val="0"/>
                  </a:spcAft>
                  <a:buChar char="–"/>
                  <a:defRPr sz="2800">
                    <a:solidFill>
                      <a:srgbClr val="666699"/>
                    </a:solidFill>
                    <a:latin typeface="+mn-lt"/>
                    <a:ea typeface="+mn-ea"/>
                  </a:defRPr>
                </a:lvl2pPr>
                <a:lvl3pPr marL="1143000" indent="-228600" algn="l" rtl="0" eaLnBrk="0" fontAlgn="base" hangingPunct="0">
                  <a:spcBef>
                    <a:spcPct val="20000"/>
                  </a:spcBef>
                  <a:spcAft>
                    <a:spcPct val="0"/>
                  </a:spcAft>
                  <a:buChar char="•"/>
                  <a:defRPr sz="2400">
                    <a:solidFill>
                      <a:srgbClr val="666699"/>
                    </a:solidFill>
                    <a:latin typeface="+mn-lt"/>
                    <a:ea typeface="+mn-ea"/>
                  </a:defRPr>
                </a:lvl3pPr>
                <a:lvl4pPr marL="1600200" indent="-228600" algn="l" rtl="0" eaLnBrk="0" fontAlgn="base" hangingPunct="0">
                  <a:spcBef>
                    <a:spcPct val="20000"/>
                  </a:spcBef>
                  <a:spcAft>
                    <a:spcPct val="0"/>
                  </a:spcAft>
                  <a:buChar char="–"/>
                  <a:defRPr sz="2000">
                    <a:solidFill>
                      <a:srgbClr val="666699"/>
                    </a:solidFill>
                    <a:latin typeface="+mn-lt"/>
                    <a:ea typeface="+mn-ea"/>
                  </a:defRPr>
                </a:lvl4pPr>
                <a:lvl5pPr marL="2057400" indent="-228600" algn="l" rtl="0" eaLnBrk="0" fontAlgn="base" hangingPunct="0">
                  <a:spcBef>
                    <a:spcPct val="20000"/>
                  </a:spcBef>
                  <a:spcAft>
                    <a:spcPct val="0"/>
                  </a:spcAft>
                  <a:buChar char="»"/>
                  <a:defRPr sz="2000">
                    <a:solidFill>
                      <a:srgbClr val="666699"/>
                    </a:solidFill>
                    <a:latin typeface="+mn-lt"/>
                    <a:ea typeface="+mn-ea"/>
                  </a:defRPr>
                </a:lvl5pPr>
              </a:lstStyle>
              <a:p>
                <a:pPr marL="0" lvl="0" indent="0" eaLnBrk="1" hangingPunct="1">
                  <a:spcBef>
                    <a:spcPct val="50000"/>
                  </a:spcBef>
                  <a:buNone/>
                </a:pPr>
                <a:r>
                  <a:rPr lang="zh-CN" altLang="en-US" sz="2000" dirty="0">
                    <a:solidFill>
                      <a:schemeClr val="tx1"/>
                    </a:solidFill>
                    <a:latin typeface="Tahoma" panose="020B0604030504040204" pitchFamily="34" charset="0"/>
                  </a:rPr>
                  <a:t>0 0 . 1 0 0 1</a:t>
                </a:r>
                <a:endParaRPr lang="zh-CN" altLang="en-US" sz="2000" dirty="0">
                  <a:solidFill>
                    <a:schemeClr val="tx1"/>
                  </a:solidFill>
                  <a:latin typeface="Tahoma" panose="020B0604030504040204" pitchFamily="34" charset="0"/>
                </a:endParaRPr>
              </a:p>
            </p:txBody>
          </p:sp>
          <p:sp>
            <p:nvSpPr>
              <p:cNvPr id="48138" name="Text Box 10"/>
              <p:cNvSpPr txBox="1"/>
              <p:nvPr/>
            </p:nvSpPr>
            <p:spPr>
              <a:xfrm>
                <a:off x="960" y="144"/>
                <a:ext cx="1152" cy="244"/>
              </a:xfrm>
              <a:prstGeom prst="rect">
                <a:avLst/>
              </a:prstGeom>
              <a:noFill/>
              <a:ln w="9525">
                <a:noFill/>
              </a:ln>
            </p:spPr>
            <p:txBody>
              <a:bodyPr>
                <a:spAutoFit/>
              </a:bodyPr>
              <a:lstStyle>
                <a:lvl1pPr marL="342900" indent="-342900" algn="l" rtl="0" eaLnBrk="0" fontAlgn="base" hangingPunct="0">
                  <a:spcBef>
                    <a:spcPct val="20000"/>
                  </a:spcBef>
                  <a:spcAft>
                    <a:spcPct val="0"/>
                  </a:spcAft>
                  <a:buChar char="•"/>
                  <a:defRPr sz="3200">
                    <a:solidFill>
                      <a:srgbClr val="666699"/>
                    </a:solidFill>
                    <a:latin typeface="+mn-lt"/>
                    <a:ea typeface="+mn-ea"/>
                    <a:cs typeface="+mn-cs"/>
                  </a:defRPr>
                </a:lvl1pPr>
                <a:lvl2pPr marL="742950" indent="-285750" algn="l" rtl="0" eaLnBrk="0" fontAlgn="base" hangingPunct="0">
                  <a:spcBef>
                    <a:spcPct val="20000"/>
                  </a:spcBef>
                  <a:spcAft>
                    <a:spcPct val="0"/>
                  </a:spcAft>
                  <a:buChar char="–"/>
                  <a:defRPr sz="2800">
                    <a:solidFill>
                      <a:srgbClr val="666699"/>
                    </a:solidFill>
                    <a:latin typeface="+mn-lt"/>
                    <a:ea typeface="+mn-ea"/>
                  </a:defRPr>
                </a:lvl2pPr>
                <a:lvl3pPr marL="1143000" indent="-228600" algn="l" rtl="0" eaLnBrk="0" fontAlgn="base" hangingPunct="0">
                  <a:spcBef>
                    <a:spcPct val="20000"/>
                  </a:spcBef>
                  <a:spcAft>
                    <a:spcPct val="0"/>
                  </a:spcAft>
                  <a:buChar char="•"/>
                  <a:defRPr sz="2400">
                    <a:solidFill>
                      <a:srgbClr val="666699"/>
                    </a:solidFill>
                    <a:latin typeface="+mn-lt"/>
                    <a:ea typeface="+mn-ea"/>
                  </a:defRPr>
                </a:lvl3pPr>
                <a:lvl4pPr marL="1600200" indent="-228600" algn="l" rtl="0" eaLnBrk="0" fontAlgn="base" hangingPunct="0">
                  <a:spcBef>
                    <a:spcPct val="20000"/>
                  </a:spcBef>
                  <a:spcAft>
                    <a:spcPct val="0"/>
                  </a:spcAft>
                  <a:buChar char="–"/>
                  <a:defRPr sz="2000">
                    <a:solidFill>
                      <a:srgbClr val="666699"/>
                    </a:solidFill>
                    <a:latin typeface="+mn-lt"/>
                    <a:ea typeface="+mn-ea"/>
                  </a:defRPr>
                </a:lvl4pPr>
                <a:lvl5pPr marL="2057400" indent="-228600" algn="l" rtl="0" eaLnBrk="0" fontAlgn="base" hangingPunct="0">
                  <a:spcBef>
                    <a:spcPct val="20000"/>
                  </a:spcBef>
                  <a:spcAft>
                    <a:spcPct val="0"/>
                  </a:spcAft>
                  <a:buChar char="»"/>
                  <a:defRPr sz="2000">
                    <a:solidFill>
                      <a:srgbClr val="666699"/>
                    </a:solidFill>
                    <a:latin typeface="+mn-lt"/>
                    <a:ea typeface="+mn-ea"/>
                  </a:defRPr>
                </a:lvl5pPr>
              </a:lstStyle>
              <a:p>
                <a:pPr marL="0" lvl="0" indent="0" eaLnBrk="1" hangingPunct="1">
                  <a:spcBef>
                    <a:spcPct val="50000"/>
                  </a:spcBef>
                  <a:buNone/>
                </a:pPr>
                <a:r>
                  <a:rPr lang="zh-CN" altLang="en-US" sz="2000" dirty="0">
                    <a:solidFill>
                      <a:schemeClr val="tx1"/>
                    </a:solidFill>
                    <a:latin typeface="Tahoma" panose="020B0604030504040204" pitchFamily="34" charset="0"/>
                  </a:rPr>
                  <a:t>1 1 . 0 1 0 1</a:t>
                </a:r>
                <a:endParaRPr lang="zh-CN" altLang="en-US" sz="2000" dirty="0">
                  <a:solidFill>
                    <a:schemeClr val="tx1"/>
                  </a:solidFill>
                  <a:latin typeface="Tahoma" panose="020B0604030504040204" pitchFamily="34" charset="0"/>
                </a:endParaRPr>
              </a:p>
            </p:txBody>
          </p:sp>
          <p:sp>
            <p:nvSpPr>
              <p:cNvPr id="48139" name="Text Box 11"/>
              <p:cNvSpPr txBox="1"/>
              <p:nvPr/>
            </p:nvSpPr>
            <p:spPr>
              <a:xfrm>
                <a:off x="960" y="288"/>
                <a:ext cx="1152" cy="244"/>
              </a:xfrm>
              <a:prstGeom prst="rect">
                <a:avLst/>
              </a:prstGeom>
              <a:noFill/>
              <a:ln w="9525">
                <a:noFill/>
              </a:ln>
            </p:spPr>
            <p:txBody>
              <a:bodyPr>
                <a:spAutoFit/>
              </a:bodyPr>
              <a:lstStyle>
                <a:lvl1pPr marL="342900" indent="-342900" algn="l" rtl="0" eaLnBrk="0" fontAlgn="base" hangingPunct="0">
                  <a:spcBef>
                    <a:spcPct val="20000"/>
                  </a:spcBef>
                  <a:spcAft>
                    <a:spcPct val="0"/>
                  </a:spcAft>
                  <a:buChar char="•"/>
                  <a:defRPr sz="3200">
                    <a:solidFill>
                      <a:srgbClr val="666699"/>
                    </a:solidFill>
                    <a:latin typeface="+mn-lt"/>
                    <a:ea typeface="+mn-ea"/>
                    <a:cs typeface="+mn-cs"/>
                  </a:defRPr>
                </a:lvl1pPr>
                <a:lvl2pPr marL="742950" indent="-285750" algn="l" rtl="0" eaLnBrk="0" fontAlgn="base" hangingPunct="0">
                  <a:spcBef>
                    <a:spcPct val="20000"/>
                  </a:spcBef>
                  <a:spcAft>
                    <a:spcPct val="0"/>
                  </a:spcAft>
                  <a:buChar char="–"/>
                  <a:defRPr sz="2800">
                    <a:solidFill>
                      <a:srgbClr val="666699"/>
                    </a:solidFill>
                    <a:latin typeface="+mn-lt"/>
                    <a:ea typeface="+mn-ea"/>
                  </a:defRPr>
                </a:lvl2pPr>
                <a:lvl3pPr marL="1143000" indent="-228600" algn="l" rtl="0" eaLnBrk="0" fontAlgn="base" hangingPunct="0">
                  <a:spcBef>
                    <a:spcPct val="20000"/>
                  </a:spcBef>
                  <a:spcAft>
                    <a:spcPct val="0"/>
                  </a:spcAft>
                  <a:buChar char="•"/>
                  <a:defRPr sz="2400">
                    <a:solidFill>
                      <a:srgbClr val="666699"/>
                    </a:solidFill>
                    <a:latin typeface="+mn-lt"/>
                    <a:ea typeface="+mn-ea"/>
                  </a:defRPr>
                </a:lvl3pPr>
                <a:lvl4pPr marL="1600200" indent="-228600" algn="l" rtl="0" eaLnBrk="0" fontAlgn="base" hangingPunct="0">
                  <a:spcBef>
                    <a:spcPct val="20000"/>
                  </a:spcBef>
                  <a:spcAft>
                    <a:spcPct val="0"/>
                  </a:spcAft>
                  <a:buChar char="–"/>
                  <a:defRPr sz="2000">
                    <a:solidFill>
                      <a:srgbClr val="666699"/>
                    </a:solidFill>
                    <a:latin typeface="+mn-lt"/>
                    <a:ea typeface="+mn-ea"/>
                  </a:defRPr>
                </a:lvl4pPr>
                <a:lvl5pPr marL="2057400" indent="-228600" algn="l" rtl="0" eaLnBrk="0" fontAlgn="base" hangingPunct="0">
                  <a:spcBef>
                    <a:spcPct val="20000"/>
                  </a:spcBef>
                  <a:spcAft>
                    <a:spcPct val="0"/>
                  </a:spcAft>
                  <a:buChar char="»"/>
                  <a:defRPr sz="2000">
                    <a:solidFill>
                      <a:srgbClr val="666699"/>
                    </a:solidFill>
                    <a:latin typeface="+mn-lt"/>
                    <a:ea typeface="+mn-ea"/>
                  </a:defRPr>
                </a:lvl5pPr>
              </a:lstStyle>
              <a:p>
                <a:pPr marL="0" lvl="0" indent="0" eaLnBrk="1" hangingPunct="1">
                  <a:spcBef>
                    <a:spcPct val="50000"/>
                  </a:spcBef>
                  <a:buNone/>
                </a:pPr>
                <a:r>
                  <a:rPr lang="zh-CN" altLang="en-US" sz="2000" dirty="0">
                    <a:solidFill>
                      <a:schemeClr val="tx1"/>
                    </a:solidFill>
                    <a:latin typeface="Tahoma" panose="020B0604030504040204" pitchFamily="34" charset="0"/>
                  </a:rPr>
                  <a:t>1 1 . 1 1 1 0</a:t>
                </a:r>
                <a:endParaRPr lang="zh-CN" altLang="en-US" sz="2000" dirty="0">
                  <a:solidFill>
                    <a:schemeClr val="tx1"/>
                  </a:solidFill>
                  <a:latin typeface="Tahoma" panose="020B0604030504040204" pitchFamily="34" charset="0"/>
                </a:endParaRPr>
              </a:p>
            </p:txBody>
          </p:sp>
          <p:sp>
            <p:nvSpPr>
              <p:cNvPr id="48140" name="Text Box 12"/>
              <p:cNvSpPr txBox="1"/>
              <p:nvPr/>
            </p:nvSpPr>
            <p:spPr>
              <a:xfrm>
                <a:off x="960" y="432"/>
                <a:ext cx="1152" cy="244"/>
              </a:xfrm>
              <a:prstGeom prst="rect">
                <a:avLst/>
              </a:prstGeom>
              <a:noFill/>
              <a:ln w="9525">
                <a:noFill/>
              </a:ln>
            </p:spPr>
            <p:txBody>
              <a:bodyPr>
                <a:spAutoFit/>
              </a:bodyPr>
              <a:lstStyle>
                <a:lvl1pPr marL="342900" indent="-342900" algn="l" rtl="0" eaLnBrk="0" fontAlgn="base" hangingPunct="0">
                  <a:spcBef>
                    <a:spcPct val="20000"/>
                  </a:spcBef>
                  <a:spcAft>
                    <a:spcPct val="0"/>
                  </a:spcAft>
                  <a:buChar char="•"/>
                  <a:defRPr sz="3200">
                    <a:solidFill>
                      <a:srgbClr val="666699"/>
                    </a:solidFill>
                    <a:latin typeface="+mn-lt"/>
                    <a:ea typeface="+mn-ea"/>
                    <a:cs typeface="+mn-cs"/>
                  </a:defRPr>
                </a:lvl1pPr>
                <a:lvl2pPr marL="742950" indent="-285750" algn="l" rtl="0" eaLnBrk="0" fontAlgn="base" hangingPunct="0">
                  <a:spcBef>
                    <a:spcPct val="20000"/>
                  </a:spcBef>
                  <a:spcAft>
                    <a:spcPct val="0"/>
                  </a:spcAft>
                  <a:buChar char="–"/>
                  <a:defRPr sz="2800">
                    <a:solidFill>
                      <a:srgbClr val="666699"/>
                    </a:solidFill>
                    <a:latin typeface="+mn-lt"/>
                    <a:ea typeface="+mn-ea"/>
                  </a:defRPr>
                </a:lvl2pPr>
                <a:lvl3pPr marL="1143000" indent="-228600" algn="l" rtl="0" eaLnBrk="0" fontAlgn="base" hangingPunct="0">
                  <a:spcBef>
                    <a:spcPct val="20000"/>
                  </a:spcBef>
                  <a:spcAft>
                    <a:spcPct val="0"/>
                  </a:spcAft>
                  <a:buChar char="•"/>
                  <a:defRPr sz="2400">
                    <a:solidFill>
                      <a:srgbClr val="666699"/>
                    </a:solidFill>
                    <a:latin typeface="+mn-lt"/>
                    <a:ea typeface="+mn-ea"/>
                  </a:defRPr>
                </a:lvl3pPr>
                <a:lvl4pPr marL="1600200" indent="-228600" algn="l" rtl="0" eaLnBrk="0" fontAlgn="base" hangingPunct="0">
                  <a:spcBef>
                    <a:spcPct val="20000"/>
                  </a:spcBef>
                  <a:spcAft>
                    <a:spcPct val="0"/>
                  </a:spcAft>
                  <a:buChar char="–"/>
                  <a:defRPr sz="2000">
                    <a:solidFill>
                      <a:srgbClr val="666699"/>
                    </a:solidFill>
                    <a:latin typeface="+mn-lt"/>
                    <a:ea typeface="+mn-ea"/>
                  </a:defRPr>
                </a:lvl4pPr>
                <a:lvl5pPr marL="2057400" indent="-228600" algn="l" rtl="0" eaLnBrk="0" fontAlgn="base" hangingPunct="0">
                  <a:spcBef>
                    <a:spcPct val="20000"/>
                  </a:spcBef>
                  <a:spcAft>
                    <a:spcPct val="0"/>
                  </a:spcAft>
                  <a:buChar char="»"/>
                  <a:defRPr sz="2000">
                    <a:solidFill>
                      <a:srgbClr val="666699"/>
                    </a:solidFill>
                    <a:latin typeface="+mn-lt"/>
                    <a:ea typeface="+mn-ea"/>
                  </a:defRPr>
                </a:lvl5pPr>
              </a:lstStyle>
              <a:p>
                <a:pPr marL="0" lvl="0" indent="0" eaLnBrk="1" hangingPunct="1">
                  <a:spcBef>
                    <a:spcPct val="50000"/>
                  </a:spcBef>
                  <a:buNone/>
                </a:pPr>
                <a:r>
                  <a:rPr lang="zh-CN" altLang="en-US" sz="2000" dirty="0">
                    <a:solidFill>
                      <a:schemeClr val="tx1"/>
                    </a:solidFill>
                    <a:latin typeface="Tahoma" panose="020B0604030504040204" pitchFamily="34" charset="0"/>
                  </a:rPr>
                  <a:t>0 0 . 1 0 1 1</a:t>
                </a:r>
                <a:endParaRPr lang="zh-CN" altLang="en-US" sz="2000" dirty="0">
                  <a:solidFill>
                    <a:schemeClr val="tx1"/>
                  </a:solidFill>
                  <a:latin typeface="Tahoma" panose="020B0604030504040204" pitchFamily="34" charset="0"/>
                </a:endParaRPr>
              </a:p>
            </p:txBody>
          </p:sp>
          <p:sp>
            <p:nvSpPr>
              <p:cNvPr id="48141" name="Text Box 13"/>
              <p:cNvSpPr txBox="1"/>
              <p:nvPr/>
            </p:nvSpPr>
            <p:spPr>
              <a:xfrm>
                <a:off x="960" y="576"/>
                <a:ext cx="1152" cy="244"/>
              </a:xfrm>
              <a:prstGeom prst="rect">
                <a:avLst/>
              </a:prstGeom>
              <a:noFill/>
              <a:ln w="9525">
                <a:noFill/>
              </a:ln>
            </p:spPr>
            <p:txBody>
              <a:bodyPr>
                <a:spAutoFit/>
              </a:bodyPr>
              <a:lstStyle>
                <a:lvl1pPr marL="342900" indent="-342900" algn="l" rtl="0" eaLnBrk="0" fontAlgn="base" hangingPunct="0">
                  <a:spcBef>
                    <a:spcPct val="20000"/>
                  </a:spcBef>
                  <a:spcAft>
                    <a:spcPct val="0"/>
                  </a:spcAft>
                  <a:buChar char="•"/>
                  <a:defRPr sz="3200">
                    <a:solidFill>
                      <a:srgbClr val="666699"/>
                    </a:solidFill>
                    <a:latin typeface="+mn-lt"/>
                    <a:ea typeface="+mn-ea"/>
                    <a:cs typeface="+mn-cs"/>
                  </a:defRPr>
                </a:lvl1pPr>
                <a:lvl2pPr marL="742950" indent="-285750" algn="l" rtl="0" eaLnBrk="0" fontAlgn="base" hangingPunct="0">
                  <a:spcBef>
                    <a:spcPct val="20000"/>
                  </a:spcBef>
                  <a:spcAft>
                    <a:spcPct val="0"/>
                  </a:spcAft>
                  <a:buChar char="–"/>
                  <a:defRPr sz="2800">
                    <a:solidFill>
                      <a:srgbClr val="666699"/>
                    </a:solidFill>
                    <a:latin typeface="+mn-lt"/>
                    <a:ea typeface="+mn-ea"/>
                  </a:defRPr>
                </a:lvl2pPr>
                <a:lvl3pPr marL="1143000" indent="-228600" algn="l" rtl="0" eaLnBrk="0" fontAlgn="base" hangingPunct="0">
                  <a:spcBef>
                    <a:spcPct val="20000"/>
                  </a:spcBef>
                  <a:spcAft>
                    <a:spcPct val="0"/>
                  </a:spcAft>
                  <a:buChar char="•"/>
                  <a:defRPr sz="2400">
                    <a:solidFill>
                      <a:srgbClr val="666699"/>
                    </a:solidFill>
                    <a:latin typeface="+mn-lt"/>
                    <a:ea typeface="+mn-ea"/>
                  </a:defRPr>
                </a:lvl3pPr>
                <a:lvl4pPr marL="1600200" indent="-228600" algn="l" rtl="0" eaLnBrk="0" fontAlgn="base" hangingPunct="0">
                  <a:spcBef>
                    <a:spcPct val="20000"/>
                  </a:spcBef>
                  <a:spcAft>
                    <a:spcPct val="0"/>
                  </a:spcAft>
                  <a:buChar char="–"/>
                  <a:defRPr sz="2000">
                    <a:solidFill>
                      <a:srgbClr val="666699"/>
                    </a:solidFill>
                    <a:latin typeface="+mn-lt"/>
                    <a:ea typeface="+mn-ea"/>
                  </a:defRPr>
                </a:lvl4pPr>
                <a:lvl5pPr marL="2057400" indent="-228600" algn="l" rtl="0" eaLnBrk="0" fontAlgn="base" hangingPunct="0">
                  <a:spcBef>
                    <a:spcPct val="20000"/>
                  </a:spcBef>
                  <a:spcAft>
                    <a:spcPct val="0"/>
                  </a:spcAft>
                  <a:buChar char="»"/>
                  <a:defRPr sz="2000">
                    <a:solidFill>
                      <a:srgbClr val="666699"/>
                    </a:solidFill>
                    <a:latin typeface="+mn-lt"/>
                    <a:ea typeface="+mn-ea"/>
                  </a:defRPr>
                </a:lvl5pPr>
              </a:lstStyle>
              <a:p>
                <a:pPr marL="0" lvl="0" indent="0" eaLnBrk="1" hangingPunct="1">
                  <a:spcBef>
                    <a:spcPct val="50000"/>
                  </a:spcBef>
                  <a:buNone/>
                </a:pPr>
                <a:r>
                  <a:rPr lang="zh-CN" altLang="en-US" sz="2000" dirty="0">
                    <a:solidFill>
                      <a:schemeClr val="tx1"/>
                    </a:solidFill>
                    <a:latin typeface="Tahoma" panose="020B0604030504040204" pitchFamily="34" charset="0"/>
                  </a:rPr>
                  <a:t>0 0 . 1 0 0 1</a:t>
                </a:r>
                <a:endParaRPr lang="zh-CN" altLang="en-US" sz="2000" dirty="0">
                  <a:solidFill>
                    <a:schemeClr val="tx1"/>
                  </a:solidFill>
                  <a:latin typeface="Tahoma" panose="020B0604030504040204" pitchFamily="34" charset="0"/>
                </a:endParaRPr>
              </a:p>
            </p:txBody>
          </p:sp>
          <p:sp>
            <p:nvSpPr>
              <p:cNvPr id="48142" name="Text Box 14"/>
              <p:cNvSpPr txBox="1"/>
              <p:nvPr/>
            </p:nvSpPr>
            <p:spPr>
              <a:xfrm>
                <a:off x="960" y="1008"/>
                <a:ext cx="1152" cy="244"/>
              </a:xfrm>
              <a:prstGeom prst="rect">
                <a:avLst/>
              </a:prstGeom>
              <a:noFill/>
              <a:ln w="9525">
                <a:noFill/>
              </a:ln>
            </p:spPr>
            <p:txBody>
              <a:bodyPr>
                <a:spAutoFit/>
              </a:bodyPr>
              <a:lstStyle>
                <a:lvl1pPr marL="342900" indent="-342900" algn="l" rtl="0" eaLnBrk="0" fontAlgn="base" hangingPunct="0">
                  <a:spcBef>
                    <a:spcPct val="20000"/>
                  </a:spcBef>
                  <a:spcAft>
                    <a:spcPct val="0"/>
                  </a:spcAft>
                  <a:buChar char="•"/>
                  <a:defRPr sz="3200">
                    <a:solidFill>
                      <a:srgbClr val="666699"/>
                    </a:solidFill>
                    <a:latin typeface="+mn-lt"/>
                    <a:ea typeface="+mn-ea"/>
                    <a:cs typeface="+mn-cs"/>
                  </a:defRPr>
                </a:lvl1pPr>
                <a:lvl2pPr marL="742950" indent="-285750" algn="l" rtl="0" eaLnBrk="0" fontAlgn="base" hangingPunct="0">
                  <a:spcBef>
                    <a:spcPct val="20000"/>
                  </a:spcBef>
                  <a:spcAft>
                    <a:spcPct val="0"/>
                  </a:spcAft>
                  <a:buChar char="–"/>
                  <a:defRPr sz="2800">
                    <a:solidFill>
                      <a:srgbClr val="666699"/>
                    </a:solidFill>
                    <a:latin typeface="+mn-lt"/>
                    <a:ea typeface="+mn-ea"/>
                  </a:defRPr>
                </a:lvl2pPr>
                <a:lvl3pPr marL="1143000" indent="-228600" algn="l" rtl="0" eaLnBrk="0" fontAlgn="base" hangingPunct="0">
                  <a:spcBef>
                    <a:spcPct val="20000"/>
                  </a:spcBef>
                  <a:spcAft>
                    <a:spcPct val="0"/>
                  </a:spcAft>
                  <a:buChar char="•"/>
                  <a:defRPr sz="2400">
                    <a:solidFill>
                      <a:srgbClr val="666699"/>
                    </a:solidFill>
                    <a:latin typeface="+mn-lt"/>
                    <a:ea typeface="+mn-ea"/>
                  </a:defRPr>
                </a:lvl3pPr>
                <a:lvl4pPr marL="1600200" indent="-228600" algn="l" rtl="0" eaLnBrk="0" fontAlgn="base" hangingPunct="0">
                  <a:spcBef>
                    <a:spcPct val="20000"/>
                  </a:spcBef>
                  <a:spcAft>
                    <a:spcPct val="0"/>
                  </a:spcAft>
                  <a:buChar char="–"/>
                  <a:defRPr sz="2000">
                    <a:solidFill>
                      <a:srgbClr val="666699"/>
                    </a:solidFill>
                    <a:latin typeface="+mn-lt"/>
                    <a:ea typeface="+mn-ea"/>
                  </a:defRPr>
                </a:lvl4pPr>
                <a:lvl5pPr marL="2057400" indent="-228600" algn="l" rtl="0" eaLnBrk="0" fontAlgn="base" hangingPunct="0">
                  <a:spcBef>
                    <a:spcPct val="20000"/>
                  </a:spcBef>
                  <a:spcAft>
                    <a:spcPct val="0"/>
                  </a:spcAft>
                  <a:buChar char="»"/>
                  <a:defRPr sz="2000">
                    <a:solidFill>
                      <a:srgbClr val="666699"/>
                    </a:solidFill>
                    <a:latin typeface="+mn-lt"/>
                    <a:ea typeface="+mn-ea"/>
                  </a:defRPr>
                </a:lvl5pPr>
              </a:lstStyle>
              <a:p>
                <a:pPr marL="0" lvl="0" indent="0" eaLnBrk="1" hangingPunct="1">
                  <a:spcBef>
                    <a:spcPct val="50000"/>
                  </a:spcBef>
                  <a:buNone/>
                </a:pPr>
                <a:r>
                  <a:rPr lang="zh-CN" altLang="en-US" sz="2000" dirty="0">
                    <a:solidFill>
                      <a:schemeClr val="tx1"/>
                    </a:solidFill>
                    <a:latin typeface="Tahoma" panose="020B0604030504040204" pitchFamily="34" charset="0"/>
                  </a:rPr>
                  <a:t>0 0 . 0 1 1 1</a:t>
                </a:r>
                <a:endParaRPr lang="zh-CN" altLang="en-US" sz="2000" dirty="0">
                  <a:solidFill>
                    <a:schemeClr val="tx1"/>
                  </a:solidFill>
                  <a:latin typeface="Tahoma" panose="020B0604030504040204" pitchFamily="34" charset="0"/>
                </a:endParaRPr>
              </a:p>
            </p:txBody>
          </p:sp>
          <p:sp>
            <p:nvSpPr>
              <p:cNvPr id="48143" name="Text Box 15"/>
              <p:cNvSpPr txBox="1"/>
              <p:nvPr/>
            </p:nvSpPr>
            <p:spPr>
              <a:xfrm>
                <a:off x="960" y="720"/>
                <a:ext cx="1152" cy="244"/>
              </a:xfrm>
              <a:prstGeom prst="rect">
                <a:avLst/>
              </a:prstGeom>
              <a:noFill/>
              <a:ln w="9525">
                <a:noFill/>
              </a:ln>
            </p:spPr>
            <p:txBody>
              <a:bodyPr>
                <a:spAutoFit/>
              </a:bodyPr>
              <a:lstStyle>
                <a:lvl1pPr marL="342900" indent="-342900" algn="l" rtl="0" eaLnBrk="0" fontAlgn="base" hangingPunct="0">
                  <a:spcBef>
                    <a:spcPct val="20000"/>
                  </a:spcBef>
                  <a:spcAft>
                    <a:spcPct val="0"/>
                  </a:spcAft>
                  <a:buChar char="•"/>
                  <a:defRPr sz="3200">
                    <a:solidFill>
                      <a:srgbClr val="666699"/>
                    </a:solidFill>
                    <a:latin typeface="+mn-lt"/>
                    <a:ea typeface="+mn-ea"/>
                    <a:cs typeface="+mn-cs"/>
                  </a:defRPr>
                </a:lvl1pPr>
                <a:lvl2pPr marL="742950" indent="-285750" algn="l" rtl="0" eaLnBrk="0" fontAlgn="base" hangingPunct="0">
                  <a:spcBef>
                    <a:spcPct val="20000"/>
                  </a:spcBef>
                  <a:spcAft>
                    <a:spcPct val="0"/>
                  </a:spcAft>
                  <a:buChar char="–"/>
                  <a:defRPr sz="2800">
                    <a:solidFill>
                      <a:srgbClr val="666699"/>
                    </a:solidFill>
                    <a:latin typeface="+mn-lt"/>
                    <a:ea typeface="+mn-ea"/>
                  </a:defRPr>
                </a:lvl2pPr>
                <a:lvl3pPr marL="1143000" indent="-228600" algn="l" rtl="0" eaLnBrk="0" fontAlgn="base" hangingPunct="0">
                  <a:spcBef>
                    <a:spcPct val="20000"/>
                  </a:spcBef>
                  <a:spcAft>
                    <a:spcPct val="0"/>
                  </a:spcAft>
                  <a:buChar char="•"/>
                  <a:defRPr sz="2400">
                    <a:solidFill>
                      <a:srgbClr val="666699"/>
                    </a:solidFill>
                    <a:latin typeface="+mn-lt"/>
                    <a:ea typeface="+mn-ea"/>
                  </a:defRPr>
                </a:lvl3pPr>
                <a:lvl4pPr marL="1600200" indent="-228600" algn="l" rtl="0" eaLnBrk="0" fontAlgn="base" hangingPunct="0">
                  <a:spcBef>
                    <a:spcPct val="20000"/>
                  </a:spcBef>
                  <a:spcAft>
                    <a:spcPct val="0"/>
                  </a:spcAft>
                  <a:buChar char="–"/>
                  <a:defRPr sz="2000">
                    <a:solidFill>
                      <a:srgbClr val="666699"/>
                    </a:solidFill>
                    <a:latin typeface="+mn-lt"/>
                    <a:ea typeface="+mn-ea"/>
                  </a:defRPr>
                </a:lvl4pPr>
                <a:lvl5pPr marL="2057400" indent="-228600" algn="l" rtl="0" eaLnBrk="0" fontAlgn="base" hangingPunct="0">
                  <a:spcBef>
                    <a:spcPct val="20000"/>
                  </a:spcBef>
                  <a:spcAft>
                    <a:spcPct val="0"/>
                  </a:spcAft>
                  <a:buChar char="»"/>
                  <a:defRPr sz="2000">
                    <a:solidFill>
                      <a:srgbClr val="666699"/>
                    </a:solidFill>
                    <a:latin typeface="+mn-lt"/>
                    <a:ea typeface="+mn-ea"/>
                  </a:defRPr>
                </a:lvl5pPr>
              </a:lstStyle>
              <a:p>
                <a:pPr marL="0" lvl="0" indent="0" eaLnBrk="1" hangingPunct="1">
                  <a:spcBef>
                    <a:spcPct val="50000"/>
                  </a:spcBef>
                  <a:buNone/>
                </a:pPr>
                <a:r>
                  <a:rPr lang="zh-CN" altLang="en-US" sz="2000" dirty="0">
                    <a:solidFill>
                      <a:schemeClr val="tx1"/>
                    </a:solidFill>
                    <a:latin typeface="Tahoma" panose="020B0604030504040204" pitchFamily="34" charset="0"/>
                  </a:rPr>
                  <a:t>0 1 . 0 0 1 0</a:t>
                </a:r>
                <a:endParaRPr lang="zh-CN" altLang="en-US" sz="2000" dirty="0">
                  <a:solidFill>
                    <a:schemeClr val="tx1"/>
                  </a:solidFill>
                  <a:latin typeface="Tahoma" panose="020B0604030504040204" pitchFamily="34" charset="0"/>
                </a:endParaRPr>
              </a:p>
            </p:txBody>
          </p:sp>
          <p:sp>
            <p:nvSpPr>
              <p:cNvPr id="48144" name="Text Box 16"/>
              <p:cNvSpPr txBox="1"/>
              <p:nvPr/>
            </p:nvSpPr>
            <p:spPr>
              <a:xfrm>
                <a:off x="960" y="864"/>
                <a:ext cx="1104" cy="244"/>
              </a:xfrm>
              <a:prstGeom prst="rect">
                <a:avLst/>
              </a:prstGeom>
              <a:noFill/>
              <a:ln w="9525">
                <a:noFill/>
              </a:ln>
            </p:spPr>
            <p:txBody>
              <a:bodyPr>
                <a:spAutoFit/>
              </a:bodyPr>
              <a:lstStyle>
                <a:lvl1pPr marL="342900" indent="-342900" algn="l" rtl="0" eaLnBrk="0" fontAlgn="base" hangingPunct="0">
                  <a:spcBef>
                    <a:spcPct val="20000"/>
                  </a:spcBef>
                  <a:spcAft>
                    <a:spcPct val="0"/>
                  </a:spcAft>
                  <a:buChar char="•"/>
                  <a:defRPr sz="3200">
                    <a:solidFill>
                      <a:srgbClr val="666699"/>
                    </a:solidFill>
                    <a:latin typeface="+mn-lt"/>
                    <a:ea typeface="+mn-ea"/>
                    <a:cs typeface="+mn-cs"/>
                  </a:defRPr>
                </a:lvl1pPr>
                <a:lvl2pPr marL="742950" indent="-285750" algn="l" rtl="0" eaLnBrk="0" fontAlgn="base" hangingPunct="0">
                  <a:spcBef>
                    <a:spcPct val="20000"/>
                  </a:spcBef>
                  <a:spcAft>
                    <a:spcPct val="0"/>
                  </a:spcAft>
                  <a:buChar char="–"/>
                  <a:defRPr sz="2800">
                    <a:solidFill>
                      <a:srgbClr val="666699"/>
                    </a:solidFill>
                    <a:latin typeface="+mn-lt"/>
                    <a:ea typeface="+mn-ea"/>
                  </a:defRPr>
                </a:lvl2pPr>
                <a:lvl3pPr marL="1143000" indent="-228600" algn="l" rtl="0" eaLnBrk="0" fontAlgn="base" hangingPunct="0">
                  <a:spcBef>
                    <a:spcPct val="20000"/>
                  </a:spcBef>
                  <a:spcAft>
                    <a:spcPct val="0"/>
                  </a:spcAft>
                  <a:buChar char="•"/>
                  <a:defRPr sz="2400">
                    <a:solidFill>
                      <a:srgbClr val="666699"/>
                    </a:solidFill>
                    <a:latin typeface="+mn-lt"/>
                    <a:ea typeface="+mn-ea"/>
                  </a:defRPr>
                </a:lvl3pPr>
                <a:lvl4pPr marL="1600200" indent="-228600" algn="l" rtl="0" eaLnBrk="0" fontAlgn="base" hangingPunct="0">
                  <a:spcBef>
                    <a:spcPct val="20000"/>
                  </a:spcBef>
                  <a:spcAft>
                    <a:spcPct val="0"/>
                  </a:spcAft>
                  <a:buChar char="–"/>
                  <a:defRPr sz="2000">
                    <a:solidFill>
                      <a:srgbClr val="666699"/>
                    </a:solidFill>
                    <a:latin typeface="+mn-lt"/>
                    <a:ea typeface="+mn-ea"/>
                  </a:defRPr>
                </a:lvl4pPr>
                <a:lvl5pPr marL="2057400" indent="-228600" algn="l" rtl="0" eaLnBrk="0" fontAlgn="base" hangingPunct="0">
                  <a:spcBef>
                    <a:spcPct val="20000"/>
                  </a:spcBef>
                  <a:spcAft>
                    <a:spcPct val="0"/>
                  </a:spcAft>
                  <a:buChar char="»"/>
                  <a:defRPr sz="2000">
                    <a:solidFill>
                      <a:srgbClr val="666699"/>
                    </a:solidFill>
                    <a:latin typeface="+mn-lt"/>
                    <a:ea typeface="+mn-ea"/>
                  </a:defRPr>
                </a:lvl5pPr>
              </a:lstStyle>
              <a:p>
                <a:pPr marL="0" lvl="0" indent="0" eaLnBrk="1" hangingPunct="1">
                  <a:spcBef>
                    <a:spcPct val="50000"/>
                  </a:spcBef>
                  <a:buNone/>
                </a:pPr>
                <a:r>
                  <a:rPr lang="zh-CN" altLang="en-US" sz="2000" dirty="0">
                    <a:solidFill>
                      <a:schemeClr val="tx1"/>
                    </a:solidFill>
                    <a:latin typeface="Tahoma" panose="020B0604030504040204" pitchFamily="34" charset="0"/>
                  </a:rPr>
                  <a:t>1 1 . 0 1 0 1</a:t>
                </a:r>
                <a:endParaRPr lang="zh-CN" altLang="en-US" sz="2000" dirty="0">
                  <a:solidFill>
                    <a:schemeClr val="tx1"/>
                  </a:solidFill>
                  <a:latin typeface="Tahoma" panose="020B0604030504040204" pitchFamily="34" charset="0"/>
                </a:endParaRPr>
              </a:p>
            </p:txBody>
          </p:sp>
          <p:sp>
            <p:nvSpPr>
              <p:cNvPr id="48145" name="Text Box 17"/>
              <p:cNvSpPr txBox="1"/>
              <p:nvPr/>
            </p:nvSpPr>
            <p:spPr>
              <a:xfrm>
                <a:off x="960" y="1152"/>
                <a:ext cx="1152" cy="244"/>
              </a:xfrm>
              <a:prstGeom prst="rect">
                <a:avLst/>
              </a:prstGeom>
              <a:noFill/>
              <a:ln w="9525">
                <a:noFill/>
              </a:ln>
            </p:spPr>
            <p:txBody>
              <a:bodyPr>
                <a:spAutoFit/>
              </a:bodyPr>
              <a:lstStyle>
                <a:lvl1pPr marL="342900" indent="-342900" algn="l" rtl="0" eaLnBrk="0" fontAlgn="base" hangingPunct="0">
                  <a:spcBef>
                    <a:spcPct val="20000"/>
                  </a:spcBef>
                  <a:spcAft>
                    <a:spcPct val="0"/>
                  </a:spcAft>
                  <a:buChar char="•"/>
                  <a:defRPr sz="3200">
                    <a:solidFill>
                      <a:srgbClr val="666699"/>
                    </a:solidFill>
                    <a:latin typeface="+mn-lt"/>
                    <a:ea typeface="+mn-ea"/>
                    <a:cs typeface="+mn-cs"/>
                  </a:defRPr>
                </a:lvl1pPr>
                <a:lvl2pPr marL="742950" indent="-285750" algn="l" rtl="0" eaLnBrk="0" fontAlgn="base" hangingPunct="0">
                  <a:spcBef>
                    <a:spcPct val="20000"/>
                  </a:spcBef>
                  <a:spcAft>
                    <a:spcPct val="0"/>
                  </a:spcAft>
                  <a:buChar char="–"/>
                  <a:defRPr sz="2800">
                    <a:solidFill>
                      <a:srgbClr val="666699"/>
                    </a:solidFill>
                    <a:latin typeface="+mn-lt"/>
                    <a:ea typeface="+mn-ea"/>
                  </a:defRPr>
                </a:lvl2pPr>
                <a:lvl3pPr marL="1143000" indent="-228600" algn="l" rtl="0" eaLnBrk="0" fontAlgn="base" hangingPunct="0">
                  <a:spcBef>
                    <a:spcPct val="20000"/>
                  </a:spcBef>
                  <a:spcAft>
                    <a:spcPct val="0"/>
                  </a:spcAft>
                  <a:buChar char="•"/>
                  <a:defRPr sz="2400">
                    <a:solidFill>
                      <a:srgbClr val="666699"/>
                    </a:solidFill>
                    <a:latin typeface="+mn-lt"/>
                    <a:ea typeface="+mn-ea"/>
                  </a:defRPr>
                </a:lvl3pPr>
                <a:lvl4pPr marL="1600200" indent="-228600" algn="l" rtl="0" eaLnBrk="0" fontAlgn="base" hangingPunct="0">
                  <a:spcBef>
                    <a:spcPct val="20000"/>
                  </a:spcBef>
                  <a:spcAft>
                    <a:spcPct val="0"/>
                  </a:spcAft>
                  <a:buChar char="–"/>
                  <a:defRPr sz="2000">
                    <a:solidFill>
                      <a:srgbClr val="666699"/>
                    </a:solidFill>
                    <a:latin typeface="+mn-lt"/>
                    <a:ea typeface="+mn-ea"/>
                  </a:defRPr>
                </a:lvl4pPr>
                <a:lvl5pPr marL="2057400" indent="-228600" algn="l" rtl="0" eaLnBrk="0" fontAlgn="base" hangingPunct="0">
                  <a:spcBef>
                    <a:spcPct val="20000"/>
                  </a:spcBef>
                  <a:spcAft>
                    <a:spcPct val="0"/>
                  </a:spcAft>
                  <a:buChar char="»"/>
                  <a:defRPr sz="2000">
                    <a:solidFill>
                      <a:srgbClr val="666699"/>
                    </a:solidFill>
                    <a:latin typeface="+mn-lt"/>
                    <a:ea typeface="+mn-ea"/>
                  </a:defRPr>
                </a:lvl5pPr>
              </a:lstStyle>
              <a:p>
                <a:pPr marL="0" lvl="0" indent="0" eaLnBrk="1" hangingPunct="1">
                  <a:spcBef>
                    <a:spcPct val="50000"/>
                  </a:spcBef>
                  <a:buNone/>
                </a:pPr>
                <a:r>
                  <a:rPr lang="zh-CN" altLang="en-US" sz="2000" dirty="0">
                    <a:solidFill>
                      <a:schemeClr val="tx1"/>
                    </a:solidFill>
                    <a:latin typeface="Tahoma" panose="020B0604030504040204" pitchFamily="34" charset="0"/>
                  </a:rPr>
                  <a:t>0 0 . 1 1 1 0</a:t>
                </a:r>
                <a:endParaRPr lang="zh-CN" altLang="en-US" sz="2000" dirty="0">
                  <a:solidFill>
                    <a:schemeClr val="tx1"/>
                  </a:solidFill>
                  <a:latin typeface="Tahoma" panose="020B0604030504040204" pitchFamily="34" charset="0"/>
                </a:endParaRPr>
              </a:p>
            </p:txBody>
          </p:sp>
          <p:sp>
            <p:nvSpPr>
              <p:cNvPr id="48146" name="Text Box 18"/>
              <p:cNvSpPr txBox="1"/>
              <p:nvPr/>
            </p:nvSpPr>
            <p:spPr>
              <a:xfrm>
                <a:off x="960" y="1296"/>
                <a:ext cx="1152" cy="244"/>
              </a:xfrm>
              <a:prstGeom prst="rect">
                <a:avLst/>
              </a:prstGeom>
              <a:noFill/>
              <a:ln w="9525">
                <a:noFill/>
              </a:ln>
            </p:spPr>
            <p:txBody>
              <a:bodyPr>
                <a:spAutoFit/>
              </a:bodyPr>
              <a:lstStyle>
                <a:lvl1pPr marL="342900" indent="-342900" algn="l" rtl="0" eaLnBrk="0" fontAlgn="base" hangingPunct="0">
                  <a:spcBef>
                    <a:spcPct val="20000"/>
                  </a:spcBef>
                  <a:spcAft>
                    <a:spcPct val="0"/>
                  </a:spcAft>
                  <a:buChar char="•"/>
                  <a:defRPr sz="3200">
                    <a:solidFill>
                      <a:srgbClr val="666699"/>
                    </a:solidFill>
                    <a:latin typeface="+mn-lt"/>
                    <a:ea typeface="+mn-ea"/>
                    <a:cs typeface="+mn-cs"/>
                  </a:defRPr>
                </a:lvl1pPr>
                <a:lvl2pPr marL="742950" indent="-285750" algn="l" rtl="0" eaLnBrk="0" fontAlgn="base" hangingPunct="0">
                  <a:spcBef>
                    <a:spcPct val="20000"/>
                  </a:spcBef>
                  <a:spcAft>
                    <a:spcPct val="0"/>
                  </a:spcAft>
                  <a:buChar char="–"/>
                  <a:defRPr sz="2800">
                    <a:solidFill>
                      <a:srgbClr val="666699"/>
                    </a:solidFill>
                    <a:latin typeface="+mn-lt"/>
                    <a:ea typeface="+mn-ea"/>
                  </a:defRPr>
                </a:lvl2pPr>
                <a:lvl3pPr marL="1143000" indent="-228600" algn="l" rtl="0" eaLnBrk="0" fontAlgn="base" hangingPunct="0">
                  <a:spcBef>
                    <a:spcPct val="20000"/>
                  </a:spcBef>
                  <a:spcAft>
                    <a:spcPct val="0"/>
                  </a:spcAft>
                  <a:buChar char="•"/>
                  <a:defRPr sz="2400">
                    <a:solidFill>
                      <a:srgbClr val="666699"/>
                    </a:solidFill>
                    <a:latin typeface="+mn-lt"/>
                    <a:ea typeface="+mn-ea"/>
                  </a:defRPr>
                </a:lvl3pPr>
                <a:lvl4pPr marL="1600200" indent="-228600" algn="l" rtl="0" eaLnBrk="0" fontAlgn="base" hangingPunct="0">
                  <a:spcBef>
                    <a:spcPct val="20000"/>
                  </a:spcBef>
                  <a:spcAft>
                    <a:spcPct val="0"/>
                  </a:spcAft>
                  <a:buChar char="–"/>
                  <a:defRPr sz="2000">
                    <a:solidFill>
                      <a:srgbClr val="666699"/>
                    </a:solidFill>
                    <a:latin typeface="+mn-lt"/>
                    <a:ea typeface="+mn-ea"/>
                  </a:defRPr>
                </a:lvl4pPr>
                <a:lvl5pPr marL="2057400" indent="-228600" algn="l" rtl="0" eaLnBrk="0" fontAlgn="base" hangingPunct="0">
                  <a:spcBef>
                    <a:spcPct val="20000"/>
                  </a:spcBef>
                  <a:spcAft>
                    <a:spcPct val="0"/>
                  </a:spcAft>
                  <a:buChar char="»"/>
                  <a:defRPr sz="2000">
                    <a:solidFill>
                      <a:srgbClr val="666699"/>
                    </a:solidFill>
                    <a:latin typeface="+mn-lt"/>
                    <a:ea typeface="+mn-ea"/>
                  </a:defRPr>
                </a:lvl5pPr>
              </a:lstStyle>
              <a:p>
                <a:pPr marL="0" lvl="0" indent="0" eaLnBrk="1" hangingPunct="1">
                  <a:spcBef>
                    <a:spcPct val="50000"/>
                  </a:spcBef>
                  <a:buNone/>
                </a:pPr>
                <a:r>
                  <a:rPr lang="zh-CN" altLang="en-US" sz="2000" dirty="0">
                    <a:solidFill>
                      <a:schemeClr val="tx1"/>
                    </a:solidFill>
                    <a:latin typeface="Tahoma" panose="020B0604030504040204" pitchFamily="34" charset="0"/>
                  </a:rPr>
                  <a:t>1 1 . 0 1 0 1</a:t>
                </a:r>
                <a:endParaRPr lang="zh-CN" altLang="en-US" sz="2000" dirty="0">
                  <a:solidFill>
                    <a:schemeClr val="tx1"/>
                  </a:solidFill>
                  <a:latin typeface="Tahoma" panose="020B0604030504040204" pitchFamily="34" charset="0"/>
                </a:endParaRPr>
              </a:p>
            </p:txBody>
          </p:sp>
          <p:sp>
            <p:nvSpPr>
              <p:cNvPr id="48147" name="Text Box 19"/>
              <p:cNvSpPr txBox="1"/>
              <p:nvPr/>
            </p:nvSpPr>
            <p:spPr>
              <a:xfrm>
                <a:off x="960" y="1440"/>
                <a:ext cx="1152" cy="244"/>
              </a:xfrm>
              <a:prstGeom prst="rect">
                <a:avLst/>
              </a:prstGeom>
              <a:noFill/>
              <a:ln w="9525">
                <a:noFill/>
              </a:ln>
            </p:spPr>
            <p:txBody>
              <a:bodyPr>
                <a:spAutoFit/>
              </a:bodyPr>
              <a:lstStyle>
                <a:lvl1pPr marL="342900" indent="-342900" algn="l" rtl="0" eaLnBrk="0" fontAlgn="base" hangingPunct="0">
                  <a:spcBef>
                    <a:spcPct val="20000"/>
                  </a:spcBef>
                  <a:spcAft>
                    <a:spcPct val="0"/>
                  </a:spcAft>
                  <a:buChar char="•"/>
                  <a:defRPr sz="3200">
                    <a:solidFill>
                      <a:srgbClr val="666699"/>
                    </a:solidFill>
                    <a:latin typeface="+mn-lt"/>
                    <a:ea typeface="+mn-ea"/>
                    <a:cs typeface="+mn-cs"/>
                  </a:defRPr>
                </a:lvl1pPr>
                <a:lvl2pPr marL="742950" indent="-285750" algn="l" rtl="0" eaLnBrk="0" fontAlgn="base" hangingPunct="0">
                  <a:spcBef>
                    <a:spcPct val="20000"/>
                  </a:spcBef>
                  <a:spcAft>
                    <a:spcPct val="0"/>
                  </a:spcAft>
                  <a:buChar char="–"/>
                  <a:defRPr sz="2800">
                    <a:solidFill>
                      <a:srgbClr val="666699"/>
                    </a:solidFill>
                    <a:latin typeface="+mn-lt"/>
                    <a:ea typeface="+mn-ea"/>
                  </a:defRPr>
                </a:lvl2pPr>
                <a:lvl3pPr marL="1143000" indent="-228600" algn="l" rtl="0" eaLnBrk="0" fontAlgn="base" hangingPunct="0">
                  <a:spcBef>
                    <a:spcPct val="20000"/>
                  </a:spcBef>
                  <a:spcAft>
                    <a:spcPct val="0"/>
                  </a:spcAft>
                  <a:buChar char="•"/>
                  <a:defRPr sz="2400">
                    <a:solidFill>
                      <a:srgbClr val="666699"/>
                    </a:solidFill>
                    <a:latin typeface="+mn-lt"/>
                    <a:ea typeface="+mn-ea"/>
                  </a:defRPr>
                </a:lvl3pPr>
                <a:lvl4pPr marL="1600200" indent="-228600" algn="l" rtl="0" eaLnBrk="0" fontAlgn="base" hangingPunct="0">
                  <a:spcBef>
                    <a:spcPct val="20000"/>
                  </a:spcBef>
                  <a:spcAft>
                    <a:spcPct val="0"/>
                  </a:spcAft>
                  <a:buChar char="–"/>
                  <a:defRPr sz="2000">
                    <a:solidFill>
                      <a:srgbClr val="666699"/>
                    </a:solidFill>
                    <a:latin typeface="+mn-lt"/>
                    <a:ea typeface="+mn-ea"/>
                  </a:defRPr>
                </a:lvl4pPr>
                <a:lvl5pPr marL="2057400" indent="-228600" algn="l" rtl="0" eaLnBrk="0" fontAlgn="base" hangingPunct="0">
                  <a:spcBef>
                    <a:spcPct val="20000"/>
                  </a:spcBef>
                  <a:spcAft>
                    <a:spcPct val="0"/>
                  </a:spcAft>
                  <a:buChar char="»"/>
                  <a:defRPr sz="2000">
                    <a:solidFill>
                      <a:srgbClr val="666699"/>
                    </a:solidFill>
                    <a:latin typeface="+mn-lt"/>
                    <a:ea typeface="+mn-ea"/>
                  </a:defRPr>
                </a:lvl5pPr>
              </a:lstStyle>
              <a:p>
                <a:pPr marL="0" lvl="0" indent="0" eaLnBrk="1" hangingPunct="1">
                  <a:spcBef>
                    <a:spcPct val="50000"/>
                  </a:spcBef>
                  <a:buNone/>
                </a:pPr>
                <a:r>
                  <a:rPr lang="zh-CN" altLang="en-US" sz="2000" dirty="0">
                    <a:solidFill>
                      <a:schemeClr val="tx1"/>
                    </a:solidFill>
                    <a:latin typeface="Tahoma" panose="020B0604030504040204" pitchFamily="34" charset="0"/>
                  </a:rPr>
                  <a:t>0 0 . 0 0 1 1</a:t>
                </a:r>
                <a:endParaRPr lang="zh-CN" altLang="en-US" sz="2000" dirty="0">
                  <a:solidFill>
                    <a:schemeClr val="tx1"/>
                  </a:solidFill>
                  <a:latin typeface="Tahoma" panose="020B0604030504040204" pitchFamily="34" charset="0"/>
                </a:endParaRPr>
              </a:p>
            </p:txBody>
          </p:sp>
          <p:sp>
            <p:nvSpPr>
              <p:cNvPr id="48148" name="Text Box 20"/>
              <p:cNvSpPr txBox="1"/>
              <p:nvPr/>
            </p:nvSpPr>
            <p:spPr>
              <a:xfrm>
                <a:off x="960" y="1584"/>
                <a:ext cx="1152" cy="244"/>
              </a:xfrm>
              <a:prstGeom prst="rect">
                <a:avLst/>
              </a:prstGeom>
              <a:noFill/>
              <a:ln w="9525">
                <a:noFill/>
              </a:ln>
            </p:spPr>
            <p:txBody>
              <a:bodyPr>
                <a:spAutoFit/>
              </a:bodyPr>
              <a:lstStyle>
                <a:lvl1pPr marL="342900" indent="-342900" algn="l" rtl="0" eaLnBrk="0" fontAlgn="base" hangingPunct="0">
                  <a:spcBef>
                    <a:spcPct val="20000"/>
                  </a:spcBef>
                  <a:spcAft>
                    <a:spcPct val="0"/>
                  </a:spcAft>
                  <a:buChar char="•"/>
                  <a:defRPr sz="3200">
                    <a:solidFill>
                      <a:srgbClr val="666699"/>
                    </a:solidFill>
                    <a:latin typeface="+mn-lt"/>
                    <a:ea typeface="+mn-ea"/>
                    <a:cs typeface="+mn-cs"/>
                  </a:defRPr>
                </a:lvl1pPr>
                <a:lvl2pPr marL="742950" indent="-285750" algn="l" rtl="0" eaLnBrk="0" fontAlgn="base" hangingPunct="0">
                  <a:spcBef>
                    <a:spcPct val="20000"/>
                  </a:spcBef>
                  <a:spcAft>
                    <a:spcPct val="0"/>
                  </a:spcAft>
                  <a:buChar char="–"/>
                  <a:defRPr sz="2800">
                    <a:solidFill>
                      <a:srgbClr val="666699"/>
                    </a:solidFill>
                    <a:latin typeface="+mn-lt"/>
                    <a:ea typeface="+mn-ea"/>
                  </a:defRPr>
                </a:lvl2pPr>
                <a:lvl3pPr marL="1143000" indent="-228600" algn="l" rtl="0" eaLnBrk="0" fontAlgn="base" hangingPunct="0">
                  <a:spcBef>
                    <a:spcPct val="20000"/>
                  </a:spcBef>
                  <a:spcAft>
                    <a:spcPct val="0"/>
                  </a:spcAft>
                  <a:buChar char="•"/>
                  <a:defRPr sz="2400">
                    <a:solidFill>
                      <a:srgbClr val="666699"/>
                    </a:solidFill>
                    <a:latin typeface="+mn-lt"/>
                    <a:ea typeface="+mn-ea"/>
                  </a:defRPr>
                </a:lvl3pPr>
                <a:lvl4pPr marL="1600200" indent="-228600" algn="l" rtl="0" eaLnBrk="0" fontAlgn="base" hangingPunct="0">
                  <a:spcBef>
                    <a:spcPct val="20000"/>
                  </a:spcBef>
                  <a:spcAft>
                    <a:spcPct val="0"/>
                  </a:spcAft>
                  <a:buChar char="–"/>
                  <a:defRPr sz="2000">
                    <a:solidFill>
                      <a:srgbClr val="666699"/>
                    </a:solidFill>
                    <a:latin typeface="+mn-lt"/>
                    <a:ea typeface="+mn-ea"/>
                  </a:defRPr>
                </a:lvl4pPr>
                <a:lvl5pPr marL="2057400" indent="-228600" algn="l" rtl="0" eaLnBrk="0" fontAlgn="base" hangingPunct="0">
                  <a:spcBef>
                    <a:spcPct val="20000"/>
                  </a:spcBef>
                  <a:spcAft>
                    <a:spcPct val="0"/>
                  </a:spcAft>
                  <a:buChar char="»"/>
                  <a:defRPr sz="2000">
                    <a:solidFill>
                      <a:srgbClr val="666699"/>
                    </a:solidFill>
                    <a:latin typeface="+mn-lt"/>
                    <a:ea typeface="+mn-ea"/>
                  </a:defRPr>
                </a:lvl5pPr>
              </a:lstStyle>
              <a:p>
                <a:pPr marL="0" lvl="0" indent="0" eaLnBrk="1" hangingPunct="1">
                  <a:spcBef>
                    <a:spcPct val="50000"/>
                  </a:spcBef>
                  <a:buNone/>
                </a:pPr>
                <a:r>
                  <a:rPr lang="zh-CN" altLang="en-US" sz="2000" dirty="0">
                    <a:solidFill>
                      <a:schemeClr val="tx1"/>
                    </a:solidFill>
                    <a:latin typeface="Tahoma" panose="020B0604030504040204" pitchFamily="34" charset="0"/>
                  </a:rPr>
                  <a:t>0 0 . 0 1 1 0</a:t>
                </a:r>
                <a:endParaRPr lang="zh-CN" altLang="en-US" sz="2000" dirty="0">
                  <a:solidFill>
                    <a:schemeClr val="tx1"/>
                  </a:solidFill>
                  <a:latin typeface="Tahoma" panose="020B0604030504040204" pitchFamily="34" charset="0"/>
                </a:endParaRPr>
              </a:p>
            </p:txBody>
          </p:sp>
          <p:sp>
            <p:nvSpPr>
              <p:cNvPr id="48149" name="Text Box 21"/>
              <p:cNvSpPr txBox="1"/>
              <p:nvPr/>
            </p:nvSpPr>
            <p:spPr>
              <a:xfrm>
                <a:off x="960" y="1728"/>
                <a:ext cx="1152" cy="244"/>
              </a:xfrm>
              <a:prstGeom prst="rect">
                <a:avLst/>
              </a:prstGeom>
              <a:noFill/>
              <a:ln w="9525">
                <a:noFill/>
              </a:ln>
            </p:spPr>
            <p:txBody>
              <a:bodyPr>
                <a:spAutoFit/>
              </a:bodyPr>
              <a:lstStyle>
                <a:lvl1pPr marL="342900" indent="-342900" algn="l" rtl="0" eaLnBrk="0" fontAlgn="base" hangingPunct="0">
                  <a:spcBef>
                    <a:spcPct val="20000"/>
                  </a:spcBef>
                  <a:spcAft>
                    <a:spcPct val="0"/>
                  </a:spcAft>
                  <a:buChar char="•"/>
                  <a:defRPr sz="3200">
                    <a:solidFill>
                      <a:srgbClr val="666699"/>
                    </a:solidFill>
                    <a:latin typeface="+mn-lt"/>
                    <a:ea typeface="+mn-ea"/>
                    <a:cs typeface="+mn-cs"/>
                  </a:defRPr>
                </a:lvl1pPr>
                <a:lvl2pPr marL="742950" indent="-285750" algn="l" rtl="0" eaLnBrk="0" fontAlgn="base" hangingPunct="0">
                  <a:spcBef>
                    <a:spcPct val="20000"/>
                  </a:spcBef>
                  <a:spcAft>
                    <a:spcPct val="0"/>
                  </a:spcAft>
                  <a:buChar char="–"/>
                  <a:defRPr sz="2800">
                    <a:solidFill>
                      <a:srgbClr val="666699"/>
                    </a:solidFill>
                    <a:latin typeface="+mn-lt"/>
                    <a:ea typeface="+mn-ea"/>
                  </a:defRPr>
                </a:lvl2pPr>
                <a:lvl3pPr marL="1143000" indent="-228600" algn="l" rtl="0" eaLnBrk="0" fontAlgn="base" hangingPunct="0">
                  <a:spcBef>
                    <a:spcPct val="20000"/>
                  </a:spcBef>
                  <a:spcAft>
                    <a:spcPct val="0"/>
                  </a:spcAft>
                  <a:buChar char="•"/>
                  <a:defRPr sz="2400">
                    <a:solidFill>
                      <a:srgbClr val="666699"/>
                    </a:solidFill>
                    <a:latin typeface="+mn-lt"/>
                    <a:ea typeface="+mn-ea"/>
                  </a:defRPr>
                </a:lvl3pPr>
                <a:lvl4pPr marL="1600200" indent="-228600" algn="l" rtl="0" eaLnBrk="0" fontAlgn="base" hangingPunct="0">
                  <a:spcBef>
                    <a:spcPct val="20000"/>
                  </a:spcBef>
                  <a:spcAft>
                    <a:spcPct val="0"/>
                  </a:spcAft>
                  <a:buChar char="–"/>
                  <a:defRPr sz="2000">
                    <a:solidFill>
                      <a:srgbClr val="666699"/>
                    </a:solidFill>
                    <a:latin typeface="+mn-lt"/>
                    <a:ea typeface="+mn-ea"/>
                  </a:defRPr>
                </a:lvl4pPr>
                <a:lvl5pPr marL="2057400" indent="-228600" algn="l" rtl="0" eaLnBrk="0" fontAlgn="base" hangingPunct="0">
                  <a:spcBef>
                    <a:spcPct val="20000"/>
                  </a:spcBef>
                  <a:spcAft>
                    <a:spcPct val="0"/>
                  </a:spcAft>
                  <a:buChar char="»"/>
                  <a:defRPr sz="2000">
                    <a:solidFill>
                      <a:srgbClr val="666699"/>
                    </a:solidFill>
                    <a:latin typeface="+mn-lt"/>
                    <a:ea typeface="+mn-ea"/>
                  </a:defRPr>
                </a:lvl5pPr>
              </a:lstStyle>
              <a:p>
                <a:pPr marL="0" lvl="0" indent="0" eaLnBrk="1" hangingPunct="1">
                  <a:spcBef>
                    <a:spcPct val="50000"/>
                  </a:spcBef>
                  <a:buNone/>
                </a:pPr>
                <a:r>
                  <a:rPr lang="zh-CN" altLang="en-US" sz="2000" dirty="0">
                    <a:solidFill>
                      <a:schemeClr val="tx1"/>
                    </a:solidFill>
                    <a:latin typeface="Tahoma" panose="020B0604030504040204" pitchFamily="34" charset="0"/>
                  </a:rPr>
                  <a:t>1 1 . 0 1 0 1</a:t>
                </a:r>
                <a:endParaRPr lang="zh-CN" altLang="en-US" sz="2000" dirty="0">
                  <a:solidFill>
                    <a:schemeClr val="tx1"/>
                  </a:solidFill>
                  <a:latin typeface="Tahoma" panose="020B0604030504040204" pitchFamily="34" charset="0"/>
                </a:endParaRPr>
              </a:p>
            </p:txBody>
          </p:sp>
          <p:sp>
            <p:nvSpPr>
              <p:cNvPr id="48150" name="Text Box 22"/>
              <p:cNvSpPr txBox="1"/>
              <p:nvPr/>
            </p:nvSpPr>
            <p:spPr>
              <a:xfrm>
                <a:off x="960" y="1872"/>
                <a:ext cx="1152" cy="244"/>
              </a:xfrm>
              <a:prstGeom prst="rect">
                <a:avLst/>
              </a:prstGeom>
              <a:noFill/>
              <a:ln w="9525">
                <a:noFill/>
              </a:ln>
            </p:spPr>
            <p:txBody>
              <a:bodyPr>
                <a:spAutoFit/>
              </a:bodyPr>
              <a:lstStyle>
                <a:lvl1pPr marL="342900" indent="-342900" algn="l" rtl="0" eaLnBrk="0" fontAlgn="base" hangingPunct="0">
                  <a:spcBef>
                    <a:spcPct val="20000"/>
                  </a:spcBef>
                  <a:spcAft>
                    <a:spcPct val="0"/>
                  </a:spcAft>
                  <a:buChar char="•"/>
                  <a:defRPr sz="3200">
                    <a:solidFill>
                      <a:srgbClr val="666699"/>
                    </a:solidFill>
                    <a:latin typeface="+mn-lt"/>
                    <a:ea typeface="+mn-ea"/>
                    <a:cs typeface="+mn-cs"/>
                  </a:defRPr>
                </a:lvl1pPr>
                <a:lvl2pPr marL="742950" indent="-285750" algn="l" rtl="0" eaLnBrk="0" fontAlgn="base" hangingPunct="0">
                  <a:spcBef>
                    <a:spcPct val="20000"/>
                  </a:spcBef>
                  <a:spcAft>
                    <a:spcPct val="0"/>
                  </a:spcAft>
                  <a:buChar char="–"/>
                  <a:defRPr sz="2800">
                    <a:solidFill>
                      <a:srgbClr val="666699"/>
                    </a:solidFill>
                    <a:latin typeface="+mn-lt"/>
                    <a:ea typeface="+mn-ea"/>
                  </a:defRPr>
                </a:lvl2pPr>
                <a:lvl3pPr marL="1143000" indent="-228600" algn="l" rtl="0" eaLnBrk="0" fontAlgn="base" hangingPunct="0">
                  <a:spcBef>
                    <a:spcPct val="20000"/>
                  </a:spcBef>
                  <a:spcAft>
                    <a:spcPct val="0"/>
                  </a:spcAft>
                  <a:buChar char="•"/>
                  <a:defRPr sz="2400">
                    <a:solidFill>
                      <a:srgbClr val="666699"/>
                    </a:solidFill>
                    <a:latin typeface="+mn-lt"/>
                    <a:ea typeface="+mn-ea"/>
                  </a:defRPr>
                </a:lvl3pPr>
                <a:lvl4pPr marL="1600200" indent="-228600" algn="l" rtl="0" eaLnBrk="0" fontAlgn="base" hangingPunct="0">
                  <a:spcBef>
                    <a:spcPct val="20000"/>
                  </a:spcBef>
                  <a:spcAft>
                    <a:spcPct val="0"/>
                  </a:spcAft>
                  <a:buChar char="–"/>
                  <a:defRPr sz="2000">
                    <a:solidFill>
                      <a:srgbClr val="666699"/>
                    </a:solidFill>
                    <a:latin typeface="+mn-lt"/>
                    <a:ea typeface="+mn-ea"/>
                  </a:defRPr>
                </a:lvl4pPr>
                <a:lvl5pPr marL="2057400" indent="-228600" algn="l" rtl="0" eaLnBrk="0" fontAlgn="base" hangingPunct="0">
                  <a:spcBef>
                    <a:spcPct val="20000"/>
                  </a:spcBef>
                  <a:spcAft>
                    <a:spcPct val="0"/>
                  </a:spcAft>
                  <a:buChar char="»"/>
                  <a:defRPr sz="2000">
                    <a:solidFill>
                      <a:srgbClr val="666699"/>
                    </a:solidFill>
                    <a:latin typeface="+mn-lt"/>
                    <a:ea typeface="+mn-ea"/>
                  </a:defRPr>
                </a:lvl5pPr>
              </a:lstStyle>
              <a:p>
                <a:pPr marL="0" lvl="0" indent="0" eaLnBrk="1" hangingPunct="1">
                  <a:spcBef>
                    <a:spcPct val="50000"/>
                  </a:spcBef>
                  <a:buNone/>
                </a:pPr>
                <a:r>
                  <a:rPr lang="zh-CN" altLang="en-US" sz="2000" dirty="0">
                    <a:solidFill>
                      <a:schemeClr val="tx1"/>
                    </a:solidFill>
                    <a:latin typeface="Tahoma" panose="020B0604030504040204" pitchFamily="34" charset="0"/>
                  </a:rPr>
                  <a:t>1 1 . 1 0 1 1</a:t>
                </a:r>
                <a:endParaRPr lang="zh-CN" altLang="en-US" sz="2000" dirty="0">
                  <a:solidFill>
                    <a:schemeClr val="tx1"/>
                  </a:solidFill>
                  <a:latin typeface="Tahoma" panose="020B0604030504040204" pitchFamily="34" charset="0"/>
                </a:endParaRPr>
              </a:p>
            </p:txBody>
          </p:sp>
          <p:sp>
            <p:nvSpPr>
              <p:cNvPr id="48151" name="Text Box 23"/>
              <p:cNvSpPr txBox="1"/>
              <p:nvPr/>
            </p:nvSpPr>
            <p:spPr>
              <a:xfrm>
                <a:off x="960" y="2016"/>
                <a:ext cx="1152" cy="244"/>
              </a:xfrm>
              <a:prstGeom prst="rect">
                <a:avLst/>
              </a:prstGeom>
              <a:noFill/>
              <a:ln w="9525">
                <a:noFill/>
              </a:ln>
            </p:spPr>
            <p:txBody>
              <a:bodyPr>
                <a:spAutoFit/>
              </a:bodyPr>
              <a:lstStyle>
                <a:lvl1pPr marL="342900" indent="-342900" algn="l" rtl="0" eaLnBrk="0" fontAlgn="base" hangingPunct="0">
                  <a:spcBef>
                    <a:spcPct val="20000"/>
                  </a:spcBef>
                  <a:spcAft>
                    <a:spcPct val="0"/>
                  </a:spcAft>
                  <a:buChar char="•"/>
                  <a:defRPr sz="3200">
                    <a:solidFill>
                      <a:srgbClr val="666699"/>
                    </a:solidFill>
                    <a:latin typeface="+mn-lt"/>
                    <a:ea typeface="+mn-ea"/>
                    <a:cs typeface="+mn-cs"/>
                  </a:defRPr>
                </a:lvl1pPr>
                <a:lvl2pPr marL="742950" indent="-285750" algn="l" rtl="0" eaLnBrk="0" fontAlgn="base" hangingPunct="0">
                  <a:spcBef>
                    <a:spcPct val="20000"/>
                  </a:spcBef>
                  <a:spcAft>
                    <a:spcPct val="0"/>
                  </a:spcAft>
                  <a:buChar char="–"/>
                  <a:defRPr sz="2800">
                    <a:solidFill>
                      <a:srgbClr val="666699"/>
                    </a:solidFill>
                    <a:latin typeface="+mn-lt"/>
                    <a:ea typeface="+mn-ea"/>
                  </a:defRPr>
                </a:lvl2pPr>
                <a:lvl3pPr marL="1143000" indent="-228600" algn="l" rtl="0" eaLnBrk="0" fontAlgn="base" hangingPunct="0">
                  <a:spcBef>
                    <a:spcPct val="20000"/>
                  </a:spcBef>
                  <a:spcAft>
                    <a:spcPct val="0"/>
                  </a:spcAft>
                  <a:buChar char="•"/>
                  <a:defRPr sz="2400">
                    <a:solidFill>
                      <a:srgbClr val="666699"/>
                    </a:solidFill>
                    <a:latin typeface="+mn-lt"/>
                    <a:ea typeface="+mn-ea"/>
                  </a:defRPr>
                </a:lvl3pPr>
                <a:lvl4pPr marL="1600200" indent="-228600" algn="l" rtl="0" eaLnBrk="0" fontAlgn="base" hangingPunct="0">
                  <a:spcBef>
                    <a:spcPct val="20000"/>
                  </a:spcBef>
                  <a:spcAft>
                    <a:spcPct val="0"/>
                  </a:spcAft>
                  <a:buChar char="–"/>
                  <a:defRPr sz="2000">
                    <a:solidFill>
                      <a:srgbClr val="666699"/>
                    </a:solidFill>
                    <a:latin typeface="+mn-lt"/>
                    <a:ea typeface="+mn-ea"/>
                  </a:defRPr>
                </a:lvl4pPr>
                <a:lvl5pPr marL="2057400" indent="-228600" algn="l" rtl="0" eaLnBrk="0" fontAlgn="base" hangingPunct="0">
                  <a:spcBef>
                    <a:spcPct val="20000"/>
                  </a:spcBef>
                  <a:spcAft>
                    <a:spcPct val="0"/>
                  </a:spcAft>
                  <a:buChar char="»"/>
                  <a:defRPr sz="2000">
                    <a:solidFill>
                      <a:srgbClr val="666699"/>
                    </a:solidFill>
                    <a:latin typeface="+mn-lt"/>
                    <a:ea typeface="+mn-ea"/>
                  </a:defRPr>
                </a:lvl5pPr>
              </a:lstStyle>
              <a:p>
                <a:pPr marL="0" lvl="0" indent="0" eaLnBrk="1" hangingPunct="1">
                  <a:spcBef>
                    <a:spcPct val="50000"/>
                  </a:spcBef>
                  <a:buNone/>
                </a:pPr>
                <a:r>
                  <a:rPr lang="zh-CN" altLang="en-US" sz="2000" dirty="0">
                    <a:solidFill>
                      <a:schemeClr val="tx1"/>
                    </a:solidFill>
                    <a:latin typeface="Tahoma" panose="020B0604030504040204" pitchFamily="34" charset="0"/>
                  </a:rPr>
                  <a:t>0 0 . 1 0 1 1</a:t>
                </a:r>
                <a:endParaRPr lang="zh-CN" altLang="en-US" sz="2000" dirty="0">
                  <a:solidFill>
                    <a:schemeClr val="tx1"/>
                  </a:solidFill>
                  <a:latin typeface="Tahoma" panose="020B0604030504040204" pitchFamily="34" charset="0"/>
                </a:endParaRPr>
              </a:p>
            </p:txBody>
          </p:sp>
          <p:sp>
            <p:nvSpPr>
              <p:cNvPr id="48152" name="Text Box 24"/>
              <p:cNvSpPr txBox="1"/>
              <p:nvPr/>
            </p:nvSpPr>
            <p:spPr>
              <a:xfrm>
                <a:off x="960" y="2160"/>
                <a:ext cx="1152" cy="244"/>
              </a:xfrm>
              <a:prstGeom prst="rect">
                <a:avLst/>
              </a:prstGeom>
              <a:noFill/>
              <a:ln w="9525">
                <a:noFill/>
              </a:ln>
            </p:spPr>
            <p:txBody>
              <a:bodyPr>
                <a:spAutoFit/>
              </a:bodyPr>
              <a:lstStyle>
                <a:lvl1pPr marL="342900" indent="-342900" algn="l" rtl="0" eaLnBrk="0" fontAlgn="base" hangingPunct="0">
                  <a:spcBef>
                    <a:spcPct val="20000"/>
                  </a:spcBef>
                  <a:spcAft>
                    <a:spcPct val="0"/>
                  </a:spcAft>
                  <a:buChar char="•"/>
                  <a:defRPr sz="3200">
                    <a:solidFill>
                      <a:srgbClr val="666699"/>
                    </a:solidFill>
                    <a:latin typeface="+mn-lt"/>
                    <a:ea typeface="+mn-ea"/>
                    <a:cs typeface="+mn-cs"/>
                  </a:defRPr>
                </a:lvl1pPr>
                <a:lvl2pPr marL="742950" indent="-285750" algn="l" rtl="0" eaLnBrk="0" fontAlgn="base" hangingPunct="0">
                  <a:spcBef>
                    <a:spcPct val="20000"/>
                  </a:spcBef>
                  <a:spcAft>
                    <a:spcPct val="0"/>
                  </a:spcAft>
                  <a:buChar char="–"/>
                  <a:defRPr sz="2800">
                    <a:solidFill>
                      <a:srgbClr val="666699"/>
                    </a:solidFill>
                    <a:latin typeface="+mn-lt"/>
                    <a:ea typeface="+mn-ea"/>
                  </a:defRPr>
                </a:lvl2pPr>
                <a:lvl3pPr marL="1143000" indent="-228600" algn="l" rtl="0" eaLnBrk="0" fontAlgn="base" hangingPunct="0">
                  <a:spcBef>
                    <a:spcPct val="20000"/>
                  </a:spcBef>
                  <a:spcAft>
                    <a:spcPct val="0"/>
                  </a:spcAft>
                  <a:buChar char="•"/>
                  <a:defRPr sz="2400">
                    <a:solidFill>
                      <a:srgbClr val="666699"/>
                    </a:solidFill>
                    <a:latin typeface="+mn-lt"/>
                    <a:ea typeface="+mn-ea"/>
                  </a:defRPr>
                </a:lvl3pPr>
                <a:lvl4pPr marL="1600200" indent="-228600" algn="l" rtl="0" eaLnBrk="0" fontAlgn="base" hangingPunct="0">
                  <a:spcBef>
                    <a:spcPct val="20000"/>
                  </a:spcBef>
                  <a:spcAft>
                    <a:spcPct val="0"/>
                  </a:spcAft>
                  <a:buChar char="–"/>
                  <a:defRPr sz="2000">
                    <a:solidFill>
                      <a:srgbClr val="666699"/>
                    </a:solidFill>
                    <a:latin typeface="+mn-lt"/>
                    <a:ea typeface="+mn-ea"/>
                  </a:defRPr>
                </a:lvl4pPr>
                <a:lvl5pPr marL="2057400" indent="-228600" algn="l" rtl="0" eaLnBrk="0" fontAlgn="base" hangingPunct="0">
                  <a:spcBef>
                    <a:spcPct val="20000"/>
                  </a:spcBef>
                  <a:spcAft>
                    <a:spcPct val="0"/>
                  </a:spcAft>
                  <a:buChar char="»"/>
                  <a:defRPr sz="2000">
                    <a:solidFill>
                      <a:srgbClr val="666699"/>
                    </a:solidFill>
                    <a:latin typeface="+mn-lt"/>
                    <a:ea typeface="+mn-ea"/>
                  </a:defRPr>
                </a:lvl5pPr>
              </a:lstStyle>
              <a:p>
                <a:pPr marL="0" lvl="0" indent="0" eaLnBrk="1" hangingPunct="1">
                  <a:spcBef>
                    <a:spcPct val="50000"/>
                  </a:spcBef>
                  <a:buNone/>
                </a:pPr>
                <a:r>
                  <a:rPr lang="zh-CN" altLang="en-US" sz="2000" dirty="0">
                    <a:solidFill>
                      <a:schemeClr val="tx1"/>
                    </a:solidFill>
                    <a:latin typeface="Tahoma" panose="020B0604030504040204" pitchFamily="34" charset="0"/>
                  </a:rPr>
                  <a:t>0 0 . 0 1 1 0</a:t>
                </a:r>
                <a:endParaRPr lang="zh-CN" altLang="en-US" sz="2000" dirty="0">
                  <a:solidFill>
                    <a:schemeClr val="tx1"/>
                  </a:solidFill>
                  <a:latin typeface="Tahoma" panose="020B0604030504040204" pitchFamily="34" charset="0"/>
                </a:endParaRPr>
              </a:p>
            </p:txBody>
          </p:sp>
          <p:sp>
            <p:nvSpPr>
              <p:cNvPr id="48153" name="Text Box 25"/>
              <p:cNvSpPr txBox="1"/>
              <p:nvPr/>
            </p:nvSpPr>
            <p:spPr>
              <a:xfrm>
                <a:off x="960" y="2304"/>
                <a:ext cx="1152" cy="244"/>
              </a:xfrm>
              <a:prstGeom prst="rect">
                <a:avLst/>
              </a:prstGeom>
              <a:noFill/>
              <a:ln w="9525">
                <a:noFill/>
              </a:ln>
            </p:spPr>
            <p:txBody>
              <a:bodyPr>
                <a:spAutoFit/>
              </a:bodyPr>
              <a:lstStyle>
                <a:lvl1pPr marL="342900" indent="-342900" algn="l" rtl="0" eaLnBrk="0" fontAlgn="base" hangingPunct="0">
                  <a:spcBef>
                    <a:spcPct val="20000"/>
                  </a:spcBef>
                  <a:spcAft>
                    <a:spcPct val="0"/>
                  </a:spcAft>
                  <a:buChar char="•"/>
                  <a:defRPr sz="3200">
                    <a:solidFill>
                      <a:srgbClr val="666699"/>
                    </a:solidFill>
                    <a:latin typeface="+mn-lt"/>
                    <a:ea typeface="+mn-ea"/>
                    <a:cs typeface="+mn-cs"/>
                  </a:defRPr>
                </a:lvl1pPr>
                <a:lvl2pPr marL="742950" indent="-285750" algn="l" rtl="0" eaLnBrk="0" fontAlgn="base" hangingPunct="0">
                  <a:spcBef>
                    <a:spcPct val="20000"/>
                  </a:spcBef>
                  <a:spcAft>
                    <a:spcPct val="0"/>
                  </a:spcAft>
                  <a:buChar char="–"/>
                  <a:defRPr sz="2800">
                    <a:solidFill>
                      <a:srgbClr val="666699"/>
                    </a:solidFill>
                    <a:latin typeface="+mn-lt"/>
                    <a:ea typeface="+mn-ea"/>
                  </a:defRPr>
                </a:lvl2pPr>
                <a:lvl3pPr marL="1143000" indent="-228600" algn="l" rtl="0" eaLnBrk="0" fontAlgn="base" hangingPunct="0">
                  <a:spcBef>
                    <a:spcPct val="20000"/>
                  </a:spcBef>
                  <a:spcAft>
                    <a:spcPct val="0"/>
                  </a:spcAft>
                  <a:buChar char="•"/>
                  <a:defRPr sz="2400">
                    <a:solidFill>
                      <a:srgbClr val="666699"/>
                    </a:solidFill>
                    <a:latin typeface="+mn-lt"/>
                    <a:ea typeface="+mn-ea"/>
                  </a:defRPr>
                </a:lvl3pPr>
                <a:lvl4pPr marL="1600200" indent="-228600" algn="l" rtl="0" eaLnBrk="0" fontAlgn="base" hangingPunct="0">
                  <a:spcBef>
                    <a:spcPct val="20000"/>
                  </a:spcBef>
                  <a:spcAft>
                    <a:spcPct val="0"/>
                  </a:spcAft>
                  <a:buChar char="–"/>
                  <a:defRPr sz="2000">
                    <a:solidFill>
                      <a:srgbClr val="666699"/>
                    </a:solidFill>
                    <a:latin typeface="+mn-lt"/>
                    <a:ea typeface="+mn-ea"/>
                  </a:defRPr>
                </a:lvl4pPr>
                <a:lvl5pPr marL="2057400" indent="-228600" algn="l" rtl="0" eaLnBrk="0" fontAlgn="base" hangingPunct="0">
                  <a:spcBef>
                    <a:spcPct val="20000"/>
                  </a:spcBef>
                  <a:spcAft>
                    <a:spcPct val="0"/>
                  </a:spcAft>
                  <a:buChar char="»"/>
                  <a:defRPr sz="2000">
                    <a:solidFill>
                      <a:srgbClr val="666699"/>
                    </a:solidFill>
                    <a:latin typeface="+mn-lt"/>
                    <a:ea typeface="+mn-ea"/>
                  </a:defRPr>
                </a:lvl5pPr>
              </a:lstStyle>
              <a:p>
                <a:pPr marL="0" lvl="0" indent="0" eaLnBrk="1" hangingPunct="1">
                  <a:spcBef>
                    <a:spcPct val="50000"/>
                  </a:spcBef>
                  <a:buNone/>
                </a:pPr>
                <a:r>
                  <a:rPr lang="zh-CN" altLang="en-US" sz="2000" dirty="0">
                    <a:solidFill>
                      <a:schemeClr val="tx1"/>
                    </a:solidFill>
                    <a:latin typeface="Tahoma" panose="020B0604030504040204" pitchFamily="34" charset="0"/>
                  </a:rPr>
                  <a:t>0 0 . 1 1 0 0</a:t>
                </a:r>
                <a:endParaRPr lang="zh-CN" altLang="en-US" sz="2000" dirty="0">
                  <a:solidFill>
                    <a:schemeClr val="tx1"/>
                  </a:solidFill>
                  <a:latin typeface="Tahoma" panose="020B0604030504040204" pitchFamily="34" charset="0"/>
                </a:endParaRPr>
              </a:p>
            </p:txBody>
          </p:sp>
          <p:sp>
            <p:nvSpPr>
              <p:cNvPr id="48154" name="Text Box 26"/>
              <p:cNvSpPr txBox="1"/>
              <p:nvPr/>
            </p:nvSpPr>
            <p:spPr>
              <a:xfrm>
                <a:off x="960" y="2448"/>
                <a:ext cx="1152" cy="244"/>
              </a:xfrm>
              <a:prstGeom prst="rect">
                <a:avLst/>
              </a:prstGeom>
              <a:noFill/>
              <a:ln w="9525">
                <a:noFill/>
              </a:ln>
            </p:spPr>
            <p:txBody>
              <a:bodyPr>
                <a:spAutoFit/>
              </a:bodyPr>
              <a:lstStyle>
                <a:lvl1pPr marL="342900" indent="-342900" algn="l" rtl="0" eaLnBrk="0" fontAlgn="base" hangingPunct="0">
                  <a:spcBef>
                    <a:spcPct val="20000"/>
                  </a:spcBef>
                  <a:spcAft>
                    <a:spcPct val="0"/>
                  </a:spcAft>
                  <a:buChar char="•"/>
                  <a:defRPr sz="3200">
                    <a:solidFill>
                      <a:srgbClr val="666699"/>
                    </a:solidFill>
                    <a:latin typeface="+mn-lt"/>
                    <a:ea typeface="+mn-ea"/>
                    <a:cs typeface="+mn-cs"/>
                  </a:defRPr>
                </a:lvl1pPr>
                <a:lvl2pPr marL="742950" indent="-285750" algn="l" rtl="0" eaLnBrk="0" fontAlgn="base" hangingPunct="0">
                  <a:spcBef>
                    <a:spcPct val="20000"/>
                  </a:spcBef>
                  <a:spcAft>
                    <a:spcPct val="0"/>
                  </a:spcAft>
                  <a:buChar char="–"/>
                  <a:defRPr sz="2800">
                    <a:solidFill>
                      <a:srgbClr val="666699"/>
                    </a:solidFill>
                    <a:latin typeface="+mn-lt"/>
                    <a:ea typeface="+mn-ea"/>
                  </a:defRPr>
                </a:lvl2pPr>
                <a:lvl3pPr marL="1143000" indent="-228600" algn="l" rtl="0" eaLnBrk="0" fontAlgn="base" hangingPunct="0">
                  <a:spcBef>
                    <a:spcPct val="20000"/>
                  </a:spcBef>
                  <a:spcAft>
                    <a:spcPct val="0"/>
                  </a:spcAft>
                  <a:buChar char="•"/>
                  <a:defRPr sz="2400">
                    <a:solidFill>
                      <a:srgbClr val="666699"/>
                    </a:solidFill>
                    <a:latin typeface="+mn-lt"/>
                    <a:ea typeface="+mn-ea"/>
                  </a:defRPr>
                </a:lvl3pPr>
                <a:lvl4pPr marL="1600200" indent="-228600" algn="l" rtl="0" eaLnBrk="0" fontAlgn="base" hangingPunct="0">
                  <a:spcBef>
                    <a:spcPct val="20000"/>
                  </a:spcBef>
                  <a:spcAft>
                    <a:spcPct val="0"/>
                  </a:spcAft>
                  <a:buChar char="–"/>
                  <a:defRPr sz="2000">
                    <a:solidFill>
                      <a:srgbClr val="666699"/>
                    </a:solidFill>
                    <a:latin typeface="+mn-lt"/>
                    <a:ea typeface="+mn-ea"/>
                  </a:defRPr>
                </a:lvl4pPr>
                <a:lvl5pPr marL="2057400" indent="-228600" algn="l" rtl="0" eaLnBrk="0" fontAlgn="base" hangingPunct="0">
                  <a:spcBef>
                    <a:spcPct val="20000"/>
                  </a:spcBef>
                  <a:spcAft>
                    <a:spcPct val="0"/>
                  </a:spcAft>
                  <a:buChar char="»"/>
                  <a:defRPr sz="2000">
                    <a:solidFill>
                      <a:srgbClr val="666699"/>
                    </a:solidFill>
                    <a:latin typeface="+mn-lt"/>
                    <a:ea typeface="+mn-ea"/>
                  </a:defRPr>
                </a:lvl5pPr>
              </a:lstStyle>
              <a:p>
                <a:pPr marL="0" lvl="0" indent="0" eaLnBrk="1" hangingPunct="1">
                  <a:spcBef>
                    <a:spcPct val="50000"/>
                  </a:spcBef>
                  <a:buNone/>
                </a:pPr>
                <a:r>
                  <a:rPr lang="zh-CN" altLang="en-US" sz="2000" dirty="0">
                    <a:solidFill>
                      <a:schemeClr val="tx1"/>
                    </a:solidFill>
                    <a:latin typeface="Tahoma" panose="020B0604030504040204" pitchFamily="34" charset="0"/>
                  </a:rPr>
                  <a:t>1 1 . 0 1 0 1 </a:t>
                </a:r>
                <a:endParaRPr lang="zh-CN" altLang="en-US" sz="2000" dirty="0">
                  <a:solidFill>
                    <a:schemeClr val="tx1"/>
                  </a:solidFill>
                  <a:latin typeface="Tahoma" panose="020B0604030504040204" pitchFamily="34" charset="0"/>
                </a:endParaRPr>
              </a:p>
            </p:txBody>
          </p:sp>
          <p:sp>
            <p:nvSpPr>
              <p:cNvPr id="48155" name="Line 27"/>
              <p:cNvSpPr/>
              <p:nvPr/>
            </p:nvSpPr>
            <p:spPr>
              <a:xfrm>
                <a:off x="0" y="336"/>
                <a:ext cx="2880" cy="0"/>
              </a:xfrm>
              <a:prstGeom prst="line">
                <a:avLst/>
              </a:prstGeom>
              <a:ln w="9525" cap="flat" cmpd="sng">
                <a:solidFill>
                  <a:schemeClr val="tx1"/>
                </a:solidFill>
                <a:prstDash val="solid"/>
                <a:headEnd type="none" w="med" len="med"/>
                <a:tailEnd type="none" w="med" len="med"/>
              </a:ln>
            </p:spPr>
          </p:sp>
          <p:sp>
            <p:nvSpPr>
              <p:cNvPr id="48156" name="Line 28"/>
              <p:cNvSpPr/>
              <p:nvPr/>
            </p:nvSpPr>
            <p:spPr>
              <a:xfrm>
                <a:off x="0" y="624"/>
                <a:ext cx="2880" cy="0"/>
              </a:xfrm>
              <a:prstGeom prst="line">
                <a:avLst/>
              </a:prstGeom>
              <a:ln w="9525" cap="flat" cmpd="sng">
                <a:solidFill>
                  <a:schemeClr val="tx1"/>
                </a:solidFill>
                <a:prstDash val="solid"/>
                <a:headEnd type="none" w="med" len="med"/>
                <a:tailEnd type="none" w="med" len="med"/>
              </a:ln>
            </p:spPr>
          </p:sp>
          <p:sp>
            <p:nvSpPr>
              <p:cNvPr id="48157" name="Line 29"/>
              <p:cNvSpPr/>
              <p:nvPr/>
            </p:nvSpPr>
            <p:spPr>
              <a:xfrm>
                <a:off x="0" y="1056"/>
                <a:ext cx="2880" cy="0"/>
              </a:xfrm>
              <a:prstGeom prst="line">
                <a:avLst/>
              </a:prstGeom>
              <a:ln w="9525" cap="flat" cmpd="sng">
                <a:solidFill>
                  <a:schemeClr val="tx1"/>
                </a:solidFill>
                <a:prstDash val="solid"/>
                <a:headEnd type="none" w="med" len="med"/>
                <a:tailEnd type="none" w="med" len="med"/>
              </a:ln>
            </p:spPr>
          </p:sp>
          <p:sp>
            <p:nvSpPr>
              <p:cNvPr id="48158" name="Line 30"/>
              <p:cNvSpPr/>
              <p:nvPr/>
            </p:nvSpPr>
            <p:spPr>
              <a:xfrm>
                <a:off x="0" y="1488"/>
                <a:ext cx="2880" cy="0"/>
              </a:xfrm>
              <a:prstGeom prst="line">
                <a:avLst/>
              </a:prstGeom>
              <a:ln w="9525" cap="flat" cmpd="sng">
                <a:solidFill>
                  <a:schemeClr val="tx1"/>
                </a:solidFill>
                <a:prstDash val="solid"/>
                <a:headEnd type="none" w="med" len="med"/>
                <a:tailEnd type="none" w="med" len="med"/>
              </a:ln>
            </p:spPr>
          </p:sp>
          <p:sp>
            <p:nvSpPr>
              <p:cNvPr id="48159" name="Line 31"/>
              <p:cNvSpPr/>
              <p:nvPr/>
            </p:nvSpPr>
            <p:spPr>
              <a:xfrm>
                <a:off x="0" y="1920"/>
                <a:ext cx="2880" cy="0"/>
              </a:xfrm>
              <a:prstGeom prst="line">
                <a:avLst/>
              </a:prstGeom>
              <a:ln w="9525" cap="flat" cmpd="sng">
                <a:solidFill>
                  <a:schemeClr val="tx1"/>
                </a:solidFill>
                <a:prstDash val="solid"/>
                <a:headEnd type="none" w="med" len="med"/>
                <a:tailEnd type="none" w="med" len="med"/>
              </a:ln>
            </p:spPr>
          </p:sp>
          <p:sp>
            <p:nvSpPr>
              <p:cNvPr id="48160" name="Line 32"/>
              <p:cNvSpPr/>
              <p:nvPr/>
            </p:nvSpPr>
            <p:spPr>
              <a:xfrm>
                <a:off x="0" y="2208"/>
                <a:ext cx="2880" cy="0"/>
              </a:xfrm>
              <a:prstGeom prst="line">
                <a:avLst/>
              </a:prstGeom>
              <a:ln w="9525" cap="flat" cmpd="sng">
                <a:solidFill>
                  <a:schemeClr val="tx1"/>
                </a:solidFill>
                <a:prstDash val="solid"/>
                <a:headEnd type="none" w="med" len="med"/>
                <a:tailEnd type="none" w="med" len="med"/>
              </a:ln>
            </p:spPr>
          </p:sp>
          <p:sp>
            <p:nvSpPr>
              <p:cNvPr id="48161" name="Line 33"/>
              <p:cNvSpPr/>
              <p:nvPr/>
            </p:nvSpPr>
            <p:spPr>
              <a:xfrm>
                <a:off x="48" y="2640"/>
                <a:ext cx="2832" cy="0"/>
              </a:xfrm>
              <a:prstGeom prst="line">
                <a:avLst/>
              </a:prstGeom>
              <a:ln w="9525" cap="flat" cmpd="sng">
                <a:solidFill>
                  <a:schemeClr val="tx1"/>
                </a:solidFill>
                <a:prstDash val="solid"/>
                <a:headEnd type="none" w="med" len="med"/>
                <a:tailEnd type="none" w="med" len="med"/>
              </a:ln>
            </p:spPr>
          </p:sp>
          <p:sp>
            <p:nvSpPr>
              <p:cNvPr id="48162" name="Text Box 34"/>
              <p:cNvSpPr txBox="1"/>
              <p:nvPr/>
            </p:nvSpPr>
            <p:spPr>
              <a:xfrm>
                <a:off x="960" y="2592"/>
                <a:ext cx="1008" cy="244"/>
              </a:xfrm>
              <a:prstGeom prst="rect">
                <a:avLst/>
              </a:prstGeom>
              <a:noFill/>
              <a:ln w="9525">
                <a:noFill/>
              </a:ln>
            </p:spPr>
            <p:txBody>
              <a:bodyPr>
                <a:spAutoFit/>
              </a:bodyPr>
              <a:lstStyle>
                <a:lvl1pPr marL="342900" indent="-342900" algn="l" rtl="0" eaLnBrk="0" fontAlgn="base" hangingPunct="0">
                  <a:spcBef>
                    <a:spcPct val="20000"/>
                  </a:spcBef>
                  <a:spcAft>
                    <a:spcPct val="0"/>
                  </a:spcAft>
                  <a:buChar char="•"/>
                  <a:defRPr sz="3200">
                    <a:solidFill>
                      <a:srgbClr val="666699"/>
                    </a:solidFill>
                    <a:latin typeface="+mn-lt"/>
                    <a:ea typeface="+mn-ea"/>
                    <a:cs typeface="+mn-cs"/>
                  </a:defRPr>
                </a:lvl1pPr>
                <a:lvl2pPr marL="742950" indent="-285750" algn="l" rtl="0" eaLnBrk="0" fontAlgn="base" hangingPunct="0">
                  <a:spcBef>
                    <a:spcPct val="20000"/>
                  </a:spcBef>
                  <a:spcAft>
                    <a:spcPct val="0"/>
                  </a:spcAft>
                  <a:buChar char="–"/>
                  <a:defRPr sz="2800">
                    <a:solidFill>
                      <a:srgbClr val="666699"/>
                    </a:solidFill>
                    <a:latin typeface="+mn-lt"/>
                    <a:ea typeface="+mn-ea"/>
                  </a:defRPr>
                </a:lvl2pPr>
                <a:lvl3pPr marL="1143000" indent="-228600" algn="l" rtl="0" eaLnBrk="0" fontAlgn="base" hangingPunct="0">
                  <a:spcBef>
                    <a:spcPct val="20000"/>
                  </a:spcBef>
                  <a:spcAft>
                    <a:spcPct val="0"/>
                  </a:spcAft>
                  <a:buChar char="•"/>
                  <a:defRPr sz="2400">
                    <a:solidFill>
                      <a:srgbClr val="666699"/>
                    </a:solidFill>
                    <a:latin typeface="+mn-lt"/>
                    <a:ea typeface="+mn-ea"/>
                  </a:defRPr>
                </a:lvl3pPr>
                <a:lvl4pPr marL="1600200" indent="-228600" algn="l" rtl="0" eaLnBrk="0" fontAlgn="base" hangingPunct="0">
                  <a:spcBef>
                    <a:spcPct val="20000"/>
                  </a:spcBef>
                  <a:spcAft>
                    <a:spcPct val="0"/>
                  </a:spcAft>
                  <a:buChar char="–"/>
                  <a:defRPr sz="2000">
                    <a:solidFill>
                      <a:srgbClr val="666699"/>
                    </a:solidFill>
                    <a:latin typeface="+mn-lt"/>
                    <a:ea typeface="+mn-ea"/>
                  </a:defRPr>
                </a:lvl4pPr>
                <a:lvl5pPr marL="2057400" indent="-228600" algn="l" rtl="0" eaLnBrk="0" fontAlgn="base" hangingPunct="0">
                  <a:spcBef>
                    <a:spcPct val="20000"/>
                  </a:spcBef>
                  <a:spcAft>
                    <a:spcPct val="0"/>
                  </a:spcAft>
                  <a:buChar char="»"/>
                  <a:defRPr sz="2000">
                    <a:solidFill>
                      <a:srgbClr val="666699"/>
                    </a:solidFill>
                    <a:latin typeface="+mn-lt"/>
                    <a:ea typeface="+mn-ea"/>
                  </a:defRPr>
                </a:lvl5pPr>
              </a:lstStyle>
              <a:p>
                <a:pPr marL="0" lvl="0" indent="0" eaLnBrk="1" hangingPunct="1">
                  <a:spcBef>
                    <a:spcPct val="50000"/>
                  </a:spcBef>
                  <a:buNone/>
                </a:pPr>
                <a:r>
                  <a:rPr lang="zh-CN" altLang="en-US" sz="2000" dirty="0">
                    <a:solidFill>
                      <a:schemeClr val="tx1"/>
                    </a:solidFill>
                    <a:latin typeface="Tahoma" panose="020B0604030504040204" pitchFamily="34" charset="0"/>
                  </a:rPr>
                  <a:t>0 0 . 0 0 0 1</a:t>
                </a:r>
                <a:endParaRPr lang="zh-CN" altLang="en-US" sz="2000" dirty="0">
                  <a:solidFill>
                    <a:schemeClr val="tx1"/>
                  </a:solidFill>
                  <a:latin typeface="Tahoma" panose="020B0604030504040204" pitchFamily="34" charset="0"/>
                </a:endParaRPr>
              </a:p>
            </p:txBody>
          </p:sp>
          <p:sp>
            <p:nvSpPr>
              <p:cNvPr id="48163" name="Text Box 35"/>
              <p:cNvSpPr txBox="1"/>
              <p:nvPr/>
            </p:nvSpPr>
            <p:spPr>
              <a:xfrm>
                <a:off x="960" y="2822"/>
                <a:ext cx="1104" cy="244"/>
              </a:xfrm>
              <a:prstGeom prst="rect">
                <a:avLst/>
              </a:prstGeom>
              <a:noFill/>
              <a:ln w="9525">
                <a:noFill/>
              </a:ln>
            </p:spPr>
            <p:txBody>
              <a:bodyPr>
                <a:spAutoFit/>
              </a:bodyPr>
              <a:lstStyle>
                <a:lvl1pPr marL="342900" indent="-342900" algn="l" rtl="0" eaLnBrk="0" fontAlgn="base" hangingPunct="0">
                  <a:spcBef>
                    <a:spcPct val="20000"/>
                  </a:spcBef>
                  <a:spcAft>
                    <a:spcPct val="0"/>
                  </a:spcAft>
                  <a:buChar char="•"/>
                  <a:defRPr sz="3200">
                    <a:solidFill>
                      <a:srgbClr val="666699"/>
                    </a:solidFill>
                    <a:latin typeface="+mn-lt"/>
                    <a:ea typeface="+mn-ea"/>
                    <a:cs typeface="+mn-cs"/>
                  </a:defRPr>
                </a:lvl1pPr>
                <a:lvl2pPr marL="742950" indent="-285750" algn="l" rtl="0" eaLnBrk="0" fontAlgn="base" hangingPunct="0">
                  <a:spcBef>
                    <a:spcPct val="20000"/>
                  </a:spcBef>
                  <a:spcAft>
                    <a:spcPct val="0"/>
                  </a:spcAft>
                  <a:buChar char="–"/>
                  <a:defRPr sz="2800">
                    <a:solidFill>
                      <a:srgbClr val="666699"/>
                    </a:solidFill>
                    <a:latin typeface="+mn-lt"/>
                    <a:ea typeface="+mn-ea"/>
                  </a:defRPr>
                </a:lvl2pPr>
                <a:lvl3pPr marL="1143000" indent="-228600" algn="l" rtl="0" eaLnBrk="0" fontAlgn="base" hangingPunct="0">
                  <a:spcBef>
                    <a:spcPct val="20000"/>
                  </a:spcBef>
                  <a:spcAft>
                    <a:spcPct val="0"/>
                  </a:spcAft>
                  <a:buChar char="•"/>
                  <a:defRPr sz="2400">
                    <a:solidFill>
                      <a:srgbClr val="666699"/>
                    </a:solidFill>
                    <a:latin typeface="+mn-lt"/>
                    <a:ea typeface="+mn-ea"/>
                  </a:defRPr>
                </a:lvl3pPr>
                <a:lvl4pPr marL="1600200" indent="-228600" algn="l" rtl="0" eaLnBrk="0" fontAlgn="base" hangingPunct="0">
                  <a:spcBef>
                    <a:spcPct val="20000"/>
                  </a:spcBef>
                  <a:spcAft>
                    <a:spcPct val="0"/>
                  </a:spcAft>
                  <a:buChar char="–"/>
                  <a:defRPr sz="2000">
                    <a:solidFill>
                      <a:srgbClr val="666699"/>
                    </a:solidFill>
                    <a:latin typeface="+mn-lt"/>
                    <a:ea typeface="+mn-ea"/>
                  </a:defRPr>
                </a:lvl4pPr>
                <a:lvl5pPr marL="2057400" indent="-228600" algn="l" rtl="0" eaLnBrk="0" fontAlgn="base" hangingPunct="0">
                  <a:spcBef>
                    <a:spcPct val="20000"/>
                  </a:spcBef>
                  <a:spcAft>
                    <a:spcPct val="0"/>
                  </a:spcAft>
                  <a:buChar char="»"/>
                  <a:defRPr sz="2000">
                    <a:solidFill>
                      <a:srgbClr val="666699"/>
                    </a:solidFill>
                    <a:latin typeface="+mn-lt"/>
                    <a:ea typeface="+mn-ea"/>
                  </a:defRPr>
                </a:lvl5pPr>
              </a:lstStyle>
              <a:p>
                <a:pPr marL="0" lvl="0" indent="0" eaLnBrk="1" hangingPunct="1">
                  <a:spcBef>
                    <a:spcPct val="50000"/>
                  </a:spcBef>
                  <a:buNone/>
                </a:pPr>
                <a:r>
                  <a:rPr lang="zh-CN" altLang="en-US" sz="2000" dirty="0">
                    <a:solidFill>
                      <a:schemeClr val="tx1"/>
                    </a:solidFill>
                    <a:latin typeface="Tahoma" panose="020B0604030504040204" pitchFamily="34" charset="0"/>
                  </a:rPr>
                  <a:t>0 0 . 0 0 0 1</a:t>
                </a:r>
                <a:endParaRPr lang="zh-CN" altLang="en-US" sz="2000" dirty="0">
                  <a:solidFill>
                    <a:schemeClr val="tx1"/>
                  </a:solidFill>
                  <a:latin typeface="Tahoma" panose="020B0604030504040204" pitchFamily="34" charset="0"/>
                </a:endParaRPr>
              </a:p>
            </p:txBody>
          </p:sp>
          <p:sp>
            <p:nvSpPr>
              <p:cNvPr id="48164" name="Text Box 36"/>
              <p:cNvSpPr txBox="1"/>
              <p:nvPr/>
            </p:nvSpPr>
            <p:spPr>
              <a:xfrm>
                <a:off x="0" y="96"/>
                <a:ext cx="624" cy="244"/>
              </a:xfrm>
              <a:prstGeom prst="rect">
                <a:avLst/>
              </a:prstGeom>
              <a:noFill/>
              <a:ln w="9525">
                <a:noFill/>
              </a:ln>
            </p:spPr>
            <p:txBody>
              <a:bodyPr>
                <a:spAutoFit/>
              </a:bodyPr>
              <a:lstStyle>
                <a:lvl1pPr marL="342900" indent="-342900" algn="l" rtl="0" eaLnBrk="0" fontAlgn="base" hangingPunct="0">
                  <a:spcBef>
                    <a:spcPct val="20000"/>
                  </a:spcBef>
                  <a:spcAft>
                    <a:spcPct val="0"/>
                  </a:spcAft>
                  <a:buChar char="•"/>
                  <a:defRPr sz="3200">
                    <a:solidFill>
                      <a:srgbClr val="666699"/>
                    </a:solidFill>
                    <a:latin typeface="+mn-lt"/>
                    <a:ea typeface="+mn-ea"/>
                    <a:cs typeface="+mn-cs"/>
                  </a:defRPr>
                </a:lvl1pPr>
                <a:lvl2pPr marL="742950" indent="-285750" algn="l" rtl="0" eaLnBrk="0" fontAlgn="base" hangingPunct="0">
                  <a:spcBef>
                    <a:spcPct val="20000"/>
                  </a:spcBef>
                  <a:spcAft>
                    <a:spcPct val="0"/>
                  </a:spcAft>
                  <a:buChar char="–"/>
                  <a:defRPr sz="2800">
                    <a:solidFill>
                      <a:srgbClr val="666699"/>
                    </a:solidFill>
                    <a:latin typeface="+mn-lt"/>
                    <a:ea typeface="+mn-ea"/>
                  </a:defRPr>
                </a:lvl2pPr>
                <a:lvl3pPr marL="1143000" indent="-228600" algn="l" rtl="0" eaLnBrk="0" fontAlgn="base" hangingPunct="0">
                  <a:spcBef>
                    <a:spcPct val="20000"/>
                  </a:spcBef>
                  <a:spcAft>
                    <a:spcPct val="0"/>
                  </a:spcAft>
                  <a:buChar char="•"/>
                  <a:defRPr sz="2400">
                    <a:solidFill>
                      <a:srgbClr val="666699"/>
                    </a:solidFill>
                    <a:latin typeface="+mn-lt"/>
                    <a:ea typeface="+mn-ea"/>
                  </a:defRPr>
                </a:lvl3pPr>
                <a:lvl4pPr marL="1600200" indent="-228600" algn="l" rtl="0" eaLnBrk="0" fontAlgn="base" hangingPunct="0">
                  <a:spcBef>
                    <a:spcPct val="20000"/>
                  </a:spcBef>
                  <a:spcAft>
                    <a:spcPct val="0"/>
                  </a:spcAft>
                  <a:buChar char="–"/>
                  <a:defRPr sz="2000">
                    <a:solidFill>
                      <a:srgbClr val="666699"/>
                    </a:solidFill>
                    <a:latin typeface="+mn-lt"/>
                    <a:ea typeface="+mn-ea"/>
                  </a:defRPr>
                </a:lvl4pPr>
                <a:lvl5pPr marL="2057400" indent="-228600" algn="l" rtl="0" eaLnBrk="0" fontAlgn="base" hangingPunct="0">
                  <a:spcBef>
                    <a:spcPct val="20000"/>
                  </a:spcBef>
                  <a:spcAft>
                    <a:spcPct val="0"/>
                  </a:spcAft>
                  <a:buChar char="»"/>
                  <a:defRPr sz="2000">
                    <a:solidFill>
                      <a:srgbClr val="666699"/>
                    </a:solidFill>
                    <a:latin typeface="+mn-lt"/>
                    <a:ea typeface="+mn-ea"/>
                  </a:defRPr>
                </a:lvl5pPr>
              </a:lstStyle>
              <a:p>
                <a:pPr marL="0" lvl="0" indent="0" eaLnBrk="1" hangingPunct="1">
                  <a:spcBef>
                    <a:spcPct val="50000"/>
                  </a:spcBef>
                  <a:buNone/>
                </a:pPr>
                <a:r>
                  <a:rPr lang="zh-CN" altLang="en-US" sz="2000" dirty="0">
                    <a:solidFill>
                      <a:schemeClr val="tx1"/>
                    </a:solidFill>
                    <a:latin typeface="Tahoma" panose="020B0604030504040204" pitchFamily="34" charset="0"/>
                  </a:rPr>
                  <a:t>+[-Y]</a:t>
                </a:r>
                <a:endParaRPr lang="zh-CN" altLang="en-US" sz="2000" baseline="-25000" dirty="0">
                  <a:solidFill>
                    <a:schemeClr val="tx1"/>
                  </a:solidFill>
                  <a:latin typeface="Tahoma" panose="020B0604030504040204" pitchFamily="34" charset="0"/>
                </a:endParaRPr>
              </a:p>
            </p:txBody>
          </p:sp>
          <p:sp>
            <p:nvSpPr>
              <p:cNvPr id="48165" name="Text Box 37"/>
              <p:cNvSpPr txBox="1"/>
              <p:nvPr/>
            </p:nvSpPr>
            <p:spPr>
              <a:xfrm>
                <a:off x="0" y="336"/>
                <a:ext cx="624" cy="244"/>
              </a:xfrm>
              <a:prstGeom prst="rect">
                <a:avLst/>
              </a:prstGeom>
              <a:noFill/>
              <a:ln w="9525">
                <a:noFill/>
              </a:ln>
            </p:spPr>
            <p:txBody>
              <a:bodyPr>
                <a:spAutoFit/>
              </a:bodyPr>
              <a:lstStyle>
                <a:lvl1pPr marL="342900" indent="-342900" algn="l" rtl="0" eaLnBrk="0" fontAlgn="base" hangingPunct="0">
                  <a:spcBef>
                    <a:spcPct val="20000"/>
                  </a:spcBef>
                  <a:spcAft>
                    <a:spcPct val="0"/>
                  </a:spcAft>
                  <a:buChar char="•"/>
                  <a:defRPr sz="3200">
                    <a:solidFill>
                      <a:srgbClr val="666699"/>
                    </a:solidFill>
                    <a:latin typeface="+mn-lt"/>
                    <a:ea typeface="+mn-ea"/>
                    <a:cs typeface="+mn-cs"/>
                  </a:defRPr>
                </a:lvl1pPr>
                <a:lvl2pPr marL="742950" indent="-285750" algn="l" rtl="0" eaLnBrk="0" fontAlgn="base" hangingPunct="0">
                  <a:spcBef>
                    <a:spcPct val="20000"/>
                  </a:spcBef>
                  <a:spcAft>
                    <a:spcPct val="0"/>
                  </a:spcAft>
                  <a:buChar char="–"/>
                  <a:defRPr sz="2800">
                    <a:solidFill>
                      <a:srgbClr val="666699"/>
                    </a:solidFill>
                    <a:latin typeface="+mn-lt"/>
                    <a:ea typeface="+mn-ea"/>
                  </a:defRPr>
                </a:lvl2pPr>
                <a:lvl3pPr marL="1143000" indent="-228600" algn="l" rtl="0" eaLnBrk="0" fontAlgn="base" hangingPunct="0">
                  <a:spcBef>
                    <a:spcPct val="20000"/>
                  </a:spcBef>
                  <a:spcAft>
                    <a:spcPct val="0"/>
                  </a:spcAft>
                  <a:buChar char="•"/>
                  <a:defRPr sz="2400">
                    <a:solidFill>
                      <a:srgbClr val="666699"/>
                    </a:solidFill>
                    <a:latin typeface="+mn-lt"/>
                    <a:ea typeface="+mn-ea"/>
                  </a:defRPr>
                </a:lvl3pPr>
                <a:lvl4pPr marL="1600200" indent="-228600" algn="l" rtl="0" eaLnBrk="0" fontAlgn="base" hangingPunct="0">
                  <a:spcBef>
                    <a:spcPct val="20000"/>
                  </a:spcBef>
                  <a:spcAft>
                    <a:spcPct val="0"/>
                  </a:spcAft>
                  <a:buChar char="–"/>
                  <a:defRPr sz="2000">
                    <a:solidFill>
                      <a:srgbClr val="666699"/>
                    </a:solidFill>
                    <a:latin typeface="+mn-lt"/>
                    <a:ea typeface="+mn-ea"/>
                  </a:defRPr>
                </a:lvl4pPr>
                <a:lvl5pPr marL="2057400" indent="-228600" algn="l" rtl="0" eaLnBrk="0" fontAlgn="base" hangingPunct="0">
                  <a:spcBef>
                    <a:spcPct val="20000"/>
                  </a:spcBef>
                  <a:spcAft>
                    <a:spcPct val="0"/>
                  </a:spcAft>
                  <a:buChar char="»"/>
                  <a:defRPr sz="2000">
                    <a:solidFill>
                      <a:srgbClr val="666699"/>
                    </a:solidFill>
                    <a:latin typeface="+mn-lt"/>
                    <a:ea typeface="+mn-ea"/>
                  </a:defRPr>
                </a:lvl5pPr>
              </a:lstStyle>
              <a:p>
                <a:pPr marL="0" lvl="0" indent="0" eaLnBrk="1" hangingPunct="1">
                  <a:spcBef>
                    <a:spcPct val="50000"/>
                  </a:spcBef>
                  <a:buNone/>
                </a:pPr>
                <a:r>
                  <a:rPr lang="zh-CN" altLang="en-US" sz="2000" dirty="0">
                    <a:solidFill>
                      <a:schemeClr val="tx1"/>
                    </a:solidFill>
                    <a:latin typeface="Tahoma" panose="020B0604030504040204" pitchFamily="34" charset="0"/>
                  </a:rPr>
                  <a:t>+</a:t>
                </a:r>
                <a:r>
                  <a:rPr lang="zh-CN" altLang="en-US" sz="2000" b="1" dirty="0">
                    <a:solidFill>
                      <a:schemeClr val="tx1"/>
                    </a:solidFill>
                  </a:rPr>
                  <a:t>|Y|</a:t>
                </a:r>
                <a:endParaRPr lang="zh-CN" altLang="en-US" sz="2000" b="1" dirty="0">
                  <a:solidFill>
                    <a:schemeClr val="tx1"/>
                  </a:solidFill>
                </a:endParaRPr>
              </a:p>
            </p:txBody>
          </p:sp>
          <p:sp>
            <p:nvSpPr>
              <p:cNvPr id="48166" name="Text Box 38"/>
              <p:cNvSpPr txBox="1"/>
              <p:nvPr/>
            </p:nvSpPr>
            <p:spPr>
              <a:xfrm>
                <a:off x="0" y="816"/>
                <a:ext cx="624" cy="244"/>
              </a:xfrm>
              <a:prstGeom prst="rect">
                <a:avLst/>
              </a:prstGeom>
              <a:noFill/>
              <a:ln w="9525">
                <a:noFill/>
              </a:ln>
            </p:spPr>
            <p:txBody>
              <a:bodyPr>
                <a:spAutoFit/>
              </a:bodyPr>
              <a:lstStyle>
                <a:lvl1pPr marL="342900" indent="-342900" algn="l" rtl="0" eaLnBrk="0" fontAlgn="base" hangingPunct="0">
                  <a:spcBef>
                    <a:spcPct val="20000"/>
                  </a:spcBef>
                  <a:spcAft>
                    <a:spcPct val="0"/>
                  </a:spcAft>
                  <a:buChar char="•"/>
                  <a:defRPr sz="3200">
                    <a:solidFill>
                      <a:srgbClr val="666699"/>
                    </a:solidFill>
                    <a:latin typeface="+mn-lt"/>
                    <a:ea typeface="+mn-ea"/>
                    <a:cs typeface="+mn-cs"/>
                  </a:defRPr>
                </a:lvl1pPr>
                <a:lvl2pPr marL="742950" indent="-285750" algn="l" rtl="0" eaLnBrk="0" fontAlgn="base" hangingPunct="0">
                  <a:spcBef>
                    <a:spcPct val="20000"/>
                  </a:spcBef>
                  <a:spcAft>
                    <a:spcPct val="0"/>
                  </a:spcAft>
                  <a:buChar char="–"/>
                  <a:defRPr sz="2800">
                    <a:solidFill>
                      <a:srgbClr val="666699"/>
                    </a:solidFill>
                    <a:latin typeface="+mn-lt"/>
                    <a:ea typeface="+mn-ea"/>
                  </a:defRPr>
                </a:lvl2pPr>
                <a:lvl3pPr marL="1143000" indent="-228600" algn="l" rtl="0" eaLnBrk="0" fontAlgn="base" hangingPunct="0">
                  <a:spcBef>
                    <a:spcPct val="20000"/>
                  </a:spcBef>
                  <a:spcAft>
                    <a:spcPct val="0"/>
                  </a:spcAft>
                  <a:buChar char="•"/>
                  <a:defRPr sz="2400">
                    <a:solidFill>
                      <a:srgbClr val="666699"/>
                    </a:solidFill>
                    <a:latin typeface="+mn-lt"/>
                    <a:ea typeface="+mn-ea"/>
                  </a:defRPr>
                </a:lvl3pPr>
                <a:lvl4pPr marL="1600200" indent="-228600" algn="l" rtl="0" eaLnBrk="0" fontAlgn="base" hangingPunct="0">
                  <a:spcBef>
                    <a:spcPct val="20000"/>
                  </a:spcBef>
                  <a:spcAft>
                    <a:spcPct val="0"/>
                  </a:spcAft>
                  <a:buChar char="–"/>
                  <a:defRPr sz="2000">
                    <a:solidFill>
                      <a:srgbClr val="666699"/>
                    </a:solidFill>
                    <a:latin typeface="+mn-lt"/>
                    <a:ea typeface="+mn-ea"/>
                  </a:defRPr>
                </a:lvl4pPr>
                <a:lvl5pPr marL="2057400" indent="-228600" algn="l" rtl="0" eaLnBrk="0" fontAlgn="base" hangingPunct="0">
                  <a:spcBef>
                    <a:spcPct val="20000"/>
                  </a:spcBef>
                  <a:spcAft>
                    <a:spcPct val="0"/>
                  </a:spcAft>
                  <a:buChar char="»"/>
                  <a:defRPr sz="2000">
                    <a:solidFill>
                      <a:srgbClr val="666699"/>
                    </a:solidFill>
                    <a:latin typeface="+mn-lt"/>
                    <a:ea typeface="+mn-ea"/>
                  </a:defRPr>
                </a:lvl5pPr>
              </a:lstStyle>
              <a:p>
                <a:pPr marL="0" lvl="0" indent="0" eaLnBrk="1" hangingPunct="1">
                  <a:spcBef>
                    <a:spcPct val="50000"/>
                  </a:spcBef>
                  <a:buNone/>
                </a:pPr>
                <a:r>
                  <a:rPr lang="zh-CN" altLang="en-US" sz="2000" dirty="0">
                    <a:solidFill>
                      <a:schemeClr val="tx1"/>
                    </a:solidFill>
                    <a:latin typeface="Tahoma" panose="020B0604030504040204" pitchFamily="34" charset="0"/>
                  </a:rPr>
                  <a:t>+[-Y]</a:t>
                </a:r>
                <a:endParaRPr lang="zh-CN" altLang="en-US" sz="2000" baseline="-25000" dirty="0">
                  <a:solidFill>
                    <a:schemeClr val="tx1"/>
                  </a:solidFill>
                  <a:latin typeface="Tahoma" panose="020B0604030504040204" pitchFamily="34" charset="0"/>
                </a:endParaRPr>
              </a:p>
            </p:txBody>
          </p:sp>
          <p:sp>
            <p:nvSpPr>
              <p:cNvPr id="48167" name="Text Box 39"/>
              <p:cNvSpPr txBox="1"/>
              <p:nvPr/>
            </p:nvSpPr>
            <p:spPr>
              <a:xfrm>
                <a:off x="0" y="1248"/>
                <a:ext cx="624" cy="244"/>
              </a:xfrm>
              <a:prstGeom prst="rect">
                <a:avLst/>
              </a:prstGeom>
              <a:noFill/>
              <a:ln w="9525">
                <a:noFill/>
              </a:ln>
            </p:spPr>
            <p:txBody>
              <a:bodyPr>
                <a:spAutoFit/>
              </a:bodyPr>
              <a:lstStyle>
                <a:lvl1pPr marL="342900" indent="-342900" algn="l" rtl="0" eaLnBrk="0" fontAlgn="base" hangingPunct="0">
                  <a:spcBef>
                    <a:spcPct val="20000"/>
                  </a:spcBef>
                  <a:spcAft>
                    <a:spcPct val="0"/>
                  </a:spcAft>
                  <a:buChar char="•"/>
                  <a:defRPr sz="3200">
                    <a:solidFill>
                      <a:srgbClr val="666699"/>
                    </a:solidFill>
                    <a:latin typeface="+mn-lt"/>
                    <a:ea typeface="+mn-ea"/>
                    <a:cs typeface="+mn-cs"/>
                  </a:defRPr>
                </a:lvl1pPr>
                <a:lvl2pPr marL="742950" indent="-285750" algn="l" rtl="0" eaLnBrk="0" fontAlgn="base" hangingPunct="0">
                  <a:spcBef>
                    <a:spcPct val="20000"/>
                  </a:spcBef>
                  <a:spcAft>
                    <a:spcPct val="0"/>
                  </a:spcAft>
                  <a:buChar char="–"/>
                  <a:defRPr sz="2800">
                    <a:solidFill>
                      <a:srgbClr val="666699"/>
                    </a:solidFill>
                    <a:latin typeface="+mn-lt"/>
                    <a:ea typeface="+mn-ea"/>
                  </a:defRPr>
                </a:lvl2pPr>
                <a:lvl3pPr marL="1143000" indent="-228600" algn="l" rtl="0" eaLnBrk="0" fontAlgn="base" hangingPunct="0">
                  <a:spcBef>
                    <a:spcPct val="20000"/>
                  </a:spcBef>
                  <a:spcAft>
                    <a:spcPct val="0"/>
                  </a:spcAft>
                  <a:buChar char="•"/>
                  <a:defRPr sz="2400">
                    <a:solidFill>
                      <a:srgbClr val="666699"/>
                    </a:solidFill>
                    <a:latin typeface="+mn-lt"/>
                    <a:ea typeface="+mn-ea"/>
                  </a:defRPr>
                </a:lvl3pPr>
                <a:lvl4pPr marL="1600200" indent="-228600" algn="l" rtl="0" eaLnBrk="0" fontAlgn="base" hangingPunct="0">
                  <a:spcBef>
                    <a:spcPct val="20000"/>
                  </a:spcBef>
                  <a:spcAft>
                    <a:spcPct val="0"/>
                  </a:spcAft>
                  <a:buChar char="–"/>
                  <a:defRPr sz="2000">
                    <a:solidFill>
                      <a:srgbClr val="666699"/>
                    </a:solidFill>
                    <a:latin typeface="+mn-lt"/>
                    <a:ea typeface="+mn-ea"/>
                  </a:defRPr>
                </a:lvl4pPr>
                <a:lvl5pPr marL="2057400" indent="-228600" algn="l" rtl="0" eaLnBrk="0" fontAlgn="base" hangingPunct="0">
                  <a:spcBef>
                    <a:spcPct val="20000"/>
                  </a:spcBef>
                  <a:spcAft>
                    <a:spcPct val="0"/>
                  </a:spcAft>
                  <a:buChar char="»"/>
                  <a:defRPr sz="2000">
                    <a:solidFill>
                      <a:srgbClr val="666699"/>
                    </a:solidFill>
                    <a:latin typeface="+mn-lt"/>
                    <a:ea typeface="+mn-ea"/>
                  </a:defRPr>
                </a:lvl5pPr>
              </a:lstStyle>
              <a:p>
                <a:pPr marL="0" lvl="0" indent="0" eaLnBrk="1" hangingPunct="1">
                  <a:spcBef>
                    <a:spcPct val="50000"/>
                  </a:spcBef>
                  <a:buNone/>
                </a:pPr>
                <a:r>
                  <a:rPr lang="zh-CN" altLang="en-US" sz="2000" dirty="0">
                    <a:solidFill>
                      <a:schemeClr val="tx1"/>
                    </a:solidFill>
                    <a:latin typeface="Tahoma" panose="020B0604030504040204" pitchFamily="34" charset="0"/>
                  </a:rPr>
                  <a:t>+[-Y]</a:t>
                </a:r>
                <a:endParaRPr lang="zh-CN" altLang="en-US" sz="2000" baseline="-25000" dirty="0">
                  <a:solidFill>
                    <a:schemeClr val="tx1"/>
                  </a:solidFill>
                  <a:latin typeface="Tahoma" panose="020B0604030504040204" pitchFamily="34" charset="0"/>
                </a:endParaRPr>
              </a:p>
            </p:txBody>
          </p:sp>
          <p:sp>
            <p:nvSpPr>
              <p:cNvPr id="48168" name="Text Box 40"/>
              <p:cNvSpPr txBox="1"/>
              <p:nvPr/>
            </p:nvSpPr>
            <p:spPr>
              <a:xfrm>
                <a:off x="0" y="1680"/>
                <a:ext cx="624" cy="244"/>
              </a:xfrm>
              <a:prstGeom prst="rect">
                <a:avLst/>
              </a:prstGeom>
              <a:noFill/>
              <a:ln w="9525">
                <a:noFill/>
              </a:ln>
            </p:spPr>
            <p:txBody>
              <a:bodyPr>
                <a:spAutoFit/>
              </a:bodyPr>
              <a:lstStyle>
                <a:lvl1pPr marL="342900" indent="-342900" algn="l" rtl="0" eaLnBrk="0" fontAlgn="base" hangingPunct="0">
                  <a:spcBef>
                    <a:spcPct val="20000"/>
                  </a:spcBef>
                  <a:spcAft>
                    <a:spcPct val="0"/>
                  </a:spcAft>
                  <a:buChar char="•"/>
                  <a:defRPr sz="3200">
                    <a:solidFill>
                      <a:srgbClr val="666699"/>
                    </a:solidFill>
                    <a:latin typeface="+mn-lt"/>
                    <a:ea typeface="+mn-ea"/>
                    <a:cs typeface="+mn-cs"/>
                  </a:defRPr>
                </a:lvl1pPr>
                <a:lvl2pPr marL="742950" indent="-285750" algn="l" rtl="0" eaLnBrk="0" fontAlgn="base" hangingPunct="0">
                  <a:spcBef>
                    <a:spcPct val="20000"/>
                  </a:spcBef>
                  <a:spcAft>
                    <a:spcPct val="0"/>
                  </a:spcAft>
                  <a:buChar char="–"/>
                  <a:defRPr sz="2800">
                    <a:solidFill>
                      <a:srgbClr val="666699"/>
                    </a:solidFill>
                    <a:latin typeface="+mn-lt"/>
                    <a:ea typeface="+mn-ea"/>
                  </a:defRPr>
                </a:lvl2pPr>
                <a:lvl3pPr marL="1143000" indent="-228600" algn="l" rtl="0" eaLnBrk="0" fontAlgn="base" hangingPunct="0">
                  <a:spcBef>
                    <a:spcPct val="20000"/>
                  </a:spcBef>
                  <a:spcAft>
                    <a:spcPct val="0"/>
                  </a:spcAft>
                  <a:buChar char="•"/>
                  <a:defRPr sz="2400">
                    <a:solidFill>
                      <a:srgbClr val="666699"/>
                    </a:solidFill>
                    <a:latin typeface="+mn-lt"/>
                    <a:ea typeface="+mn-ea"/>
                  </a:defRPr>
                </a:lvl3pPr>
                <a:lvl4pPr marL="1600200" indent="-228600" algn="l" rtl="0" eaLnBrk="0" fontAlgn="base" hangingPunct="0">
                  <a:spcBef>
                    <a:spcPct val="20000"/>
                  </a:spcBef>
                  <a:spcAft>
                    <a:spcPct val="0"/>
                  </a:spcAft>
                  <a:buChar char="–"/>
                  <a:defRPr sz="2000">
                    <a:solidFill>
                      <a:srgbClr val="666699"/>
                    </a:solidFill>
                    <a:latin typeface="+mn-lt"/>
                    <a:ea typeface="+mn-ea"/>
                  </a:defRPr>
                </a:lvl4pPr>
                <a:lvl5pPr marL="2057400" indent="-228600" algn="l" rtl="0" eaLnBrk="0" fontAlgn="base" hangingPunct="0">
                  <a:spcBef>
                    <a:spcPct val="20000"/>
                  </a:spcBef>
                  <a:spcAft>
                    <a:spcPct val="0"/>
                  </a:spcAft>
                  <a:buChar char="»"/>
                  <a:defRPr sz="2000">
                    <a:solidFill>
                      <a:srgbClr val="666699"/>
                    </a:solidFill>
                    <a:latin typeface="+mn-lt"/>
                    <a:ea typeface="+mn-ea"/>
                  </a:defRPr>
                </a:lvl5pPr>
              </a:lstStyle>
              <a:p>
                <a:pPr marL="0" lvl="0" indent="0" eaLnBrk="1" hangingPunct="1">
                  <a:spcBef>
                    <a:spcPct val="50000"/>
                  </a:spcBef>
                  <a:buNone/>
                </a:pPr>
                <a:r>
                  <a:rPr lang="zh-CN" altLang="en-US" sz="2000" dirty="0">
                    <a:solidFill>
                      <a:schemeClr val="tx1"/>
                    </a:solidFill>
                    <a:latin typeface="Tahoma" panose="020B0604030504040204" pitchFamily="34" charset="0"/>
                  </a:rPr>
                  <a:t>+[-Y]</a:t>
                </a:r>
                <a:endParaRPr lang="zh-CN" altLang="en-US" sz="2000" baseline="-25000" dirty="0">
                  <a:solidFill>
                    <a:schemeClr val="tx1"/>
                  </a:solidFill>
                  <a:latin typeface="Tahoma" panose="020B0604030504040204" pitchFamily="34" charset="0"/>
                </a:endParaRPr>
              </a:p>
            </p:txBody>
          </p:sp>
          <p:sp>
            <p:nvSpPr>
              <p:cNvPr id="48169" name="Text Box 41"/>
              <p:cNvSpPr txBox="1"/>
              <p:nvPr/>
            </p:nvSpPr>
            <p:spPr>
              <a:xfrm>
                <a:off x="0" y="1968"/>
                <a:ext cx="624" cy="244"/>
              </a:xfrm>
              <a:prstGeom prst="rect">
                <a:avLst/>
              </a:prstGeom>
              <a:noFill/>
              <a:ln w="9525">
                <a:noFill/>
              </a:ln>
            </p:spPr>
            <p:txBody>
              <a:bodyPr>
                <a:spAutoFit/>
              </a:bodyPr>
              <a:lstStyle>
                <a:lvl1pPr marL="342900" indent="-342900" algn="l" rtl="0" eaLnBrk="0" fontAlgn="base" hangingPunct="0">
                  <a:spcBef>
                    <a:spcPct val="20000"/>
                  </a:spcBef>
                  <a:spcAft>
                    <a:spcPct val="0"/>
                  </a:spcAft>
                  <a:buChar char="•"/>
                  <a:defRPr sz="3200">
                    <a:solidFill>
                      <a:srgbClr val="666699"/>
                    </a:solidFill>
                    <a:latin typeface="+mn-lt"/>
                    <a:ea typeface="+mn-ea"/>
                    <a:cs typeface="+mn-cs"/>
                  </a:defRPr>
                </a:lvl1pPr>
                <a:lvl2pPr marL="742950" indent="-285750" algn="l" rtl="0" eaLnBrk="0" fontAlgn="base" hangingPunct="0">
                  <a:spcBef>
                    <a:spcPct val="20000"/>
                  </a:spcBef>
                  <a:spcAft>
                    <a:spcPct val="0"/>
                  </a:spcAft>
                  <a:buChar char="–"/>
                  <a:defRPr sz="2800">
                    <a:solidFill>
                      <a:srgbClr val="666699"/>
                    </a:solidFill>
                    <a:latin typeface="+mn-lt"/>
                    <a:ea typeface="+mn-ea"/>
                  </a:defRPr>
                </a:lvl2pPr>
                <a:lvl3pPr marL="1143000" indent="-228600" algn="l" rtl="0" eaLnBrk="0" fontAlgn="base" hangingPunct="0">
                  <a:spcBef>
                    <a:spcPct val="20000"/>
                  </a:spcBef>
                  <a:spcAft>
                    <a:spcPct val="0"/>
                  </a:spcAft>
                  <a:buChar char="•"/>
                  <a:defRPr sz="2400">
                    <a:solidFill>
                      <a:srgbClr val="666699"/>
                    </a:solidFill>
                    <a:latin typeface="+mn-lt"/>
                    <a:ea typeface="+mn-ea"/>
                  </a:defRPr>
                </a:lvl3pPr>
                <a:lvl4pPr marL="1600200" indent="-228600" algn="l" rtl="0" eaLnBrk="0" fontAlgn="base" hangingPunct="0">
                  <a:spcBef>
                    <a:spcPct val="20000"/>
                  </a:spcBef>
                  <a:spcAft>
                    <a:spcPct val="0"/>
                  </a:spcAft>
                  <a:buChar char="–"/>
                  <a:defRPr sz="2000">
                    <a:solidFill>
                      <a:srgbClr val="666699"/>
                    </a:solidFill>
                    <a:latin typeface="+mn-lt"/>
                    <a:ea typeface="+mn-ea"/>
                  </a:defRPr>
                </a:lvl4pPr>
                <a:lvl5pPr marL="2057400" indent="-228600" algn="l" rtl="0" eaLnBrk="0" fontAlgn="base" hangingPunct="0">
                  <a:spcBef>
                    <a:spcPct val="20000"/>
                  </a:spcBef>
                  <a:spcAft>
                    <a:spcPct val="0"/>
                  </a:spcAft>
                  <a:buChar char="»"/>
                  <a:defRPr sz="2000">
                    <a:solidFill>
                      <a:srgbClr val="666699"/>
                    </a:solidFill>
                    <a:latin typeface="+mn-lt"/>
                    <a:ea typeface="+mn-ea"/>
                  </a:defRPr>
                </a:lvl5pPr>
              </a:lstStyle>
              <a:p>
                <a:pPr marL="0" lvl="0" indent="0" eaLnBrk="1" hangingPunct="1">
                  <a:spcBef>
                    <a:spcPct val="50000"/>
                  </a:spcBef>
                  <a:buNone/>
                </a:pPr>
                <a:r>
                  <a:rPr lang="zh-CN" altLang="en-US" sz="2000" dirty="0">
                    <a:solidFill>
                      <a:schemeClr val="tx1"/>
                    </a:solidFill>
                    <a:latin typeface="Tahoma" panose="020B0604030504040204" pitchFamily="34" charset="0"/>
                  </a:rPr>
                  <a:t>+</a:t>
                </a:r>
                <a:r>
                  <a:rPr lang="zh-CN" altLang="en-US" sz="2000" b="1" dirty="0">
                    <a:solidFill>
                      <a:srgbClr val="0000FF"/>
                    </a:solidFill>
                  </a:rPr>
                  <a:t>|</a:t>
                </a:r>
                <a:r>
                  <a:rPr lang="zh-CN" altLang="en-US" sz="2000" b="1" dirty="0">
                    <a:solidFill>
                      <a:schemeClr val="tx1"/>
                    </a:solidFill>
                  </a:rPr>
                  <a:t>Y|</a:t>
                </a:r>
                <a:endParaRPr lang="zh-CN" altLang="en-US" sz="2000" b="1" dirty="0">
                  <a:solidFill>
                    <a:schemeClr val="tx1"/>
                  </a:solidFill>
                </a:endParaRPr>
              </a:p>
            </p:txBody>
          </p:sp>
          <p:sp>
            <p:nvSpPr>
              <p:cNvPr id="48170" name="Text Box 42"/>
              <p:cNvSpPr txBox="1"/>
              <p:nvPr/>
            </p:nvSpPr>
            <p:spPr>
              <a:xfrm>
                <a:off x="0" y="2400"/>
                <a:ext cx="624" cy="244"/>
              </a:xfrm>
              <a:prstGeom prst="rect">
                <a:avLst/>
              </a:prstGeom>
              <a:noFill/>
              <a:ln w="9525">
                <a:noFill/>
              </a:ln>
            </p:spPr>
            <p:txBody>
              <a:bodyPr>
                <a:spAutoFit/>
              </a:bodyPr>
              <a:lstStyle>
                <a:lvl1pPr marL="342900" indent="-342900" algn="l" rtl="0" eaLnBrk="0" fontAlgn="base" hangingPunct="0">
                  <a:spcBef>
                    <a:spcPct val="20000"/>
                  </a:spcBef>
                  <a:spcAft>
                    <a:spcPct val="0"/>
                  </a:spcAft>
                  <a:buChar char="•"/>
                  <a:defRPr sz="3200">
                    <a:solidFill>
                      <a:srgbClr val="666699"/>
                    </a:solidFill>
                    <a:latin typeface="+mn-lt"/>
                    <a:ea typeface="+mn-ea"/>
                    <a:cs typeface="+mn-cs"/>
                  </a:defRPr>
                </a:lvl1pPr>
                <a:lvl2pPr marL="742950" indent="-285750" algn="l" rtl="0" eaLnBrk="0" fontAlgn="base" hangingPunct="0">
                  <a:spcBef>
                    <a:spcPct val="20000"/>
                  </a:spcBef>
                  <a:spcAft>
                    <a:spcPct val="0"/>
                  </a:spcAft>
                  <a:buChar char="–"/>
                  <a:defRPr sz="2800">
                    <a:solidFill>
                      <a:srgbClr val="666699"/>
                    </a:solidFill>
                    <a:latin typeface="+mn-lt"/>
                    <a:ea typeface="+mn-ea"/>
                  </a:defRPr>
                </a:lvl2pPr>
                <a:lvl3pPr marL="1143000" indent="-228600" algn="l" rtl="0" eaLnBrk="0" fontAlgn="base" hangingPunct="0">
                  <a:spcBef>
                    <a:spcPct val="20000"/>
                  </a:spcBef>
                  <a:spcAft>
                    <a:spcPct val="0"/>
                  </a:spcAft>
                  <a:buChar char="•"/>
                  <a:defRPr sz="2400">
                    <a:solidFill>
                      <a:srgbClr val="666699"/>
                    </a:solidFill>
                    <a:latin typeface="+mn-lt"/>
                    <a:ea typeface="+mn-ea"/>
                  </a:defRPr>
                </a:lvl3pPr>
                <a:lvl4pPr marL="1600200" indent="-228600" algn="l" rtl="0" eaLnBrk="0" fontAlgn="base" hangingPunct="0">
                  <a:spcBef>
                    <a:spcPct val="20000"/>
                  </a:spcBef>
                  <a:spcAft>
                    <a:spcPct val="0"/>
                  </a:spcAft>
                  <a:buChar char="–"/>
                  <a:defRPr sz="2000">
                    <a:solidFill>
                      <a:srgbClr val="666699"/>
                    </a:solidFill>
                    <a:latin typeface="+mn-lt"/>
                    <a:ea typeface="+mn-ea"/>
                  </a:defRPr>
                </a:lvl4pPr>
                <a:lvl5pPr marL="2057400" indent="-228600" algn="l" rtl="0" eaLnBrk="0" fontAlgn="base" hangingPunct="0">
                  <a:spcBef>
                    <a:spcPct val="20000"/>
                  </a:spcBef>
                  <a:spcAft>
                    <a:spcPct val="0"/>
                  </a:spcAft>
                  <a:buChar char="»"/>
                  <a:defRPr sz="2000">
                    <a:solidFill>
                      <a:srgbClr val="666699"/>
                    </a:solidFill>
                    <a:latin typeface="+mn-lt"/>
                    <a:ea typeface="+mn-ea"/>
                  </a:defRPr>
                </a:lvl5pPr>
              </a:lstStyle>
              <a:p>
                <a:pPr marL="0" lvl="0" indent="0" eaLnBrk="1" hangingPunct="1">
                  <a:spcBef>
                    <a:spcPct val="50000"/>
                  </a:spcBef>
                  <a:buNone/>
                </a:pPr>
                <a:r>
                  <a:rPr lang="zh-CN" altLang="en-US" sz="2000" dirty="0">
                    <a:solidFill>
                      <a:schemeClr val="tx1"/>
                    </a:solidFill>
                    <a:latin typeface="Tahoma" panose="020B0604030504040204" pitchFamily="34" charset="0"/>
                  </a:rPr>
                  <a:t>+[-Y]</a:t>
                </a:r>
                <a:endParaRPr lang="zh-CN" altLang="en-US" sz="2000" baseline="-25000" dirty="0">
                  <a:solidFill>
                    <a:schemeClr val="tx1"/>
                  </a:solidFill>
                  <a:latin typeface="Tahoma" panose="020B0604030504040204" pitchFamily="34" charset="0"/>
                </a:endParaRPr>
              </a:p>
            </p:txBody>
          </p:sp>
          <p:sp>
            <p:nvSpPr>
              <p:cNvPr id="48171" name="Text Box 43"/>
              <p:cNvSpPr txBox="1"/>
              <p:nvPr/>
            </p:nvSpPr>
            <p:spPr>
              <a:xfrm>
                <a:off x="624" y="672"/>
                <a:ext cx="240" cy="244"/>
              </a:xfrm>
              <a:prstGeom prst="rect">
                <a:avLst/>
              </a:prstGeom>
              <a:noFill/>
              <a:ln w="9525">
                <a:noFill/>
              </a:ln>
            </p:spPr>
            <p:txBody>
              <a:bodyPr>
                <a:spAutoFit/>
              </a:bodyPr>
              <a:lstStyle>
                <a:lvl1pPr marL="342900" indent="-342900" algn="l" rtl="0" eaLnBrk="0" fontAlgn="base" hangingPunct="0">
                  <a:spcBef>
                    <a:spcPct val="20000"/>
                  </a:spcBef>
                  <a:spcAft>
                    <a:spcPct val="0"/>
                  </a:spcAft>
                  <a:buChar char="•"/>
                  <a:defRPr sz="3200">
                    <a:solidFill>
                      <a:srgbClr val="666699"/>
                    </a:solidFill>
                    <a:latin typeface="+mn-lt"/>
                    <a:ea typeface="+mn-ea"/>
                    <a:cs typeface="+mn-cs"/>
                  </a:defRPr>
                </a:lvl1pPr>
                <a:lvl2pPr marL="742950" indent="-285750" algn="l" rtl="0" eaLnBrk="0" fontAlgn="base" hangingPunct="0">
                  <a:spcBef>
                    <a:spcPct val="20000"/>
                  </a:spcBef>
                  <a:spcAft>
                    <a:spcPct val="0"/>
                  </a:spcAft>
                  <a:buChar char="–"/>
                  <a:defRPr sz="2800">
                    <a:solidFill>
                      <a:srgbClr val="666699"/>
                    </a:solidFill>
                    <a:latin typeface="+mn-lt"/>
                    <a:ea typeface="+mn-ea"/>
                  </a:defRPr>
                </a:lvl2pPr>
                <a:lvl3pPr marL="1143000" indent="-228600" algn="l" rtl="0" eaLnBrk="0" fontAlgn="base" hangingPunct="0">
                  <a:spcBef>
                    <a:spcPct val="20000"/>
                  </a:spcBef>
                  <a:spcAft>
                    <a:spcPct val="0"/>
                  </a:spcAft>
                  <a:buChar char="•"/>
                  <a:defRPr sz="2400">
                    <a:solidFill>
                      <a:srgbClr val="666699"/>
                    </a:solidFill>
                    <a:latin typeface="+mn-lt"/>
                    <a:ea typeface="+mn-ea"/>
                  </a:defRPr>
                </a:lvl3pPr>
                <a:lvl4pPr marL="1600200" indent="-228600" algn="l" rtl="0" eaLnBrk="0" fontAlgn="base" hangingPunct="0">
                  <a:spcBef>
                    <a:spcPct val="20000"/>
                  </a:spcBef>
                  <a:spcAft>
                    <a:spcPct val="0"/>
                  </a:spcAft>
                  <a:buChar char="–"/>
                  <a:defRPr sz="2000">
                    <a:solidFill>
                      <a:srgbClr val="666699"/>
                    </a:solidFill>
                    <a:latin typeface="+mn-lt"/>
                    <a:ea typeface="+mn-ea"/>
                  </a:defRPr>
                </a:lvl4pPr>
                <a:lvl5pPr marL="2057400" indent="-228600" algn="l" rtl="0" eaLnBrk="0" fontAlgn="base" hangingPunct="0">
                  <a:spcBef>
                    <a:spcPct val="20000"/>
                  </a:spcBef>
                  <a:spcAft>
                    <a:spcPct val="0"/>
                  </a:spcAft>
                  <a:buChar char="»"/>
                  <a:defRPr sz="2000">
                    <a:solidFill>
                      <a:srgbClr val="666699"/>
                    </a:solidFill>
                    <a:latin typeface="+mn-lt"/>
                    <a:ea typeface="+mn-ea"/>
                  </a:defRPr>
                </a:lvl5pPr>
              </a:lstStyle>
              <a:p>
                <a:pPr marL="0" lvl="0" indent="0" eaLnBrk="1" hangingPunct="1">
                  <a:spcBef>
                    <a:spcPct val="50000"/>
                  </a:spcBef>
                  <a:buNone/>
                </a:pPr>
                <a:r>
                  <a:rPr lang="zh-CN" altLang="en-US" sz="2000" dirty="0">
                    <a:solidFill>
                      <a:schemeClr val="tx1"/>
                    </a:solidFill>
                    <a:latin typeface="Tahoma" panose="020B0604030504040204" pitchFamily="34" charset="0"/>
                  </a:rPr>
                  <a:t>←</a:t>
                </a:r>
                <a:endParaRPr lang="zh-CN" altLang="en-US" sz="2000" dirty="0">
                  <a:solidFill>
                    <a:schemeClr val="tx1"/>
                  </a:solidFill>
                  <a:latin typeface="Tahoma" panose="020B0604030504040204" pitchFamily="34" charset="0"/>
                </a:endParaRPr>
              </a:p>
            </p:txBody>
          </p:sp>
          <p:sp>
            <p:nvSpPr>
              <p:cNvPr id="48172" name="Text Box 44"/>
              <p:cNvSpPr txBox="1"/>
              <p:nvPr/>
            </p:nvSpPr>
            <p:spPr>
              <a:xfrm>
                <a:off x="624" y="1152"/>
                <a:ext cx="240" cy="244"/>
              </a:xfrm>
              <a:prstGeom prst="rect">
                <a:avLst/>
              </a:prstGeom>
              <a:noFill/>
              <a:ln w="9525">
                <a:noFill/>
              </a:ln>
            </p:spPr>
            <p:txBody>
              <a:bodyPr>
                <a:spAutoFit/>
              </a:bodyPr>
              <a:lstStyle>
                <a:lvl1pPr marL="342900" indent="-342900" algn="l" rtl="0" eaLnBrk="0" fontAlgn="base" hangingPunct="0">
                  <a:spcBef>
                    <a:spcPct val="20000"/>
                  </a:spcBef>
                  <a:spcAft>
                    <a:spcPct val="0"/>
                  </a:spcAft>
                  <a:buChar char="•"/>
                  <a:defRPr sz="3200">
                    <a:solidFill>
                      <a:srgbClr val="666699"/>
                    </a:solidFill>
                    <a:latin typeface="+mn-lt"/>
                    <a:ea typeface="+mn-ea"/>
                    <a:cs typeface="+mn-cs"/>
                  </a:defRPr>
                </a:lvl1pPr>
                <a:lvl2pPr marL="742950" indent="-285750" algn="l" rtl="0" eaLnBrk="0" fontAlgn="base" hangingPunct="0">
                  <a:spcBef>
                    <a:spcPct val="20000"/>
                  </a:spcBef>
                  <a:spcAft>
                    <a:spcPct val="0"/>
                  </a:spcAft>
                  <a:buChar char="–"/>
                  <a:defRPr sz="2800">
                    <a:solidFill>
                      <a:srgbClr val="666699"/>
                    </a:solidFill>
                    <a:latin typeface="+mn-lt"/>
                    <a:ea typeface="+mn-ea"/>
                  </a:defRPr>
                </a:lvl2pPr>
                <a:lvl3pPr marL="1143000" indent="-228600" algn="l" rtl="0" eaLnBrk="0" fontAlgn="base" hangingPunct="0">
                  <a:spcBef>
                    <a:spcPct val="20000"/>
                  </a:spcBef>
                  <a:spcAft>
                    <a:spcPct val="0"/>
                  </a:spcAft>
                  <a:buChar char="•"/>
                  <a:defRPr sz="2400">
                    <a:solidFill>
                      <a:srgbClr val="666699"/>
                    </a:solidFill>
                    <a:latin typeface="+mn-lt"/>
                    <a:ea typeface="+mn-ea"/>
                  </a:defRPr>
                </a:lvl3pPr>
                <a:lvl4pPr marL="1600200" indent="-228600" algn="l" rtl="0" eaLnBrk="0" fontAlgn="base" hangingPunct="0">
                  <a:spcBef>
                    <a:spcPct val="20000"/>
                  </a:spcBef>
                  <a:spcAft>
                    <a:spcPct val="0"/>
                  </a:spcAft>
                  <a:buChar char="–"/>
                  <a:defRPr sz="2000">
                    <a:solidFill>
                      <a:srgbClr val="666699"/>
                    </a:solidFill>
                    <a:latin typeface="+mn-lt"/>
                    <a:ea typeface="+mn-ea"/>
                  </a:defRPr>
                </a:lvl4pPr>
                <a:lvl5pPr marL="2057400" indent="-228600" algn="l" rtl="0" eaLnBrk="0" fontAlgn="base" hangingPunct="0">
                  <a:spcBef>
                    <a:spcPct val="20000"/>
                  </a:spcBef>
                  <a:spcAft>
                    <a:spcPct val="0"/>
                  </a:spcAft>
                  <a:buChar char="»"/>
                  <a:defRPr sz="2000">
                    <a:solidFill>
                      <a:srgbClr val="666699"/>
                    </a:solidFill>
                    <a:latin typeface="+mn-lt"/>
                    <a:ea typeface="+mn-ea"/>
                  </a:defRPr>
                </a:lvl5pPr>
              </a:lstStyle>
              <a:p>
                <a:pPr marL="0" lvl="0" indent="0" eaLnBrk="1" hangingPunct="1">
                  <a:spcBef>
                    <a:spcPct val="50000"/>
                  </a:spcBef>
                  <a:buNone/>
                </a:pPr>
                <a:r>
                  <a:rPr lang="zh-CN" altLang="en-US" sz="2000" dirty="0">
                    <a:solidFill>
                      <a:schemeClr val="tx1"/>
                    </a:solidFill>
                    <a:latin typeface="Tahoma" panose="020B0604030504040204" pitchFamily="34" charset="0"/>
                  </a:rPr>
                  <a:t>←</a:t>
                </a:r>
                <a:endParaRPr lang="zh-CN" altLang="en-US" sz="2000" dirty="0">
                  <a:solidFill>
                    <a:schemeClr val="tx1"/>
                  </a:solidFill>
                  <a:latin typeface="Tahoma" panose="020B0604030504040204" pitchFamily="34" charset="0"/>
                </a:endParaRPr>
              </a:p>
            </p:txBody>
          </p:sp>
          <p:sp>
            <p:nvSpPr>
              <p:cNvPr id="48173" name="Text Box 45"/>
              <p:cNvSpPr txBox="1"/>
              <p:nvPr/>
            </p:nvSpPr>
            <p:spPr>
              <a:xfrm>
                <a:off x="672" y="1584"/>
                <a:ext cx="240" cy="244"/>
              </a:xfrm>
              <a:prstGeom prst="rect">
                <a:avLst/>
              </a:prstGeom>
              <a:noFill/>
              <a:ln w="9525">
                <a:noFill/>
              </a:ln>
            </p:spPr>
            <p:txBody>
              <a:bodyPr>
                <a:spAutoFit/>
              </a:bodyPr>
              <a:lstStyle>
                <a:lvl1pPr marL="342900" indent="-342900" algn="l" rtl="0" eaLnBrk="0" fontAlgn="base" hangingPunct="0">
                  <a:spcBef>
                    <a:spcPct val="20000"/>
                  </a:spcBef>
                  <a:spcAft>
                    <a:spcPct val="0"/>
                  </a:spcAft>
                  <a:buChar char="•"/>
                  <a:defRPr sz="3200">
                    <a:solidFill>
                      <a:srgbClr val="666699"/>
                    </a:solidFill>
                    <a:latin typeface="+mn-lt"/>
                    <a:ea typeface="+mn-ea"/>
                    <a:cs typeface="+mn-cs"/>
                  </a:defRPr>
                </a:lvl1pPr>
                <a:lvl2pPr marL="742950" indent="-285750" algn="l" rtl="0" eaLnBrk="0" fontAlgn="base" hangingPunct="0">
                  <a:spcBef>
                    <a:spcPct val="20000"/>
                  </a:spcBef>
                  <a:spcAft>
                    <a:spcPct val="0"/>
                  </a:spcAft>
                  <a:buChar char="–"/>
                  <a:defRPr sz="2800">
                    <a:solidFill>
                      <a:srgbClr val="666699"/>
                    </a:solidFill>
                    <a:latin typeface="+mn-lt"/>
                    <a:ea typeface="+mn-ea"/>
                  </a:defRPr>
                </a:lvl2pPr>
                <a:lvl3pPr marL="1143000" indent="-228600" algn="l" rtl="0" eaLnBrk="0" fontAlgn="base" hangingPunct="0">
                  <a:spcBef>
                    <a:spcPct val="20000"/>
                  </a:spcBef>
                  <a:spcAft>
                    <a:spcPct val="0"/>
                  </a:spcAft>
                  <a:buChar char="•"/>
                  <a:defRPr sz="2400">
                    <a:solidFill>
                      <a:srgbClr val="666699"/>
                    </a:solidFill>
                    <a:latin typeface="+mn-lt"/>
                    <a:ea typeface="+mn-ea"/>
                  </a:defRPr>
                </a:lvl3pPr>
                <a:lvl4pPr marL="1600200" indent="-228600" algn="l" rtl="0" eaLnBrk="0" fontAlgn="base" hangingPunct="0">
                  <a:spcBef>
                    <a:spcPct val="20000"/>
                  </a:spcBef>
                  <a:spcAft>
                    <a:spcPct val="0"/>
                  </a:spcAft>
                  <a:buChar char="–"/>
                  <a:defRPr sz="2000">
                    <a:solidFill>
                      <a:srgbClr val="666699"/>
                    </a:solidFill>
                    <a:latin typeface="+mn-lt"/>
                    <a:ea typeface="+mn-ea"/>
                  </a:defRPr>
                </a:lvl4pPr>
                <a:lvl5pPr marL="2057400" indent="-228600" algn="l" rtl="0" eaLnBrk="0" fontAlgn="base" hangingPunct="0">
                  <a:spcBef>
                    <a:spcPct val="20000"/>
                  </a:spcBef>
                  <a:spcAft>
                    <a:spcPct val="0"/>
                  </a:spcAft>
                  <a:buChar char="»"/>
                  <a:defRPr sz="2000">
                    <a:solidFill>
                      <a:srgbClr val="666699"/>
                    </a:solidFill>
                    <a:latin typeface="+mn-lt"/>
                    <a:ea typeface="+mn-ea"/>
                  </a:defRPr>
                </a:lvl5pPr>
              </a:lstStyle>
              <a:p>
                <a:pPr marL="0" lvl="0" indent="0" eaLnBrk="1" hangingPunct="1">
                  <a:spcBef>
                    <a:spcPct val="50000"/>
                  </a:spcBef>
                  <a:buNone/>
                </a:pPr>
                <a:r>
                  <a:rPr lang="zh-CN" altLang="en-US" sz="2000" dirty="0">
                    <a:solidFill>
                      <a:schemeClr val="tx1"/>
                    </a:solidFill>
                    <a:latin typeface="Tahoma" panose="020B0604030504040204" pitchFamily="34" charset="0"/>
                  </a:rPr>
                  <a:t>←</a:t>
                </a:r>
                <a:endParaRPr lang="zh-CN" altLang="en-US" sz="2000" dirty="0">
                  <a:solidFill>
                    <a:schemeClr val="tx1"/>
                  </a:solidFill>
                  <a:latin typeface="Tahoma" panose="020B0604030504040204" pitchFamily="34" charset="0"/>
                </a:endParaRPr>
              </a:p>
            </p:txBody>
          </p:sp>
          <p:sp>
            <p:nvSpPr>
              <p:cNvPr id="48174" name="Text Box 46"/>
              <p:cNvSpPr txBox="1"/>
              <p:nvPr/>
            </p:nvSpPr>
            <p:spPr>
              <a:xfrm>
                <a:off x="672" y="2256"/>
                <a:ext cx="240" cy="244"/>
              </a:xfrm>
              <a:prstGeom prst="rect">
                <a:avLst/>
              </a:prstGeom>
              <a:noFill/>
              <a:ln w="9525">
                <a:noFill/>
              </a:ln>
            </p:spPr>
            <p:txBody>
              <a:bodyPr>
                <a:spAutoFit/>
              </a:bodyPr>
              <a:lstStyle>
                <a:lvl1pPr marL="342900" indent="-342900" algn="l" rtl="0" eaLnBrk="0" fontAlgn="base" hangingPunct="0">
                  <a:spcBef>
                    <a:spcPct val="20000"/>
                  </a:spcBef>
                  <a:spcAft>
                    <a:spcPct val="0"/>
                  </a:spcAft>
                  <a:buChar char="•"/>
                  <a:defRPr sz="3200">
                    <a:solidFill>
                      <a:srgbClr val="666699"/>
                    </a:solidFill>
                    <a:latin typeface="+mn-lt"/>
                    <a:ea typeface="+mn-ea"/>
                    <a:cs typeface="+mn-cs"/>
                  </a:defRPr>
                </a:lvl1pPr>
                <a:lvl2pPr marL="742950" indent="-285750" algn="l" rtl="0" eaLnBrk="0" fontAlgn="base" hangingPunct="0">
                  <a:spcBef>
                    <a:spcPct val="20000"/>
                  </a:spcBef>
                  <a:spcAft>
                    <a:spcPct val="0"/>
                  </a:spcAft>
                  <a:buChar char="–"/>
                  <a:defRPr sz="2800">
                    <a:solidFill>
                      <a:srgbClr val="666699"/>
                    </a:solidFill>
                    <a:latin typeface="+mn-lt"/>
                    <a:ea typeface="+mn-ea"/>
                  </a:defRPr>
                </a:lvl2pPr>
                <a:lvl3pPr marL="1143000" indent="-228600" algn="l" rtl="0" eaLnBrk="0" fontAlgn="base" hangingPunct="0">
                  <a:spcBef>
                    <a:spcPct val="20000"/>
                  </a:spcBef>
                  <a:spcAft>
                    <a:spcPct val="0"/>
                  </a:spcAft>
                  <a:buChar char="•"/>
                  <a:defRPr sz="2400">
                    <a:solidFill>
                      <a:srgbClr val="666699"/>
                    </a:solidFill>
                    <a:latin typeface="+mn-lt"/>
                    <a:ea typeface="+mn-ea"/>
                  </a:defRPr>
                </a:lvl3pPr>
                <a:lvl4pPr marL="1600200" indent="-228600" algn="l" rtl="0" eaLnBrk="0" fontAlgn="base" hangingPunct="0">
                  <a:spcBef>
                    <a:spcPct val="20000"/>
                  </a:spcBef>
                  <a:spcAft>
                    <a:spcPct val="0"/>
                  </a:spcAft>
                  <a:buChar char="–"/>
                  <a:defRPr sz="2000">
                    <a:solidFill>
                      <a:srgbClr val="666699"/>
                    </a:solidFill>
                    <a:latin typeface="+mn-lt"/>
                    <a:ea typeface="+mn-ea"/>
                  </a:defRPr>
                </a:lvl4pPr>
                <a:lvl5pPr marL="2057400" indent="-228600" algn="l" rtl="0" eaLnBrk="0" fontAlgn="base" hangingPunct="0">
                  <a:spcBef>
                    <a:spcPct val="20000"/>
                  </a:spcBef>
                  <a:spcAft>
                    <a:spcPct val="0"/>
                  </a:spcAft>
                  <a:buChar char="»"/>
                  <a:defRPr sz="2000">
                    <a:solidFill>
                      <a:srgbClr val="666699"/>
                    </a:solidFill>
                    <a:latin typeface="+mn-lt"/>
                    <a:ea typeface="+mn-ea"/>
                  </a:defRPr>
                </a:lvl5pPr>
              </a:lstStyle>
              <a:p>
                <a:pPr marL="0" lvl="0" indent="0" eaLnBrk="1" hangingPunct="1">
                  <a:spcBef>
                    <a:spcPct val="50000"/>
                  </a:spcBef>
                  <a:buNone/>
                </a:pPr>
                <a:r>
                  <a:rPr lang="zh-CN" altLang="en-US" sz="2000" dirty="0">
                    <a:solidFill>
                      <a:schemeClr val="tx1"/>
                    </a:solidFill>
                    <a:latin typeface="Tahoma" panose="020B0604030504040204" pitchFamily="34" charset="0"/>
                  </a:rPr>
                  <a:t>←</a:t>
                </a:r>
                <a:endParaRPr lang="zh-CN" altLang="en-US" sz="2000" dirty="0">
                  <a:solidFill>
                    <a:schemeClr val="tx1"/>
                  </a:solidFill>
                  <a:latin typeface="Tahoma" panose="020B0604030504040204" pitchFamily="34" charset="0"/>
                </a:endParaRPr>
              </a:p>
            </p:txBody>
          </p:sp>
          <p:sp>
            <p:nvSpPr>
              <p:cNvPr id="48175" name="Text Box 47"/>
              <p:cNvSpPr txBox="1"/>
              <p:nvPr/>
            </p:nvSpPr>
            <p:spPr>
              <a:xfrm>
                <a:off x="2640" y="720"/>
                <a:ext cx="336" cy="244"/>
              </a:xfrm>
              <a:prstGeom prst="rect">
                <a:avLst/>
              </a:prstGeom>
              <a:noFill/>
              <a:ln w="9525">
                <a:noFill/>
              </a:ln>
            </p:spPr>
            <p:txBody>
              <a:bodyPr>
                <a:spAutoFit/>
              </a:bodyPr>
              <a:lstStyle>
                <a:lvl1pPr marL="342900" indent="-342900" algn="l" rtl="0" eaLnBrk="0" fontAlgn="base" hangingPunct="0">
                  <a:spcBef>
                    <a:spcPct val="20000"/>
                  </a:spcBef>
                  <a:spcAft>
                    <a:spcPct val="0"/>
                  </a:spcAft>
                  <a:buChar char="•"/>
                  <a:defRPr sz="3200">
                    <a:solidFill>
                      <a:srgbClr val="666699"/>
                    </a:solidFill>
                    <a:latin typeface="+mn-lt"/>
                    <a:ea typeface="+mn-ea"/>
                    <a:cs typeface="+mn-cs"/>
                  </a:defRPr>
                </a:lvl1pPr>
                <a:lvl2pPr marL="742950" indent="-285750" algn="l" rtl="0" eaLnBrk="0" fontAlgn="base" hangingPunct="0">
                  <a:spcBef>
                    <a:spcPct val="20000"/>
                  </a:spcBef>
                  <a:spcAft>
                    <a:spcPct val="0"/>
                  </a:spcAft>
                  <a:buChar char="–"/>
                  <a:defRPr sz="2800">
                    <a:solidFill>
                      <a:srgbClr val="666699"/>
                    </a:solidFill>
                    <a:latin typeface="+mn-lt"/>
                    <a:ea typeface="+mn-ea"/>
                  </a:defRPr>
                </a:lvl2pPr>
                <a:lvl3pPr marL="1143000" indent="-228600" algn="l" rtl="0" eaLnBrk="0" fontAlgn="base" hangingPunct="0">
                  <a:spcBef>
                    <a:spcPct val="20000"/>
                  </a:spcBef>
                  <a:spcAft>
                    <a:spcPct val="0"/>
                  </a:spcAft>
                  <a:buChar char="•"/>
                  <a:defRPr sz="2400">
                    <a:solidFill>
                      <a:srgbClr val="666699"/>
                    </a:solidFill>
                    <a:latin typeface="+mn-lt"/>
                    <a:ea typeface="+mn-ea"/>
                  </a:defRPr>
                </a:lvl3pPr>
                <a:lvl4pPr marL="1600200" indent="-228600" algn="l" rtl="0" eaLnBrk="0" fontAlgn="base" hangingPunct="0">
                  <a:spcBef>
                    <a:spcPct val="20000"/>
                  </a:spcBef>
                  <a:spcAft>
                    <a:spcPct val="0"/>
                  </a:spcAft>
                  <a:buChar char="–"/>
                  <a:defRPr sz="2000">
                    <a:solidFill>
                      <a:srgbClr val="666699"/>
                    </a:solidFill>
                    <a:latin typeface="+mn-lt"/>
                    <a:ea typeface="+mn-ea"/>
                  </a:defRPr>
                </a:lvl4pPr>
                <a:lvl5pPr marL="2057400" indent="-228600" algn="l" rtl="0" eaLnBrk="0" fontAlgn="base" hangingPunct="0">
                  <a:spcBef>
                    <a:spcPct val="20000"/>
                  </a:spcBef>
                  <a:spcAft>
                    <a:spcPct val="0"/>
                  </a:spcAft>
                  <a:buChar char="»"/>
                  <a:defRPr sz="2000">
                    <a:solidFill>
                      <a:srgbClr val="666699"/>
                    </a:solidFill>
                    <a:latin typeface="+mn-lt"/>
                    <a:ea typeface="+mn-ea"/>
                  </a:defRPr>
                </a:lvl5pPr>
              </a:lstStyle>
              <a:p>
                <a:pPr marL="0" lvl="0" indent="0" eaLnBrk="1" hangingPunct="1">
                  <a:spcBef>
                    <a:spcPct val="50000"/>
                  </a:spcBef>
                  <a:buNone/>
                </a:pPr>
                <a:r>
                  <a:rPr lang="zh-CN" altLang="en-US" sz="2000" dirty="0">
                    <a:solidFill>
                      <a:schemeClr val="hlink"/>
                    </a:solidFill>
                    <a:latin typeface="Tahoma" panose="020B0604030504040204" pitchFamily="34" charset="0"/>
                  </a:rPr>
                  <a:t>0</a:t>
                </a:r>
                <a:endParaRPr lang="zh-CN" altLang="en-US" sz="2000" dirty="0">
                  <a:solidFill>
                    <a:schemeClr val="hlink"/>
                  </a:solidFill>
                  <a:latin typeface="Tahoma" panose="020B0604030504040204" pitchFamily="34" charset="0"/>
                </a:endParaRPr>
              </a:p>
            </p:txBody>
          </p:sp>
          <p:sp>
            <p:nvSpPr>
              <p:cNvPr id="48176" name="Text Box 48"/>
              <p:cNvSpPr txBox="1"/>
              <p:nvPr/>
            </p:nvSpPr>
            <p:spPr>
              <a:xfrm>
                <a:off x="2496" y="1152"/>
                <a:ext cx="480" cy="244"/>
              </a:xfrm>
              <a:prstGeom prst="rect">
                <a:avLst/>
              </a:prstGeom>
              <a:noFill/>
              <a:ln w="9525">
                <a:noFill/>
              </a:ln>
            </p:spPr>
            <p:txBody>
              <a:bodyPr>
                <a:spAutoFit/>
              </a:bodyPr>
              <a:lstStyle>
                <a:lvl1pPr marL="342900" indent="-342900" algn="l" rtl="0" eaLnBrk="0" fontAlgn="base" hangingPunct="0">
                  <a:spcBef>
                    <a:spcPct val="20000"/>
                  </a:spcBef>
                  <a:spcAft>
                    <a:spcPct val="0"/>
                  </a:spcAft>
                  <a:buChar char="•"/>
                  <a:defRPr sz="3200">
                    <a:solidFill>
                      <a:srgbClr val="666699"/>
                    </a:solidFill>
                    <a:latin typeface="+mn-lt"/>
                    <a:ea typeface="+mn-ea"/>
                    <a:cs typeface="+mn-cs"/>
                  </a:defRPr>
                </a:lvl1pPr>
                <a:lvl2pPr marL="742950" indent="-285750" algn="l" rtl="0" eaLnBrk="0" fontAlgn="base" hangingPunct="0">
                  <a:spcBef>
                    <a:spcPct val="20000"/>
                  </a:spcBef>
                  <a:spcAft>
                    <a:spcPct val="0"/>
                  </a:spcAft>
                  <a:buChar char="–"/>
                  <a:defRPr sz="2800">
                    <a:solidFill>
                      <a:srgbClr val="666699"/>
                    </a:solidFill>
                    <a:latin typeface="+mn-lt"/>
                    <a:ea typeface="+mn-ea"/>
                  </a:defRPr>
                </a:lvl2pPr>
                <a:lvl3pPr marL="1143000" indent="-228600" algn="l" rtl="0" eaLnBrk="0" fontAlgn="base" hangingPunct="0">
                  <a:spcBef>
                    <a:spcPct val="20000"/>
                  </a:spcBef>
                  <a:spcAft>
                    <a:spcPct val="0"/>
                  </a:spcAft>
                  <a:buChar char="•"/>
                  <a:defRPr sz="2400">
                    <a:solidFill>
                      <a:srgbClr val="666699"/>
                    </a:solidFill>
                    <a:latin typeface="+mn-lt"/>
                    <a:ea typeface="+mn-ea"/>
                  </a:defRPr>
                </a:lvl3pPr>
                <a:lvl4pPr marL="1600200" indent="-228600" algn="l" rtl="0" eaLnBrk="0" fontAlgn="base" hangingPunct="0">
                  <a:spcBef>
                    <a:spcPct val="20000"/>
                  </a:spcBef>
                  <a:spcAft>
                    <a:spcPct val="0"/>
                  </a:spcAft>
                  <a:buChar char="–"/>
                  <a:defRPr sz="2000">
                    <a:solidFill>
                      <a:srgbClr val="666699"/>
                    </a:solidFill>
                    <a:latin typeface="+mn-lt"/>
                    <a:ea typeface="+mn-ea"/>
                  </a:defRPr>
                </a:lvl4pPr>
                <a:lvl5pPr marL="2057400" indent="-228600" algn="l" rtl="0" eaLnBrk="0" fontAlgn="base" hangingPunct="0">
                  <a:spcBef>
                    <a:spcPct val="20000"/>
                  </a:spcBef>
                  <a:spcAft>
                    <a:spcPct val="0"/>
                  </a:spcAft>
                  <a:buChar char="»"/>
                  <a:defRPr sz="2000">
                    <a:solidFill>
                      <a:srgbClr val="666699"/>
                    </a:solidFill>
                    <a:latin typeface="+mn-lt"/>
                    <a:ea typeface="+mn-ea"/>
                  </a:defRPr>
                </a:lvl5pPr>
              </a:lstStyle>
              <a:p>
                <a:pPr marL="0" lvl="0" indent="0" eaLnBrk="1" hangingPunct="1">
                  <a:spcBef>
                    <a:spcPct val="50000"/>
                  </a:spcBef>
                  <a:buNone/>
                </a:pPr>
                <a:r>
                  <a:rPr lang="zh-CN" altLang="en-US" sz="2000" dirty="0">
                    <a:solidFill>
                      <a:schemeClr val="tx1"/>
                    </a:solidFill>
                    <a:latin typeface="Tahoma" panose="020B0604030504040204" pitchFamily="34" charset="0"/>
                  </a:rPr>
                  <a:t>0.</a:t>
                </a:r>
                <a:r>
                  <a:rPr lang="zh-CN" altLang="en-US" sz="2000" dirty="0">
                    <a:solidFill>
                      <a:schemeClr val="hlink"/>
                    </a:solidFill>
                    <a:latin typeface="Tahoma" panose="020B0604030504040204" pitchFamily="34" charset="0"/>
                  </a:rPr>
                  <a:t>1</a:t>
                </a:r>
                <a:endParaRPr lang="zh-CN" altLang="en-US" sz="2000" dirty="0">
                  <a:solidFill>
                    <a:schemeClr val="hlink"/>
                  </a:solidFill>
                  <a:latin typeface="Tahoma" panose="020B0604030504040204" pitchFamily="34" charset="0"/>
                </a:endParaRPr>
              </a:p>
            </p:txBody>
          </p:sp>
          <p:sp>
            <p:nvSpPr>
              <p:cNvPr id="48177" name="Text Box 49"/>
              <p:cNvSpPr txBox="1"/>
              <p:nvPr/>
            </p:nvSpPr>
            <p:spPr>
              <a:xfrm>
                <a:off x="2400" y="1584"/>
                <a:ext cx="672" cy="244"/>
              </a:xfrm>
              <a:prstGeom prst="rect">
                <a:avLst/>
              </a:prstGeom>
              <a:noFill/>
              <a:ln w="9525">
                <a:noFill/>
              </a:ln>
            </p:spPr>
            <p:txBody>
              <a:bodyPr>
                <a:spAutoFit/>
              </a:bodyPr>
              <a:lstStyle>
                <a:lvl1pPr marL="342900" indent="-342900" algn="l" rtl="0" eaLnBrk="0" fontAlgn="base" hangingPunct="0">
                  <a:spcBef>
                    <a:spcPct val="20000"/>
                  </a:spcBef>
                  <a:spcAft>
                    <a:spcPct val="0"/>
                  </a:spcAft>
                  <a:buChar char="•"/>
                  <a:defRPr sz="3200">
                    <a:solidFill>
                      <a:srgbClr val="666699"/>
                    </a:solidFill>
                    <a:latin typeface="+mn-lt"/>
                    <a:ea typeface="+mn-ea"/>
                    <a:cs typeface="+mn-cs"/>
                  </a:defRPr>
                </a:lvl1pPr>
                <a:lvl2pPr marL="742950" indent="-285750" algn="l" rtl="0" eaLnBrk="0" fontAlgn="base" hangingPunct="0">
                  <a:spcBef>
                    <a:spcPct val="20000"/>
                  </a:spcBef>
                  <a:spcAft>
                    <a:spcPct val="0"/>
                  </a:spcAft>
                  <a:buChar char="–"/>
                  <a:defRPr sz="2800">
                    <a:solidFill>
                      <a:srgbClr val="666699"/>
                    </a:solidFill>
                    <a:latin typeface="+mn-lt"/>
                    <a:ea typeface="+mn-ea"/>
                  </a:defRPr>
                </a:lvl2pPr>
                <a:lvl3pPr marL="1143000" indent="-228600" algn="l" rtl="0" eaLnBrk="0" fontAlgn="base" hangingPunct="0">
                  <a:spcBef>
                    <a:spcPct val="20000"/>
                  </a:spcBef>
                  <a:spcAft>
                    <a:spcPct val="0"/>
                  </a:spcAft>
                  <a:buChar char="•"/>
                  <a:defRPr sz="2400">
                    <a:solidFill>
                      <a:srgbClr val="666699"/>
                    </a:solidFill>
                    <a:latin typeface="+mn-lt"/>
                    <a:ea typeface="+mn-ea"/>
                  </a:defRPr>
                </a:lvl3pPr>
                <a:lvl4pPr marL="1600200" indent="-228600" algn="l" rtl="0" eaLnBrk="0" fontAlgn="base" hangingPunct="0">
                  <a:spcBef>
                    <a:spcPct val="20000"/>
                  </a:spcBef>
                  <a:spcAft>
                    <a:spcPct val="0"/>
                  </a:spcAft>
                  <a:buChar char="–"/>
                  <a:defRPr sz="2000">
                    <a:solidFill>
                      <a:srgbClr val="666699"/>
                    </a:solidFill>
                    <a:latin typeface="+mn-lt"/>
                    <a:ea typeface="+mn-ea"/>
                  </a:defRPr>
                </a:lvl4pPr>
                <a:lvl5pPr marL="2057400" indent="-228600" algn="l" rtl="0" eaLnBrk="0" fontAlgn="base" hangingPunct="0">
                  <a:spcBef>
                    <a:spcPct val="20000"/>
                  </a:spcBef>
                  <a:spcAft>
                    <a:spcPct val="0"/>
                  </a:spcAft>
                  <a:buChar char="»"/>
                  <a:defRPr sz="2000">
                    <a:solidFill>
                      <a:srgbClr val="666699"/>
                    </a:solidFill>
                    <a:latin typeface="+mn-lt"/>
                    <a:ea typeface="+mn-ea"/>
                  </a:defRPr>
                </a:lvl5pPr>
              </a:lstStyle>
              <a:p>
                <a:pPr marL="0" lvl="0" indent="0" eaLnBrk="1" hangingPunct="1">
                  <a:spcBef>
                    <a:spcPct val="50000"/>
                  </a:spcBef>
                  <a:buNone/>
                </a:pPr>
                <a:r>
                  <a:rPr lang="zh-CN" altLang="en-US" sz="2000" dirty="0">
                    <a:solidFill>
                      <a:schemeClr val="tx1"/>
                    </a:solidFill>
                    <a:latin typeface="Tahoma" panose="020B0604030504040204" pitchFamily="34" charset="0"/>
                  </a:rPr>
                  <a:t>0.1</a:t>
                </a:r>
                <a:r>
                  <a:rPr lang="zh-CN" altLang="en-US" sz="2000" dirty="0">
                    <a:solidFill>
                      <a:schemeClr val="hlink"/>
                    </a:solidFill>
                    <a:latin typeface="Tahoma" panose="020B0604030504040204" pitchFamily="34" charset="0"/>
                  </a:rPr>
                  <a:t>1</a:t>
                </a:r>
                <a:endParaRPr lang="zh-CN" altLang="en-US" sz="2000" dirty="0">
                  <a:solidFill>
                    <a:schemeClr val="hlink"/>
                  </a:solidFill>
                  <a:latin typeface="Tahoma" panose="020B0604030504040204" pitchFamily="34" charset="0"/>
                </a:endParaRPr>
              </a:p>
            </p:txBody>
          </p:sp>
          <p:sp>
            <p:nvSpPr>
              <p:cNvPr id="48178" name="Text Box 50"/>
              <p:cNvSpPr txBox="1"/>
              <p:nvPr/>
            </p:nvSpPr>
            <p:spPr>
              <a:xfrm>
                <a:off x="2304" y="2304"/>
                <a:ext cx="672" cy="244"/>
              </a:xfrm>
              <a:prstGeom prst="rect">
                <a:avLst/>
              </a:prstGeom>
              <a:noFill/>
              <a:ln w="9525">
                <a:noFill/>
              </a:ln>
            </p:spPr>
            <p:txBody>
              <a:bodyPr>
                <a:spAutoFit/>
              </a:bodyPr>
              <a:lstStyle>
                <a:lvl1pPr marL="342900" indent="-342900" algn="l" rtl="0" eaLnBrk="0" fontAlgn="base" hangingPunct="0">
                  <a:spcBef>
                    <a:spcPct val="20000"/>
                  </a:spcBef>
                  <a:spcAft>
                    <a:spcPct val="0"/>
                  </a:spcAft>
                  <a:buChar char="•"/>
                  <a:defRPr sz="3200">
                    <a:solidFill>
                      <a:srgbClr val="666699"/>
                    </a:solidFill>
                    <a:latin typeface="+mn-lt"/>
                    <a:ea typeface="+mn-ea"/>
                    <a:cs typeface="+mn-cs"/>
                  </a:defRPr>
                </a:lvl1pPr>
                <a:lvl2pPr marL="742950" indent="-285750" algn="l" rtl="0" eaLnBrk="0" fontAlgn="base" hangingPunct="0">
                  <a:spcBef>
                    <a:spcPct val="20000"/>
                  </a:spcBef>
                  <a:spcAft>
                    <a:spcPct val="0"/>
                  </a:spcAft>
                  <a:buChar char="–"/>
                  <a:defRPr sz="2800">
                    <a:solidFill>
                      <a:srgbClr val="666699"/>
                    </a:solidFill>
                    <a:latin typeface="+mn-lt"/>
                    <a:ea typeface="+mn-ea"/>
                  </a:defRPr>
                </a:lvl2pPr>
                <a:lvl3pPr marL="1143000" indent="-228600" algn="l" rtl="0" eaLnBrk="0" fontAlgn="base" hangingPunct="0">
                  <a:spcBef>
                    <a:spcPct val="20000"/>
                  </a:spcBef>
                  <a:spcAft>
                    <a:spcPct val="0"/>
                  </a:spcAft>
                  <a:buChar char="•"/>
                  <a:defRPr sz="2400">
                    <a:solidFill>
                      <a:srgbClr val="666699"/>
                    </a:solidFill>
                    <a:latin typeface="+mn-lt"/>
                    <a:ea typeface="+mn-ea"/>
                  </a:defRPr>
                </a:lvl3pPr>
                <a:lvl4pPr marL="1600200" indent="-228600" algn="l" rtl="0" eaLnBrk="0" fontAlgn="base" hangingPunct="0">
                  <a:spcBef>
                    <a:spcPct val="20000"/>
                  </a:spcBef>
                  <a:spcAft>
                    <a:spcPct val="0"/>
                  </a:spcAft>
                  <a:buChar char="–"/>
                  <a:defRPr sz="2000">
                    <a:solidFill>
                      <a:srgbClr val="666699"/>
                    </a:solidFill>
                    <a:latin typeface="+mn-lt"/>
                    <a:ea typeface="+mn-ea"/>
                  </a:defRPr>
                </a:lvl4pPr>
                <a:lvl5pPr marL="2057400" indent="-228600" algn="l" rtl="0" eaLnBrk="0" fontAlgn="base" hangingPunct="0">
                  <a:spcBef>
                    <a:spcPct val="20000"/>
                  </a:spcBef>
                  <a:spcAft>
                    <a:spcPct val="0"/>
                  </a:spcAft>
                  <a:buChar char="»"/>
                  <a:defRPr sz="2000">
                    <a:solidFill>
                      <a:srgbClr val="666699"/>
                    </a:solidFill>
                    <a:latin typeface="+mn-lt"/>
                    <a:ea typeface="+mn-ea"/>
                  </a:defRPr>
                </a:lvl5pPr>
              </a:lstStyle>
              <a:p>
                <a:pPr marL="0" lvl="0" indent="0" eaLnBrk="1" hangingPunct="1">
                  <a:spcBef>
                    <a:spcPct val="50000"/>
                  </a:spcBef>
                  <a:buNone/>
                </a:pPr>
                <a:r>
                  <a:rPr lang="zh-CN" altLang="en-US" sz="2000" dirty="0">
                    <a:solidFill>
                      <a:schemeClr val="tx1"/>
                    </a:solidFill>
                    <a:latin typeface="Tahoma" panose="020B0604030504040204" pitchFamily="34" charset="0"/>
                  </a:rPr>
                  <a:t>0.11</a:t>
                </a:r>
                <a:r>
                  <a:rPr lang="zh-CN" altLang="en-US" sz="2000" dirty="0">
                    <a:solidFill>
                      <a:schemeClr val="hlink"/>
                    </a:solidFill>
                    <a:latin typeface="Tahoma" panose="020B0604030504040204" pitchFamily="34" charset="0"/>
                  </a:rPr>
                  <a:t>0</a:t>
                </a:r>
                <a:endParaRPr lang="zh-CN" altLang="en-US" sz="2000" dirty="0">
                  <a:solidFill>
                    <a:schemeClr val="hlink"/>
                  </a:solidFill>
                  <a:latin typeface="Tahoma" panose="020B0604030504040204" pitchFamily="34" charset="0"/>
                </a:endParaRPr>
              </a:p>
            </p:txBody>
          </p:sp>
          <p:sp>
            <p:nvSpPr>
              <p:cNvPr id="48179" name="Text Box 51"/>
              <p:cNvSpPr txBox="1"/>
              <p:nvPr/>
            </p:nvSpPr>
            <p:spPr>
              <a:xfrm>
                <a:off x="2208" y="2822"/>
                <a:ext cx="720" cy="244"/>
              </a:xfrm>
              <a:prstGeom prst="rect">
                <a:avLst/>
              </a:prstGeom>
              <a:noFill/>
              <a:ln w="9525">
                <a:noFill/>
              </a:ln>
            </p:spPr>
            <p:txBody>
              <a:bodyPr>
                <a:spAutoFit/>
              </a:bodyPr>
              <a:lstStyle>
                <a:lvl1pPr marL="342900" indent="-342900" algn="l" rtl="0" eaLnBrk="0" fontAlgn="base" hangingPunct="0">
                  <a:spcBef>
                    <a:spcPct val="20000"/>
                  </a:spcBef>
                  <a:spcAft>
                    <a:spcPct val="0"/>
                  </a:spcAft>
                  <a:buChar char="•"/>
                  <a:defRPr sz="3200">
                    <a:solidFill>
                      <a:srgbClr val="666699"/>
                    </a:solidFill>
                    <a:latin typeface="+mn-lt"/>
                    <a:ea typeface="+mn-ea"/>
                    <a:cs typeface="+mn-cs"/>
                  </a:defRPr>
                </a:lvl1pPr>
                <a:lvl2pPr marL="742950" indent="-285750" algn="l" rtl="0" eaLnBrk="0" fontAlgn="base" hangingPunct="0">
                  <a:spcBef>
                    <a:spcPct val="20000"/>
                  </a:spcBef>
                  <a:spcAft>
                    <a:spcPct val="0"/>
                  </a:spcAft>
                  <a:buChar char="–"/>
                  <a:defRPr sz="2800">
                    <a:solidFill>
                      <a:srgbClr val="666699"/>
                    </a:solidFill>
                    <a:latin typeface="+mn-lt"/>
                    <a:ea typeface="+mn-ea"/>
                  </a:defRPr>
                </a:lvl2pPr>
                <a:lvl3pPr marL="1143000" indent="-228600" algn="l" rtl="0" eaLnBrk="0" fontAlgn="base" hangingPunct="0">
                  <a:spcBef>
                    <a:spcPct val="20000"/>
                  </a:spcBef>
                  <a:spcAft>
                    <a:spcPct val="0"/>
                  </a:spcAft>
                  <a:buChar char="•"/>
                  <a:defRPr sz="2400">
                    <a:solidFill>
                      <a:srgbClr val="666699"/>
                    </a:solidFill>
                    <a:latin typeface="+mn-lt"/>
                    <a:ea typeface="+mn-ea"/>
                  </a:defRPr>
                </a:lvl3pPr>
                <a:lvl4pPr marL="1600200" indent="-228600" algn="l" rtl="0" eaLnBrk="0" fontAlgn="base" hangingPunct="0">
                  <a:spcBef>
                    <a:spcPct val="20000"/>
                  </a:spcBef>
                  <a:spcAft>
                    <a:spcPct val="0"/>
                  </a:spcAft>
                  <a:buChar char="–"/>
                  <a:defRPr sz="2000">
                    <a:solidFill>
                      <a:srgbClr val="666699"/>
                    </a:solidFill>
                    <a:latin typeface="+mn-lt"/>
                    <a:ea typeface="+mn-ea"/>
                  </a:defRPr>
                </a:lvl4pPr>
                <a:lvl5pPr marL="2057400" indent="-228600" algn="l" rtl="0" eaLnBrk="0" fontAlgn="base" hangingPunct="0">
                  <a:spcBef>
                    <a:spcPct val="20000"/>
                  </a:spcBef>
                  <a:spcAft>
                    <a:spcPct val="0"/>
                  </a:spcAft>
                  <a:buChar char="»"/>
                  <a:defRPr sz="2000">
                    <a:solidFill>
                      <a:srgbClr val="666699"/>
                    </a:solidFill>
                    <a:latin typeface="+mn-lt"/>
                    <a:ea typeface="+mn-ea"/>
                  </a:defRPr>
                </a:lvl5pPr>
              </a:lstStyle>
              <a:p>
                <a:pPr marL="0" lvl="0" indent="0" eaLnBrk="1" hangingPunct="1">
                  <a:spcBef>
                    <a:spcPct val="50000"/>
                  </a:spcBef>
                  <a:buNone/>
                </a:pPr>
                <a:r>
                  <a:rPr lang="zh-CN" altLang="en-US" sz="2000" dirty="0">
                    <a:solidFill>
                      <a:schemeClr val="tx1"/>
                    </a:solidFill>
                    <a:latin typeface="Tahoma" panose="020B0604030504040204" pitchFamily="34" charset="0"/>
                  </a:rPr>
                  <a:t>0.110</a:t>
                </a:r>
                <a:r>
                  <a:rPr lang="zh-CN" altLang="en-US" sz="2000" dirty="0">
                    <a:solidFill>
                      <a:schemeClr val="hlink"/>
                    </a:solidFill>
                    <a:latin typeface="Tahoma" panose="020B0604030504040204" pitchFamily="34" charset="0"/>
                  </a:rPr>
                  <a:t>1</a:t>
                </a:r>
                <a:endParaRPr lang="zh-CN" altLang="en-US" sz="2000" dirty="0">
                  <a:solidFill>
                    <a:schemeClr val="hlink"/>
                  </a:solidFill>
                  <a:latin typeface="Tahoma" panose="020B0604030504040204" pitchFamily="34" charset="0"/>
                </a:endParaRPr>
              </a:p>
            </p:txBody>
          </p:sp>
          <p:sp>
            <p:nvSpPr>
              <p:cNvPr id="48180" name="Text Box 52"/>
              <p:cNvSpPr txBox="1"/>
              <p:nvPr/>
            </p:nvSpPr>
            <p:spPr>
              <a:xfrm>
                <a:off x="3552" y="48"/>
                <a:ext cx="768" cy="225"/>
              </a:xfrm>
              <a:prstGeom prst="rect">
                <a:avLst/>
              </a:prstGeom>
              <a:noFill/>
              <a:ln w="9525">
                <a:noFill/>
              </a:ln>
            </p:spPr>
            <p:txBody>
              <a:bodyPr>
                <a:spAutoFit/>
              </a:bodyPr>
              <a:lstStyle>
                <a:lvl1pPr marL="342900" indent="-342900" algn="l" rtl="0" eaLnBrk="0" fontAlgn="base" hangingPunct="0">
                  <a:spcBef>
                    <a:spcPct val="20000"/>
                  </a:spcBef>
                  <a:spcAft>
                    <a:spcPct val="0"/>
                  </a:spcAft>
                  <a:buChar char="•"/>
                  <a:defRPr sz="3200">
                    <a:solidFill>
                      <a:srgbClr val="666699"/>
                    </a:solidFill>
                    <a:latin typeface="+mn-lt"/>
                    <a:ea typeface="+mn-ea"/>
                    <a:cs typeface="+mn-cs"/>
                  </a:defRPr>
                </a:lvl1pPr>
                <a:lvl2pPr marL="742950" indent="-285750" algn="l" rtl="0" eaLnBrk="0" fontAlgn="base" hangingPunct="0">
                  <a:spcBef>
                    <a:spcPct val="20000"/>
                  </a:spcBef>
                  <a:spcAft>
                    <a:spcPct val="0"/>
                  </a:spcAft>
                  <a:buChar char="–"/>
                  <a:defRPr sz="2800">
                    <a:solidFill>
                      <a:srgbClr val="666699"/>
                    </a:solidFill>
                    <a:latin typeface="+mn-lt"/>
                    <a:ea typeface="+mn-ea"/>
                  </a:defRPr>
                </a:lvl2pPr>
                <a:lvl3pPr marL="1143000" indent="-228600" algn="l" rtl="0" eaLnBrk="0" fontAlgn="base" hangingPunct="0">
                  <a:spcBef>
                    <a:spcPct val="20000"/>
                  </a:spcBef>
                  <a:spcAft>
                    <a:spcPct val="0"/>
                  </a:spcAft>
                  <a:buChar char="•"/>
                  <a:defRPr sz="2400">
                    <a:solidFill>
                      <a:srgbClr val="666699"/>
                    </a:solidFill>
                    <a:latin typeface="+mn-lt"/>
                    <a:ea typeface="+mn-ea"/>
                  </a:defRPr>
                </a:lvl3pPr>
                <a:lvl4pPr marL="1600200" indent="-228600" algn="l" rtl="0" eaLnBrk="0" fontAlgn="base" hangingPunct="0">
                  <a:spcBef>
                    <a:spcPct val="20000"/>
                  </a:spcBef>
                  <a:spcAft>
                    <a:spcPct val="0"/>
                  </a:spcAft>
                  <a:buChar char="–"/>
                  <a:defRPr sz="2000">
                    <a:solidFill>
                      <a:srgbClr val="666699"/>
                    </a:solidFill>
                    <a:latin typeface="+mn-lt"/>
                    <a:ea typeface="+mn-ea"/>
                  </a:defRPr>
                </a:lvl4pPr>
                <a:lvl5pPr marL="2057400" indent="-228600" algn="l" rtl="0" eaLnBrk="0" fontAlgn="base" hangingPunct="0">
                  <a:spcBef>
                    <a:spcPct val="20000"/>
                  </a:spcBef>
                  <a:spcAft>
                    <a:spcPct val="0"/>
                  </a:spcAft>
                  <a:buChar char="»"/>
                  <a:defRPr sz="2000">
                    <a:solidFill>
                      <a:srgbClr val="666699"/>
                    </a:solidFill>
                    <a:latin typeface="+mn-lt"/>
                    <a:ea typeface="+mn-ea"/>
                  </a:defRPr>
                </a:lvl5pPr>
              </a:lstStyle>
              <a:p>
                <a:pPr marL="0" lvl="0" indent="0" eaLnBrk="1" hangingPunct="1">
                  <a:spcBef>
                    <a:spcPct val="50000"/>
                  </a:spcBef>
                  <a:buNone/>
                </a:pPr>
                <a:r>
                  <a:rPr lang="zh-CN" altLang="en-US" sz="1800" dirty="0">
                    <a:solidFill>
                      <a:schemeClr val="tx1"/>
                    </a:solidFill>
                    <a:latin typeface="Tahoma" panose="020B0604030504040204" pitchFamily="34" charset="0"/>
                  </a:rPr>
                  <a:t>X减Y</a:t>
                </a:r>
                <a:endParaRPr lang="zh-CN" altLang="en-US" sz="1800" dirty="0">
                  <a:solidFill>
                    <a:schemeClr val="tx1"/>
                  </a:solidFill>
                  <a:latin typeface="Tahoma" panose="020B0604030504040204" pitchFamily="34" charset="0"/>
                </a:endParaRPr>
              </a:p>
            </p:txBody>
          </p:sp>
          <p:sp>
            <p:nvSpPr>
              <p:cNvPr id="48181" name="Text Box 53"/>
              <p:cNvSpPr txBox="1"/>
              <p:nvPr/>
            </p:nvSpPr>
            <p:spPr>
              <a:xfrm>
                <a:off x="3504" y="240"/>
                <a:ext cx="1536" cy="226"/>
              </a:xfrm>
              <a:prstGeom prst="rect">
                <a:avLst/>
              </a:prstGeom>
              <a:noFill/>
              <a:ln w="9525">
                <a:noFill/>
              </a:ln>
            </p:spPr>
            <p:txBody>
              <a:bodyPr>
                <a:spAutoFit/>
              </a:bodyPr>
              <a:lstStyle>
                <a:lvl1pPr marL="342900" indent="-342900" algn="l" rtl="0" eaLnBrk="0" fontAlgn="base" hangingPunct="0">
                  <a:spcBef>
                    <a:spcPct val="20000"/>
                  </a:spcBef>
                  <a:spcAft>
                    <a:spcPct val="0"/>
                  </a:spcAft>
                  <a:buChar char="•"/>
                  <a:defRPr sz="3200">
                    <a:solidFill>
                      <a:srgbClr val="666699"/>
                    </a:solidFill>
                    <a:latin typeface="+mn-lt"/>
                    <a:ea typeface="+mn-ea"/>
                    <a:cs typeface="+mn-cs"/>
                  </a:defRPr>
                </a:lvl1pPr>
                <a:lvl2pPr marL="742950" indent="-285750" algn="l" rtl="0" eaLnBrk="0" fontAlgn="base" hangingPunct="0">
                  <a:spcBef>
                    <a:spcPct val="20000"/>
                  </a:spcBef>
                  <a:spcAft>
                    <a:spcPct val="0"/>
                  </a:spcAft>
                  <a:buChar char="–"/>
                  <a:defRPr sz="2800">
                    <a:solidFill>
                      <a:srgbClr val="666699"/>
                    </a:solidFill>
                    <a:latin typeface="+mn-lt"/>
                    <a:ea typeface="+mn-ea"/>
                  </a:defRPr>
                </a:lvl2pPr>
                <a:lvl3pPr marL="1143000" indent="-228600" algn="l" rtl="0" eaLnBrk="0" fontAlgn="base" hangingPunct="0">
                  <a:spcBef>
                    <a:spcPct val="20000"/>
                  </a:spcBef>
                  <a:spcAft>
                    <a:spcPct val="0"/>
                  </a:spcAft>
                  <a:buChar char="•"/>
                  <a:defRPr sz="2400">
                    <a:solidFill>
                      <a:srgbClr val="666699"/>
                    </a:solidFill>
                    <a:latin typeface="+mn-lt"/>
                    <a:ea typeface="+mn-ea"/>
                  </a:defRPr>
                </a:lvl3pPr>
                <a:lvl4pPr marL="1600200" indent="-228600" algn="l" rtl="0" eaLnBrk="0" fontAlgn="base" hangingPunct="0">
                  <a:spcBef>
                    <a:spcPct val="20000"/>
                  </a:spcBef>
                  <a:spcAft>
                    <a:spcPct val="0"/>
                  </a:spcAft>
                  <a:buChar char="–"/>
                  <a:defRPr sz="2000">
                    <a:solidFill>
                      <a:srgbClr val="666699"/>
                    </a:solidFill>
                    <a:latin typeface="+mn-lt"/>
                    <a:ea typeface="+mn-ea"/>
                  </a:defRPr>
                </a:lvl4pPr>
                <a:lvl5pPr marL="2057400" indent="-228600" algn="l" rtl="0" eaLnBrk="0" fontAlgn="base" hangingPunct="0">
                  <a:spcBef>
                    <a:spcPct val="20000"/>
                  </a:spcBef>
                  <a:spcAft>
                    <a:spcPct val="0"/>
                  </a:spcAft>
                  <a:buChar char="»"/>
                  <a:defRPr sz="2000">
                    <a:solidFill>
                      <a:srgbClr val="666699"/>
                    </a:solidFill>
                    <a:latin typeface="+mn-lt"/>
                    <a:ea typeface="+mn-ea"/>
                  </a:defRPr>
                </a:lvl5pPr>
              </a:lstStyle>
              <a:p>
                <a:pPr marL="0" lvl="0" indent="0" eaLnBrk="1" hangingPunct="1">
                  <a:spcBef>
                    <a:spcPct val="50000"/>
                  </a:spcBef>
                  <a:buNone/>
                </a:pPr>
                <a:r>
                  <a:rPr lang="zh-CN" altLang="en-US" sz="1800" dirty="0">
                    <a:solidFill>
                      <a:schemeClr val="tx1"/>
                    </a:solidFill>
                    <a:latin typeface="Tahoma" panose="020B0604030504040204" pitchFamily="34" charset="0"/>
                  </a:rPr>
                  <a:t>余数&lt;0，加上除数</a:t>
                </a:r>
                <a:endParaRPr lang="zh-CN" altLang="en-US" sz="1800" dirty="0">
                  <a:solidFill>
                    <a:schemeClr val="tx1"/>
                  </a:solidFill>
                  <a:latin typeface="Tahoma" panose="020B0604030504040204" pitchFamily="34" charset="0"/>
                </a:endParaRPr>
              </a:p>
            </p:txBody>
          </p:sp>
          <p:sp>
            <p:nvSpPr>
              <p:cNvPr id="48182" name="Text Box 54"/>
              <p:cNvSpPr txBox="1"/>
              <p:nvPr/>
            </p:nvSpPr>
            <p:spPr>
              <a:xfrm>
                <a:off x="3504" y="384"/>
                <a:ext cx="912" cy="225"/>
              </a:xfrm>
              <a:prstGeom prst="rect">
                <a:avLst/>
              </a:prstGeom>
              <a:noFill/>
              <a:ln w="9525">
                <a:noFill/>
              </a:ln>
            </p:spPr>
            <p:txBody>
              <a:bodyPr>
                <a:spAutoFit/>
              </a:bodyPr>
              <a:lstStyle>
                <a:lvl1pPr marL="342900" indent="-342900" algn="l" rtl="0" eaLnBrk="0" fontAlgn="base" hangingPunct="0">
                  <a:spcBef>
                    <a:spcPct val="20000"/>
                  </a:spcBef>
                  <a:spcAft>
                    <a:spcPct val="0"/>
                  </a:spcAft>
                  <a:buChar char="•"/>
                  <a:defRPr sz="3200">
                    <a:solidFill>
                      <a:srgbClr val="666699"/>
                    </a:solidFill>
                    <a:latin typeface="+mn-lt"/>
                    <a:ea typeface="+mn-ea"/>
                    <a:cs typeface="+mn-cs"/>
                  </a:defRPr>
                </a:lvl1pPr>
                <a:lvl2pPr marL="742950" indent="-285750" algn="l" rtl="0" eaLnBrk="0" fontAlgn="base" hangingPunct="0">
                  <a:spcBef>
                    <a:spcPct val="20000"/>
                  </a:spcBef>
                  <a:spcAft>
                    <a:spcPct val="0"/>
                  </a:spcAft>
                  <a:buChar char="–"/>
                  <a:defRPr sz="2800">
                    <a:solidFill>
                      <a:srgbClr val="666699"/>
                    </a:solidFill>
                    <a:latin typeface="+mn-lt"/>
                    <a:ea typeface="+mn-ea"/>
                  </a:defRPr>
                </a:lvl2pPr>
                <a:lvl3pPr marL="1143000" indent="-228600" algn="l" rtl="0" eaLnBrk="0" fontAlgn="base" hangingPunct="0">
                  <a:spcBef>
                    <a:spcPct val="20000"/>
                  </a:spcBef>
                  <a:spcAft>
                    <a:spcPct val="0"/>
                  </a:spcAft>
                  <a:buChar char="•"/>
                  <a:defRPr sz="2400">
                    <a:solidFill>
                      <a:srgbClr val="666699"/>
                    </a:solidFill>
                    <a:latin typeface="+mn-lt"/>
                    <a:ea typeface="+mn-ea"/>
                  </a:defRPr>
                </a:lvl3pPr>
                <a:lvl4pPr marL="1600200" indent="-228600" algn="l" rtl="0" eaLnBrk="0" fontAlgn="base" hangingPunct="0">
                  <a:spcBef>
                    <a:spcPct val="20000"/>
                  </a:spcBef>
                  <a:spcAft>
                    <a:spcPct val="0"/>
                  </a:spcAft>
                  <a:buChar char="–"/>
                  <a:defRPr sz="2000">
                    <a:solidFill>
                      <a:srgbClr val="666699"/>
                    </a:solidFill>
                    <a:latin typeface="+mn-lt"/>
                    <a:ea typeface="+mn-ea"/>
                  </a:defRPr>
                </a:lvl4pPr>
                <a:lvl5pPr marL="2057400" indent="-228600" algn="l" rtl="0" eaLnBrk="0" fontAlgn="base" hangingPunct="0">
                  <a:spcBef>
                    <a:spcPct val="20000"/>
                  </a:spcBef>
                  <a:spcAft>
                    <a:spcPct val="0"/>
                  </a:spcAft>
                  <a:buChar char="»"/>
                  <a:defRPr sz="2000">
                    <a:solidFill>
                      <a:srgbClr val="666699"/>
                    </a:solidFill>
                    <a:latin typeface="+mn-lt"/>
                    <a:ea typeface="+mn-ea"/>
                  </a:defRPr>
                </a:lvl5pPr>
              </a:lstStyle>
              <a:p>
                <a:pPr marL="0" lvl="0" indent="0" eaLnBrk="1" hangingPunct="1">
                  <a:spcBef>
                    <a:spcPct val="50000"/>
                  </a:spcBef>
                  <a:buNone/>
                </a:pPr>
                <a:r>
                  <a:rPr lang="zh-CN" altLang="en-US" sz="1800" dirty="0">
                    <a:solidFill>
                      <a:schemeClr val="tx1"/>
                    </a:solidFill>
                    <a:latin typeface="Tahoma" panose="020B0604030504040204" pitchFamily="34" charset="0"/>
                  </a:rPr>
                  <a:t>恢复余数</a:t>
                </a:r>
                <a:endParaRPr lang="zh-CN" altLang="en-US" sz="1800" dirty="0">
                  <a:solidFill>
                    <a:schemeClr val="tx1"/>
                  </a:solidFill>
                  <a:latin typeface="Tahoma" panose="020B0604030504040204" pitchFamily="34" charset="0"/>
                </a:endParaRPr>
              </a:p>
            </p:txBody>
          </p:sp>
          <p:sp>
            <p:nvSpPr>
              <p:cNvPr id="48183" name="Text Box 55"/>
              <p:cNvSpPr txBox="1"/>
              <p:nvPr/>
            </p:nvSpPr>
            <p:spPr>
              <a:xfrm>
                <a:off x="3600" y="528"/>
                <a:ext cx="384" cy="226"/>
              </a:xfrm>
              <a:prstGeom prst="rect">
                <a:avLst/>
              </a:prstGeom>
              <a:noFill/>
              <a:ln w="9525">
                <a:noFill/>
              </a:ln>
            </p:spPr>
            <p:txBody>
              <a:bodyPr>
                <a:spAutoFit/>
              </a:bodyPr>
              <a:lstStyle>
                <a:lvl1pPr marL="342900" indent="-342900" algn="l" rtl="0" eaLnBrk="0" fontAlgn="base" hangingPunct="0">
                  <a:spcBef>
                    <a:spcPct val="20000"/>
                  </a:spcBef>
                  <a:spcAft>
                    <a:spcPct val="0"/>
                  </a:spcAft>
                  <a:buChar char="•"/>
                  <a:defRPr sz="3200">
                    <a:solidFill>
                      <a:srgbClr val="666699"/>
                    </a:solidFill>
                    <a:latin typeface="+mn-lt"/>
                    <a:ea typeface="+mn-ea"/>
                    <a:cs typeface="+mn-cs"/>
                  </a:defRPr>
                </a:lvl1pPr>
                <a:lvl2pPr marL="742950" indent="-285750" algn="l" rtl="0" eaLnBrk="0" fontAlgn="base" hangingPunct="0">
                  <a:spcBef>
                    <a:spcPct val="20000"/>
                  </a:spcBef>
                  <a:spcAft>
                    <a:spcPct val="0"/>
                  </a:spcAft>
                  <a:buChar char="–"/>
                  <a:defRPr sz="2800">
                    <a:solidFill>
                      <a:srgbClr val="666699"/>
                    </a:solidFill>
                    <a:latin typeface="+mn-lt"/>
                    <a:ea typeface="+mn-ea"/>
                  </a:defRPr>
                </a:lvl2pPr>
                <a:lvl3pPr marL="1143000" indent="-228600" algn="l" rtl="0" eaLnBrk="0" fontAlgn="base" hangingPunct="0">
                  <a:spcBef>
                    <a:spcPct val="20000"/>
                  </a:spcBef>
                  <a:spcAft>
                    <a:spcPct val="0"/>
                  </a:spcAft>
                  <a:buChar char="•"/>
                  <a:defRPr sz="2400">
                    <a:solidFill>
                      <a:srgbClr val="666699"/>
                    </a:solidFill>
                    <a:latin typeface="+mn-lt"/>
                    <a:ea typeface="+mn-ea"/>
                  </a:defRPr>
                </a:lvl3pPr>
                <a:lvl4pPr marL="1600200" indent="-228600" algn="l" rtl="0" eaLnBrk="0" fontAlgn="base" hangingPunct="0">
                  <a:spcBef>
                    <a:spcPct val="20000"/>
                  </a:spcBef>
                  <a:spcAft>
                    <a:spcPct val="0"/>
                  </a:spcAft>
                  <a:buChar char="–"/>
                  <a:defRPr sz="2000">
                    <a:solidFill>
                      <a:srgbClr val="666699"/>
                    </a:solidFill>
                    <a:latin typeface="+mn-lt"/>
                    <a:ea typeface="+mn-ea"/>
                  </a:defRPr>
                </a:lvl4pPr>
                <a:lvl5pPr marL="2057400" indent="-228600" algn="l" rtl="0" eaLnBrk="0" fontAlgn="base" hangingPunct="0">
                  <a:spcBef>
                    <a:spcPct val="20000"/>
                  </a:spcBef>
                  <a:spcAft>
                    <a:spcPct val="0"/>
                  </a:spcAft>
                  <a:buChar char="»"/>
                  <a:defRPr sz="2000">
                    <a:solidFill>
                      <a:srgbClr val="666699"/>
                    </a:solidFill>
                    <a:latin typeface="+mn-lt"/>
                    <a:ea typeface="+mn-ea"/>
                  </a:defRPr>
                </a:lvl5pPr>
              </a:lstStyle>
              <a:p>
                <a:pPr marL="0" lvl="0" indent="0" eaLnBrk="1" hangingPunct="1">
                  <a:spcBef>
                    <a:spcPct val="50000"/>
                  </a:spcBef>
                  <a:buNone/>
                </a:pPr>
                <a:endParaRPr lang="zh-CN" altLang="en-US" sz="1800" baseline="30000" dirty="0">
                  <a:solidFill>
                    <a:schemeClr val="tx1"/>
                  </a:solidFill>
                  <a:latin typeface="Tahoma" panose="020B0604030504040204" pitchFamily="34" charset="0"/>
                </a:endParaRPr>
              </a:p>
            </p:txBody>
          </p:sp>
          <p:sp>
            <p:nvSpPr>
              <p:cNvPr id="48184" name="Text Box 56"/>
              <p:cNvSpPr txBox="1"/>
              <p:nvPr/>
            </p:nvSpPr>
            <p:spPr>
              <a:xfrm>
                <a:off x="3552" y="816"/>
                <a:ext cx="768" cy="226"/>
              </a:xfrm>
              <a:prstGeom prst="rect">
                <a:avLst/>
              </a:prstGeom>
              <a:noFill/>
              <a:ln w="9525">
                <a:noFill/>
              </a:ln>
            </p:spPr>
            <p:txBody>
              <a:bodyPr>
                <a:spAutoFit/>
              </a:bodyPr>
              <a:lstStyle>
                <a:lvl1pPr marL="342900" indent="-342900" algn="l" rtl="0" eaLnBrk="0" fontAlgn="base" hangingPunct="0">
                  <a:spcBef>
                    <a:spcPct val="20000"/>
                  </a:spcBef>
                  <a:spcAft>
                    <a:spcPct val="0"/>
                  </a:spcAft>
                  <a:buChar char="•"/>
                  <a:defRPr sz="3200">
                    <a:solidFill>
                      <a:srgbClr val="666699"/>
                    </a:solidFill>
                    <a:latin typeface="+mn-lt"/>
                    <a:ea typeface="+mn-ea"/>
                    <a:cs typeface="+mn-cs"/>
                  </a:defRPr>
                </a:lvl1pPr>
                <a:lvl2pPr marL="742950" indent="-285750" algn="l" rtl="0" eaLnBrk="0" fontAlgn="base" hangingPunct="0">
                  <a:spcBef>
                    <a:spcPct val="20000"/>
                  </a:spcBef>
                  <a:spcAft>
                    <a:spcPct val="0"/>
                  </a:spcAft>
                  <a:buChar char="–"/>
                  <a:defRPr sz="2800">
                    <a:solidFill>
                      <a:srgbClr val="666699"/>
                    </a:solidFill>
                    <a:latin typeface="+mn-lt"/>
                    <a:ea typeface="+mn-ea"/>
                  </a:defRPr>
                </a:lvl2pPr>
                <a:lvl3pPr marL="1143000" indent="-228600" algn="l" rtl="0" eaLnBrk="0" fontAlgn="base" hangingPunct="0">
                  <a:spcBef>
                    <a:spcPct val="20000"/>
                  </a:spcBef>
                  <a:spcAft>
                    <a:spcPct val="0"/>
                  </a:spcAft>
                  <a:buChar char="•"/>
                  <a:defRPr sz="2400">
                    <a:solidFill>
                      <a:srgbClr val="666699"/>
                    </a:solidFill>
                    <a:latin typeface="+mn-lt"/>
                    <a:ea typeface="+mn-ea"/>
                  </a:defRPr>
                </a:lvl3pPr>
                <a:lvl4pPr marL="1600200" indent="-228600" algn="l" rtl="0" eaLnBrk="0" fontAlgn="base" hangingPunct="0">
                  <a:spcBef>
                    <a:spcPct val="20000"/>
                  </a:spcBef>
                  <a:spcAft>
                    <a:spcPct val="0"/>
                  </a:spcAft>
                  <a:buChar char="–"/>
                  <a:defRPr sz="2000">
                    <a:solidFill>
                      <a:srgbClr val="666699"/>
                    </a:solidFill>
                    <a:latin typeface="+mn-lt"/>
                    <a:ea typeface="+mn-ea"/>
                  </a:defRPr>
                </a:lvl4pPr>
                <a:lvl5pPr marL="2057400" indent="-228600" algn="l" rtl="0" eaLnBrk="0" fontAlgn="base" hangingPunct="0">
                  <a:spcBef>
                    <a:spcPct val="20000"/>
                  </a:spcBef>
                  <a:spcAft>
                    <a:spcPct val="0"/>
                  </a:spcAft>
                  <a:buChar char="»"/>
                  <a:defRPr sz="2000">
                    <a:solidFill>
                      <a:srgbClr val="666699"/>
                    </a:solidFill>
                    <a:latin typeface="+mn-lt"/>
                    <a:ea typeface="+mn-ea"/>
                  </a:defRPr>
                </a:lvl5pPr>
              </a:lstStyle>
              <a:p>
                <a:pPr marL="0" lvl="0" indent="0" eaLnBrk="1" hangingPunct="1">
                  <a:spcBef>
                    <a:spcPct val="50000"/>
                  </a:spcBef>
                  <a:buNone/>
                </a:pPr>
                <a:r>
                  <a:rPr lang="zh-CN" altLang="en-US" sz="1800" dirty="0">
                    <a:solidFill>
                      <a:schemeClr val="tx1"/>
                    </a:solidFill>
                    <a:latin typeface="Tahoma" panose="020B0604030504040204" pitchFamily="34" charset="0"/>
                  </a:rPr>
                  <a:t>减Y</a:t>
                </a:r>
                <a:endParaRPr lang="zh-CN" altLang="en-US" sz="1800" dirty="0">
                  <a:solidFill>
                    <a:schemeClr val="tx1"/>
                  </a:solidFill>
                  <a:latin typeface="Tahoma" panose="020B0604030504040204" pitchFamily="34" charset="0"/>
                </a:endParaRPr>
              </a:p>
            </p:txBody>
          </p:sp>
          <p:sp>
            <p:nvSpPr>
              <p:cNvPr id="48185" name="Text Box 57"/>
              <p:cNvSpPr txBox="1"/>
              <p:nvPr/>
            </p:nvSpPr>
            <p:spPr>
              <a:xfrm>
                <a:off x="3504" y="1008"/>
                <a:ext cx="1536" cy="226"/>
              </a:xfrm>
              <a:prstGeom prst="rect">
                <a:avLst/>
              </a:prstGeom>
              <a:noFill/>
              <a:ln w="9525">
                <a:noFill/>
              </a:ln>
            </p:spPr>
            <p:txBody>
              <a:bodyPr>
                <a:spAutoFit/>
              </a:bodyPr>
              <a:lstStyle>
                <a:lvl1pPr marL="342900" indent="-342900" algn="l" rtl="0" eaLnBrk="0" fontAlgn="base" hangingPunct="0">
                  <a:spcBef>
                    <a:spcPct val="20000"/>
                  </a:spcBef>
                  <a:spcAft>
                    <a:spcPct val="0"/>
                  </a:spcAft>
                  <a:buChar char="•"/>
                  <a:defRPr sz="3200">
                    <a:solidFill>
                      <a:srgbClr val="666699"/>
                    </a:solidFill>
                    <a:latin typeface="+mn-lt"/>
                    <a:ea typeface="+mn-ea"/>
                    <a:cs typeface="+mn-cs"/>
                  </a:defRPr>
                </a:lvl1pPr>
                <a:lvl2pPr marL="742950" indent="-285750" algn="l" rtl="0" eaLnBrk="0" fontAlgn="base" hangingPunct="0">
                  <a:spcBef>
                    <a:spcPct val="20000"/>
                  </a:spcBef>
                  <a:spcAft>
                    <a:spcPct val="0"/>
                  </a:spcAft>
                  <a:buChar char="–"/>
                  <a:defRPr sz="2800">
                    <a:solidFill>
                      <a:srgbClr val="666699"/>
                    </a:solidFill>
                    <a:latin typeface="+mn-lt"/>
                    <a:ea typeface="+mn-ea"/>
                  </a:defRPr>
                </a:lvl2pPr>
                <a:lvl3pPr marL="1143000" indent="-228600" algn="l" rtl="0" eaLnBrk="0" fontAlgn="base" hangingPunct="0">
                  <a:spcBef>
                    <a:spcPct val="20000"/>
                  </a:spcBef>
                  <a:spcAft>
                    <a:spcPct val="0"/>
                  </a:spcAft>
                  <a:buChar char="•"/>
                  <a:defRPr sz="2400">
                    <a:solidFill>
                      <a:srgbClr val="666699"/>
                    </a:solidFill>
                    <a:latin typeface="+mn-lt"/>
                    <a:ea typeface="+mn-ea"/>
                  </a:defRPr>
                </a:lvl3pPr>
                <a:lvl4pPr marL="1600200" indent="-228600" algn="l" rtl="0" eaLnBrk="0" fontAlgn="base" hangingPunct="0">
                  <a:spcBef>
                    <a:spcPct val="20000"/>
                  </a:spcBef>
                  <a:spcAft>
                    <a:spcPct val="0"/>
                  </a:spcAft>
                  <a:buChar char="–"/>
                  <a:defRPr sz="2000">
                    <a:solidFill>
                      <a:srgbClr val="666699"/>
                    </a:solidFill>
                    <a:latin typeface="+mn-lt"/>
                    <a:ea typeface="+mn-ea"/>
                  </a:defRPr>
                </a:lvl4pPr>
                <a:lvl5pPr marL="2057400" indent="-228600" algn="l" rtl="0" eaLnBrk="0" fontAlgn="base" hangingPunct="0">
                  <a:spcBef>
                    <a:spcPct val="20000"/>
                  </a:spcBef>
                  <a:spcAft>
                    <a:spcPct val="0"/>
                  </a:spcAft>
                  <a:buChar char="»"/>
                  <a:defRPr sz="2000">
                    <a:solidFill>
                      <a:srgbClr val="666699"/>
                    </a:solidFill>
                    <a:latin typeface="+mn-lt"/>
                    <a:ea typeface="+mn-ea"/>
                  </a:defRPr>
                </a:lvl5pPr>
              </a:lstStyle>
              <a:p>
                <a:pPr marL="0" lvl="0" indent="0" eaLnBrk="1" hangingPunct="1">
                  <a:spcBef>
                    <a:spcPct val="50000"/>
                  </a:spcBef>
                  <a:buNone/>
                </a:pPr>
                <a:r>
                  <a:rPr lang="zh-CN" altLang="en-US" sz="1800" dirty="0">
                    <a:solidFill>
                      <a:schemeClr val="tx1"/>
                    </a:solidFill>
                    <a:latin typeface="Tahoma" panose="020B0604030504040204" pitchFamily="34" charset="0"/>
                  </a:rPr>
                  <a:t>余数&gt;0</a:t>
                </a:r>
                <a:endParaRPr lang="zh-CN" altLang="en-US" sz="1800" dirty="0">
                  <a:solidFill>
                    <a:schemeClr val="tx1"/>
                  </a:solidFill>
                  <a:latin typeface="Tahoma" panose="020B0604030504040204" pitchFamily="34" charset="0"/>
                </a:endParaRPr>
              </a:p>
            </p:txBody>
          </p:sp>
          <p:sp>
            <p:nvSpPr>
              <p:cNvPr id="48186" name="Text Box 58"/>
              <p:cNvSpPr txBox="1"/>
              <p:nvPr/>
            </p:nvSpPr>
            <p:spPr>
              <a:xfrm>
                <a:off x="3504" y="1296"/>
                <a:ext cx="768" cy="226"/>
              </a:xfrm>
              <a:prstGeom prst="rect">
                <a:avLst/>
              </a:prstGeom>
              <a:noFill/>
              <a:ln w="9525">
                <a:noFill/>
              </a:ln>
            </p:spPr>
            <p:txBody>
              <a:bodyPr>
                <a:spAutoFit/>
              </a:bodyPr>
              <a:lstStyle>
                <a:lvl1pPr marL="342900" indent="-342900" algn="l" rtl="0" eaLnBrk="0" fontAlgn="base" hangingPunct="0">
                  <a:spcBef>
                    <a:spcPct val="20000"/>
                  </a:spcBef>
                  <a:spcAft>
                    <a:spcPct val="0"/>
                  </a:spcAft>
                  <a:buChar char="•"/>
                  <a:defRPr sz="3200">
                    <a:solidFill>
                      <a:srgbClr val="666699"/>
                    </a:solidFill>
                    <a:latin typeface="+mn-lt"/>
                    <a:ea typeface="+mn-ea"/>
                    <a:cs typeface="+mn-cs"/>
                  </a:defRPr>
                </a:lvl1pPr>
                <a:lvl2pPr marL="742950" indent="-285750" algn="l" rtl="0" eaLnBrk="0" fontAlgn="base" hangingPunct="0">
                  <a:spcBef>
                    <a:spcPct val="20000"/>
                  </a:spcBef>
                  <a:spcAft>
                    <a:spcPct val="0"/>
                  </a:spcAft>
                  <a:buChar char="–"/>
                  <a:defRPr sz="2800">
                    <a:solidFill>
                      <a:srgbClr val="666699"/>
                    </a:solidFill>
                    <a:latin typeface="+mn-lt"/>
                    <a:ea typeface="+mn-ea"/>
                  </a:defRPr>
                </a:lvl2pPr>
                <a:lvl3pPr marL="1143000" indent="-228600" algn="l" rtl="0" eaLnBrk="0" fontAlgn="base" hangingPunct="0">
                  <a:spcBef>
                    <a:spcPct val="20000"/>
                  </a:spcBef>
                  <a:spcAft>
                    <a:spcPct val="0"/>
                  </a:spcAft>
                  <a:buChar char="•"/>
                  <a:defRPr sz="2400">
                    <a:solidFill>
                      <a:srgbClr val="666699"/>
                    </a:solidFill>
                    <a:latin typeface="+mn-lt"/>
                    <a:ea typeface="+mn-ea"/>
                  </a:defRPr>
                </a:lvl3pPr>
                <a:lvl4pPr marL="1600200" indent="-228600" algn="l" rtl="0" eaLnBrk="0" fontAlgn="base" hangingPunct="0">
                  <a:spcBef>
                    <a:spcPct val="20000"/>
                  </a:spcBef>
                  <a:spcAft>
                    <a:spcPct val="0"/>
                  </a:spcAft>
                  <a:buChar char="–"/>
                  <a:defRPr sz="2000">
                    <a:solidFill>
                      <a:srgbClr val="666699"/>
                    </a:solidFill>
                    <a:latin typeface="+mn-lt"/>
                    <a:ea typeface="+mn-ea"/>
                  </a:defRPr>
                </a:lvl4pPr>
                <a:lvl5pPr marL="2057400" indent="-228600" algn="l" rtl="0" eaLnBrk="0" fontAlgn="base" hangingPunct="0">
                  <a:spcBef>
                    <a:spcPct val="20000"/>
                  </a:spcBef>
                  <a:spcAft>
                    <a:spcPct val="0"/>
                  </a:spcAft>
                  <a:buChar char="»"/>
                  <a:defRPr sz="2000">
                    <a:solidFill>
                      <a:srgbClr val="666699"/>
                    </a:solidFill>
                    <a:latin typeface="+mn-lt"/>
                    <a:ea typeface="+mn-ea"/>
                  </a:defRPr>
                </a:lvl5pPr>
              </a:lstStyle>
              <a:p>
                <a:pPr marL="0" lvl="0" indent="0" eaLnBrk="1" hangingPunct="1">
                  <a:spcBef>
                    <a:spcPct val="50000"/>
                  </a:spcBef>
                  <a:buNone/>
                </a:pPr>
                <a:r>
                  <a:rPr lang="zh-CN" altLang="en-US" sz="1800" dirty="0">
                    <a:solidFill>
                      <a:schemeClr val="tx1"/>
                    </a:solidFill>
                    <a:latin typeface="Tahoma" panose="020B0604030504040204" pitchFamily="34" charset="0"/>
                  </a:rPr>
                  <a:t>减Y</a:t>
                </a:r>
                <a:endParaRPr lang="zh-CN" altLang="en-US" sz="1800" dirty="0">
                  <a:solidFill>
                    <a:schemeClr val="tx1"/>
                  </a:solidFill>
                  <a:latin typeface="Tahoma" panose="020B0604030504040204" pitchFamily="34" charset="0"/>
                </a:endParaRPr>
              </a:p>
            </p:txBody>
          </p:sp>
          <p:sp>
            <p:nvSpPr>
              <p:cNvPr id="48187" name="Text Box 59"/>
              <p:cNvSpPr txBox="1"/>
              <p:nvPr/>
            </p:nvSpPr>
            <p:spPr>
              <a:xfrm>
                <a:off x="3504" y="2640"/>
                <a:ext cx="1536" cy="225"/>
              </a:xfrm>
              <a:prstGeom prst="rect">
                <a:avLst/>
              </a:prstGeom>
              <a:noFill/>
              <a:ln w="9525">
                <a:noFill/>
              </a:ln>
            </p:spPr>
            <p:txBody>
              <a:bodyPr>
                <a:spAutoFit/>
              </a:bodyPr>
              <a:lstStyle>
                <a:lvl1pPr marL="342900" indent="-342900" algn="l" rtl="0" eaLnBrk="0" fontAlgn="base" hangingPunct="0">
                  <a:spcBef>
                    <a:spcPct val="20000"/>
                  </a:spcBef>
                  <a:spcAft>
                    <a:spcPct val="0"/>
                  </a:spcAft>
                  <a:buChar char="•"/>
                  <a:defRPr sz="3200">
                    <a:solidFill>
                      <a:srgbClr val="666699"/>
                    </a:solidFill>
                    <a:latin typeface="+mn-lt"/>
                    <a:ea typeface="+mn-ea"/>
                    <a:cs typeface="+mn-cs"/>
                  </a:defRPr>
                </a:lvl1pPr>
                <a:lvl2pPr marL="742950" indent="-285750" algn="l" rtl="0" eaLnBrk="0" fontAlgn="base" hangingPunct="0">
                  <a:spcBef>
                    <a:spcPct val="20000"/>
                  </a:spcBef>
                  <a:spcAft>
                    <a:spcPct val="0"/>
                  </a:spcAft>
                  <a:buChar char="–"/>
                  <a:defRPr sz="2800">
                    <a:solidFill>
                      <a:srgbClr val="666699"/>
                    </a:solidFill>
                    <a:latin typeface="+mn-lt"/>
                    <a:ea typeface="+mn-ea"/>
                  </a:defRPr>
                </a:lvl2pPr>
                <a:lvl3pPr marL="1143000" indent="-228600" algn="l" rtl="0" eaLnBrk="0" fontAlgn="base" hangingPunct="0">
                  <a:spcBef>
                    <a:spcPct val="20000"/>
                  </a:spcBef>
                  <a:spcAft>
                    <a:spcPct val="0"/>
                  </a:spcAft>
                  <a:buChar char="•"/>
                  <a:defRPr sz="2400">
                    <a:solidFill>
                      <a:srgbClr val="666699"/>
                    </a:solidFill>
                    <a:latin typeface="+mn-lt"/>
                    <a:ea typeface="+mn-ea"/>
                  </a:defRPr>
                </a:lvl3pPr>
                <a:lvl4pPr marL="1600200" indent="-228600" algn="l" rtl="0" eaLnBrk="0" fontAlgn="base" hangingPunct="0">
                  <a:spcBef>
                    <a:spcPct val="20000"/>
                  </a:spcBef>
                  <a:spcAft>
                    <a:spcPct val="0"/>
                  </a:spcAft>
                  <a:buChar char="–"/>
                  <a:defRPr sz="2000">
                    <a:solidFill>
                      <a:srgbClr val="666699"/>
                    </a:solidFill>
                    <a:latin typeface="+mn-lt"/>
                    <a:ea typeface="+mn-ea"/>
                  </a:defRPr>
                </a:lvl4pPr>
                <a:lvl5pPr marL="2057400" indent="-228600" algn="l" rtl="0" eaLnBrk="0" fontAlgn="base" hangingPunct="0">
                  <a:spcBef>
                    <a:spcPct val="20000"/>
                  </a:spcBef>
                  <a:spcAft>
                    <a:spcPct val="0"/>
                  </a:spcAft>
                  <a:buChar char="»"/>
                  <a:defRPr sz="2000">
                    <a:solidFill>
                      <a:srgbClr val="666699"/>
                    </a:solidFill>
                    <a:latin typeface="+mn-lt"/>
                    <a:ea typeface="+mn-ea"/>
                  </a:defRPr>
                </a:lvl5pPr>
              </a:lstStyle>
              <a:p>
                <a:pPr marL="0" lvl="0" indent="0" eaLnBrk="1" hangingPunct="1">
                  <a:spcBef>
                    <a:spcPct val="50000"/>
                  </a:spcBef>
                  <a:buNone/>
                </a:pPr>
                <a:r>
                  <a:rPr lang="zh-CN" altLang="en-US" sz="1800" dirty="0">
                    <a:solidFill>
                      <a:schemeClr val="tx1"/>
                    </a:solidFill>
                    <a:latin typeface="Tahoma" panose="020B0604030504040204" pitchFamily="34" charset="0"/>
                  </a:rPr>
                  <a:t>余数r</a:t>
                </a:r>
                <a:r>
                  <a:rPr lang="zh-CN" altLang="en-US" sz="1800" baseline="-25000" dirty="0">
                    <a:solidFill>
                      <a:schemeClr val="tx1"/>
                    </a:solidFill>
                    <a:latin typeface="Tahoma" panose="020B0604030504040204" pitchFamily="34" charset="0"/>
                  </a:rPr>
                  <a:t>4</a:t>
                </a:r>
                <a:r>
                  <a:rPr lang="zh-CN" altLang="en-US" sz="1800" dirty="0">
                    <a:solidFill>
                      <a:schemeClr val="tx1"/>
                    </a:solidFill>
                    <a:latin typeface="Tahoma" panose="020B0604030504040204" pitchFamily="34" charset="0"/>
                  </a:rPr>
                  <a:t>&gt;0</a:t>
                </a:r>
                <a:endParaRPr lang="zh-CN" altLang="en-US" sz="1800" dirty="0">
                  <a:solidFill>
                    <a:schemeClr val="tx1"/>
                  </a:solidFill>
                  <a:latin typeface="Tahoma" panose="020B0604030504040204" pitchFamily="34" charset="0"/>
                </a:endParaRPr>
              </a:p>
            </p:txBody>
          </p:sp>
          <p:sp>
            <p:nvSpPr>
              <p:cNvPr id="48188" name="Text Box 60"/>
              <p:cNvSpPr txBox="1"/>
              <p:nvPr/>
            </p:nvSpPr>
            <p:spPr>
              <a:xfrm>
                <a:off x="3504" y="1728"/>
                <a:ext cx="768" cy="225"/>
              </a:xfrm>
              <a:prstGeom prst="rect">
                <a:avLst/>
              </a:prstGeom>
              <a:noFill/>
              <a:ln w="9525">
                <a:noFill/>
              </a:ln>
            </p:spPr>
            <p:txBody>
              <a:bodyPr>
                <a:spAutoFit/>
              </a:bodyPr>
              <a:lstStyle>
                <a:lvl1pPr marL="342900" indent="-342900" algn="l" rtl="0" eaLnBrk="0" fontAlgn="base" hangingPunct="0">
                  <a:spcBef>
                    <a:spcPct val="20000"/>
                  </a:spcBef>
                  <a:spcAft>
                    <a:spcPct val="0"/>
                  </a:spcAft>
                  <a:buChar char="•"/>
                  <a:defRPr sz="3200">
                    <a:solidFill>
                      <a:srgbClr val="666699"/>
                    </a:solidFill>
                    <a:latin typeface="+mn-lt"/>
                    <a:ea typeface="+mn-ea"/>
                    <a:cs typeface="+mn-cs"/>
                  </a:defRPr>
                </a:lvl1pPr>
                <a:lvl2pPr marL="742950" indent="-285750" algn="l" rtl="0" eaLnBrk="0" fontAlgn="base" hangingPunct="0">
                  <a:spcBef>
                    <a:spcPct val="20000"/>
                  </a:spcBef>
                  <a:spcAft>
                    <a:spcPct val="0"/>
                  </a:spcAft>
                  <a:buChar char="–"/>
                  <a:defRPr sz="2800">
                    <a:solidFill>
                      <a:srgbClr val="666699"/>
                    </a:solidFill>
                    <a:latin typeface="+mn-lt"/>
                    <a:ea typeface="+mn-ea"/>
                  </a:defRPr>
                </a:lvl2pPr>
                <a:lvl3pPr marL="1143000" indent="-228600" algn="l" rtl="0" eaLnBrk="0" fontAlgn="base" hangingPunct="0">
                  <a:spcBef>
                    <a:spcPct val="20000"/>
                  </a:spcBef>
                  <a:spcAft>
                    <a:spcPct val="0"/>
                  </a:spcAft>
                  <a:buChar char="•"/>
                  <a:defRPr sz="2400">
                    <a:solidFill>
                      <a:srgbClr val="666699"/>
                    </a:solidFill>
                    <a:latin typeface="+mn-lt"/>
                    <a:ea typeface="+mn-ea"/>
                  </a:defRPr>
                </a:lvl3pPr>
                <a:lvl4pPr marL="1600200" indent="-228600" algn="l" rtl="0" eaLnBrk="0" fontAlgn="base" hangingPunct="0">
                  <a:spcBef>
                    <a:spcPct val="20000"/>
                  </a:spcBef>
                  <a:spcAft>
                    <a:spcPct val="0"/>
                  </a:spcAft>
                  <a:buChar char="–"/>
                  <a:defRPr sz="2000">
                    <a:solidFill>
                      <a:srgbClr val="666699"/>
                    </a:solidFill>
                    <a:latin typeface="+mn-lt"/>
                    <a:ea typeface="+mn-ea"/>
                  </a:defRPr>
                </a:lvl4pPr>
                <a:lvl5pPr marL="2057400" indent="-228600" algn="l" rtl="0" eaLnBrk="0" fontAlgn="base" hangingPunct="0">
                  <a:spcBef>
                    <a:spcPct val="20000"/>
                  </a:spcBef>
                  <a:spcAft>
                    <a:spcPct val="0"/>
                  </a:spcAft>
                  <a:buChar char="»"/>
                  <a:defRPr sz="2000">
                    <a:solidFill>
                      <a:srgbClr val="666699"/>
                    </a:solidFill>
                    <a:latin typeface="+mn-lt"/>
                    <a:ea typeface="+mn-ea"/>
                  </a:defRPr>
                </a:lvl5pPr>
              </a:lstStyle>
              <a:p>
                <a:pPr marL="0" lvl="0" indent="0" eaLnBrk="1" hangingPunct="1">
                  <a:spcBef>
                    <a:spcPct val="50000"/>
                  </a:spcBef>
                  <a:buNone/>
                </a:pPr>
                <a:r>
                  <a:rPr lang="zh-CN" altLang="en-US" sz="1800" dirty="0">
                    <a:solidFill>
                      <a:schemeClr val="tx1"/>
                    </a:solidFill>
                    <a:latin typeface="Tahoma" panose="020B0604030504040204" pitchFamily="34" charset="0"/>
                  </a:rPr>
                  <a:t>减Y</a:t>
                </a:r>
                <a:endParaRPr lang="zh-CN" altLang="en-US" sz="1800" dirty="0">
                  <a:solidFill>
                    <a:schemeClr val="tx1"/>
                  </a:solidFill>
                  <a:latin typeface="Tahoma" panose="020B0604030504040204" pitchFamily="34" charset="0"/>
                </a:endParaRPr>
              </a:p>
            </p:txBody>
          </p:sp>
          <p:sp>
            <p:nvSpPr>
              <p:cNvPr id="48189" name="Text Box 61"/>
              <p:cNvSpPr txBox="1"/>
              <p:nvPr/>
            </p:nvSpPr>
            <p:spPr>
              <a:xfrm>
                <a:off x="3504" y="1872"/>
                <a:ext cx="1536" cy="226"/>
              </a:xfrm>
              <a:prstGeom prst="rect">
                <a:avLst/>
              </a:prstGeom>
              <a:noFill/>
              <a:ln w="9525">
                <a:noFill/>
              </a:ln>
            </p:spPr>
            <p:txBody>
              <a:bodyPr>
                <a:spAutoFit/>
              </a:bodyPr>
              <a:lstStyle>
                <a:lvl1pPr marL="342900" indent="-342900" algn="l" rtl="0" eaLnBrk="0" fontAlgn="base" hangingPunct="0">
                  <a:spcBef>
                    <a:spcPct val="20000"/>
                  </a:spcBef>
                  <a:spcAft>
                    <a:spcPct val="0"/>
                  </a:spcAft>
                  <a:buChar char="•"/>
                  <a:defRPr sz="3200">
                    <a:solidFill>
                      <a:srgbClr val="666699"/>
                    </a:solidFill>
                    <a:latin typeface="+mn-lt"/>
                    <a:ea typeface="+mn-ea"/>
                    <a:cs typeface="+mn-cs"/>
                  </a:defRPr>
                </a:lvl1pPr>
                <a:lvl2pPr marL="742950" indent="-285750" algn="l" rtl="0" eaLnBrk="0" fontAlgn="base" hangingPunct="0">
                  <a:spcBef>
                    <a:spcPct val="20000"/>
                  </a:spcBef>
                  <a:spcAft>
                    <a:spcPct val="0"/>
                  </a:spcAft>
                  <a:buChar char="–"/>
                  <a:defRPr sz="2800">
                    <a:solidFill>
                      <a:srgbClr val="666699"/>
                    </a:solidFill>
                    <a:latin typeface="+mn-lt"/>
                    <a:ea typeface="+mn-ea"/>
                  </a:defRPr>
                </a:lvl2pPr>
                <a:lvl3pPr marL="1143000" indent="-228600" algn="l" rtl="0" eaLnBrk="0" fontAlgn="base" hangingPunct="0">
                  <a:spcBef>
                    <a:spcPct val="20000"/>
                  </a:spcBef>
                  <a:spcAft>
                    <a:spcPct val="0"/>
                  </a:spcAft>
                  <a:buChar char="•"/>
                  <a:defRPr sz="2400">
                    <a:solidFill>
                      <a:srgbClr val="666699"/>
                    </a:solidFill>
                    <a:latin typeface="+mn-lt"/>
                    <a:ea typeface="+mn-ea"/>
                  </a:defRPr>
                </a:lvl3pPr>
                <a:lvl4pPr marL="1600200" indent="-228600" algn="l" rtl="0" eaLnBrk="0" fontAlgn="base" hangingPunct="0">
                  <a:spcBef>
                    <a:spcPct val="20000"/>
                  </a:spcBef>
                  <a:spcAft>
                    <a:spcPct val="0"/>
                  </a:spcAft>
                  <a:buChar char="–"/>
                  <a:defRPr sz="2000">
                    <a:solidFill>
                      <a:srgbClr val="666699"/>
                    </a:solidFill>
                    <a:latin typeface="+mn-lt"/>
                    <a:ea typeface="+mn-ea"/>
                  </a:defRPr>
                </a:lvl4pPr>
                <a:lvl5pPr marL="2057400" indent="-228600" algn="l" rtl="0" eaLnBrk="0" fontAlgn="base" hangingPunct="0">
                  <a:spcBef>
                    <a:spcPct val="20000"/>
                  </a:spcBef>
                  <a:spcAft>
                    <a:spcPct val="0"/>
                  </a:spcAft>
                  <a:buChar char="»"/>
                  <a:defRPr sz="2000">
                    <a:solidFill>
                      <a:srgbClr val="666699"/>
                    </a:solidFill>
                    <a:latin typeface="+mn-lt"/>
                    <a:ea typeface="+mn-ea"/>
                  </a:defRPr>
                </a:lvl5pPr>
              </a:lstStyle>
              <a:p>
                <a:pPr marL="0" lvl="0" indent="0" eaLnBrk="1" hangingPunct="1">
                  <a:spcBef>
                    <a:spcPct val="50000"/>
                  </a:spcBef>
                  <a:buNone/>
                </a:pPr>
                <a:r>
                  <a:rPr lang="zh-CN" altLang="en-US" sz="1800" dirty="0">
                    <a:solidFill>
                      <a:schemeClr val="tx1"/>
                    </a:solidFill>
                    <a:latin typeface="Tahoma" panose="020B0604030504040204" pitchFamily="34" charset="0"/>
                  </a:rPr>
                  <a:t>余数&lt;0，加上除数</a:t>
                </a:r>
                <a:endParaRPr lang="zh-CN" altLang="en-US" sz="1800" dirty="0">
                  <a:solidFill>
                    <a:schemeClr val="tx1"/>
                  </a:solidFill>
                  <a:latin typeface="Tahoma" panose="020B0604030504040204" pitchFamily="34" charset="0"/>
                </a:endParaRPr>
              </a:p>
            </p:txBody>
          </p:sp>
          <p:sp>
            <p:nvSpPr>
              <p:cNvPr id="48190" name="Text Box 62"/>
              <p:cNvSpPr txBox="1"/>
              <p:nvPr/>
            </p:nvSpPr>
            <p:spPr>
              <a:xfrm>
                <a:off x="3504" y="2016"/>
                <a:ext cx="912" cy="225"/>
              </a:xfrm>
              <a:prstGeom prst="rect">
                <a:avLst/>
              </a:prstGeom>
              <a:noFill/>
              <a:ln w="9525">
                <a:noFill/>
              </a:ln>
            </p:spPr>
            <p:txBody>
              <a:bodyPr>
                <a:spAutoFit/>
              </a:bodyPr>
              <a:lstStyle>
                <a:lvl1pPr marL="342900" indent="-342900" algn="l" rtl="0" eaLnBrk="0" fontAlgn="base" hangingPunct="0">
                  <a:spcBef>
                    <a:spcPct val="20000"/>
                  </a:spcBef>
                  <a:spcAft>
                    <a:spcPct val="0"/>
                  </a:spcAft>
                  <a:buChar char="•"/>
                  <a:defRPr sz="3200">
                    <a:solidFill>
                      <a:srgbClr val="666699"/>
                    </a:solidFill>
                    <a:latin typeface="+mn-lt"/>
                    <a:ea typeface="+mn-ea"/>
                    <a:cs typeface="+mn-cs"/>
                  </a:defRPr>
                </a:lvl1pPr>
                <a:lvl2pPr marL="742950" indent="-285750" algn="l" rtl="0" eaLnBrk="0" fontAlgn="base" hangingPunct="0">
                  <a:spcBef>
                    <a:spcPct val="20000"/>
                  </a:spcBef>
                  <a:spcAft>
                    <a:spcPct val="0"/>
                  </a:spcAft>
                  <a:buChar char="–"/>
                  <a:defRPr sz="2800">
                    <a:solidFill>
                      <a:srgbClr val="666699"/>
                    </a:solidFill>
                    <a:latin typeface="+mn-lt"/>
                    <a:ea typeface="+mn-ea"/>
                  </a:defRPr>
                </a:lvl2pPr>
                <a:lvl3pPr marL="1143000" indent="-228600" algn="l" rtl="0" eaLnBrk="0" fontAlgn="base" hangingPunct="0">
                  <a:spcBef>
                    <a:spcPct val="20000"/>
                  </a:spcBef>
                  <a:spcAft>
                    <a:spcPct val="0"/>
                  </a:spcAft>
                  <a:buChar char="•"/>
                  <a:defRPr sz="2400">
                    <a:solidFill>
                      <a:srgbClr val="666699"/>
                    </a:solidFill>
                    <a:latin typeface="+mn-lt"/>
                    <a:ea typeface="+mn-ea"/>
                  </a:defRPr>
                </a:lvl3pPr>
                <a:lvl4pPr marL="1600200" indent="-228600" algn="l" rtl="0" eaLnBrk="0" fontAlgn="base" hangingPunct="0">
                  <a:spcBef>
                    <a:spcPct val="20000"/>
                  </a:spcBef>
                  <a:spcAft>
                    <a:spcPct val="0"/>
                  </a:spcAft>
                  <a:buChar char="–"/>
                  <a:defRPr sz="2000">
                    <a:solidFill>
                      <a:srgbClr val="666699"/>
                    </a:solidFill>
                    <a:latin typeface="+mn-lt"/>
                    <a:ea typeface="+mn-ea"/>
                  </a:defRPr>
                </a:lvl4pPr>
                <a:lvl5pPr marL="2057400" indent="-228600" algn="l" rtl="0" eaLnBrk="0" fontAlgn="base" hangingPunct="0">
                  <a:spcBef>
                    <a:spcPct val="20000"/>
                  </a:spcBef>
                  <a:spcAft>
                    <a:spcPct val="0"/>
                  </a:spcAft>
                  <a:buChar char="»"/>
                  <a:defRPr sz="2000">
                    <a:solidFill>
                      <a:srgbClr val="666699"/>
                    </a:solidFill>
                    <a:latin typeface="+mn-lt"/>
                    <a:ea typeface="+mn-ea"/>
                  </a:defRPr>
                </a:lvl5pPr>
              </a:lstStyle>
              <a:p>
                <a:pPr marL="0" lvl="0" indent="0" eaLnBrk="1" hangingPunct="1">
                  <a:spcBef>
                    <a:spcPct val="50000"/>
                  </a:spcBef>
                  <a:buNone/>
                </a:pPr>
                <a:r>
                  <a:rPr lang="zh-CN" altLang="en-US" sz="1800" dirty="0">
                    <a:solidFill>
                      <a:schemeClr val="tx1"/>
                    </a:solidFill>
                    <a:latin typeface="Tahoma" panose="020B0604030504040204" pitchFamily="34" charset="0"/>
                  </a:rPr>
                  <a:t>恢复余数</a:t>
                </a:r>
                <a:endParaRPr lang="zh-CN" altLang="en-US" sz="1800" dirty="0">
                  <a:solidFill>
                    <a:schemeClr val="tx1"/>
                  </a:solidFill>
                  <a:latin typeface="Tahoma" panose="020B0604030504040204" pitchFamily="34" charset="0"/>
                </a:endParaRPr>
              </a:p>
            </p:txBody>
          </p:sp>
          <p:sp>
            <p:nvSpPr>
              <p:cNvPr id="48191" name="Text Box 63"/>
              <p:cNvSpPr txBox="1"/>
              <p:nvPr/>
            </p:nvSpPr>
            <p:spPr>
              <a:xfrm>
                <a:off x="3504" y="2160"/>
                <a:ext cx="960" cy="226"/>
              </a:xfrm>
              <a:prstGeom prst="rect">
                <a:avLst/>
              </a:prstGeom>
              <a:noFill/>
              <a:ln w="9525">
                <a:noFill/>
              </a:ln>
            </p:spPr>
            <p:txBody>
              <a:bodyPr>
                <a:spAutoFit/>
              </a:bodyPr>
              <a:lstStyle>
                <a:lvl1pPr marL="342900" indent="-342900" algn="l" rtl="0" eaLnBrk="0" fontAlgn="base" hangingPunct="0">
                  <a:spcBef>
                    <a:spcPct val="20000"/>
                  </a:spcBef>
                  <a:spcAft>
                    <a:spcPct val="0"/>
                  </a:spcAft>
                  <a:buChar char="•"/>
                  <a:defRPr sz="3200">
                    <a:solidFill>
                      <a:srgbClr val="666699"/>
                    </a:solidFill>
                    <a:latin typeface="+mn-lt"/>
                    <a:ea typeface="+mn-ea"/>
                    <a:cs typeface="+mn-cs"/>
                  </a:defRPr>
                </a:lvl1pPr>
                <a:lvl2pPr marL="742950" indent="-285750" algn="l" rtl="0" eaLnBrk="0" fontAlgn="base" hangingPunct="0">
                  <a:spcBef>
                    <a:spcPct val="20000"/>
                  </a:spcBef>
                  <a:spcAft>
                    <a:spcPct val="0"/>
                  </a:spcAft>
                  <a:buChar char="–"/>
                  <a:defRPr sz="2800">
                    <a:solidFill>
                      <a:srgbClr val="666699"/>
                    </a:solidFill>
                    <a:latin typeface="+mn-lt"/>
                    <a:ea typeface="+mn-ea"/>
                  </a:defRPr>
                </a:lvl2pPr>
                <a:lvl3pPr marL="1143000" indent="-228600" algn="l" rtl="0" eaLnBrk="0" fontAlgn="base" hangingPunct="0">
                  <a:spcBef>
                    <a:spcPct val="20000"/>
                  </a:spcBef>
                  <a:spcAft>
                    <a:spcPct val="0"/>
                  </a:spcAft>
                  <a:buChar char="•"/>
                  <a:defRPr sz="2400">
                    <a:solidFill>
                      <a:srgbClr val="666699"/>
                    </a:solidFill>
                    <a:latin typeface="+mn-lt"/>
                    <a:ea typeface="+mn-ea"/>
                  </a:defRPr>
                </a:lvl3pPr>
                <a:lvl4pPr marL="1600200" indent="-228600" algn="l" rtl="0" eaLnBrk="0" fontAlgn="base" hangingPunct="0">
                  <a:spcBef>
                    <a:spcPct val="20000"/>
                  </a:spcBef>
                  <a:spcAft>
                    <a:spcPct val="0"/>
                  </a:spcAft>
                  <a:buChar char="–"/>
                  <a:defRPr sz="2000">
                    <a:solidFill>
                      <a:srgbClr val="666699"/>
                    </a:solidFill>
                    <a:latin typeface="+mn-lt"/>
                    <a:ea typeface="+mn-ea"/>
                  </a:defRPr>
                </a:lvl4pPr>
                <a:lvl5pPr marL="2057400" indent="-228600" algn="l" rtl="0" eaLnBrk="0" fontAlgn="base" hangingPunct="0">
                  <a:spcBef>
                    <a:spcPct val="20000"/>
                  </a:spcBef>
                  <a:spcAft>
                    <a:spcPct val="0"/>
                  </a:spcAft>
                  <a:buChar char="»"/>
                  <a:defRPr sz="2000">
                    <a:solidFill>
                      <a:srgbClr val="666699"/>
                    </a:solidFill>
                    <a:latin typeface="+mn-lt"/>
                    <a:ea typeface="+mn-ea"/>
                  </a:defRPr>
                </a:lvl5pPr>
              </a:lstStyle>
              <a:p>
                <a:pPr marL="0" lvl="0" indent="0" eaLnBrk="1" hangingPunct="1">
                  <a:spcBef>
                    <a:spcPct val="50000"/>
                  </a:spcBef>
                  <a:buNone/>
                </a:pPr>
                <a:endParaRPr lang="zh-CN" altLang="en-US" sz="1800" baseline="-25000" dirty="0">
                  <a:solidFill>
                    <a:schemeClr val="tx1"/>
                  </a:solidFill>
                  <a:latin typeface="Tahoma" panose="020B0604030504040204" pitchFamily="34" charset="0"/>
                </a:endParaRPr>
              </a:p>
            </p:txBody>
          </p:sp>
          <p:sp>
            <p:nvSpPr>
              <p:cNvPr id="48192" name="Text Box 64"/>
              <p:cNvSpPr txBox="1"/>
              <p:nvPr/>
            </p:nvSpPr>
            <p:spPr>
              <a:xfrm>
                <a:off x="3504" y="2496"/>
                <a:ext cx="768" cy="226"/>
              </a:xfrm>
              <a:prstGeom prst="rect">
                <a:avLst/>
              </a:prstGeom>
              <a:noFill/>
              <a:ln w="9525">
                <a:noFill/>
              </a:ln>
            </p:spPr>
            <p:txBody>
              <a:bodyPr>
                <a:spAutoFit/>
              </a:bodyPr>
              <a:lstStyle>
                <a:lvl1pPr marL="342900" indent="-342900" algn="l" rtl="0" eaLnBrk="0" fontAlgn="base" hangingPunct="0">
                  <a:spcBef>
                    <a:spcPct val="20000"/>
                  </a:spcBef>
                  <a:spcAft>
                    <a:spcPct val="0"/>
                  </a:spcAft>
                  <a:buChar char="•"/>
                  <a:defRPr sz="3200">
                    <a:solidFill>
                      <a:srgbClr val="666699"/>
                    </a:solidFill>
                    <a:latin typeface="+mn-lt"/>
                    <a:ea typeface="+mn-ea"/>
                    <a:cs typeface="+mn-cs"/>
                  </a:defRPr>
                </a:lvl1pPr>
                <a:lvl2pPr marL="742950" indent="-285750" algn="l" rtl="0" eaLnBrk="0" fontAlgn="base" hangingPunct="0">
                  <a:spcBef>
                    <a:spcPct val="20000"/>
                  </a:spcBef>
                  <a:spcAft>
                    <a:spcPct val="0"/>
                  </a:spcAft>
                  <a:buChar char="–"/>
                  <a:defRPr sz="2800">
                    <a:solidFill>
                      <a:srgbClr val="666699"/>
                    </a:solidFill>
                    <a:latin typeface="+mn-lt"/>
                    <a:ea typeface="+mn-ea"/>
                  </a:defRPr>
                </a:lvl2pPr>
                <a:lvl3pPr marL="1143000" indent="-228600" algn="l" rtl="0" eaLnBrk="0" fontAlgn="base" hangingPunct="0">
                  <a:spcBef>
                    <a:spcPct val="20000"/>
                  </a:spcBef>
                  <a:spcAft>
                    <a:spcPct val="0"/>
                  </a:spcAft>
                  <a:buChar char="•"/>
                  <a:defRPr sz="2400">
                    <a:solidFill>
                      <a:srgbClr val="666699"/>
                    </a:solidFill>
                    <a:latin typeface="+mn-lt"/>
                    <a:ea typeface="+mn-ea"/>
                  </a:defRPr>
                </a:lvl3pPr>
                <a:lvl4pPr marL="1600200" indent="-228600" algn="l" rtl="0" eaLnBrk="0" fontAlgn="base" hangingPunct="0">
                  <a:spcBef>
                    <a:spcPct val="20000"/>
                  </a:spcBef>
                  <a:spcAft>
                    <a:spcPct val="0"/>
                  </a:spcAft>
                  <a:buChar char="–"/>
                  <a:defRPr sz="2000">
                    <a:solidFill>
                      <a:srgbClr val="666699"/>
                    </a:solidFill>
                    <a:latin typeface="+mn-lt"/>
                    <a:ea typeface="+mn-ea"/>
                  </a:defRPr>
                </a:lvl4pPr>
                <a:lvl5pPr marL="2057400" indent="-228600" algn="l" rtl="0" eaLnBrk="0" fontAlgn="base" hangingPunct="0">
                  <a:spcBef>
                    <a:spcPct val="20000"/>
                  </a:spcBef>
                  <a:spcAft>
                    <a:spcPct val="0"/>
                  </a:spcAft>
                  <a:buChar char="»"/>
                  <a:defRPr sz="2000">
                    <a:solidFill>
                      <a:srgbClr val="666699"/>
                    </a:solidFill>
                    <a:latin typeface="+mn-lt"/>
                    <a:ea typeface="+mn-ea"/>
                  </a:defRPr>
                </a:lvl5pPr>
              </a:lstStyle>
              <a:p>
                <a:pPr marL="0" lvl="0" indent="0" eaLnBrk="1" hangingPunct="1">
                  <a:spcBef>
                    <a:spcPct val="50000"/>
                  </a:spcBef>
                  <a:buNone/>
                </a:pPr>
                <a:r>
                  <a:rPr lang="zh-CN" altLang="en-US" sz="1800" dirty="0">
                    <a:solidFill>
                      <a:schemeClr val="tx1"/>
                    </a:solidFill>
                    <a:latin typeface="Tahoma" panose="020B0604030504040204" pitchFamily="34" charset="0"/>
                  </a:rPr>
                  <a:t>减Y</a:t>
                </a:r>
                <a:endParaRPr lang="zh-CN" altLang="en-US" sz="1800" dirty="0">
                  <a:solidFill>
                    <a:schemeClr val="tx1"/>
                  </a:solidFill>
                  <a:latin typeface="Tahoma" panose="020B0604030504040204" pitchFamily="34" charset="0"/>
                </a:endParaRPr>
              </a:p>
            </p:txBody>
          </p:sp>
          <p:sp>
            <p:nvSpPr>
              <p:cNvPr id="48193" name="Text Box 65"/>
              <p:cNvSpPr txBox="1"/>
              <p:nvPr/>
            </p:nvSpPr>
            <p:spPr>
              <a:xfrm>
                <a:off x="3504" y="2860"/>
                <a:ext cx="1536" cy="207"/>
              </a:xfrm>
              <a:prstGeom prst="rect">
                <a:avLst/>
              </a:prstGeom>
              <a:noFill/>
              <a:ln w="9525">
                <a:noFill/>
              </a:ln>
            </p:spPr>
            <p:txBody>
              <a:bodyPr>
                <a:spAutoFit/>
              </a:bodyPr>
              <a:lstStyle>
                <a:lvl1pPr marL="342900" indent="-342900" algn="l" rtl="0" eaLnBrk="0" fontAlgn="base" hangingPunct="0">
                  <a:spcBef>
                    <a:spcPct val="20000"/>
                  </a:spcBef>
                  <a:spcAft>
                    <a:spcPct val="0"/>
                  </a:spcAft>
                  <a:buChar char="•"/>
                  <a:defRPr sz="3200">
                    <a:solidFill>
                      <a:srgbClr val="666699"/>
                    </a:solidFill>
                    <a:latin typeface="+mn-lt"/>
                    <a:ea typeface="+mn-ea"/>
                    <a:cs typeface="+mn-cs"/>
                  </a:defRPr>
                </a:lvl1pPr>
                <a:lvl2pPr marL="742950" indent="-285750" algn="l" rtl="0" eaLnBrk="0" fontAlgn="base" hangingPunct="0">
                  <a:spcBef>
                    <a:spcPct val="20000"/>
                  </a:spcBef>
                  <a:spcAft>
                    <a:spcPct val="0"/>
                  </a:spcAft>
                  <a:buChar char="–"/>
                  <a:defRPr sz="2800">
                    <a:solidFill>
                      <a:srgbClr val="666699"/>
                    </a:solidFill>
                    <a:latin typeface="+mn-lt"/>
                    <a:ea typeface="+mn-ea"/>
                  </a:defRPr>
                </a:lvl2pPr>
                <a:lvl3pPr marL="1143000" indent="-228600" algn="l" rtl="0" eaLnBrk="0" fontAlgn="base" hangingPunct="0">
                  <a:spcBef>
                    <a:spcPct val="20000"/>
                  </a:spcBef>
                  <a:spcAft>
                    <a:spcPct val="0"/>
                  </a:spcAft>
                  <a:buChar char="•"/>
                  <a:defRPr sz="2400">
                    <a:solidFill>
                      <a:srgbClr val="666699"/>
                    </a:solidFill>
                    <a:latin typeface="+mn-lt"/>
                    <a:ea typeface="+mn-ea"/>
                  </a:defRPr>
                </a:lvl3pPr>
                <a:lvl4pPr marL="1600200" indent="-228600" algn="l" rtl="0" eaLnBrk="0" fontAlgn="base" hangingPunct="0">
                  <a:spcBef>
                    <a:spcPct val="20000"/>
                  </a:spcBef>
                  <a:spcAft>
                    <a:spcPct val="0"/>
                  </a:spcAft>
                  <a:buChar char="–"/>
                  <a:defRPr sz="2000">
                    <a:solidFill>
                      <a:srgbClr val="666699"/>
                    </a:solidFill>
                    <a:latin typeface="+mn-lt"/>
                    <a:ea typeface="+mn-ea"/>
                  </a:defRPr>
                </a:lvl4pPr>
                <a:lvl5pPr marL="2057400" indent="-228600" algn="l" rtl="0" eaLnBrk="0" fontAlgn="base" hangingPunct="0">
                  <a:spcBef>
                    <a:spcPct val="20000"/>
                  </a:spcBef>
                  <a:spcAft>
                    <a:spcPct val="0"/>
                  </a:spcAft>
                  <a:buChar char="»"/>
                  <a:defRPr sz="2000">
                    <a:solidFill>
                      <a:srgbClr val="666699"/>
                    </a:solidFill>
                    <a:latin typeface="+mn-lt"/>
                    <a:ea typeface="+mn-ea"/>
                  </a:defRPr>
                </a:lvl5pPr>
              </a:lstStyle>
              <a:p>
                <a:pPr marL="0" lvl="0" indent="0" eaLnBrk="1" hangingPunct="1">
                  <a:spcBef>
                    <a:spcPct val="50000"/>
                  </a:spcBef>
                  <a:buNone/>
                </a:pPr>
                <a:r>
                  <a:rPr lang="zh-CN" altLang="en-US" sz="1800" dirty="0">
                    <a:solidFill>
                      <a:schemeClr val="tx1"/>
                    </a:solidFill>
                    <a:latin typeface="Tahoma" panose="020B0604030504040204" pitchFamily="34" charset="0"/>
                  </a:rPr>
                  <a:t>商1，余数不左移</a:t>
                </a:r>
                <a:endParaRPr lang="zh-CN" altLang="en-US" sz="1800" dirty="0">
                  <a:solidFill>
                    <a:schemeClr val="tx1"/>
                  </a:solidFill>
                  <a:latin typeface="Tahoma" panose="020B0604030504040204" pitchFamily="34" charset="0"/>
                </a:endParaRPr>
              </a:p>
            </p:txBody>
          </p:sp>
          <p:sp>
            <p:nvSpPr>
              <p:cNvPr id="48194" name="Text Box 66"/>
              <p:cNvSpPr txBox="1"/>
              <p:nvPr/>
            </p:nvSpPr>
            <p:spPr>
              <a:xfrm>
                <a:off x="3504" y="1440"/>
                <a:ext cx="1536" cy="225"/>
              </a:xfrm>
              <a:prstGeom prst="rect">
                <a:avLst/>
              </a:prstGeom>
              <a:noFill/>
              <a:ln w="9525">
                <a:noFill/>
              </a:ln>
            </p:spPr>
            <p:txBody>
              <a:bodyPr>
                <a:spAutoFit/>
              </a:bodyPr>
              <a:lstStyle>
                <a:lvl1pPr marL="342900" indent="-342900" algn="l" rtl="0" eaLnBrk="0" fontAlgn="base" hangingPunct="0">
                  <a:spcBef>
                    <a:spcPct val="20000"/>
                  </a:spcBef>
                  <a:spcAft>
                    <a:spcPct val="0"/>
                  </a:spcAft>
                  <a:buChar char="•"/>
                  <a:defRPr sz="3200">
                    <a:solidFill>
                      <a:srgbClr val="666699"/>
                    </a:solidFill>
                    <a:latin typeface="+mn-lt"/>
                    <a:ea typeface="+mn-ea"/>
                    <a:cs typeface="+mn-cs"/>
                  </a:defRPr>
                </a:lvl1pPr>
                <a:lvl2pPr marL="742950" indent="-285750" algn="l" rtl="0" eaLnBrk="0" fontAlgn="base" hangingPunct="0">
                  <a:spcBef>
                    <a:spcPct val="20000"/>
                  </a:spcBef>
                  <a:spcAft>
                    <a:spcPct val="0"/>
                  </a:spcAft>
                  <a:buChar char="–"/>
                  <a:defRPr sz="2800">
                    <a:solidFill>
                      <a:srgbClr val="666699"/>
                    </a:solidFill>
                    <a:latin typeface="+mn-lt"/>
                    <a:ea typeface="+mn-ea"/>
                  </a:defRPr>
                </a:lvl2pPr>
                <a:lvl3pPr marL="1143000" indent="-228600" algn="l" rtl="0" eaLnBrk="0" fontAlgn="base" hangingPunct="0">
                  <a:spcBef>
                    <a:spcPct val="20000"/>
                  </a:spcBef>
                  <a:spcAft>
                    <a:spcPct val="0"/>
                  </a:spcAft>
                  <a:buChar char="•"/>
                  <a:defRPr sz="2400">
                    <a:solidFill>
                      <a:srgbClr val="666699"/>
                    </a:solidFill>
                    <a:latin typeface="+mn-lt"/>
                    <a:ea typeface="+mn-ea"/>
                  </a:defRPr>
                </a:lvl3pPr>
                <a:lvl4pPr marL="1600200" indent="-228600" algn="l" rtl="0" eaLnBrk="0" fontAlgn="base" hangingPunct="0">
                  <a:spcBef>
                    <a:spcPct val="20000"/>
                  </a:spcBef>
                  <a:spcAft>
                    <a:spcPct val="0"/>
                  </a:spcAft>
                  <a:buChar char="–"/>
                  <a:defRPr sz="2000">
                    <a:solidFill>
                      <a:srgbClr val="666699"/>
                    </a:solidFill>
                    <a:latin typeface="+mn-lt"/>
                    <a:ea typeface="+mn-ea"/>
                  </a:defRPr>
                </a:lvl4pPr>
                <a:lvl5pPr marL="2057400" indent="-228600" algn="l" rtl="0" eaLnBrk="0" fontAlgn="base" hangingPunct="0">
                  <a:spcBef>
                    <a:spcPct val="20000"/>
                  </a:spcBef>
                  <a:spcAft>
                    <a:spcPct val="0"/>
                  </a:spcAft>
                  <a:buChar char="»"/>
                  <a:defRPr sz="2000">
                    <a:solidFill>
                      <a:srgbClr val="666699"/>
                    </a:solidFill>
                    <a:latin typeface="+mn-lt"/>
                    <a:ea typeface="+mn-ea"/>
                  </a:defRPr>
                </a:lvl5pPr>
              </a:lstStyle>
              <a:p>
                <a:pPr marL="0" lvl="0" indent="0" eaLnBrk="1" hangingPunct="1">
                  <a:spcBef>
                    <a:spcPct val="50000"/>
                  </a:spcBef>
                  <a:buNone/>
                </a:pPr>
                <a:r>
                  <a:rPr lang="zh-CN" altLang="en-US" sz="1800" dirty="0">
                    <a:solidFill>
                      <a:schemeClr val="tx1"/>
                    </a:solidFill>
                    <a:latin typeface="Tahoma" panose="020B0604030504040204" pitchFamily="34" charset="0"/>
                  </a:rPr>
                  <a:t>余数＞0</a:t>
                </a:r>
                <a:endParaRPr lang="zh-CN" altLang="en-US" sz="1800" dirty="0">
                  <a:solidFill>
                    <a:schemeClr val="tx1"/>
                  </a:solidFill>
                  <a:latin typeface="Tahoma" panose="020B0604030504040204" pitchFamily="34" charset="0"/>
                </a:endParaRPr>
              </a:p>
            </p:txBody>
          </p:sp>
        </p:grpSp>
      </p:gr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9154" name="Rectangle 2"/>
          <p:cNvSpPr>
            <a:spLocks noGrp="1"/>
          </p:cNvSpPr>
          <p:nvPr>
            <p:ph type="title"/>
          </p:nvPr>
        </p:nvSpPr>
        <p:spPr>
          <a:xfrm>
            <a:off x="685800" y="914400"/>
            <a:ext cx="7772400" cy="838200"/>
          </a:xfrm>
          <a:ln/>
        </p:spPr>
        <p:txBody>
          <a:bodyPr vert="horz" wrap="square" lIns="91440" tIns="45720" rIns="91440" bIns="45720" anchor="ctr" anchorCtr="0"/>
          <a:p>
            <a:pPr algn="l" eaLnBrk="1" hangingPunct="1"/>
            <a:r>
              <a:rPr lang="zh-CN" altLang="en-US" dirty="0"/>
              <a:t>最后结果：</a:t>
            </a:r>
            <a:endParaRPr lang="zh-CN" altLang="en-US" dirty="0"/>
          </a:p>
        </p:txBody>
      </p:sp>
      <p:sp>
        <p:nvSpPr>
          <p:cNvPr id="49155" name="Rectangle 3"/>
          <p:cNvSpPr>
            <a:spLocks noGrp="1"/>
          </p:cNvSpPr>
          <p:nvPr>
            <p:ph type="body"/>
          </p:nvPr>
        </p:nvSpPr>
        <p:spPr>
          <a:xfrm>
            <a:off x="825500" y="1844675"/>
            <a:ext cx="6915150" cy="4114800"/>
          </a:xfrm>
          <a:ln/>
        </p:spPr>
        <p:txBody>
          <a:bodyPr vert="horz" wrap="square" lIns="91440" tIns="45720" rIns="91440" bIns="45720" anchor="t" anchorCtr="0"/>
          <a:p>
            <a:pPr eaLnBrk="1" hangingPunct="1">
              <a:buNone/>
            </a:pPr>
            <a:r>
              <a:rPr lang="zh-CN" altLang="en-US" dirty="0">
                <a:solidFill>
                  <a:srgbClr val="0000FF"/>
                </a:solidFill>
              </a:rPr>
              <a:t>符号单独运算，</a:t>
            </a:r>
            <a:r>
              <a:rPr lang="zh-CN" altLang="en-US" b="1" dirty="0">
                <a:solidFill>
                  <a:srgbClr val="0000FF"/>
                </a:solidFill>
              </a:rPr>
              <a:t>Qs=</a:t>
            </a:r>
            <a:r>
              <a:rPr lang="zh-CN" altLang="en-US" b="1" dirty="0">
                <a:solidFill>
                  <a:srgbClr val="0000FF"/>
                </a:solidFill>
                <a:ea typeface="楷体_GB2312" pitchFamily="1" charset="-122"/>
              </a:rPr>
              <a:t>X</a:t>
            </a:r>
            <a:r>
              <a:rPr lang="zh-CN" altLang="en-US" b="1" baseline="-25000" dirty="0">
                <a:solidFill>
                  <a:srgbClr val="0000FF"/>
                </a:solidFill>
                <a:ea typeface="楷体_GB2312" pitchFamily="1" charset="-122"/>
              </a:rPr>
              <a:t>f </a:t>
            </a:r>
            <a:r>
              <a:rPr lang="zh-CN" altLang="en-US" b="1" dirty="0">
                <a:solidFill>
                  <a:srgbClr val="0000FF"/>
                </a:solidFill>
                <a:ea typeface="楷体_GB2312" pitchFamily="1" charset="-122"/>
              </a:rPr>
              <a:t>⊕Y</a:t>
            </a:r>
            <a:r>
              <a:rPr lang="zh-CN" altLang="en-US" b="1" baseline="-25000" dirty="0">
                <a:solidFill>
                  <a:srgbClr val="0000FF"/>
                </a:solidFill>
                <a:ea typeface="楷体_GB2312" pitchFamily="1" charset="-122"/>
              </a:rPr>
              <a:t>f</a:t>
            </a:r>
            <a:r>
              <a:rPr lang="zh-CN" altLang="en-US" b="1" dirty="0">
                <a:solidFill>
                  <a:srgbClr val="0000FF"/>
                </a:solidFill>
                <a:ea typeface="楷体_GB2312" pitchFamily="1" charset="-122"/>
              </a:rPr>
              <a:t>=0</a:t>
            </a:r>
            <a:endParaRPr lang="zh-CN" altLang="en-US" dirty="0">
              <a:solidFill>
                <a:srgbClr val="0000FF"/>
              </a:solidFill>
            </a:endParaRPr>
          </a:p>
          <a:p>
            <a:pPr eaLnBrk="1" hangingPunct="1">
              <a:buNone/>
            </a:pPr>
            <a:r>
              <a:rPr lang="zh-CN" altLang="en-US" dirty="0">
                <a:solidFill>
                  <a:srgbClr val="0000FF"/>
                </a:solidFill>
              </a:rPr>
              <a:t>将符号与数值拼在一起，得：</a:t>
            </a:r>
            <a:endParaRPr lang="zh-CN" altLang="en-US" dirty="0">
              <a:solidFill>
                <a:srgbClr val="0000FF"/>
              </a:solidFill>
            </a:endParaRPr>
          </a:p>
          <a:p>
            <a:pPr eaLnBrk="1" hangingPunct="1">
              <a:buNone/>
            </a:pPr>
            <a:r>
              <a:rPr lang="zh-CN" altLang="en-US" dirty="0">
                <a:solidFill>
                  <a:srgbClr val="0000FF"/>
                </a:solidFill>
              </a:rPr>
              <a:t>[Q]</a:t>
            </a:r>
            <a:r>
              <a:rPr lang="zh-CN" altLang="en-US" baseline="-25000" dirty="0">
                <a:solidFill>
                  <a:srgbClr val="0000FF"/>
                </a:solidFill>
              </a:rPr>
              <a:t>原</a:t>
            </a:r>
            <a:r>
              <a:rPr lang="zh-CN" altLang="en-US" dirty="0">
                <a:solidFill>
                  <a:srgbClr val="0000FF"/>
                </a:solidFill>
              </a:rPr>
              <a:t>=0.1101</a:t>
            </a:r>
            <a:endParaRPr lang="zh-CN" altLang="en-US" dirty="0">
              <a:solidFill>
                <a:srgbClr val="0000FF"/>
              </a:solidFill>
            </a:endParaRPr>
          </a:p>
          <a:p>
            <a:pPr eaLnBrk="1" hangingPunct="1">
              <a:buNone/>
            </a:pPr>
            <a:r>
              <a:rPr lang="zh-CN" altLang="en-US" dirty="0">
                <a:solidFill>
                  <a:srgbClr val="0000FF"/>
                </a:solidFill>
              </a:rPr>
              <a:t>[R]</a:t>
            </a:r>
            <a:r>
              <a:rPr lang="zh-CN" altLang="en-US" baseline="-25000" dirty="0">
                <a:solidFill>
                  <a:srgbClr val="0000FF"/>
                </a:solidFill>
              </a:rPr>
              <a:t>原</a:t>
            </a:r>
            <a:r>
              <a:rPr lang="zh-CN" altLang="en-US" dirty="0">
                <a:solidFill>
                  <a:srgbClr val="0000FF"/>
                </a:solidFill>
              </a:rPr>
              <a:t>=2</a:t>
            </a:r>
            <a:r>
              <a:rPr lang="zh-CN" altLang="en-US" baseline="30000" dirty="0">
                <a:solidFill>
                  <a:srgbClr val="0000FF"/>
                </a:solidFill>
              </a:rPr>
              <a:t>-4</a:t>
            </a:r>
            <a:r>
              <a:rPr lang="zh-CN" altLang="en-US" dirty="0">
                <a:solidFill>
                  <a:srgbClr val="0000FF"/>
                </a:solidFill>
              </a:rPr>
              <a:t>×0.0001</a:t>
            </a:r>
            <a:endParaRPr lang="zh-CN" altLang="en-US" dirty="0">
              <a:solidFill>
                <a:srgbClr val="0000FF"/>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49155">
                                            <p:txEl>
                                              <p:charRg st="0" end="19"/>
                                            </p:txEl>
                                          </p:spTgt>
                                        </p:tgtEl>
                                        <p:attrNameLst>
                                          <p:attrName>style.visibility</p:attrName>
                                        </p:attrNameLst>
                                      </p:cBhvr>
                                      <p:to>
                                        <p:strVal val="visible"/>
                                      </p:to>
                                    </p:set>
                                    <p:animEffect transition="in" filter="blinds(horizontal)">
                                      <p:cBhvr>
                                        <p:cTn id="7" dur="500"/>
                                        <p:tgtEl>
                                          <p:spTgt spid="49155">
                                            <p:txEl>
                                              <p:charRg st="0" end="19"/>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49155">
                                            <p:txEl>
                                              <p:charRg st="19" end="33"/>
                                            </p:txEl>
                                          </p:spTgt>
                                        </p:tgtEl>
                                        <p:attrNameLst>
                                          <p:attrName>style.visibility</p:attrName>
                                        </p:attrNameLst>
                                      </p:cBhvr>
                                      <p:to>
                                        <p:strVal val="visible"/>
                                      </p:to>
                                    </p:set>
                                    <p:animEffect transition="in" filter="blinds(horizontal)">
                                      <p:cBhvr>
                                        <p:cTn id="12" dur="500"/>
                                        <p:tgtEl>
                                          <p:spTgt spid="49155">
                                            <p:txEl>
                                              <p:charRg st="19" end="33"/>
                                            </p:txEl>
                                          </p:spTgt>
                                        </p:tgtEl>
                                      </p:cBhvr>
                                    </p:animEffect>
                                  </p:childTnLst>
                                </p:cTn>
                              </p:par>
                            </p:childTnLst>
                          </p:cTn>
                        </p:par>
                        <p:par>
                          <p:cTn id="13" fill="hold">
                            <p:stCondLst>
                              <p:cond delay="500"/>
                            </p:stCondLst>
                            <p:childTnLst>
                              <p:par>
                                <p:cTn id="14" presetID="3" presetClass="entr" presetSubtype="10" fill="hold" nodeType="afterEffect">
                                  <p:stCondLst>
                                    <p:cond delay="0"/>
                                  </p:stCondLst>
                                  <p:childTnLst>
                                    <p:set>
                                      <p:cBhvr>
                                        <p:cTn id="15" dur="1" fill="hold">
                                          <p:stCondLst>
                                            <p:cond delay="0"/>
                                          </p:stCondLst>
                                        </p:cTn>
                                        <p:tgtEl>
                                          <p:spTgt spid="49155">
                                            <p:txEl>
                                              <p:charRg st="33" end="45"/>
                                            </p:txEl>
                                          </p:spTgt>
                                        </p:tgtEl>
                                        <p:attrNameLst>
                                          <p:attrName>style.visibility</p:attrName>
                                        </p:attrNameLst>
                                      </p:cBhvr>
                                      <p:to>
                                        <p:strVal val="visible"/>
                                      </p:to>
                                    </p:set>
                                    <p:animEffect transition="in" filter="blinds(horizontal)">
                                      <p:cBhvr>
                                        <p:cTn id="16" dur="500"/>
                                        <p:tgtEl>
                                          <p:spTgt spid="49155">
                                            <p:txEl>
                                              <p:charRg st="33" end="45"/>
                                            </p:txEl>
                                          </p:spTgt>
                                        </p:tgtEl>
                                      </p:cBhvr>
                                    </p:animEffect>
                                  </p:childTnLst>
                                  <p:subTnLst>
                                    <p:audio>
                                      <p:cMediaNode>
                                        <p:cTn display="0" masterRel="sameClick">
                                          <p:stCondLst>
                                            <p:cond evt="begin" delay="0">
                                              <p:tn val="14"/>
                                            </p:cond>
                                          </p:stCondLst>
                                          <p:endCondLst>
                                            <p:cond evt="onStopAudio" delay="0">
                                              <p:tgtEl>
                                                <p:sldTgt/>
                                              </p:tgtEl>
                                            </p:cond>
                                          </p:endCondLst>
                                        </p:cTn>
                                        <p:tgtEl>
                                          <p:sndTgt r:embed="rId1" name="drumroll.wav"/>
                                        </p:tgtEl>
                                      </p:cMediaNode>
                                    </p:audio>
                                  </p:subTnLst>
                                </p:cTn>
                              </p:par>
                            </p:childTnLst>
                          </p:cTn>
                        </p:par>
                        <p:par>
                          <p:cTn id="17" fill="hold">
                            <p:stCondLst>
                              <p:cond delay="1000"/>
                            </p:stCondLst>
                            <p:childTnLst>
                              <p:par>
                                <p:cTn id="18" presetID="3" presetClass="entr" presetSubtype="10" fill="hold" nodeType="afterEffect">
                                  <p:stCondLst>
                                    <p:cond delay="0"/>
                                  </p:stCondLst>
                                  <p:childTnLst>
                                    <p:set>
                                      <p:cBhvr>
                                        <p:cTn id="19" dur="1" fill="hold">
                                          <p:stCondLst>
                                            <p:cond delay="0"/>
                                          </p:stCondLst>
                                        </p:cTn>
                                        <p:tgtEl>
                                          <p:spTgt spid="49155">
                                            <p:txEl>
                                              <p:charRg st="45" end="61"/>
                                            </p:txEl>
                                          </p:spTgt>
                                        </p:tgtEl>
                                        <p:attrNameLst>
                                          <p:attrName>style.visibility</p:attrName>
                                        </p:attrNameLst>
                                      </p:cBhvr>
                                      <p:to>
                                        <p:strVal val="visible"/>
                                      </p:to>
                                    </p:set>
                                    <p:animEffect transition="in" filter="blinds(horizontal)">
                                      <p:cBhvr>
                                        <p:cTn id="20" dur="500"/>
                                        <p:tgtEl>
                                          <p:spTgt spid="49155">
                                            <p:txEl>
                                              <p:charRg st="45" end="61"/>
                                            </p:txEl>
                                          </p:spTgt>
                                        </p:tgtEl>
                                      </p:cBhvr>
                                    </p:animEffect>
                                  </p:childTnLst>
                                  <p:subTnLst>
                                    <p:audio>
                                      <p:cMediaNode>
                                        <p:cTn display="0" masterRel="sameClick">
                                          <p:stCondLst>
                                            <p:cond evt="begin" delay="0">
                                              <p:tn val="18"/>
                                            </p:cond>
                                          </p:stCondLst>
                                          <p:endCondLst>
                                            <p:cond evt="onStopAudio" delay="0">
                                              <p:tgtEl>
                                                <p:sldTgt/>
                                              </p:tgtEl>
                                            </p:cond>
                                          </p:endCondLst>
                                        </p:cTn>
                                        <p:tgtEl>
                                          <p:sndTgt r:embed="rId1" name="drumroll.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9155" grpId="0" advAuto="1000" build="p"/>
    </p:bld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0178" name="Rectangle 2"/>
          <p:cNvSpPr>
            <a:spLocks noGrp="1"/>
          </p:cNvSpPr>
          <p:nvPr>
            <p:ph type="title"/>
          </p:nvPr>
        </p:nvSpPr>
        <p:spPr>
          <a:xfrm>
            <a:off x="685800" y="914400"/>
            <a:ext cx="7772400" cy="838200"/>
          </a:xfrm>
          <a:ln/>
        </p:spPr>
        <p:txBody>
          <a:bodyPr vert="horz" wrap="square" lIns="91440" tIns="45720" rIns="91440" bIns="45720" anchor="ctr" anchorCtr="0"/>
          <a:p>
            <a:pPr algn="l" eaLnBrk="1" hangingPunct="1"/>
            <a:r>
              <a:rPr lang="zh-CN" altLang="en-US" dirty="0"/>
              <a:t>定点原码除法运算</a:t>
            </a:r>
            <a:endParaRPr lang="zh-CN" altLang="en-US" sz="2000" dirty="0"/>
          </a:p>
        </p:txBody>
      </p:sp>
      <p:sp>
        <p:nvSpPr>
          <p:cNvPr id="50179" name="Rectangle 3"/>
          <p:cNvSpPr>
            <a:spLocks noGrp="1"/>
          </p:cNvSpPr>
          <p:nvPr>
            <p:ph type="body"/>
          </p:nvPr>
        </p:nvSpPr>
        <p:spPr>
          <a:xfrm>
            <a:off x="687388" y="1981200"/>
            <a:ext cx="7772400" cy="4114800"/>
          </a:xfrm>
          <a:ln/>
        </p:spPr>
        <p:txBody>
          <a:bodyPr vert="horz" wrap="square" lIns="91440" tIns="45720" rIns="91440" bIns="45720" anchor="t" anchorCtr="0"/>
          <a:p>
            <a:pPr eaLnBrk="1" hangingPunct="1"/>
            <a:r>
              <a:rPr lang="zh-CN" altLang="en-US" b="1" dirty="0">
                <a:solidFill>
                  <a:srgbClr val="0000FF"/>
                </a:solidFill>
              </a:rPr>
              <a:t>恢复余数法的缺点:</a:t>
            </a:r>
            <a:endParaRPr lang="zh-CN" altLang="en-US" b="1" dirty="0">
              <a:solidFill>
                <a:srgbClr val="0000FF"/>
              </a:solidFill>
            </a:endParaRPr>
          </a:p>
          <a:p>
            <a:pPr eaLnBrk="1" hangingPunct="1">
              <a:buNone/>
            </a:pPr>
            <a:r>
              <a:rPr lang="zh-CN" altLang="en-US" b="1" dirty="0">
                <a:solidFill>
                  <a:srgbClr val="0000FF"/>
                </a:solidFill>
              </a:rPr>
              <a:t>          </a:t>
            </a:r>
            <a:r>
              <a:rPr lang="zh-CN" altLang="en-US" dirty="0">
                <a:solidFill>
                  <a:srgbClr val="0000FF"/>
                </a:solidFill>
                <a:latin typeface="楷体_GB2312" pitchFamily="1" charset="-122"/>
                <a:ea typeface="楷体_GB2312" pitchFamily="1" charset="-122"/>
              </a:rPr>
              <a:t>当某一次-Y的差值为负时，要多一次+Y恢复余数的操作，实际步数不固定，降地低了执行速度,又使控制线路变得复杂，因此在计算机中很少采用。</a:t>
            </a:r>
            <a:endParaRPr lang="zh-CN" altLang="en-US" dirty="0">
              <a:solidFill>
                <a:srgbClr val="0000FF"/>
              </a:solidFill>
              <a:latin typeface="楷体_GB2312" pitchFamily="1" charset="-122"/>
              <a:ea typeface="楷体_GB2312" pitchFamily="1" charset="-122"/>
            </a:endParaRPr>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1202" name="Rectangle 2"/>
          <p:cNvSpPr>
            <a:spLocks noGrp="1"/>
          </p:cNvSpPr>
          <p:nvPr>
            <p:ph type="title"/>
          </p:nvPr>
        </p:nvSpPr>
        <p:spPr>
          <a:xfrm>
            <a:off x="685800" y="914400"/>
            <a:ext cx="7772400" cy="838200"/>
          </a:xfrm>
          <a:ln/>
        </p:spPr>
        <p:txBody>
          <a:bodyPr vert="horz" wrap="square" lIns="91440" tIns="45720" rIns="91440" bIns="45720" anchor="ctr" anchorCtr="0"/>
          <a:p>
            <a:pPr algn="l" eaLnBrk="1" hangingPunct="1"/>
            <a:r>
              <a:rPr lang="zh-CN" altLang="en-US" dirty="0"/>
              <a:t>2.原码不恢复余数法（加减交替法）</a:t>
            </a:r>
            <a:endParaRPr lang="zh-CN" altLang="en-US" dirty="0"/>
          </a:p>
        </p:txBody>
      </p:sp>
      <p:sp>
        <p:nvSpPr>
          <p:cNvPr id="51203" name="Rectangle 3"/>
          <p:cNvSpPr>
            <a:spLocks noGrp="1"/>
          </p:cNvSpPr>
          <p:nvPr>
            <p:ph type="body"/>
          </p:nvPr>
        </p:nvSpPr>
        <p:spPr>
          <a:xfrm>
            <a:off x="685800" y="1981200"/>
            <a:ext cx="7847013" cy="4114800"/>
          </a:xfrm>
          <a:ln/>
        </p:spPr>
        <p:txBody>
          <a:bodyPr vert="horz" wrap="square" lIns="91440" tIns="45720" rIns="91440" bIns="45720" anchor="t" anchorCtr="0"/>
          <a:p>
            <a:pPr marL="0" indent="0" eaLnBrk="1" hangingPunct="1">
              <a:lnSpc>
                <a:spcPct val="90000"/>
              </a:lnSpc>
            </a:pPr>
            <a:r>
              <a:rPr lang="zh-CN" altLang="en-US" sz="2800" b="1" dirty="0">
                <a:ea typeface="楷体_GB2312" pitchFamily="1" charset="-122"/>
              </a:rPr>
              <a:t>    </a:t>
            </a:r>
            <a:r>
              <a:rPr lang="zh-CN" altLang="en-US" sz="2400" b="1" dirty="0">
                <a:ea typeface="楷体_GB2312" pitchFamily="1" charset="-122"/>
              </a:rPr>
              <a:t>在恢复余数除法中，若第i-1次求商的余数为+R</a:t>
            </a:r>
            <a:r>
              <a:rPr lang="zh-CN" altLang="en-US" sz="2400" b="1" baseline="-30000" dirty="0">
                <a:ea typeface="楷体_GB2312" pitchFamily="1" charset="-122"/>
              </a:rPr>
              <a:t>i-1</a:t>
            </a:r>
            <a:r>
              <a:rPr lang="zh-CN" altLang="en-US" sz="2400" b="1" dirty="0">
                <a:ea typeface="楷体_GB2312" pitchFamily="1" charset="-122"/>
              </a:rPr>
              <a:t>时，下一次求商用的方法是</a:t>
            </a:r>
            <a:endParaRPr lang="zh-CN" altLang="en-US" sz="2400" b="1" dirty="0"/>
          </a:p>
          <a:p>
            <a:pPr marL="0" indent="0" eaLnBrk="1" hangingPunct="1">
              <a:lnSpc>
                <a:spcPct val="90000"/>
              </a:lnSpc>
              <a:buNone/>
            </a:pPr>
            <a:r>
              <a:rPr lang="zh-CN" altLang="en-US" sz="2400" b="1" dirty="0">
                <a:ea typeface="楷体_GB2312" pitchFamily="1" charset="-122"/>
              </a:rPr>
              <a:t>                      R</a:t>
            </a:r>
            <a:r>
              <a:rPr lang="zh-CN" altLang="en-US" sz="2400" b="1" baseline="-30000" dirty="0">
                <a:ea typeface="楷体_GB2312" pitchFamily="1" charset="-122"/>
              </a:rPr>
              <a:t>i</a:t>
            </a:r>
            <a:r>
              <a:rPr lang="zh-CN" altLang="en-US" sz="2400" b="1" dirty="0">
                <a:ea typeface="楷体_GB2312" pitchFamily="1" charset="-122"/>
              </a:rPr>
              <a:t>=2R</a:t>
            </a:r>
            <a:r>
              <a:rPr lang="zh-CN" altLang="en-US" sz="2400" b="1" baseline="-30000" dirty="0">
                <a:ea typeface="楷体_GB2312" pitchFamily="1" charset="-122"/>
              </a:rPr>
              <a:t>i-1</a:t>
            </a:r>
            <a:r>
              <a:rPr lang="zh-CN" altLang="en-US" sz="2400" b="1" dirty="0">
                <a:ea typeface="楷体_GB2312" pitchFamily="1" charset="-122"/>
              </a:rPr>
              <a:t>-Y</a:t>
            </a:r>
            <a:endParaRPr lang="zh-CN" altLang="en-US" sz="2400" b="1" dirty="0"/>
          </a:p>
          <a:p>
            <a:pPr marL="0" indent="0" eaLnBrk="1" hangingPunct="1">
              <a:lnSpc>
                <a:spcPct val="90000"/>
              </a:lnSpc>
              <a:buNone/>
            </a:pPr>
            <a:r>
              <a:rPr lang="zh-CN" altLang="en-US" sz="2400" b="1" dirty="0">
                <a:ea typeface="楷体_GB2312" pitchFamily="1" charset="-122"/>
              </a:rPr>
              <a:t>      当R</a:t>
            </a:r>
            <a:r>
              <a:rPr lang="zh-CN" altLang="en-US" sz="2400" b="1" baseline="-30000" dirty="0">
                <a:ea typeface="楷体_GB2312" pitchFamily="1" charset="-122"/>
              </a:rPr>
              <a:t>i</a:t>
            </a:r>
            <a:r>
              <a:rPr lang="zh-CN" altLang="en-US" sz="2400" b="1" dirty="0">
                <a:ea typeface="楷体_GB2312" pitchFamily="1" charset="-122"/>
              </a:rPr>
              <a:t>＜0时，第i位的商上0，而恢复余数的操作结果应为 R</a:t>
            </a:r>
            <a:r>
              <a:rPr lang="zh-CN" altLang="en-US" sz="2400" b="1" baseline="-30000" dirty="0">
                <a:ea typeface="楷体_GB2312" pitchFamily="1" charset="-122"/>
              </a:rPr>
              <a:t>i</a:t>
            </a:r>
            <a:r>
              <a:rPr lang="zh-CN" altLang="en-US" sz="2400" b="1" dirty="0">
                <a:ea typeface="楷体_GB2312" pitchFamily="1" charset="-122"/>
              </a:rPr>
              <a:t>+Y，下一次，即第i+1次求商的减法操作是</a:t>
            </a:r>
            <a:endParaRPr lang="zh-CN" altLang="en-US" sz="2400" b="1" dirty="0"/>
          </a:p>
          <a:p>
            <a:pPr marL="0" indent="0" eaLnBrk="1" hangingPunct="1">
              <a:lnSpc>
                <a:spcPct val="90000"/>
              </a:lnSpc>
              <a:buNone/>
            </a:pPr>
            <a:r>
              <a:rPr lang="zh-CN" altLang="en-US" sz="2400" b="1" dirty="0">
                <a:ea typeface="楷体_GB2312" pitchFamily="1" charset="-122"/>
              </a:rPr>
              <a:t>                     R</a:t>
            </a:r>
            <a:r>
              <a:rPr lang="zh-CN" altLang="en-US" sz="2400" b="1" baseline="-30000" dirty="0">
                <a:ea typeface="楷体_GB2312" pitchFamily="1" charset="-122"/>
              </a:rPr>
              <a:t>i+1</a:t>
            </a:r>
            <a:r>
              <a:rPr lang="zh-CN" altLang="en-US" sz="2400" b="1" dirty="0">
                <a:ea typeface="楷体_GB2312" pitchFamily="1" charset="-122"/>
              </a:rPr>
              <a:t>=2（R</a:t>
            </a:r>
            <a:r>
              <a:rPr lang="zh-CN" altLang="en-US" sz="2400" b="1" baseline="-30000" dirty="0">
                <a:ea typeface="楷体_GB2312" pitchFamily="1" charset="-122"/>
              </a:rPr>
              <a:t>i</a:t>
            </a:r>
            <a:r>
              <a:rPr lang="zh-CN" altLang="en-US" sz="2400" b="1" dirty="0">
                <a:ea typeface="楷体_GB2312" pitchFamily="1" charset="-122"/>
              </a:rPr>
              <a:t> +Y）-Y=2 R</a:t>
            </a:r>
            <a:r>
              <a:rPr lang="zh-CN" altLang="en-US" sz="2400" b="1" baseline="-30000" dirty="0">
                <a:ea typeface="楷体_GB2312" pitchFamily="1" charset="-122"/>
              </a:rPr>
              <a:t>i</a:t>
            </a:r>
            <a:r>
              <a:rPr lang="zh-CN" altLang="en-US" sz="2400" b="1" dirty="0">
                <a:ea typeface="楷体_GB2312" pitchFamily="1" charset="-122"/>
              </a:rPr>
              <a:t> +Y</a:t>
            </a:r>
            <a:endParaRPr lang="zh-CN" altLang="en-US" sz="2400" b="1" dirty="0"/>
          </a:p>
          <a:p>
            <a:pPr marL="0" indent="0" eaLnBrk="1" hangingPunct="1">
              <a:lnSpc>
                <a:spcPct val="90000"/>
              </a:lnSpc>
              <a:buNone/>
            </a:pPr>
            <a:r>
              <a:rPr lang="zh-CN" altLang="en-US" sz="2400" b="1" dirty="0">
                <a:ea typeface="楷体_GB2312" pitchFamily="1" charset="-122"/>
              </a:rPr>
              <a:t>      上述公式表明，当某一次求商，其减得的差值为负，即R</a:t>
            </a:r>
            <a:r>
              <a:rPr lang="zh-CN" altLang="en-US" sz="2400" b="1" baseline="-30000" dirty="0">
                <a:ea typeface="楷体_GB2312" pitchFamily="1" charset="-122"/>
              </a:rPr>
              <a:t>i</a:t>
            </a:r>
            <a:r>
              <a:rPr lang="zh-CN" altLang="en-US" sz="2400" b="1" dirty="0">
                <a:ea typeface="楷体_GB2312" pitchFamily="1" charset="-122"/>
              </a:rPr>
              <a:t> ＜0时，本次上商为0，继续求下一位商时，可以不必恢复余数，而是直接将负的差值左移一位后（得2 R</a:t>
            </a:r>
            <a:r>
              <a:rPr lang="zh-CN" altLang="en-US" sz="2400" b="1" baseline="-30000" dirty="0">
                <a:ea typeface="楷体_GB2312" pitchFamily="1" charset="-122"/>
              </a:rPr>
              <a:t>i</a:t>
            </a:r>
            <a:r>
              <a:rPr lang="zh-CN" altLang="en-US" sz="2400" b="1" dirty="0">
                <a:ea typeface="楷体_GB2312" pitchFamily="1" charset="-122"/>
              </a:rPr>
              <a:t> ），再采用加上除数的方法来完成。</a:t>
            </a:r>
            <a:endParaRPr lang="zh-CN" altLang="en-US" sz="2800" b="1" dirty="0"/>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2226" name="Rectangle 2"/>
          <p:cNvSpPr>
            <a:spLocks noGrp="1"/>
          </p:cNvSpPr>
          <p:nvPr>
            <p:ph type="title"/>
          </p:nvPr>
        </p:nvSpPr>
        <p:spPr>
          <a:xfrm>
            <a:off x="685800" y="914400"/>
            <a:ext cx="7772400" cy="838200"/>
          </a:xfrm>
          <a:ln/>
        </p:spPr>
        <p:txBody>
          <a:bodyPr vert="horz" wrap="square" lIns="91440" tIns="45720" rIns="91440" bIns="45720" anchor="ctr" anchorCtr="0"/>
          <a:p>
            <a:pPr algn="l" eaLnBrk="1" hangingPunct="1"/>
            <a:r>
              <a:rPr lang="zh-CN" altLang="en-US" dirty="0"/>
              <a:t>原码不恢复余数法（加减交替法）</a:t>
            </a:r>
            <a:endParaRPr lang="zh-CN" altLang="en-US" dirty="0"/>
          </a:p>
        </p:txBody>
      </p:sp>
      <p:sp>
        <p:nvSpPr>
          <p:cNvPr id="52227" name="Rectangle 3"/>
          <p:cNvSpPr>
            <a:spLocks noGrp="1"/>
          </p:cNvSpPr>
          <p:nvPr>
            <p:ph type="body"/>
          </p:nvPr>
        </p:nvSpPr>
        <p:spPr>
          <a:xfrm>
            <a:off x="180975" y="1916113"/>
            <a:ext cx="8712200" cy="4114800"/>
          </a:xfrm>
          <a:ln/>
        </p:spPr>
        <p:txBody>
          <a:bodyPr vert="horz" wrap="square" lIns="91440" tIns="45720" rIns="91440" bIns="45720" anchor="t" anchorCtr="0"/>
          <a:p>
            <a:pPr marL="0" indent="0" eaLnBrk="1" hangingPunct="1">
              <a:lnSpc>
                <a:spcPct val="80000"/>
              </a:lnSpc>
              <a:buNone/>
            </a:pPr>
            <a:r>
              <a:rPr lang="zh-CN" altLang="en-US" sz="2800" dirty="0">
                <a:solidFill>
                  <a:srgbClr val="0000FF"/>
                </a:solidFill>
                <a:ea typeface="楷体_GB2312" pitchFamily="1" charset="-122"/>
              </a:rPr>
              <a:t>运算规则：</a:t>
            </a:r>
            <a:endParaRPr lang="zh-CN" altLang="en-US" sz="2800" dirty="0">
              <a:solidFill>
                <a:srgbClr val="0000FF"/>
              </a:solidFill>
            </a:endParaRPr>
          </a:p>
          <a:p>
            <a:pPr marL="0" indent="0" eaLnBrk="1" hangingPunct="1">
              <a:lnSpc>
                <a:spcPct val="90000"/>
              </a:lnSpc>
              <a:buNone/>
            </a:pPr>
            <a:r>
              <a:rPr lang="zh-CN" altLang="en-US" sz="2800" dirty="0">
                <a:solidFill>
                  <a:srgbClr val="0000FF"/>
                </a:solidFill>
                <a:ea typeface="楷体_GB2312" pitchFamily="1" charset="-122"/>
              </a:rPr>
              <a:t>前提，被除数的绝对值小于除数的绝对值。</a:t>
            </a:r>
            <a:endParaRPr lang="zh-CN" altLang="en-US" sz="2800" dirty="0">
              <a:solidFill>
                <a:srgbClr val="0000FF"/>
              </a:solidFill>
              <a:ea typeface="楷体_GB2312" pitchFamily="1" charset="-122"/>
            </a:endParaRPr>
          </a:p>
          <a:p>
            <a:pPr marL="0" indent="0" eaLnBrk="1" hangingPunct="1">
              <a:lnSpc>
                <a:spcPct val="90000"/>
              </a:lnSpc>
              <a:buNone/>
            </a:pPr>
            <a:r>
              <a:rPr lang="zh-CN" altLang="en-US" sz="2800" dirty="0">
                <a:solidFill>
                  <a:srgbClr val="0000FF"/>
                </a:solidFill>
                <a:ea typeface="楷体_GB2312" pitchFamily="1" charset="-122"/>
              </a:rPr>
              <a:t>被除数（或余数）减除数，当余数为负时商上0，余数左移加除数；当余数为正时商上1，余数左移减除数。</a:t>
            </a:r>
            <a:endParaRPr lang="zh-CN" altLang="en-US" sz="2800" dirty="0">
              <a:solidFill>
                <a:srgbClr val="0000FF"/>
              </a:solidFill>
              <a:ea typeface="楷体_GB2312" pitchFamily="1" charset="-122"/>
            </a:endParaRPr>
          </a:p>
          <a:p>
            <a:pPr marL="0" indent="0" eaLnBrk="1" hangingPunct="1">
              <a:lnSpc>
                <a:spcPct val="80000"/>
              </a:lnSpc>
              <a:buNone/>
            </a:pPr>
            <a:endParaRPr lang="zh-CN" altLang="en-US" sz="2800" b="1" dirty="0">
              <a:solidFill>
                <a:srgbClr val="0000FF"/>
              </a:solidFill>
              <a:ea typeface="楷体_GB2312" pitchFamily="1" charset="-122"/>
            </a:endParaRPr>
          </a:p>
          <a:p>
            <a:pPr marL="0" indent="0" eaLnBrk="1" hangingPunct="1">
              <a:lnSpc>
                <a:spcPct val="80000"/>
              </a:lnSpc>
              <a:buNone/>
            </a:pPr>
            <a:r>
              <a:rPr lang="zh-CN" altLang="en-US" sz="2400" b="1" dirty="0">
                <a:solidFill>
                  <a:srgbClr val="0000FF"/>
                </a:solidFill>
              </a:rPr>
              <a:t>采用双符号位。若除数为n位，需要进行n+1次加法和n次移位。</a:t>
            </a:r>
            <a:endParaRPr lang="zh-CN" altLang="en-US" sz="2400" b="1" dirty="0">
              <a:solidFill>
                <a:srgbClr val="0000FF"/>
              </a:solidFill>
            </a:endParaRPr>
          </a:p>
          <a:p>
            <a:pPr marL="0" indent="0" eaLnBrk="1" hangingPunct="1">
              <a:lnSpc>
                <a:spcPct val="80000"/>
              </a:lnSpc>
              <a:buNone/>
            </a:pPr>
            <a:endParaRPr lang="zh-CN" altLang="en-US" b="1" dirty="0">
              <a:solidFill>
                <a:srgbClr val="0000FF"/>
              </a:solidFill>
            </a:endParaRPr>
          </a:p>
          <a:p>
            <a:pPr marL="0" indent="0" eaLnBrk="1" hangingPunct="1">
              <a:buNone/>
            </a:pPr>
            <a:r>
              <a:rPr lang="zh-CN" altLang="en-US" sz="2400" dirty="0">
                <a:solidFill>
                  <a:srgbClr val="0000FF"/>
                </a:solidFill>
                <a:ea typeface="楷体_GB2312" pitchFamily="1" charset="-122"/>
              </a:rPr>
              <a:t>由于运算中余数共左移了n次，相当于乘2</a:t>
            </a:r>
            <a:r>
              <a:rPr lang="zh-CN" altLang="en-US" sz="2400" baseline="30000" dirty="0">
                <a:solidFill>
                  <a:srgbClr val="0000FF"/>
                </a:solidFill>
                <a:ea typeface="楷体_GB2312" pitchFamily="1" charset="-122"/>
              </a:rPr>
              <a:t>n</a:t>
            </a:r>
            <a:r>
              <a:rPr lang="zh-CN" altLang="en-US" sz="2400" dirty="0">
                <a:solidFill>
                  <a:srgbClr val="0000FF"/>
                </a:solidFill>
                <a:ea typeface="楷体_GB2312" pitchFamily="1" charset="-122"/>
              </a:rPr>
              <a:t>，故最后得余数应乘上2</a:t>
            </a:r>
            <a:r>
              <a:rPr lang="zh-CN" altLang="en-US" sz="2400" baseline="30000" dirty="0">
                <a:solidFill>
                  <a:srgbClr val="0000FF"/>
                </a:solidFill>
                <a:ea typeface="楷体_GB2312" pitchFamily="1" charset="-122"/>
              </a:rPr>
              <a:t>-n</a:t>
            </a:r>
            <a:r>
              <a:rPr lang="zh-CN" altLang="en-US" sz="2400" dirty="0">
                <a:solidFill>
                  <a:srgbClr val="0000FF"/>
                </a:solidFill>
                <a:ea typeface="楷体_GB2312" pitchFamily="1" charset="-122"/>
              </a:rPr>
              <a:t>才是真正的正确余数。</a:t>
            </a:r>
            <a:endParaRPr lang="zh-CN" altLang="en-US" sz="2400" dirty="0">
              <a:solidFill>
                <a:srgbClr val="0000FF"/>
              </a:solidFill>
              <a:ea typeface="楷体_GB2312" pitchFamily="1" charset="-122"/>
            </a:endParaRPr>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3250" name="Rectangle 2"/>
          <p:cNvSpPr>
            <a:spLocks noGrp="1"/>
          </p:cNvSpPr>
          <p:nvPr>
            <p:ph type="body"/>
          </p:nvPr>
        </p:nvSpPr>
        <p:spPr>
          <a:xfrm>
            <a:off x="395288" y="188913"/>
            <a:ext cx="8348662" cy="4906962"/>
          </a:xfrm>
          <a:ln/>
        </p:spPr>
        <p:txBody>
          <a:bodyPr vert="horz" wrap="square" lIns="91440" tIns="45720" rIns="91440" bIns="45720" anchor="t" anchorCtr="0"/>
          <a:p>
            <a:pPr marL="0" indent="0" eaLnBrk="1" hangingPunct="1">
              <a:buNone/>
            </a:pPr>
            <a:r>
              <a:rPr lang="zh-CN" altLang="en-US" sz="2800" b="1" dirty="0">
                <a:solidFill>
                  <a:srgbClr val="0000FF"/>
                </a:solidFill>
              </a:rPr>
              <a:t>原码不恢复余数法举例：</a:t>
            </a:r>
            <a:endParaRPr lang="zh-CN" altLang="en-US" sz="2800" b="1" dirty="0">
              <a:solidFill>
                <a:srgbClr val="0000FF"/>
              </a:solidFill>
            </a:endParaRPr>
          </a:p>
          <a:p>
            <a:pPr marL="0" indent="0" eaLnBrk="1" hangingPunct="1">
              <a:buNone/>
            </a:pPr>
            <a:r>
              <a:rPr lang="zh-CN" altLang="en-US" sz="2800" b="1" dirty="0">
                <a:solidFill>
                  <a:srgbClr val="0000FF"/>
                </a:solidFill>
              </a:rPr>
              <a:t> 例:X=0.1001，Y=0.1011，求X/Y？</a:t>
            </a:r>
            <a:endParaRPr lang="zh-CN" altLang="en-US" sz="2800" b="1" baseline="-25000" dirty="0">
              <a:solidFill>
                <a:srgbClr val="0000FF"/>
              </a:solidFill>
            </a:endParaRPr>
          </a:p>
          <a:p>
            <a:pPr marL="0" indent="0" eaLnBrk="1" hangingPunct="1">
              <a:buNone/>
            </a:pPr>
            <a:r>
              <a:rPr lang="zh-CN" altLang="en-US" sz="2800" b="1" dirty="0">
                <a:solidFill>
                  <a:srgbClr val="0000FF"/>
                </a:solidFill>
              </a:rPr>
              <a:t> 解:   |X|=0.1001,    |Y|=0.1011,     -Y=1.0101</a:t>
            </a:r>
            <a:endParaRPr lang="zh-CN" altLang="en-US" sz="2800" b="1" dirty="0">
              <a:solidFill>
                <a:srgbClr val="0000FF"/>
              </a:solidFill>
            </a:endParaRPr>
          </a:p>
          <a:p>
            <a:pPr marL="0" indent="0" eaLnBrk="1" hangingPunct="1">
              <a:buNone/>
            </a:pPr>
            <a:r>
              <a:rPr lang="zh-CN" altLang="en-US" sz="2400" b="1" dirty="0">
                <a:solidFill>
                  <a:srgbClr val="0000FF"/>
                </a:solidFill>
              </a:rPr>
              <a:t>       被除数X/余数r                 商数q                 说明</a:t>
            </a:r>
            <a:endParaRPr lang="zh-CN" altLang="en-US" sz="2400" b="1" dirty="0">
              <a:solidFill>
                <a:srgbClr val="0000FF"/>
              </a:solidFill>
            </a:endParaRPr>
          </a:p>
        </p:txBody>
      </p:sp>
      <p:sp>
        <p:nvSpPr>
          <p:cNvPr id="53251" name="Text Box 3"/>
          <p:cNvSpPr txBox="1"/>
          <p:nvPr/>
        </p:nvSpPr>
        <p:spPr>
          <a:xfrm>
            <a:off x="323850" y="4581525"/>
            <a:ext cx="990600" cy="447675"/>
          </a:xfrm>
          <a:prstGeom prst="rect">
            <a:avLst/>
          </a:prstGeom>
          <a:noFill/>
          <a:ln w="9525">
            <a:noFill/>
          </a:ln>
        </p:spPr>
        <p:txBody>
          <a:bodyPr>
            <a:spAutoFit/>
          </a:bodyPr>
          <a:lstStyle>
            <a:lvl1pPr marL="342900" indent="-342900" algn="l" rtl="0" eaLnBrk="0" fontAlgn="base" hangingPunct="0">
              <a:spcBef>
                <a:spcPct val="20000"/>
              </a:spcBef>
              <a:spcAft>
                <a:spcPct val="0"/>
              </a:spcAft>
              <a:buChar char="•"/>
              <a:defRPr sz="3200">
                <a:solidFill>
                  <a:srgbClr val="666699"/>
                </a:solidFill>
                <a:latin typeface="+mn-lt"/>
                <a:ea typeface="+mn-ea"/>
                <a:cs typeface="+mn-cs"/>
              </a:defRPr>
            </a:lvl1pPr>
            <a:lvl2pPr marL="742950" indent="-285750" algn="l" rtl="0" eaLnBrk="0" fontAlgn="base" hangingPunct="0">
              <a:spcBef>
                <a:spcPct val="20000"/>
              </a:spcBef>
              <a:spcAft>
                <a:spcPct val="0"/>
              </a:spcAft>
              <a:buChar char="–"/>
              <a:defRPr sz="2800">
                <a:solidFill>
                  <a:srgbClr val="666699"/>
                </a:solidFill>
                <a:latin typeface="+mn-lt"/>
                <a:ea typeface="+mn-ea"/>
              </a:defRPr>
            </a:lvl2pPr>
            <a:lvl3pPr marL="1143000" indent="-228600" algn="l" rtl="0" eaLnBrk="0" fontAlgn="base" hangingPunct="0">
              <a:spcBef>
                <a:spcPct val="20000"/>
              </a:spcBef>
              <a:spcAft>
                <a:spcPct val="0"/>
              </a:spcAft>
              <a:buChar char="•"/>
              <a:defRPr sz="2400">
                <a:solidFill>
                  <a:srgbClr val="666699"/>
                </a:solidFill>
                <a:latin typeface="+mn-lt"/>
                <a:ea typeface="+mn-ea"/>
              </a:defRPr>
            </a:lvl3pPr>
            <a:lvl4pPr marL="1600200" indent="-228600" algn="l" rtl="0" eaLnBrk="0" fontAlgn="base" hangingPunct="0">
              <a:spcBef>
                <a:spcPct val="20000"/>
              </a:spcBef>
              <a:spcAft>
                <a:spcPct val="0"/>
              </a:spcAft>
              <a:buChar char="–"/>
              <a:defRPr sz="2000">
                <a:solidFill>
                  <a:srgbClr val="666699"/>
                </a:solidFill>
                <a:latin typeface="+mn-lt"/>
                <a:ea typeface="+mn-ea"/>
              </a:defRPr>
            </a:lvl4pPr>
            <a:lvl5pPr marL="2057400" indent="-228600" algn="l" rtl="0" eaLnBrk="0" fontAlgn="base" hangingPunct="0">
              <a:spcBef>
                <a:spcPct val="20000"/>
              </a:spcBef>
              <a:spcAft>
                <a:spcPct val="0"/>
              </a:spcAft>
              <a:buChar char="»"/>
              <a:defRPr sz="2000">
                <a:solidFill>
                  <a:srgbClr val="666699"/>
                </a:solidFill>
                <a:latin typeface="+mn-lt"/>
                <a:ea typeface="+mn-ea"/>
              </a:defRPr>
            </a:lvl5pPr>
          </a:lstStyle>
          <a:p>
            <a:pPr marL="0" lvl="0" indent="0" eaLnBrk="1" hangingPunct="1">
              <a:spcBef>
                <a:spcPct val="50000"/>
              </a:spcBef>
              <a:buNone/>
            </a:pPr>
            <a:r>
              <a:rPr lang="zh-CN" altLang="en-US" sz="2000" dirty="0">
                <a:solidFill>
                  <a:schemeClr val="tx1"/>
                </a:solidFill>
                <a:latin typeface="Tahoma" panose="020B0604030504040204" pitchFamily="34" charset="0"/>
              </a:rPr>
              <a:t>+[-Y]</a:t>
            </a:r>
            <a:endParaRPr lang="zh-CN" altLang="en-US" sz="2000" baseline="-25000" dirty="0">
              <a:solidFill>
                <a:schemeClr val="tx1"/>
              </a:solidFill>
              <a:latin typeface="Tahoma" panose="020B0604030504040204" pitchFamily="34" charset="0"/>
            </a:endParaRPr>
          </a:p>
        </p:txBody>
      </p:sp>
      <p:grpSp>
        <p:nvGrpSpPr>
          <p:cNvPr id="53252" name="Group 4"/>
          <p:cNvGrpSpPr/>
          <p:nvPr/>
        </p:nvGrpSpPr>
        <p:grpSpPr>
          <a:xfrm>
            <a:off x="323850" y="2060575"/>
            <a:ext cx="8064500" cy="4321175"/>
            <a:chOff x="0" y="0"/>
            <a:chExt cx="5088" cy="2736"/>
          </a:xfrm>
        </p:grpSpPr>
        <p:sp>
          <p:nvSpPr>
            <p:cNvPr id="53254" name="Text Box 5"/>
            <p:cNvSpPr txBox="1"/>
            <p:nvPr/>
          </p:nvSpPr>
          <p:spPr>
            <a:xfrm>
              <a:off x="816" y="0"/>
              <a:ext cx="1152" cy="250"/>
            </a:xfrm>
            <a:prstGeom prst="rect">
              <a:avLst/>
            </a:prstGeom>
            <a:noFill/>
            <a:ln w="9525">
              <a:noFill/>
            </a:ln>
          </p:spPr>
          <p:txBody>
            <a:bodyPr>
              <a:spAutoFit/>
            </a:bodyPr>
            <a:lstStyle>
              <a:lvl1pPr marL="342900" indent="-342900" algn="l" rtl="0" eaLnBrk="0" fontAlgn="base" hangingPunct="0">
                <a:spcBef>
                  <a:spcPct val="20000"/>
                </a:spcBef>
                <a:spcAft>
                  <a:spcPct val="0"/>
                </a:spcAft>
                <a:buChar char="•"/>
                <a:defRPr sz="3200">
                  <a:solidFill>
                    <a:srgbClr val="666699"/>
                  </a:solidFill>
                  <a:latin typeface="+mn-lt"/>
                  <a:ea typeface="+mn-ea"/>
                  <a:cs typeface="+mn-cs"/>
                </a:defRPr>
              </a:lvl1pPr>
              <a:lvl2pPr marL="742950" indent="-285750" algn="l" rtl="0" eaLnBrk="0" fontAlgn="base" hangingPunct="0">
                <a:spcBef>
                  <a:spcPct val="20000"/>
                </a:spcBef>
                <a:spcAft>
                  <a:spcPct val="0"/>
                </a:spcAft>
                <a:buChar char="–"/>
                <a:defRPr sz="2800">
                  <a:solidFill>
                    <a:srgbClr val="666699"/>
                  </a:solidFill>
                  <a:latin typeface="+mn-lt"/>
                  <a:ea typeface="+mn-ea"/>
                </a:defRPr>
              </a:lvl2pPr>
              <a:lvl3pPr marL="1143000" indent="-228600" algn="l" rtl="0" eaLnBrk="0" fontAlgn="base" hangingPunct="0">
                <a:spcBef>
                  <a:spcPct val="20000"/>
                </a:spcBef>
                <a:spcAft>
                  <a:spcPct val="0"/>
                </a:spcAft>
                <a:buChar char="•"/>
                <a:defRPr sz="2400">
                  <a:solidFill>
                    <a:srgbClr val="666699"/>
                  </a:solidFill>
                  <a:latin typeface="+mn-lt"/>
                  <a:ea typeface="+mn-ea"/>
                </a:defRPr>
              </a:lvl3pPr>
              <a:lvl4pPr marL="1600200" indent="-228600" algn="l" rtl="0" eaLnBrk="0" fontAlgn="base" hangingPunct="0">
                <a:spcBef>
                  <a:spcPct val="20000"/>
                </a:spcBef>
                <a:spcAft>
                  <a:spcPct val="0"/>
                </a:spcAft>
                <a:buChar char="–"/>
                <a:defRPr sz="2000">
                  <a:solidFill>
                    <a:srgbClr val="666699"/>
                  </a:solidFill>
                  <a:latin typeface="+mn-lt"/>
                  <a:ea typeface="+mn-ea"/>
                </a:defRPr>
              </a:lvl4pPr>
              <a:lvl5pPr marL="2057400" indent="-228600" algn="l" rtl="0" eaLnBrk="0" fontAlgn="base" hangingPunct="0">
                <a:spcBef>
                  <a:spcPct val="20000"/>
                </a:spcBef>
                <a:spcAft>
                  <a:spcPct val="0"/>
                </a:spcAft>
                <a:buChar char="»"/>
                <a:defRPr sz="2000">
                  <a:solidFill>
                    <a:srgbClr val="666699"/>
                  </a:solidFill>
                  <a:latin typeface="+mn-lt"/>
                  <a:ea typeface="+mn-ea"/>
                </a:defRPr>
              </a:lvl5pPr>
            </a:lstStyle>
            <a:p>
              <a:pPr marL="0" lvl="0" indent="0" eaLnBrk="1" hangingPunct="1">
                <a:spcBef>
                  <a:spcPct val="50000"/>
                </a:spcBef>
                <a:buNone/>
              </a:pPr>
              <a:r>
                <a:rPr lang="zh-CN" altLang="en-US" sz="2000" dirty="0">
                  <a:solidFill>
                    <a:schemeClr val="tx1"/>
                  </a:solidFill>
                  <a:latin typeface="Tahoma" panose="020B0604030504040204" pitchFamily="34" charset="0"/>
                </a:rPr>
                <a:t>0 0 . 1 0 0 1</a:t>
              </a:r>
              <a:endParaRPr lang="zh-CN" altLang="en-US" sz="2000" dirty="0">
                <a:solidFill>
                  <a:schemeClr val="tx1"/>
                </a:solidFill>
                <a:latin typeface="Tahoma" panose="020B0604030504040204" pitchFamily="34" charset="0"/>
              </a:endParaRPr>
            </a:p>
          </p:txBody>
        </p:sp>
        <p:sp>
          <p:nvSpPr>
            <p:cNvPr id="53255" name="Text Box 6"/>
            <p:cNvSpPr txBox="1"/>
            <p:nvPr/>
          </p:nvSpPr>
          <p:spPr>
            <a:xfrm>
              <a:off x="816" y="144"/>
              <a:ext cx="1152" cy="250"/>
            </a:xfrm>
            <a:prstGeom prst="rect">
              <a:avLst/>
            </a:prstGeom>
            <a:noFill/>
            <a:ln w="9525">
              <a:noFill/>
            </a:ln>
          </p:spPr>
          <p:txBody>
            <a:bodyPr>
              <a:spAutoFit/>
            </a:bodyPr>
            <a:lstStyle>
              <a:lvl1pPr marL="342900" indent="-342900" algn="l" rtl="0" eaLnBrk="0" fontAlgn="base" hangingPunct="0">
                <a:spcBef>
                  <a:spcPct val="20000"/>
                </a:spcBef>
                <a:spcAft>
                  <a:spcPct val="0"/>
                </a:spcAft>
                <a:buChar char="•"/>
                <a:defRPr sz="3200">
                  <a:solidFill>
                    <a:srgbClr val="666699"/>
                  </a:solidFill>
                  <a:latin typeface="+mn-lt"/>
                  <a:ea typeface="+mn-ea"/>
                  <a:cs typeface="+mn-cs"/>
                </a:defRPr>
              </a:lvl1pPr>
              <a:lvl2pPr marL="742950" indent="-285750" algn="l" rtl="0" eaLnBrk="0" fontAlgn="base" hangingPunct="0">
                <a:spcBef>
                  <a:spcPct val="20000"/>
                </a:spcBef>
                <a:spcAft>
                  <a:spcPct val="0"/>
                </a:spcAft>
                <a:buChar char="–"/>
                <a:defRPr sz="2800">
                  <a:solidFill>
                    <a:srgbClr val="666699"/>
                  </a:solidFill>
                  <a:latin typeface="+mn-lt"/>
                  <a:ea typeface="+mn-ea"/>
                </a:defRPr>
              </a:lvl2pPr>
              <a:lvl3pPr marL="1143000" indent="-228600" algn="l" rtl="0" eaLnBrk="0" fontAlgn="base" hangingPunct="0">
                <a:spcBef>
                  <a:spcPct val="20000"/>
                </a:spcBef>
                <a:spcAft>
                  <a:spcPct val="0"/>
                </a:spcAft>
                <a:buChar char="•"/>
                <a:defRPr sz="2400">
                  <a:solidFill>
                    <a:srgbClr val="666699"/>
                  </a:solidFill>
                  <a:latin typeface="+mn-lt"/>
                  <a:ea typeface="+mn-ea"/>
                </a:defRPr>
              </a:lvl3pPr>
              <a:lvl4pPr marL="1600200" indent="-228600" algn="l" rtl="0" eaLnBrk="0" fontAlgn="base" hangingPunct="0">
                <a:spcBef>
                  <a:spcPct val="20000"/>
                </a:spcBef>
                <a:spcAft>
                  <a:spcPct val="0"/>
                </a:spcAft>
                <a:buChar char="–"/>
                <a:defRPr sz="2000">
                  <a:solidFill>
                    <a:srgbClr val="666699"/>
                  </a:solidFill>
                  <a:latin typeface="+mn-lt"/>
                  <a:ea typeface="+mn-ea"/>
                </a:defRPr>
              </a:lvl4pPr>
              <a:lvl5pPr marL="2057400" indent="-228600" algn="l" rtl="0" eaLnBrk="0" fontAlgn="base" hangingPunct="0">
                <a:spcBef>
                  <a:spcPct val="20000"/>
                </a:spcBef>
                <a:spcAft>
                  <a:spcPct val="0"/>
                </a:spcAft>
                <a:buChar char="»"/>
                <a:defRPr sz="2000">
                  <a:solidFill>
                    <a:srgbClr val="666699"/>
                  </a:solidFill>
                  <a:latin typeface="+mn-lt"/>
                  <a:ea typeface="+mn-ea"/>
                </a:defRPr>
              </a:lvl5pPr>
            </a:lstStyle>
            <a:p>
              <a:pPr marL="0" lvl="0" indent="0" eaLnBrk="1" hangingPunct="1">
                <a:spcBef>
                  <a:spcPct val="50000"/>
                </a:spcBef>
                <a:buNone/>
              </a:pPr>
              <a:r>
                <a:rPr lang="zh-CN" altLang="en-US" sz="2000" dirty="0">
                  <a:solidFill>
                    <a:schemeClr val="tx1"/>
                  </a:solidFill>
                  <a:latin typeface="Tahoma" panose="020B0604030504040204" pitchFamily="34" charset="0"/>
                </a:rPr>
                <a:t>1 1 . 0 1 0 1</a:t>
              </a:r>
              <a:endParaRPr lang="zh-CN" altLang="en-US" sz="2000" dirty="0">
                <a:solidFill>
                  <a:schemeClr val="tx1"/>
                </a:solidFill>
                <a:latin typeface="Tahoma" panose="020B0604030504040204" pitchFamily="34" charset="0"/>
              </a:endParaRPr>
            </a:p>
          </p:txBody>
        </p:sp>
        <p:sp>
          <p:nvSpPr>
            <p:cNvPr id="53256" name="Text Box 7"/>
            <p:cNvSpPr txBox="1"/>
            <p:nvPr/>
          </p:nvSpPr>
          <p:spPr>
            <a:xfrm>
              <a:off x="816" y="336"/>
              <a:ext cx="1152" cy="250"/>
            </a:xfrm>
            <a:prstGeom prst="rect">
              <a:avLst/>
            </a:prstGeom>
            <a:noFill/>
            <a:ln w="9525">
              <a:noFill/>
            </a:ln>
          </p:spPr>
          <p:txBody>
            <a:bodyPr>
              <a:spAutoFit/>
            </a:bodyPr>
            <a:lstStyle>
              <a:lvl1pPr marL="342900" indent="-342900" algn="l" rtl="0" eaLnBrk="0" fontAlgn="base" hangingPunct="0">
                <a:spcBef>
                  <a:spcPct val="20000"/>
                </a:spcBef>
                <a:spcAft>
                  <a:spcPct val="0"/>
                </a:spcAft>
                <a:buChar char="•"/>
                <a:defRPr sz="3200">
                  <a:solidFill>
                    <a:srgbClr val="666699"/>
                  </a:solidFill>
                  <a:latin typeface="+mn-lt"/>
                  <a:ea typeface="+mn-ea"/>
                  <a:cs typeface="+mn-cs"/>
                </a:defRPr>
              </a:lvl1pPr>
              <a:lvl2pPr marL="742950" indent="-285750" algn="l" rtl="0" eaLnBrk="0" fontAlgn="base" hangingPunct="0">
                <a:spcBef>
                  <a:spcPct val="20000"/>
                </a:spcBef>
                <a:spcAft>
                  <a:spcPct val="0"/>
                </a:spcAft>
                <a:buChar char="–"/>
                <a:defRPr sz="2800">
                  <a:solidFill>
                    <a:srgbClr val="666699"/>
                  </a:solidFill>
                  <a:latin typeface="+mn-lt"/>
                  <a:ea typeface="+mn-ea"/>
                </a:defRPr>
              </a:lvl2pPr>
              <a:lvl3pPr marL="1143000" indent="-228600" algn="l" rtl="0" eaLnBrk="0" fontAlgn="base" hangingPunct="0">
                <a:spcBef>
                  <a:spcPct val="20000"/>
                </a:spcBef>
                <a:spcAft>
                  <a:spcPct val="0"/>
                </a:spcAft>
                <a:buChar char="•"/>
                <a:defRPr sz="2400">
                  <a:solidFill>
                    <a:srgbClr val="666699"/>
                  </a:solidFill>
                  <a:latin typeface="+mn-lt"/>
                  <a:ea typeface="+mn-ea"/>
                </a:defRPr>
              </a:lvl3pPr>
              <a:lvl4pPr marL="1600200" indent="-228600" algn="l" rtl="0" eaLnBrk="0" fontAlgn="base" hangingPunct="0">
                <a:spcBef>
                  <a:spcPct val="20000"/>
                </a:spcBef>
                <a:spcAft>
                  <a:spcPct val="0"/>
                </a:spcAft>
                <a:buChar char="–"/>
                <a:defRPr sz="2000">
                  <a:solidFill>
                    <a:srgbClr val="666699"/>
                  </a:solidFill>
                  <a:latin typeface="+mn-lt"/>
                  <a:ea typeface="+mn-ea"/>
                </a:defRPr>
              </a:lvl4pPr>
              <a:lvl5pPr marL="2057400" indent="-228600" algn="l" rtl="0" eaLnBrk="0" fontAlgn="base" hangingPunct="0">
                <a:spcBef>
                  <a:spcPct val="20000"/>
                </a:spcBef>
                <a:spcAft>
                  <a:spcPct val="0"/>
                </a:spcAft>
                <a:buChar char="»"/>
                <a:defRPr sz="2000">
                  <a:solidFill>
                    <a:srgbClr val="666699"/>
                  </a:solidFill>
                  <a:latin typeface="+mn-lt"/>
                  <a:ea typeface="+mn-ea"/>
                </a:defRPr>
              </a:lvl5pPr>
            </a:lstStyle>
            <a:p>
              <a:pPr marL="0" lvl="0" indent="0" eaLnBrk="1" hangingPunct="1">
                <a:spcBef>
                  <a:spcPct val="50000"/>
                </a:spcBef>
                <a:buNone/>
              </a:pPr>
              <a:r>
                <a:rPr lang="zh-CN" altLang="en-US" sz="2000" dirty="0">
                  <a:solidFill>
                    <a:schemeClr val="tx1"/>
                  </a:solidFill>
                  <a:latin typeface="Tahoma" panose="020B0604030504040204" pitchFamily="34" charset="0"/>
                </a:rPr>
                <a:t>1 1 . 1 1 1 0</a:t>
              </a:r>
              <a:endParaRPr lang="zh-CN" altLang="en-US" sz="2000" dirty="0">
                <a:solidFill>
                  <a:schemeClr val="tx1"/>
                </a:solidFill>
                <a:latin typeface="Tahoma" panose="020B0604030504040204" pitchFamily="34" charset="0"/>
              </a:endParaRPr>
            </a:p>
          </p:txBody>
        </p:sp>
        <p:sp>
          <p:nvSpPr>
            <p:cNvPr id="53257" name="Text Box 8"/>
            <p:cNvSpPr txBox="1"/>
            <p:nvPr/>
          </p:nvSpPr>
          <p:spPr>
            <a:xfrm>
              <a:off x="816" y="480"/>
              <a:ext cx="1152" cy="252"/>
            </a:xfrm>
            <a:prstGeom prst="rect">
              <a:avLst/>
            </a:prstGeom>
            <a:noFill/>
            <a:ln w="9525">
              <a:noFill/>
            </a:ln>
          </p:spPr>
          <p:txBody>
            <a:bodyPr>
              <a:spAutoFit/>
            </a:bodyPr>
            <a:lstStyle>
              <a:lvl1pPr marL="342900" indent="-342900" algn="l" rtl="0" eaLnBrk="0" fontAlgn="base" hangingPunct="0">
                <a:spcBef>
                  <a:spcPct val="20000"/>
                </a:spcBef>
                <a:spcAft>
                  <a:spcPct val="0"/>
                </a:spcAft>
                <a:buChar char="•"/>
                <a:defRPr sz="3200">
                  <a:solidFill>
                    <a:srgbClr val="666699"/>
                  </a:solidFill>
                  <a:latin typeface="+mn-lt"/>
                  <a:ea typeface="+mn-ea"/>
                  <a:cs typeface="+mn-cs"/>
                </a:defRPr>
              </a:lvl1pPr>
              <a:lvl2pPr marL="742950" indent="-285750" algn="l" rtl="0" eaLnBrk="0" fontAlgn="base" hangingPunct="0">
                <a:spcBef>
                  <a:spcPct val="20000"/>
                </a:spcBef>
                <a:spcAft>
                  <a:spcPct val="0"/>
                </a:spcAft>
                <a:buChar char="–"/>
                <a:defRPr sz="2800">
                  <a:solidFill>
                    <a:srgbClr val="666699"/>
                  </a:solidFill>
                  <a:latin typeface="+mn-lt"/>
                  <a:ea typeface="+mn-ea"/>
                </a:defRPr>
              </a:lvl2pPr>
              <a:lvl3pPr marL="1143000" indent="-228600" algn="l" rtl="0" eaLnBrk="0" fontAlgn="base" hangingPunct="0">
                <a:spcBef>
                  <a:spcPct val="20000"/>
                </a:spcBef>
                <a:spcAft>
                  <a:spcPct val="0"/>
                </a:spcAft>
                <a:buChar char="•"/>
                <a:defRPr sz="2400">
                  <a:solidFill>
                    <a:srgbClr val="666699"/>
                  </a:solidFill>
                  <a:latin typeface="+mn-lt"/>
                  <a:ea typeface="+mn-ea"/>
                </a:defRPr>
              </a:lvl3pPr>
              <a:lvl4pPr marL="1600200" indent="-228600" algn="l" rtl="0" eaLnBrk="0" fontAlgn="base" hangingPunct="0">
                <a:spcBef>
                  <a:spcPct val="20000"/>
                </a:spcBef>
                <a:spcAft>
                  <a:spcPct val="0"/>
                </a:spcAft>
                <a:buChar char="–"/>
                <a:defRPr sz="2000">
                  <a:solidFill>
                    <a:srgbClr val="666699"/>
                  </a:solidFill>
                  <a:latin typeface="+mn-lt"/>
                  <a:ea typeface="+mn-ea"/>
                </a:defRPr>
              </a:lvl4pPr>
              <a:lvl5pPr marL="2057400" indent="-228600" algn="l" rtl="0" eaLnBrk="0" fontAlgn="base" hangingPunct="0">
                <a:spcBef>
                  <a:spcPct val="20000"/>
                </a:spcBef>
                <a:spcAft>
                  <a:spcPct val="0"/>
                </a:spcAft>
                <a:buChar char="»"/>
                <a:defRPr sz="2000">
                  <a:solidFill>
                    <a:srgbClr val="666699"/>
                  </a:solidFill>
                  <a:latin typeface="+mn-lt"/>
                  <a:ea typeface="+mn-ea"/>
                </a:defRPr>
              </a:lvl5pPr>
            </a:lstStyle>
            <a:p>
              <a:pPr marL="0" lvl="0" indent="0" eaLnBrk="1" hangingPunct="1">
                <a:spcBef>
                  <a:spcPct val="50000"/>
                </a:spcBef>
                <a:buNone/>
              </a:pPr>
              <a:r>
                <a:rPr lang="zh-CN" altLang="en-US" sz="2000" dirty="0">
                  <a:solidFill>
                    <a:schemeClr val="tx1"/>
                  </a:solidFill>
                  <a:latin typeface="Tahoma" panose="020B0604030504040204" pitchFamily="34" charset="0"/>
                </a:rPr>
                <a:t>1 1 . 1 1 0 0</a:t>
              </a:r>
              <a:endParaRPr lang="zh-CN" altLang="en-US" sz="2000" dirty="0">
                <a:solidFill>
                  <a:schemeClr val="tx1"/>
                </a:solidFill>
                <a:latin typeface="Tahoma" panose="020B0604030504040204" pitchFamily="34" charset="0"/>
              </a:endParaRPr>
            </a:p>
          </p:txBody>
        </p:sp>
        <p:sp>
          <p:nvSpPr>
            <p:cNvPr id="53258" name="Text Box 9"/>
            <p:cNvSpPr txBox="1"/>
            <p:nvPr/>
          </p:nvSpPr>
          <p:spPr>
            <a:xfrm>
              <a:off x="816" y="624"/>
              <a:ext cx="1152" cy="250"/>
            </a:xfrm>
            <a:prstGeom prst="rect">
              <a:avLst/>
            </a:prstGeom>
            <a:noFill/>
            <a:ln w="9525">
              <a:noFill/>
            </a:ln>
          </p:spPr>
          <p:txBody>
            <a:bodyPr>
              <a:spAutoFit/>
            </a:bodyPr>
            <a:lstStyle>
              <a:lvl1pPr marL="342900" indent="-342900" algn="l" rtl="0" eaLnBrk="0" fontAlgn="base" hangingPunct="0">
                <a:spcBef>
                  <a:spcPct val="20000"/>
                </a:spcBef>
                <a:spcAft>
                  <a:spcPct val="0"/>
                </a:spcAft>
                <a:buChar char="•"/>
                <a:defRPr sz="3200">
                  <a:solidFill>
                    <a:srgbClr val="666699"/>
                  </a:solidFill>
                  <a:latin typeface="+mn-lt"/>
                  <a:ea typeface="+mn-ea"/>
                  <a:cs typeface="+mn-cs"/>
                </a:defRPr>
              </a:lvl1pPr>
              <a:lvl2pPr marL="742950" indent="-285750" algn="l" rtl="0" eaLnBrk="0" fontAlgn="base" hangingPunct="0">
                <a:spcBef>
                  <a:spcPct val="20000"/>
                </a:spcBef>
                <a:spcAft>
                  <a:spcPct val="0"/>
                </a:spcAft>
                <a:buChar char="–"/>
                <a:defRPr sz="2800">
                  <a:solidFill>
                    <a:srgbClr val="666699"/>
                  </a:solidFill>
                  <a:latin typeface="+mn-lt"/>
                  <a:ea typeface="+mn-ea"/>
                </a:defRPr>
              </a:lvl2pPr>
              <a:lvl3pPr marL="1143000" indent="-228600" algn="l" rtl="0" eaLnBrk="0" fontAlgn="base" hangingPunct="0">
                <a:spcBef>
                  <a:spcPct val="20000"/>
                </a:spcBef>
                <a:spcAft>
                  <a:spcPct val="0"/>
                </a:spcAft>
                <a:buChar char="•"/>
                <a:defRPr sz="2400">
                  <a:solidFill>
                    <a:srgbClr val="666699"/>
                  </a:solidFill>
                  <a:latin typeface="+mn-lt"/>
                  <a:ea typeface="+mn-ea"/>
                </a:defRPr>
              </a:lvl3pPr>
              <a:lvl4pPr marL="1600200" indent="-228600" algn="l" rtl="0" eaLnBrk="0" fontAlgn="base" hangingPunct="0">
                <a:spcBef>
                  <a:spcPct val="20000"/>
                </a:spcBef>
                <a:spcAft>
                  <a:spcPct val="0"/>
                </a:spcAft>
                <a:buChar char="–"/>
                <a:defRPr sz="2000">
                  <a:solidFill>
                    <a:srgbClr val="666699"/>
                  </a:solidFill>
                  <a:latin typeface="+mn-lt"/>
                  <a:ea typeface="+mn-ea"/>
                </a:defRPr>
              </a:lvl4pPr>
              <a:lvl5pPr marL="2057400" indent="-228600" algn="l" rtl="0" eaLnBrk="0" fontAlgn="base" hangingPunct="0">
                <a:spcBef>
                  <a:spcPct val="20000"/>
                </a:spcBef>
                <a:spcAft>
                  <a:spcPct val="0"/>
                </a:spcAft>
                <a:buChar char="»"/>
                <a:defRPr sz="2000">
                  <a:solidFill>
                    <a:srgbClr val="666699"/>
                  </a:solidFill>
                  <a:latin typeface="+mn-lt"/>
                  <a:ea typeface="+mn-ea"/>
                </a:defRPr>
              </a:lvl5pPr>
            </a:lstStyle>
            <a:p>
              <a:pPr marL="0" lvl="0" indent="0" eaLnBrk="1" hangingPunct="1">
                <a:spcBef>
                  <a:spcPct val="50000"/>
                </a:spcBef>
                <a:buNone/>
              </a:pPr>
              <a:r>
                <a:rPr lang="zh-CN" altLang="en-US" sz="2000" dirty="0">
                  <a:solidFill>
                    <a:schemeClr val="tx1"/>
                  </a:solidFill>
                  <a:latin typeface="Tahoma" panose="020B0604030504040204" pitchFamily="34" charset="0"/>
                </a:rPr>
                <a:t>0 0 . 1 0 1 1</a:t>
              </a:r>
              <a:endParaRPr lang="zh-CN" altLang="en-US" sz="2000" dirty="0">
                <a:solidFill>
                  <a:schemeClr val="tx1"/>
                </a:solidFill>
                <a:latin typeface="Tahoma" panose="020B0604030504040204" pitchFamily="34" charset="0"/>
              </a:endParaRPr>
            </a:p>
          </p:txBody>
        </p:sp>
        <p:sp>
          <p:nvSpPr>
            <p:cNvPr id="53259" name="Text Box 10"/>
            <p:cNvSpPr txBox="1"/>
            <p:nvPr/>
          </p:nvSpPr>
          <p:spPr>
            <a:xfrm>
              <a:off x="816" y="816"/>
              <a:ext cx="1152" cy="250"/>
            </a:xfrm>
            <a:prstGeom prst="rect">
              <a:avLst/>
            </a:prstGeom>
            <a:noFill/>
            <a:ln w="9525">
              <a:noFill/>
            </a:ln>
          </p:spPr>
          <p:txBody>
            <a:bodyPr>
              <a:spAutoFit/>
            </a:bodyPr>
            <a:lstStyle>
              <a:lvl1pPr marL="342900" indent="-342900" algn="l" rtl="0" eaLnBrk="0" fontAlgn="base" hangingPunct="0">
                <a:spcBef>
                  <a:spcPct val="20000"/>
                </a:spcBef>
                <a:spcAft>
                  <a:spcPct val="0"/>
                </a:spcAft>
                <a:buChar char="•"/>
                <a:defRPr sz="3200">
                  <a:solidFill>
                    <a:srgbClr val="666699"/>
                  </a:solidFill>
                  <a:latin typeface="+mn-lt"/>
                  <a:ea typeface="+mn-ea"/>
                  <a:cs typeface="+mn-cs"/>
                </a:defRPr>
              </a:lvl1pPr>
              <a:lvl2pPr marL="742950" indent="-285750" algn="l" rtl="0" eaLnBrk="0" fontAlgn="base" hangingPunct="0">
                <a:spcBef>
                  <a:spcPct val="20000"/>
                </a:spcBef>
                <a:spcAft>
                  <a:spcPct val="0"/>
                </a:spcAft>
                <a:buChar char="–"/>
                <a:defRPr sz="2800">
                  <a:solidFill>
                    <a:srgbClr val="666699"/>
                  </a:solidFill>
                  <a:latin typeface="+mn-lt"/>
                  <a:ea typeface="+mn-ea"/>
                </a:defRPr>
              </a:lvl2pPr>
              <a:lvl3pPr marL="1143000" indent="-228600" algn="l" rtl="0" eaLnBrk="0" fontAlgn="base" hangingPunct="0">
                <a:spcBef>
                  <a:spcPct val="20000"/>
                </a:spcBef>
                <a:spcAft>
                  <a:spcPct val="0"/>
                </a:spcAft>
                <a:buChar char="•"/>
                <a:defRPr sz="2400">
                  <a:solidFill>
                    <a:srgbClr val="666699"/>
                  </a:solidFill>
                  <a:latin typeface="+mn-lt"/>
                  <a:ea typeface="+mn-ea"/>
                </a:defRPr>
              </a:lvl3pPr>
              <a:lvl4pPr marL="1600200" indent="-228600" algn="l" rtl="0" eaLnBrk="0" fontAlgn="base" hangingPunct="0">
                <a:spcBef>
                  <a:spcPct val="20000"/>
                </a:spcBef>
                <a:spcAft>
                  <a:spcPct val="0"/>
                </a:spcAft>
                <a:buChar char="–"/>
                <a:defRPr sz="2000">
                  <a:solidFill>
                    <a:srgbClr val="666699"/>
                  </a:solidFill>
                  <a:latin typeface="+mn-lt"/>
                  <a:ea typeface="+mn-ea"/>
                </a:defRPr>
              </a:lvl4pPr>
              <a:lvl5pPr marL="2057400" indent="-228600" algn="l" rtl="0" eaLnBrk="0" fontAlgn="base" hangingPunct="0">
                <a:spcBef>
                  <a:spcPct val="20000"/>
                </a:spcBef>
                <a:spcAft>
                  <a:spcPct val="0"/>
                </a:spcAft>
                <a:buChar char="»"/>
                <a:defRPr sz="2000">
                  <a:solidFill>
                    <a:srgbClr val="666699"/>
                  </a:solidFill>
                  <a:latin typeface="+mn-lt"/>
                  <a:ea typeface="+mn-ea"/>
                </a:defRPr>
              </a:lvl5pPr>
            </a:lstStyle>
            <a:p>
              <a:pPr marL="0" lvl="0" indent="0" eaLnBrk="1" hangingPunct="1">
                <a:spcBef>
                  <a:spcPct val="50000"/>
                </a:spcBef>
                <a:buNone/>
              </a:pPr>
              <a:r>
                <a:rPr lang="zh-CN" altLang="en-US" sz="2000" dirty="0">
                  <a:solidFill>
                    <a:schemeClr val="tx1"/>
                  </a:solidFill>
                  <a:latin typeface="Tahoma" panose="020B0604030504040204" pitchFamily="34" charset="0"/>
                </a:rPr>
                <a:t>0 0 . 0 1 1 1</a:t>
              </a:r>
              <a:endParaRPr lang="zh-CN" altLang="en-US" sz="2000" dirty="0">
                <a:solidFill>
                  <a:schemeClr val="tx1"/>
                </a:solidFill>
                <a:latin typeface="Tahoma" panose="020B0604030504040204" pitchFamily="34" charset="0"/>
              </a:endParaRPr>
            </a:p>
          </p:txBody>
        </p:sp>
        <p:sp>
          <p:nvSpPr>
            <p:cNvPr id="53260" name="Text Box 11"/>
            <p:cNvSpPr txBox="1"/>
            <p:nvPr/>
          </p:nvSpPr>
          <p:spPr>
            <a:xfrm>
              <a:off x="816" y="960"/>
              <a:ext cx="1152" cy="250"/>
            </a:xfrm>
            <a:prstGeom prst="rect">
              <a:avLst/>
            </a:prstGeom>
            <a:noFill/>
            <a:ln w="9525">
              <a:noFill/>
            </a:ln>
          </p:spPr>
          <p:txBody>
            <a:bodyPr>
              <a:spAutoFit/>
            </a:bodyPr>
            <a:lstStyle>
              <a:lvl1pPr marL="342900" indent="-342900" algn="l" rtl="0" eaLnBrk="0" fontAlgn="base" hangingPunct="0">
                <a:spcBef>
                  <a:spcPct val="20000"/>
                </a:spcBef>
                <a:spcAft>
                  <a:spcPct val="0"/>
                </a:spcAft>
                <a:buChar char="•"/>
                <a:defRPr sz="3200">
                  <a:solidFill>
                    <a:srgbClr val="666699"/>
                  </a:solidFill>
                  <a:latin typeface="+mn-lt"/>
                  <a:ea typeface="+mn-ea"/>
                  <a:cs typeface="+mn-cs"/>
                </a:defRPr>
              </a:lvl1pPr>
              <a:lvl2pPr marL="742950" indent="-285750" algn="l" rtl="0" eaLnBrk="0" fontAlgn="base" hangingPunct="0">
                <a:spcBef>
                  <a:spcPct val="20000"/>
                </a:spcBef>
                <a:spcAft>
                  <a:spcPct val="0"/>
                </a:spcAft>
                <a:buChar char="–"/>
                <a:defRPr sz="2800">
                  <a:solidFill>
                    <a:srgbClr val="666699"/>
                  </a:solidFill>
                  <a:latin typeface="+mn-lt"/>
                  <a:ea typeface="+mn-ea"/>
                </a:defRPr>
              </a:lvl2pPr>
              <a:lvl3pPr marL="1143000" indent="-228600" algn="l" rtl="0" eaLnBrk="0" fontAlgn="base" hangingPunct="0">
                <a:spcBef>
                  <a:spcPct val="20000"/>
                </a:spcBef>
                <a:spcAft>
                  <a:spcPct val="0"/>
                </a:spcAft>
                <a:buChar char="•"/>
                <a:defRPr sz="2400">
                  <a:solidFill>
                    <a:srgbClr val="666699"/>
                  </a:solidFill>
                  <a:latin typeface="+mn-lt"/>
                  <a:ea typeface="+mn-ea"/>
                </a:defRPr>
              </a:lvl3pPr>
              <a:lvl4pPr marL="1600200" indent="-228600" algn="l" rtl="0" eaLnBrk="0" fontAlgn="base" hangingPunct="0">
                <a:spcBef>
                  <a:spcPct val="20000"/>
                </a:spcBef>
                <a:spcAft>
                  <a:spcPct val="0"/>
                </a:spcAft>
                <a:buChar char="–"/>
                <a:defRPr sz="2000">
                  <a:solidFill>
                    <a:srgbClr val="666699"/>
                  </a:solidFill>
                  <a:latin typeface="+mn-lt"/>
                  <a:ea typeface="+mn-ea"/>
                </a:defRPr>
              </a:lvl4pPr>
              <a:lvl5pPr marL="2057400" indent="-228600" algn="l" rtl="0" eaLnBrk="0" fontAlgn="base" hangingPunct="0">
                <a:spcBef>
                  <a:spcPct val="20000"/>
                </a:spcBef>
                <a:spcAft>
                  <a:spcPct val="0"/>
                </a:spcAft>
                <a:buChar char="»"/>
                <a:defRPr sz="2000">
                  <a:solidFill>
                    <a:srgbClr val="666699"/>
                  </a:solidFill>
                  <a:latin typeface="+mn-lt"/>
                  <a:ea typeface="+mn-ea"/>
                </a:defRPr>
              </a:lvl5pPr>
            </a:lstStyle>
            <a:p>
              <a:pPr marL="0" lvl="0" indent="0" eaLnBrk="1" hangingPunct="1">
                <a:spcBef>
                  <a:spcPct val="50000"/>
                </a:spcBef>
                <a:buNone/>
              </a:pPr>
              <a:r>
                <a:rPr lang="zh-CN" altLang="en-US" sz="2000" dirty="0">
                  <a:solidFill>
                    <a:schemeClr val="tx1"/>
                  </a:solidFill>
                  <a:latin typeface="Tahoma" panose="020B0604030504040204" pitchFamily="34" charset="0"/>
                </a:rPr>
                <a:t>0 0 . 1 1 1 0</a:t>
              </a:r>
              <a:endParaRPr lang="zh-CN" altLang="en-US" sz="2000" dirty="0">
                <a:solidFill>
                  <a:schemeClr val="tx1"/>
                </a:solidFill>
                <a:latin typeface="Tahoma" panose="020B0604030504040204" pitchFamily="34" charset="0"/>
              </a:endParaRPr>
            </a:p>
          </p:txBody>
        </p:sp>
        <p:sp>
          <p:nvSpPr>
            <p:cNvPr id="53261" name="Text Box 12"/>
            <p:cNvSpPr txBox="1"/>
            <p:nvPr/>
          </p:nvSpPr>
          <p:spPr>
            <a:xfrm>
              <a:off x="816" y="1104"/>
              <a:ext cx="1152" cy="250"/>
            </a:xfrm>
            <a:prstGeom prst="rect">
              <a:avLst/>
            </a:prstGeom>
            <a:noFill/>
            <a:ln w="9525">
              <a:noFill/>
            </a:ln>
          </p:spPr>
          <p:txBody>
            <a:bodyPr>
              <a:spAutoFit/>
            </a:bodyPr>
            <a:lstStyle>
              <a:lvl1pPr marL="342900" indent="-342900" algn="l" rtl="0" eaLnBrk="0" fontAlgn="base" hangingPunct="0">
                <a:spcBef>
                  <a:spcPct val="20000"/>
                </a:spcBef>
                <a:spcAft>
                  <a:spcPct val="0"/>
                </a:spcAft>
                <a:buChar char="•"/>
                <a:defRPr sz="3200">
                  <a:solidFill>
                    <a:srgbClr val="666699"/>
                  </a:solidFill>
                  <a:latin typeface="+mn-lt"/>
                  <a:ea typeface="+mn-ea"/>
                  <a:cs typeface="+mn-cs"/>
                </a:defRPr>
              </a:lvl1pPr>
              <a:lvl2pPr marL="742950" indent="-285750" algn="l" rtl="0" eaLnBrk="0" fontAlgn="base" hangingPunct="0">
                <a:spcBef>
                  <a:spcPct val="20000"/>
                </a:spcBef>
                <a:spcAft>
                  <a:spcPct val="0"/>
                </a:spcAft>
                <a:buChar char="–"/>
                <a:defRPr sz="2800">
                  <a:solidFill>
                    <a:srgbClr val="666699"/>
                  </a:solidFill>
                  <a:latin typeface="+mn-lt"/>
                  <a:ea typeface="+mn-ea"/>
                </a:defRPr>
              </a:lvl2pPr>
              <a:lvl3pPr marL="1143000" indent="-228600" algn="l" rtl="0" eaLnBrk="0" fontAlgn="base" hangingPunct="0">
                <a:spcBef>
                  <a:spcPct val="20000"/>
                </a:spcBef>
                <a:spcAft>
                  <a:spcPct val="0"/>
                </a:spcAft>
                <a:buChar char="•"/>
                <a:defRPr sz="2400">
                  <a:solidFill>
                    <a:srgbClr val="666699"/>
                  </a:solidFill>
                  <a:latin typeface="+mn-lt"/>
                  <a:ea typeface="+mn-ea"/>
                </a:defRPr>
              </a:lvl3pPr>
              <a:lvl4pPr marL="1600200" indent="-228600" algn="l" rtl="0" eaLnBrk="0" fontAlgn="base" hangingPunct="0">
                <a:spcBef>
                  <a:spcPct val="20000"/>
                </a:spcBef>
                <a:spcAft>
                  <a:spcPct val="0"/>
                </a:spcAft>
                <a:buChar char="–"/>
                <a:defRPr sz="2000">
                  <a:solidFill>
                    <a:srgbClr val="666699"/>
                  </a:solidFill>
                  <a:latin typeface="+mn-lt"/>
                  <a:ea typeface="+mn-ea"/>
                </a:defRPr>
              </a:lvl4pPr>
              <a:lvl5pPr marL="2057400" indent="-228600" algn="l" rtl="0" eaLnBrk="0" fontAlgn="base" hangingPunct="0">
                <a:spcBef>
                  <a:spcPct val="20000"/>
                </a:spcBef>
                <a:spcAft>
                  <a:spcPct val="0"/>
                </a:spcAft>
                <a:buChar char="»"/>
                <a:defRPr sz="2000">
                  <a:solidFill>
                    <a:srgbClr val="666699"/>
                  </a:solidFill>
                  <a:latin typeface="+mn-lt"/>
                  <a:ea typeface="+mn-ea"/>
                </a:defRPr>
              </a:lvl5pPr>
            </a:lstStyle>
            <a:p>
              <a:pPr marL="0" lvl="0" indent="0" eaLnBrk="1" hangingPunct="1">
                <a:spcBef>
                  <a:spcPct val="50000"/>
                </a:spcBef>
                <a:buNone/>
              </a:pPr>
              <a:r>
                <a:rPr lang="zh-CN" altLang="en-US" sz="2000" dirty="0">
                  <a:solidFill>
                    <a:schemeClr val="tx1"/>
                  </a:solidFill>
                  <a:latin typeface="Tahoma" panose="020B0604030504040204" pitchFamily="34" charset="0"/>
                </a:rPr>
                <a:t>1 1 . 0 1 0 1</a:t>
              </a:r>
              <a:endParaRPr lang="zh-CN" altLang="en-US" sz="2000" dirty="0">
                <a:solidFill>
                  <a:schemeClr val="tx1"/>
                </a:solidFill>
                <a:latin typeface="Tahoma" panose="020B0604030504040204" pitchFamily="34" charset="0"/>
              </a:endParaRPr>
            </a:p>
          </p:txBody>
        </p:sp>
        <p:sp>
          <p:nvSpPr>
            <p:cNvPr id="53262" name="Text Box 13"/>
            <p:cNvSpPr txBox="1"/>
            <p:nvPr/>
          </p:nvSpPr>
          <p:spPr>
            <a:xfrm>
              <a:off x="816" y="1296"/>
              <a:ext cx="1152" cy="250"/>
            </a:xfrm>
            <a:prstGeom prst="rect">
              <a:avLst/>
            </a:prstGeom>
            <a:noFill/>
            <a:ln w="9525">
              <a:noFill/>
            </a:ln>
          </p:spPr>
          <p:txBody>
            <a:bodyPr>
              <a:spAutoFit/>
            </a:bodyPr>
            <a:lstStyle>
              <a:lvl1pPr marL="342900" indent="-342900" algn="l" rtl="0" eaLnBrk="0" fontAlgn="base" hangingPunct="0">
                <a:spcBef>
                  <a:spcPct val="20000"/>
                </a:spcBef>
                <a:spcAft>
                  <a:spcPct val="0"/>
                </a:spcAft>
                <a:buChar char="•"/>
                <a:defRPr sz="3200">
                  <a:solidFill>
                    <a:srgbClr val="666699"/>
                  </a:solidFill>
                  <a:latin typeface="+mn-lt"/>
                  <a:ea typeface="+mn-ea"/>
                  <a:cs typeface="+mn-cs"/>
                </a:defRPr>
              </a:lvl1pPr>
              <a:lvl2pPr marL="742950" indent="-285750" algn="l" rtl="0" eaLnBrk="0" fontAlgn="base" hangingPunct="0">
                <a:spcBef>
                  <a:spcPct val="20000"/>
                </a:spcBef>
                <a:spcAft>
                  <a:spcPct val="0"/>
                </a:spcAft>
                <a:buChar char="–"/>
                <a:defRPr sz="2800">
                  <a:solidFill>
                    <a:srgbClr val="666699"/>
                  </a:solidFill>
                  <a:latin typeface="+mn-lt"/>
                  <a:ea typeface="+mn-ea"/>
                </a:defRPr>
              </a:lvl2pPr>
              <a:lvl3pPr marL="1143000" indent="-228600" algn="l" rtl="0" eaLnBrk="0" fontAlgn="base" hangingPunct="0">
                <a:spcBef>
                  <a:spcPct val="20000"/>
                </a:spcBef>
                <a:spcAft>
                  <a:spcPct val="0"/>
                </a:spcAft>
                <a:buChar char="•"/>
                <a:defRPr sz="2400">
                  <a:solidFill>
                    <a:srgbClr val="666699"/>
                  </a:solidFill>
                  <a:latin typeface="+mn-lt"/>
                  <a:ea typeface="+mn-ea"/>
                </a:defRPr>
              </a:lvl3pPr>
              <a:lvl4pPr marL="1600200" indent="-228600" algn="l" rtl="0" eaLnBrk="0" fontAlgn="base" hangingPunct="0">
                <a:spcBef>
                  <a:spcPct val="20000"/>
                </a:spcBef>
                <a:spcAft>
                  <a:spcPct val="0"/>
                </a:spcAft>
                <a:buChar char="–"/>
                <a:defRPr sz="2000">
                  <a:solidFill>
                    <a:srgbClr val="666699"/>
                  </a:solidFill>
                  <a:latin typeface="+mn-lt"/>
                  <a:ea typeface="+mn-ea"/>
                </a:defRPr>
              </a:lvl4pPr>
              <a:lvl5pPr marL="2057400" indent="-228600" algn="l" rtl="0" eaLnBrk="0" fontAlgn="base" hangingPunct="0">
                <a:spcBef>
                  <a:spcPct val="20000"/>
                </a:spcBef>
                <a:spcAft>
                  <a:spcPct val="0"/>
                </a:spcAft>
                <a:buChar char="»"/>
                <a:defRPr sz="2000">
                  <a:solidFill>
                    <a:srgbClr val="666699"/>
                  </a:solidFill>
                  <a:latin typeface="+mn-lt"/>
                  <a:ea typeface="+mn-ea"/>
                </a:defRPr>
              </a:lvl5pPr>
            </a:lstStyle>
            <a:p>
              <a:pPr marL="0" lvl="0" indent="0" eaLnBrk="1" hangingPunct="1">
                <a:spcBef>
                  <a:spcPct val="50000"/>
                </a:spcBef>
                <a:buNone/>
              </a:pPr>
              <a:r>
                <a:rPr lang="zh-CN" altLang="en-US" sz="2000" dirty="0">
                  <a:solidFill>
                    <a:schemeClr val="tx1"/>
                  </a:solidFill>
                  <a:latin typeface="Tahoma" panose="020B0604030504040204" pitchFamily="34" charset="0"/>
                </a:rPr>
                <a:t>0 0 . 0 0 1 1</a:t>
              </a:r>
              <a:endParaRPr lang="zh-CN" altLang="en-US" sz="2000" dirty="0">
                <a:solidFill>
                  <a:schemeClr val="tx1"/>
                </a:solidFill>
                <a:latin typeface="Tahoma" panose="020B0604030504040204" pitchFamily="34" charset="0"/>
              </a:endParaRPr>
            </a:p>
          </p:txBody>
        </p:sp>
        <p:sp>
          <p:nvSpPr>
            <p:cNvPr id="53263" name="Text Box 14"/>
            <p:cNvSpPr txBox="1"/>
            <p:nvPr/>
          </p:nvSpPr>
          <p:spPr>
            <a:xfrm>
              <a:off x="816" y="1440"/>
              <a:ext cx="1152" cy="252"/>
            </a:xfrm>
            <a:prstGeom prst="rect">
              <a:avLst/>
            </a:prstGeom>
            <a:noFill/>
            <a:ln w="9525">
              <a:noFill/>
            </a:ln>
          </p:spPr>
          <p:txBody>
            <a:bodyPr>
              <a:spAutoFit/>
            </a:bodyPr>
            <a:lstStyle>
              <a:lvl1pPr marL="342900" indent="-342900" algn="l" rtl="0" eaLnBrk="0" fontAlgn="base" hangingPunct="0">
                <a:spcBef>
                  <a:spcPct val="20000"/>
                </a:spcBef>
                <a:spcAft>
                  <a:spcPct val="0"/>
                </a:spcAft>
                <a:buChar char="•"/>
                <a:defRPr sz="3200">
                  <a:solidFill>
                    <a:srgbClr val="666699"/>
                  </a:solidFill>
                  <a:latin typeface="+mn-lt"/>
                  <a:ea typeface="+mn-ea"/>
                  <a:cs typeface="+mn-cs"/>
                </a:defRPr>
              </a:lvl1pPr>
              <a:lvl2pPr marL="742950" indent="-285750" algn="l" rtl="0" eaLnBrk="0" fontAlgn="base" hangingPunct="0">
                <a:spcBef>
                  <a:spcPct val="20000"/>
                </a:spcBef>
                <a:spcAft>
                  <a:spcPct val="0"/>
                </a:spcAft>
                <a:buChar char="–"/>
                <a:defRPr sz="2800">
                  <a:solidFill>
                    <a:srgbClr val="666699"/>
                  </a:solidFill>
                  <a:latin typeface="+mn-lt"/>
                  <a:ea typeface="+mn-ea"/>
                </a:defRPr>
              </a:lvl2pPr>
              <a:lvl3pPr marL="1143000" indent="-228600" algn="l" rtl="0" eaLnBrk="0" fontAlgn="base" hangingPunct="0">
                <a:spcBef>
                  <a:spcPct val="20000"/>
                </a:spcBef>
                <a:spcAft>
                  <a:spcPct val="0"/>
                </a:spcAft>
                <a:buChar char="•"/>
                <a:defRPr sz="2400">
                  <a:solidFill>
                    <a:srgbClr val="666699"/>
                  </a:solidFill>
                  <a:latin typeface="+mn-lt"/>
                  <a:ea typeface="+mn-ea"/>
                </a:defRPr>
              </a:lvl3pPr>
              <a:lvl4pPr marL="1600200" indent="-228600" algn="l" rtl="0" eaLnBrk="0" fontAlgn="base" hangingPunct="0">
                <a:spcBef>
                  <a:spcPct val="20000"/>
                </a:spcBef>
                <a:spcAft>
                  <a:spcPct val="0"/>
                </a:spcAft>
                <a:buChar char="–"/>
                <a:defRPr sz="2000">
                  <a:solidFill>
                    <a:srgbClr val="666699"/>
                  </a:solidFill>
                  <a:latin typeface="+mn-lt"/>
                  <a:ea typeface="+mn-ea"/>
                </a:defRPr>
              </a:lvl4pPr>
              <a:lvl5pPr marL="2057400" indent="-228600" algn="l" rtl="0" eaLnBrk="0" fontAlgn="base" hangingPunct="0">
                <a:spcBef>
                  <a:spcPct val="20000"/>
                </a:spcBef>
                <a:spcAft>
                  <a:spcPct val="0"/>
                </a:spcAft>
                <a:buChar char="»"/>
                <a:defRPr sz="2000">
                  <a:solidFill>
                    <a:srgbClr val="666699"/>
                  </a:solidFill>
                  <a:latin typeface="+mn-lt"/>
                  <a:ea typeface="+mn-ea"/>
                </a:defRPr>
              </a:lvl5pPr>
            </a:lstStyle>
            <a:p>
              <a:pPr marL="0" lvl="0" indent="0" eaLnBrk="1" hangingPunct="1">
                <a:spcBef>
                  <a:spcPct val="50000"/>
                </a:spcBef>
                <a:buNone/>
              </a:pPr>
              <a:r>
                <a:rPr lang="zh-CN" altLang="en-US" sz="2000" dirty="0">
                  <a:solidFill>
                    <a:schemeClr val="tx1"/>
                  </a:solidFill>
                  <a:latin typeface="Tahoma" panose="020B0604030504040204" pitchFamily="34" charset="0"/>
                </a:rPr>
                <a:t>0 0 . 0 1 1 0</a:t>
              </a:r>
              <a:endParaRPr lang="zh-CN" altLang="en-US" sz="2000" dirty="0">
                <a:solidFill>
                  <a:schemeClr val="tx1"/>
                </a:solidFill>
                <a:latin typeface="Tahoma" panose="020B0604030504040204" pitchFamily="34" charset="0"/>
              </a:endParaRPr>
            </a:p>
          </p:txBody>
        </p:sp>
        <p:sp>
          <p:nvSpPr>
            <p:cNvPr id="53264" name="Text Box 15"/>
            <p:cNvSpPr txBox="1"/>
            <p:nvPr/>
          </p:nvSpPr>
          <p:spPr>
            <a:xfrm>
              <a:off x="816" y="1584"/>
              <a:ext cx="1152" cy="250"/>
            </a:xfrm>
            <a:prstGeom prst="rect">
              <a:avLst/>
            </a:prstGeom>
            <a:noFill/>
            <a:ln w="9525">
              <a:noFill/>
            </a:ln>
          </p:spPr>
          <p:txBody>
            <a:bodyPr>
              <a:spAutoFit/>
            </a:bodyPr>
            <a:lstStyle>
              <a:lvl1pPr marL="342900" indent="-342900" algn="l" rtl="0" eaLnBrk="0" fontAlgn="base" hangingPunct="0">
                <a:spcBef>
                  <a:spcPct val="20000"/>
                </a:spcBef>
                <a:spcAft>
                  <a:spcPct val="0"/>
                </a:spcAft>
                <a:buChar char="•"/>
                <a:defRPr sz="3200">
                  <a:solidFill>
                    <a:srgbClr val="666699"/>
                  </a:solidFill>
                  <a:latin typeface="+mn-lt"/>
                  <a:ea typeface="+mn-ea"/>
                  <a:cs typeface="+mn-cs"/>
                </a:defRPr>
              </a:lvl1pPr>
              <a:lvl2pPr marL="742950" indent="-285750" algn="l" rtl="0" eaLnBrk="0" fontAlgn="base" hangingPunct="0">
                <a:spcBef>
                  <a:spcPct val="20000"/>
                </a:spcBef>
                <a:spcAft>
                  <a:spcPct val="0"/>
                </a:spcAft>
                <a:buChar char="–"/>
                <a:defRPr sz="2800">
                  <a:solidFill>
                    <a:srgbClr val="666699"/>
                  </a:solidFill>
                  <a:latin typeface="+mn-lt"/>
                  <a:ea typeface="+mn-ea"/>
                </a:defRPr>
              </a:lvl2pPr>
              <a:lvl3pPr marL="1143000" indent="-228600" algn="l" rtl="0" eaLnBrk="0" fontAlgn="base" hangingPunct="0">
                <a:spcBef>
                  <a:spcPct val="20000"/>
                </a:spcBef>
                <a:spcAft>
                  <a:spcPct val="0"/>
                </a:spcAft>
                <a:buChar char="•"/>
                <a:defRPr sz="2400">
                  <a:solidFill>
                    <a:srgbClr val="666699"/>
                  </a:solidFill>
                  <a:latin typeface="+mn-lt"/>
                  <a:ea typeface="+mn-ea"/>
                </a:defRPr>
              </a:lvl3pPr>
              <a:lvl4pPr marL="1600200" indent="-228600" algn="l" rtl="0" eaLnBrk="0" fontAlgn="base" hangingPunct="0">
                <a:spcBef>
                  <a:spcPct val="20000"/>
                </a:spcBef>
                <a:spcAft>
                  <a:spcPct val="0"/>
                </a:spcAft>
                <a:buChar char="–"/>
                <a:defRPr sz="2000">
                  <a:solidFill>
                    <a:srgbClr val="666699"/>
                  </a:solidFill>
                  <a:latin typeface="+mn-lt"/>
                  <a:ea typeface="+mn-ea"/>
                </a:defRPr>
              </a:lvl4pPr>
              <a:lvl5pPr marL="2057400" indent="-228600" algn="l" rtl="0" eaLnBrk="0" fontAlgn="base" hangingPunct="0">
                <a:spcBef>
                  <a:spcPct val="20000"/>
                </a:spcBef>
                <a:spcAft>
                  <a:spcPct val="0"/>
                </a:spcAft>
                <a:buChar char="»"/>
                <a:defRPr sz="2000">
                  <a:solidFill>
                    <a:srgbClr val="666699"/>
                  </a:solidFill>
                  <a:latin typeface="+mn-lt"/>
                  <a:ea typeface="+mn-ea"/>
                </a:defRPr>
              </a:lvl5pPr>
            </a:lstStyle>
            <a:p>
              <a:pPr marL="0" lvl="0" indent="0" eaLnBrk="1" hangingPunct="1">
                <a:spcBef>
                  <a:spcPct val="50000"/>
                </a:spcBef>
                <a:buNone/>
              </a:pPr>
              <a:r>
                <a:rPr lang="zh-CN" altLang="en-US" sz="2000" dirty="0">
                  <a:solidFill>
                    <a:schemeClr val="tx1"/>
                  </a:solidFill>
                  <a:latin typeface="Tahoma" panose="020B0604030504040204" pitchFamily="34" charset="0"/>
                </a:rPr>
                <a:t>1 1 . 0 1 0 1</a:t>
              </a:r>
              <a:endParaRPr lang="zh-CN" altLang="en-US" sz="2000" dirty="0">
                <a:solidFill>
                  <a:schemeClr val="tx1"/>
                </a:solidFill>
                <a:latin typeface="Tahoma" panose="020B0604030504040204" pitchFamily="34" charset="0"/>
              </a:endParaRPr>
            </a:p>
          </p:txBody>
        </p:sp>
        <p:sp>
          <p:nvSpPr>
            <p:cNvPr id="53265" name="Text Box 16"/>
            <p:cNvSpPr txBox="1"/>
            <p:nvPr/>
          </p:nvSpPr>
          <p:spPr>
            <a:xfrm>
              <a:off x="816" y="1776"/>
              <a:ext cx="1152" cy="250"/>
            </a:xfrm>
            <a:prstGeom prst="rect">
              <a:avLst/>
            </a:prstGeom>
            <a:noFill/>
            <a:ln w="9525">
              <a:noFill/>
            </a:ln>
          </p:spPr>
          <p:txBody>
            <a:bodyPr>
              <a:spAutoFit/>
            </a:bodyPr>
            <a:lstStyle>
              <a:lvl1pPr marL="342900" indent="-342900" algn="l" rtl="0" eaLnBrk="0" fontAlgn="base" hangingPunct="0">
                <a:spcBef>
                  <a:spcPct val="20000"/>
                </a:spcBef>
                <a:spcAft>
                  <a:spcPct val="0"/>
                </a:spcAft>
                <a:buChar char="•"/>
                <a:defRPr sz="3200">
                  <a:solidFill>
                    <a:srgbClr val="666699"/>
                  </a:solidFill>
                  <a:latin typeface="+mn-lt"/>
                  <a:ea typeface="+mn-ea"/>
                  <a:cs typeface="+mn-cs"/>
                </a:defRPr>
              </a:lvl1pPr>
              <a:lvl2pPr marL="742950" indent="-285750" algn="l" rtl="0" eaLnBrk="0" fontAlgn="base" hangingPunct="0">
                <a:spcBef>
                  <a:spcPct val="20000"/>
                </a:spcBef>
                <a:spcAft>
                  <a:spcPct val="0"/>
                </a:spcAft>
                <a:buChar char="–"/>
                <a:defRPr sz="2800">
                  <a:solidFill>
                    <a:srgbClr val="666699"/>
                  </a:solidFill>
                  <a:latin typeface="+mn-lt"/>
                  <a:ea typeface="+mn-ea"/>
                </a:defRPr>
              </a:lvl2pPr>
              <a:lvl3pPr marL="1143000" indent="-228600" algn="l" rtl="0" eaLnBrk="0" fontAlgn="base" hangingPunct="0">
                <a:spcBef>
                  <a:spcPct val="20000"/>
                </a:spcBef>
                <a:spcAft>
                  <a:spcPct val="0"/>
                </a:spcAft>
                <a:buChar char="•"/>
                <a:defRPr sz="2400">
                  <a:solidFill>
                    <a:srgbClr val="666699"/>
                  </a:solidFill>
                  <a:latin typeface="+mn-lt"/>
                  <a:ea typeface="+mn-ea"/>
                </a:defRPr>
              </a:lvl3pPr>
              <a:lvl4pPr marL="1600200" indent="-228600" algn="l" rtl="0" eaLnBrk="0" fontAlgn="base" hangingPunct="0">
                <a:spcBef>
                  <a:spcPct val="20000"/>
                </a:spcBef>
                <a:spcAft>
                  <a:spcPct val="0"/>
                </a:spcAft>
                <a:buChar char="–"/>
                <a:defRPr sz="2000">
                  <a:solidFill>
                    <a:srgbClr val="666699"/>
                  </a:solidFill>
                  <a:latin typeface="+mn-lt"/>
                  <a:ea typeface="+mn-ea"/>
                </a:defRPr>
              </a:lvl4pPr>
              <a:lvl5pPr marL="2057400" indent="-228600" algn="l" rtl="0" eaLnBrk="0" fontAlgn="base" hangingPunct="0">
                <a:spcBef>
                  <a:spcPct val="20000"/>
                </a:spcBef>
                <a:spcAft>
                  <a:spcPct val="0"/>
                </a:spcAft>
                <a:buChar char="»"/>
                <a:defRPr sz="2000">
                  <a:solidFill>
                    <a:srgbClr val="666699"/>
                  </a:solidFill>
                  <a:latin typeface="+mn-lt"/>
                  <a:ea typeface="+mn-ea"/>
                </a:defRPr>
              </a:lvl5pPr>
            </a:lstStyle>
            <a:p>
              <a:pPr marL="0" lvl="0" indent="0" eaLnBrk="1" hangingPunct="1">
                <a:spcBef>
                  <a:spcPct val="50000"/>
                </a:spcBef>
                <a:buNone/>
              </a:pPr>
              <a:r>
                <a:rPr lang="zh-CN" altLang="en-US" sz="2000" dirty="0">
                  <a:solidFill>
                    <a:schemeClr val="tx1"/>
                  </a:solidFill>
                  <a:latin typeface="Tahoma" panose="020B0604030504040204" pitchFamily="34" charset="0"/>
                </a:rPr>
                <a:t>1 1 . 1 0 1 1</a:t>
              </a:r>
              <a:endParaRPr lang="zh-CN" altLang="en-US" sz="2000" dirty="0">
                <a:solidFill>
                  <a:schemeClr val="tx1"/>
                </a:solidFill>
                <a:latin typeface="Tahoma" panose="020B0604030504040204" pitchFamily="34" charset="0"/>
              </a:endParaRPr>
            </a:p>
          </p:txBody>
        </p:sp>
        <p:sp>
          <p:nvSpPr>
            <p:cNvPr id="53266" name="Text Box 17"/>
            <p:cNvSpPr txBox="1"/>
            <p:nvPr/>
          </p:nvSpPr>
          <p:spPr>
            <a:xfrm>
              <a:off x="816" y="1920"/>
              <a:ext cx="1152" cy="250"/>
            </a:xfrm>
            <a:prstGeom prst="rect">
              <a:avLst/>
            </a:prstGeom>
            <a:noFill/>
            <a:ln w="9525">
              <a:noFill/>
            </a:ln>
          </p:spPr>
          <p:txBody>
            <a:bodyPr>
              <a:spAutoFit/>
            </a:bodyPr>
            <a:lstStyle>
              <a:lvl1pPr marL="342900" indent="-342900" algn="l" rtl="0" eaLnBrk="0" fontAlgn="base" hangingPunct="0">
                <a:spcBef>
                  <a:spcPct val="20000"/>
                </a:spcBef>
                <a:spcAft>
                  <a:spcPct val="0"/>
                </a:spcAft>
                <a:buChar char="•"/>
                <a:defRPr sz="3200">
                  <a:solidFill>
                    <a:srgbClr val="666699"/>
                  </a:solidFill>
                  <a:latin typeface="+mn-lt"/>
                  <a:ea typeface="+mn-ea"/>
                  <a:cs typeface="+mn-cs"/>
                </a:defRPr>
              </a:lvl1pPr>
              <a:lvl2pPr marL="742950" indent="-285750" algn="l" rtl="0" eaLnBrk="0" fontAlgn="base" hangingPunct="0">
                <a:spcBef>
                  <a:spcPct val="20000"/>
                </a:spcBef>
                <a:spcAft>
                  <a:spcPct val="0"/>
                </a:spcAft>
                <a:buChar char="–"/>
                <a:defRPr sz="2800">
                  <a:solidFill>
                    <a:srgbClr val="666699"/>
                  </a:solidFill>
                  <a:latin typeface="+mn-lt"/>
                  <a:ea typeface="+mn-ea"/>
                </a:defRPr>
              </a:lvl2pPr>
              <a:lvl3pPr marL="1143000" indent="-228600" algn="l" rtl="0" eaLnBrk="0" fontAlgn="base" hangingPunct="0">
                <a:spcBef>
                  <a:spcPct val="20000"/>
                </a:spcBef>
                <a:spcAft>
                  <a:spcPct val="0"/>
                </a:spcAft>
                <a:buChar char="•"/>
                <a:defRPr sz="2400">
                  <a:solidFill>
                    <a:srgbClr val="666699"/>
                  </a:solidFill>
                  <a:latin typeface="+mn-lt"/>
                  <a:ea typeface="+mn-ea"/>
                </a:defRPr>
              </a:lvl3pPr>
              <a:lvl4pPr marL="1600200" indent="-228600" algn="l" rtl="0" eaLnBrk="0" fontAlgn="base" hangingPunct="0">
                <a:spcBef>
                  <a:spcPct val="20000"/>
                </a:spcBef>
                <a:spcAft>
                  <a:spcPct val="0"/>
                </a:spcAft>
                <a:buChar char="–"/>
                <a:defRPr sz="2000">
                  <a:solidFill>
                    <a:srgbClr val="666699"/>
                  </a:solidFill>
                  <a:latin typeface="+mn-lt"/>
                  <a:ea typeface="+mn-ea"/>
                </a:defRPr>
              </a:lvl4pPr>
              <a:lvl5pPr marL="2057400" indent="-228600" algn="l" rtl="0" eaLnBrk="0" fontAlgn="base" hangingPunct="0">
                <a:spcBef>
                  <a:spcPct val="20000"/>
                </a:spcBef>
                <a:spcAft>
                  <a:spcPct val="0"/>
                </a:spcAft>
                <a:buChar char="»"/>
                <a:defRPr sz="2000">
                  <a:solidFill>
                    <a:srgbClr val="666699"/>
                  </a:solidFill>
                  <a:latin typeface="+mn-lt"/>
                  <a:ea typeface="+mn-ea"/>
                </a:defRPr>
              </a:lvl5pPr>
            </a:lstStyle>
            <a:p>
              <a:pPr marL="0" lvl="0" indent="0" eaLnBrk="1" hangingPunct="1">
                <a:spcBef>
                  <a:spcPct val="50000"/>
                </a:spcBef>
                <a:buNone/>
              </a:pPr>
              <a:r>
                <a:rPr lang="zh-CN" altLang="en-US" sz="2000" dirty="0">
                  <a:solidFill>
                    <a:schemeClr val="tx1"/>
                  </a:solidFill>
                  <a:latin typeface="Tahoma" panose="020B0604030504040204" pitchFamily="34" charset="0"/>
                </a:rPr>
                <a:t>1 1 . 0 1 1 0</a:t>
              </a:r>
              <a:endParaRPr lang="zh-CN" altLang="en-US" sz="2000" dirty="0">
                <a:solidFill>
                  <a:schemeClr val="tx1"/>
                </a:solidFill>
                <a:latin typeface="Tahoma" panose="020B0604030504040204" pitchFamily="34" charset="0"/>
              </a:endParaRPr>
            </a:p>
          </p:txBody>
        </p:sp>
        <p:sp>
          <p:nvSpPr>
            <p:cNvPr id="53267" name="Text Box 18"/>
            <p:cNvSpPr txBox="1"/>
            <p:nvPr/>
          </p:nvSpPr>
          <p:spPr>
            <a:xfrm>
              <a:off x="816" y="2064"/>
              <a:ext cx="1152" cy="250"/>
            </a:xfrm>
            <a:prstGeom prst="rect">
              <a:avLst/>
            </a:prstGeom>
            <a:noFill/>
            <a:ln w="9525">
              <a:noFill/>
            </a:ln>
          </p:spPr>
          <p:txBody>
            <a:bodyPr>
              <a:spAutoFit/>
            </a:bodyPr>
            <a:lstStyle>
              <a:lvl1pPr marL="342900" indent="-342900" algn="l" rtl="0" eaLnBrk="0" fontAlgn="base" hangingPunct="0">
                <a:spcBef>
                  <a:spcPct val="20000"/>
                </a:spcBef>
                <a:spcAft>
                  <a:spcPct val="0"/>
                </a:spcAft>
                <a:buChar char="•"/>
                <a:defRPr sz="3200">
                  <a:solidFill>
                    <a:srgbClr val="666699"/>
                  </a:solidFill>
                  <a:latin typeface="+mn-lt"/>
                  <a:ea typeface="+mn-ea"/>
                  <a:cs typeface="+mn-cs"/>
                </a:defRPr>
              </a:lvl1pPr>
              <a:lvl2pPr marL="742950" indent="-285750" algn="l" rtl="0" eaLnBrk="0" fontAlgn="base" hangingPunct="0">
                <a:spcBef>
                  <a:spcPct val="20000"/>
                </a:spcBef>
                <a:spcAft>
                  <a:spcPct val="0"/>
                </a:spcAft>
                <a:buChar char="–"/>
                <a:defRPr sz="2800">
                  <a:solidFill>
                    <a:srgbClr val="666699"/>
                  </a:solidFill>
                  <a:latin typeface="+mn-lt"/>
                  <a:ea typeface="+mn-ea"/>
                </a:defRPr>
              </a:lvl2pPr>
              <a:lvl3pPr marL="1143000" indent="-228600" algn="l" rtl="0" eaLnBrk="0" fontAlgn="base" hangingPunct="0">
                <a:spcBef>
                  <a:spcPct val="20000"/>
                </a:spcBef>
                <a:spcAft>
                  <a:spcPct val="0"/>
                </a:spcAft>
                <a:buChar char="•"/>
                <a:defRPr sz="2400">
                  <a:solidFill>
                    <a:srgbClr val="666699"/>
                  </a:solidFill>
                  <a:latin typeface="+mn-lt"/>
                  <a:ea typeface="+mn-ea"/>
                </a:defRPr>
              </a:lvl3pPr>
              <a:lvl4pPr marL="1600200" indent="-228600" algn="l" rtl="0" eaLnBrk="0" fontAlgn="base" hangingPunct="0">
                <a:spcBef>
                  <a:spcPct val="20000"/>
                </a:spcBef>
                <a:spcAft>
                  <a:spcPct val="0"/>
                </a:spcAft>
                <a:buChar char="–"/>
                <a:defRPr sz="2000">
                  <a:solidFill>
                    <a:srgbClr val="666699"/>
                  </a:solidFill>
                  <a:latin typeface="+mn-lt"/>
                  <a:ea typeface="+mn-ea"/>
                </a:defRPr>
              </a:lvl4pPr>
              <a:lvl5pPr marL="2057400" indent="-228600" algn="l" rtl="0" eaLnBrk="0" fontAlgn="base" hangingPunct="0">
                <a:spcBef>
                  <a:spcPct val="20000"/>
                </a:spcBef>
                <a:spcAft>
                  <a:spcPct val="0"/>
                </a:spcAft>
                <a:buChar char="»"/>
                <a:defRPr sz="2000">
                  <a:solidFill>
                    <a:srgbClr val="666699"/>
                  </a:solidFill>
                  <a:latin typeface="+mn-lt"/>
                  <a:ea typeface="+mn-ea"/>
                </a:defRPr>
              </a:lvl5pPr>
            </a:lstStyle>
            <a:p>
              <a:pPr marL="0" lvl="0" indent="0" eaLnBrk="1" hangingPunct="1">
                <a:spcBef>
                  <a:spcPct val="50000"/>
                </a:spcBef>
                <a:buNone/>
              </a:pPr>
              <a:r>
                <a:rPr lang="zh-CN" altLang="en-US" sz="2000" dirty="0">
                  <a:solidFill>
                    <a:schemeClr val="tx1"/>
                  </a:solidFill>
                  <a:latin typeface="Tahoma" panose="020B0604030504040204" pitchFamily="34" charset="0"/>
                </a:rPr>
                <a:t>0 0 . 1 0 1 1</a:t>
              </a:r>
              <a:endParaRPr lang="zh-CN" altLang="en-US" sz="2000" dirty="0">
                <a:solidFill>
                  <a:schemeClr val="tx1"/>
                </a:solidFill>
                <a:latin typeface="Tahoma" panose="020B0604030504040204" pitchFamily="34" charset="0"/>
              </a:endParaRPr>
            </a:p>
          </p:txBody>
        </p:sp>
        <p:sp>
          <p:nvSpPr>
            <p:cNvPr id="53268" name="Text Box 19"/>
            <p:cNvSpPr txBox="1"/>
            <p:nvPr/>
          </p:nvSpPr>
          <p:spPr>
            <a:xfrm>
              <a:off x="816" y="2304"/>
              <a:ext cx="1152" cy="250"/>
            </a:xfrm>
            <a:prstGeom prst="rect">
              <a:avLst/>
            </a:prstGeom>
            <a:noFill/>
            <a:ln w="9525">
              <a:noFill/>
            </a:ln>
          </p:spPr>
          <p:txBody>
            <a:bodyPr>
              <a:spAutoFit/>
            </a:bodyPr>
            <a:lstStyle>
              <a:lvl1pPr marL="342900" indent="-342900" algn="l" rtl="0" eaLnBrk="0" fontAlgn="base" hangingPunct="0">
                <a:spcBef>
                  <a:spcPct val="20000"/>
                </a:spcBef>
                <a:spcAft>
                  <a:spcPct val="0"/>
                </a:spcAft>
                <a:buChar char="•"/>
                <a:defRPr sz="3200">
                  <a:solidFill>
                    <a:srgbClr val="666699"/>
                  </a:solidFill>
                  <a:latin typeface="+mn-lt"/>
                  <a:ea typeface="+mn-ea"/>
                  <a:cs typeface="+mn-cs"/>
                </a:defRPr>
              </a:lvl1pPr>
              <a:lvl2pPr marL="742950" indent="-285750" algn="l" rtl="0" eaLnBrk="0" fontAlgn="base" hangingPunct="0">
                <a:spcBef>
                  <a:spcPct val="20000"/>
                </a:spcBef>
                <a:spcAft>
                  <a:spcPct val="0"/>
                </a:spcAft>
                <a:buChar char="–"/>
                <a:defRPr sz="2800">
                  <a:solidFill>
                    <a:srgbClr val="666699"/>
                  </a:solidFill>
                  <a:latin typeface="+mn-lt"/>
                  <a:ea typeface="+mn-ea"/>
                </a:defRPr>
              </a:lvl2pPr>
              <a:lvl3pPr marL="1143000" indent="-228600" algn="l" rtl="0" eaLnBrk="0" fontAlgn="base" hangingPunct="0">
                <a:spcBef>
                  <a:spcPct val="20000"/>
                </a:spcBef>
                <a:spcAft>
                  <a:spcPct val="0"/>
                </a:spcAft>
                <a:buChar char="•"/>
                <a:defRPr sz="2400">
                  <a:solidFill>
                    <a:srgbClr val="666699"/>
                  </a:solidFill>
                  <a:latin typeface="+mn-lt"/>
                  <a:ea typeface="+mn-ea"/>
                </a:defRPr>
              </a:lvl3pPr>
              <a:lvl4pPr marL="1600200" indent="-228600" algn="l" rtl="0" eaLnBrk="0" fontAlgn="base" hangingPunct="0">
                <a:spcBef>
                  <a:spcPct val="20000"/>
                </a:spcBef>
                <a:spcAft>
                  <a:spcPct val="0"/>
                </a:spcAft>
                <a:buChar char="–"/>
                <a:defRPr sz="2000">
                  <a:solidFill>
                    <a:srgbClr val="666699"/>
                  </a:solidFill>
                  <a:latin typeface="+mn-lt"/>
                  <a:ea typeface="+mn-ea"/>
                </a:defRPr>
              </a:lvl4pPr>
              <a:lvl5pPr marL="2057400" indent="-228600" algn="l" rtl="0" eaLnBrk="0" fontAlgn="base" hangingPunct="0">
                <a:spcBef>
                  <a:spcPct val="20000"/>
                </a:spcBef>
                <a:spcAft>
                  <a:spcPct val="0"/>
                </a:spcAft>
                <a:buChar char="»"/>
                <a:defRPr sz="2000">
                  <a:solidFill>
                    <a:srgbClr val="666699"/>
                  </a:solidFill>
                  <a:latin typeface="+mn-lt"/>
                  <a:ea typeface="+mn-ea"/>
                </a:defRPr>
              </a:lvl5pPr>
            </a:lstStyle>
            <a:p>
              <a:pPr marL="0" lvl="0" indent="0" eaLnBrk="1" hangingPunct="1">
                <a:spcBef>
                  <a:spcPct val="50000"/>
                </a:spcBef>
                <a:buNone/>
              </a:pPr>
              <a:r>
                <a:rPr lang="zh-CN" altLang="en-US" sz="2000" dirty="0">
                  <a:solidFill>
                    <a:schemeClr val="tx1"/>
                  </a:solidFill>
                  <a:latin typeface="Tahoma" panose="020B0604030504040204" pitchFamily="34" charset="0"/>
                </a:rPr>
                <a:t>0 0 . 0 0 0 1</a:t>
              </a:r>
              <a:endParaRPr lang="zh-CN" altLang="en-US" sz="2000" dirty="0">
                <a:solidFill>
                  <a:schemeClr val="tx1"/>
                </a:solidFill>
                <a:latin typeface="Tahoma" panose="020B0604030504040204" pitchFamily="34" charset="0"/>
              </a:endParaRPr>
            </a:p>
          </p:txBody>
        </p:sp>
        <p:sp>
          <p:nvSpPr>
            <p:cNvPr id="53269" name="Line 20"/>
            <p:cNvSpPr/>
            <p:nvPr/>
          </p:nvSpPr>
          <p:spPr>
            <a:xfrm>
              <a:off x="96" y="384"/>
              <a:ext cx="3360" cy="0"/>
            </a:xfrm>
            <a:prstGeom prst="line">
              <a:avLst/>
            </a:prstGeom>
            <a:ln w="9525" cap="flat" cmpd="sng">
              <a:solidFill>
                <a:schemeClr val="tx1"/>
              </a:solidFill>
              <a:prstDash val="solid"/>
              <a:headEnd type="none" w="med" len="med"/>
              <a:tailEnd type="none" w="med" len="med"/>
            </a:ln>
          </p:spPr>
        </p:sp>
        <p:sp>
          <p:nvSpPr>
            <p:cNvPr id="53270" name="Line 21"/>
            <p:cNvSpPr/>
            <p:nvPr/>
          </p:nvSpPr>
          <p:spPr>
            <a:xfrm>
              <a:off x="144" y="864"/>
              <a:ext cx="3312" cy="0"/>
            </a:xfrm>
            <a:prstGeom prst="line">
              <a:avLst/>
            </a:prstGeom>
            <a:ln w="9525" cap="flat" cmpd="sng">
              <a:solidFill>
                <a:schemeClr val="tx1"/>
              </a:solidFill>
              <a:prstDash val="solid"/>
              <a:headEnd type="none" w="med" len="med"/>
              <a:tailEnd type="none" w="med" len="med"/>
            </a:ln>
          </p:spPr>
        </p:sp>
        <p:sp>
          <p:nvSpPr>
            <p:cNvPr id="53271" name="Line 22"/>
            <p:cNvSpPr/>
            <p:nvPr/>
          </p:nvSpPr>
          <p:spPr>
            <a:xfrm>
              <a:off x="96" y="1344"/>
              <a:ext cx="3360" cy="0"/>
            </a:xfrm>
            <a:prstGeom prst="line">
              <a:avLst/>
            </a:prstGeom>
            <a:ln w="9525" cap="flat" cmpd="sng">
              <a:solidFill>
                <a:schemeClr val="tx1"/>
              </a:solidFill>
              <a:prstDash val="solid"/>
              <a:headEnd type="none" w="med" len="med"/>
              <a:tailEnd type="none" w="med" len="med"/>
            </a:ln>
          </p:spPr>
        </p:sp>
        <p:sp>
          <p:nvSpPr>
            <p:cNvPr id="53272" name="Line 23"/>
            <p:cNvSpPr/>
            <p:nvPr/>
          </p:nvSpPr>
          <p:spPr>
            <a:xfrm>
              <a:off x="96" y="1824"/>
              <a:ext cx="3312" cy="0"/>
            </a:xfrm>
            <a:prstGeom prst="line">
              <a:avLst/>
            </a:prstGeom>
            <a:ln w="9525" cap="flat" cmpd="sng">
              <a:solidFill>
                <a:schemeClr val="tx1"/>
              </a:solidFill>
              <a:prstDash val="solid"/>
              <a:headEnd type="none" w="med" len="med"/>
              <a:tailEnd type="none" w="med" len="med"/>
            </a:ln>
          </p:spPr>
        </p:sp>
        <p:sp>
          <p:nvSpPr>
            <p:cNvPr id="53273" name="Line 24"/>
            <p:cNvSpPr/>
            <p:nvPr/>
          </p:nvSpPr>
          <p:spPr>
            <a:xfrm>
              <a:off x="96" y="2304"/>
              <a:ext cx="3264" cy="0"/>
            </a:xfrm>
            <a:prstGeom prst="line">
              <a:avLst/>
            </a:prstGeom>
            <a:ln w="9525" cap="flat" cmpd="sng">
              <a:solidFill>
                <a:schemeClr val="tx1"/>
              </a:solidFill>
              <a:prstDash val="solid"/>
              <a:headEnd type="none" w="med" len="med"/>
              <a:tailEnd type="none" w="med" len="med"/>
            </a:ln>
          </p:spPr>
        </p:sp>
        <p:sp>
          <p:nvSpPr>
            <p:cNvPr id="53274" name="Text Box 25"/>
            <p:cNvSpPr txBox="1"/>
            <p:nvPr/>
          </p:nvSpPr>
          <p:spPr>
            <a:xfrm>
              <a:off x="0" y="144"/>
              <a:ext cx="624" cy="250"/>
            </a:xfrm>
            <a:prstGeom prst="rect">
              <a:avLst/>
            </a:prstGeom>
            <a:noFill/>
            <a:ln w="9525">
              <a:noFill/>
            </a:ln>
          </p:spPr>
          <p:txBody>
            <a:bodyPr>
              <a:spAutoFit/>
            </a:bodyPr>
            <a:lstStyle>
              <a:lvl1pPr marL="342900" indent="-342900" algn="l" rtl="0" eaLnBrk="0" fontAlgn="base" hangingPunct="0">
                <a:spcBef>
                  <a:spcPct val="20000"/>
                </a:spcBef>
                <a:spcAft>
                  <a:spcPct val="0"/>
                </a:spcAft>
                <a:buChar char="•"/>
                <a:defRPr sz="3200">
                  <a:solidFill>
                    <a:srgbClr val="666699"/>
                  </a:solidFill>
                  <a:latin typeface="+mn-lt"/>
                  <a:ea typeface="+mn-ea"/>
                  <a:cs typeface="+mn-cs"/>
                </a:defRPr>
              </a:lvl1pPr>
              <a:lvl2pPr marL="742950" indent="-285750" algn="l" rtl="0" eaLnBrk="0" fontAlgn="base" hangingPunct="0">
                <a:spcBef>
                  <a:spcPct val="20000"/>
                </a:spcBef>
                <a:spcAft>
                  <a:spcPct val="0"/>
                </a:spcAft>
                <a:buChar char="–"/>
                <a:defRPr sz="2800">
                  <a:solidFill>
                    <a:srgbClr val="666699"/>
                  </a:solidFill>
                  <a:latin typeface="+mn-lt"/>
                  <a:ea typeface="+mn-ea"/>
                </a:defRPr>
              </a:lvl2pPr>
              <a:lvl3pPr marL="1143000" indent="-228600" algn="l" rtl="0" eaLnBrk="0" fontAlgn="base" hangingPunct="0">
                <a:spcBef>
                  <a:spcPct val="20000"/>
                </a:spcBef>
                <a:spcAft>
                  <a:spcPct val="0"/>
                </a:spcAft>
                <a:buChar char="•"/>
                <a:defRPr sz="2400">
                  <a:solidFill>
                    <a:srgbClr val="666699"/>
                  </a:solidFill>
                  <a:latin typeface="+mn-lt"/>
                  <a:ea typeface="+mn-ea"/>
                </a:defRPr>
              </a:lvl3pPr>
              <a:lvl4pPr marL="1600200" indent="-228600" algn="l" rtl="0" eaLnBrk="0" fontAlgn="base" hangingPunct="0">
                <a:spcBef>
                  <a:spcPct val="20000"/>
                </a:spcBef>
                <a:spcAft>
                  <a:spcPct val="0"/>
                </a:spcAft>
                <a:buChar char="–"/>
                <a:defRPr sz="2000">
                  <a:solidFill>
                    <a:srgbClr val="666699"/>
                  </a:solidFill>
                  <a:latin typeface="+mn-lt"/>
                  <a:ea typeface="+mn-ea"/>
                </a:defRPr>
              </a:lvl4pPr>
              <a:lvl5pPr marL="2057400" indent="-228600" algn="l" rtl="0" eaLnBrk="0" fontAlgn="base" hangingPunct="0">
                <a:spcBef>
                  <a:spcPct val="20000"/>
                </a:spcBef>
                <a:spcAft>
                  <a:spcPct val="0"/>
                </a:spcAft>
                <a:buChar char="»"/>
                <a:defRPr sz="2000">
                  <a:solidFill>
                    <a:srgbClr val="666699"/>
                  </a:solidFill>
                  <a:latin typeface="+mn-lt"/>
                  <a:ea typeface="+mn-ea"/>
                </a:defRPr>
              </a:lvl5pPr>
            </a:lstStyle>
            <a:p>
              <a:pPr marL="0" lvl="0" indent="0" eaLnBrk="1" hangingPunct="1">
                <a:spcBef>
                  <a:spcPct val="50000"/>
                </a:spcBef>
                <a:buNone/>
              </a:pPr>
              <a:r>
                <a:rPr lang="zh-CN" altLang="en-US" sz="2000" dirty="0">
                  <a:solidFill>
                    <a:schemeClr val="tx1"/>
                  </a:solidFill>
                  <a:latin typeface="Tahoma" panose="020B0604030504040204" pitchFamily="34" charset="0"/>
                </a:rPr>
                <a:t>+[-Y]</a:t>
              </a:r>
              <a:endParaRPr lang="zh-CN" altLang="en-US" sz="2000" baseline="-25000" dirty="0">
                <a:solidFill>
                  <a:schemeClr val="tx1"/>
                </a:solidFill>
                <a:latin typeface="Tahoma" panose="020B0604030504040204" pitchFamily="34" charset="0"/>
              </a:endParaRPr>
            </a:p>
          </p:txBody>
        </p:sp>
        <p:sp>
          <p:nvSpPr>
            <p:cNvPr id="53275" name="Text Box 26"/>
            <p:cNvSpPr txBox="1"/>
            <p:nvPr/>
          </p:nvSpPr>
          <p:spPr>
            <a:xfrm>
              <a:off x="0" y="624"/>
              <a:ext cx="624" cy="250"/>
            </a:xfrm>
            <a:prstGeom prst="rect">
              <a:avLst/>
            </a:prstGeom>
            <a:noFill/>
            <a:ln w="9525">
              <a:noFill/>
            </a:ln>
          </p:spPr>
          <p:txBody>
            <a:bodyPr>
              <a:spAutoFit/>
            </a:bodyPr>
            <a:lstStyle>
              <a:lvl1pPr marL="342900" indent="-342900" algn="l" rtl="0" eaLnBrk="0" fontAlgn="base" hangingPunct="0">
                <a:spcBef>
                  <a:spcPct val="20000"/>
                </a:spcBef>
                <a:spcAft>
                  <a:spcPct val="0"/>
                </a:spcAft>
                <a:buChar char="•"/>
                <a:defRPr sz="3200">
                  <a:solidFill>
                    <a:srgbClr val="666699"/>
                  </a:solidFill>
                  <a:latin typeface="+mn-lt"/>
                  <a:ea typeface="+mn-ea"/>
                  <a:cs typeface="+mn-cs"/>
                </a:defRPr>
              </a:lvl1pPr>
              <a:lvl2pPr marL="742950" indent="-285750" algn="l" rtl="0" eaLnBrk="0" fontAlgn="base" hangingPunct="0">
                <a:spcBef>
                  <a:spcPct val="20000"/>
                </a:spcBef>
                <a:spcAft>
                  <a:spcPct val="0"/>
                </a:spcAft>
                <a:buChar char="–"/>
                <a:defRPr sz="2800">
                  <a:solidFill>
                    <a:srgbClr val="666699"/>
                  </a:solidFill>
                  <a:latin typeface="+mn-lt"/>
                  <a:ea typeface="+mn-ea"/>
                </a:defRPr>
              </a:lvl2pPr>
              <a:lvl3pPr marL="1143000" indent="-228600" algn="l" rtl="0" eaLnBrk="0" fontAlgn="base" hangingPunct="0">
                <a:spcBef>
                  <a:spcPct val="20000"/>
                </a:spcBef>
                <a:spcAft>
                  <a:spcPct val="0"/>
                </a:spcAft>
                <a:buChar char="•"/>
                <a:defRPr sz="2400">
                  <a:solidFill>
                    <a:srgbClr val="666699"/>
                  </a:solidFill>
                  <a:latin typeface="+mn-lt"/>
                  <a:ea typeface="+mn-ea"/>
                </a:defRPr>
              </a:lvl3pPr>
              <a:lvl4pPr marL="1600200" indent="-228600" algn="l" rtl="0" eaLnBrk="0" fontAlgn="base" hangingPunct="0">
                <a:spcBef>
                  <a:spcPct val="20000"/>
                </a:spcBef>
                <a:spcAft>
                  <a:spcPct val="0"/>
                </a:spcAft>
                <a:buChar char="–"/>
                <a:defRPr sz="2000">
                  <a:solidFill>
                    <a:srgbClr val="666699"/>
                  </a:solidFill>
                  <a:latin typeface="+mn-lt"/>
                  <a:ea typeface="+mn-ea"/>
                </a:defRPr>
              </a:lvl4pPr>
              <a:lvl5pPr marL="2057400" indent="-228600" algn="l" rtl="0" eaLnBrk="0" fontAlgn="base" hangingPunct="0">
                <a:spcBef>
                  <a:spcPct val="20000"/>
                </a:spcBef>
                <a:spcAft>
                  <a:spcPct val="0"/>
                </a:spcAft>
                <a:buChar char="»"/>
                <a:defRPr sz="2000">
                  <a:solidFill>
                    <a:srgbClr val="666699"/>
                  </a:solidFill>
                  <a:latin typeface="+mn-lt"/>
                  <a:ea typeface="+mn-ea"/>
                </a:defRPr>
              </a:lvl5pPr>
            </a:lstStyle>
            <a:p>
              <a:pPr marL="0" lvl="0" indent="0" eaLnBrk="1" hangingPunct="1">
                <a:spcBef>
                  <a:spcPct val="50000"/>
                </a:spcBef>
                <a:buNone/>
              </a:pPr>
              <a:r>
                <a:rPr lang="zh-CN" altLang="en-US" sz="2000" dirty="0">
                  <a:solidFill>
                    <a:schemeClr val="tx1"/>
                  </a:solidFill>
                  <a:latin typeface="Tahoma" panose="020B0604030504040204" pitchFamily="34" charset="0"/>
                </a:rPr>
                <a:t>+</a:t>
              </a:r>
              <a:r>
                <a:rPr lang="zh-CN" altLang="en-US" sz="2000" b="1" dirty="0">
                  <a:solidFill>
                    <a:srgbClr val="0000FF"/>
                  </a:solidFill>
                </a:rPr>
                <a:t> </a:t>
              </a:r>
              <a:r>
                <a:rPr lang="zh-CN" altLang="en-US" sz="2000" b="1" dirty="0">
                  <a:solidFill>
                    <a:schemeClr val="tx1"/>
                  </a:solidFill>
                </a:rPr>
                <a:t>|Y|</a:t>
              </a:r>
              <a:endParaRPr lang="zh-CN" altLang="en-US" sz="2000" b="1" dirty="0">
                <a:solidFill>
                  <a:schemeClr val="tx1"/>
                </a:solidFill>
              </a:endParaRPr>
            </a:p>
          </p:txBody>
        </p:sp>
        <p:sp>
          <p:nvSpPr>
            <p:cNvPr id="53276" name="Text Box 27"/>
            <p:cNvSpPr txBox="1"/>
            <p:nvPr/>
          </p:nvSpPr>
          <p:spPr>
            <a:xfrm>
              <a:off x="0" y="1056"/>
              <a:ext cx="624" cy="252"/>
            </a:xfrm>
            <a:prstGeom prst="rect">
              <a:avLst/>
            </a:prstGeom>
            <a:noFill/>
            <a:ln w="9525">
              <a:noFill/>
            </a:ln>
          </p:spPr>
          <p:txBody>
            <a:bodyPr>
              <a:spAutoFit/>
            </a:bodyPr>
            <a:lstStyle>
              <a:lvl1pPr marL="342900" indent="-342900" algn="l" rtl="0" eaLnBrk="0" fontAlgn="base" hangingPunct="0">
                <a:spcBef>
                  <a:spcPct val="20000"/>
                </a:spcBef>
                <a:spcAft>
                  <a:spcPct val="0"/>
                </a:spcAft>
                <a:buChar char="•"/>
                <a:defRPr sz="3200">
                  <a:solidFill>
                    <a:srgbClr val="666699"/>
                  </a:solidFill>
                  <a:latin typeface="+mn-lt"/>
                  <a:ea typeface="+mn-ea"/>
                  <a:cs typeface="+mn-cs"/>
                </a:defRPr>
              </a:lvl1pPr>
              <a:lvl2pPr marL="742950" indent="-285750" algn="l" rtl="0" eaLnBrk="0" fontAlgn="base" hangingPunct="0">
                <a:spcBef>
                  <a:spcPct val="20000"/>
                </a:spcBef>
                <a:spcAft>
                  <a:spcPct val="0"/>
                </a:spcAft>
                <a:buChar char="–"/>
                <a:defRPr sz="2800">
                  <a:solidFill>
                    <a:srgbClr val="666699"/>
                  </a:solidFill>
                  <a:latin typeface="+mn-lt"/>
                  <a:ea typeface="+mn-ea"/>
                </a:defRPr>
              </a:lvl2pPr>
              <a:lvl3pPr marL="1143000" indent="-228600" algn="l" rtl="0" eaLnBrk="0" fontAlgn="base" hangingPunct="0">
                <a:spcBef>
                  <a:spcPct val="20000"/>
                </a:spcBef>
                <a:spcAft>
                  <a:spcPct val="0"/>
                </a:spcAft>
                <a:buChar char="•"/>
                <a:defRPr sz="2400">
                  <a:solidFill>
                    <a:srgbClr val="666699"/>
                  </a:solidFill>
                  <a:latin typeface="+mn-lt"/>
                  <a:ea typeface="+mn-ea"/>
                </a:defRPr>
              </a:lvl3pPr>
              <a:lvl4pPr marL="1600200" indent="-228600" algn="l" rtl="0" eaLnBrk="0" fontAlgn="base" hangingPunct="0">
                <a:spcBef>
                  <a:spcPct val="20000"/>
                </a:spcBef>
                <a:spcAft>
                  <a:spcPct val="0"/>
                </a:spcAft>
                <a:buChar char="–"/>
                <a:defRPr sz="2000">
                  <a:solidFill>
                    <a:srgbClr val="666699"/>
                  </a:solidFill>
                  <a:latin typeface="+mn-lt"/>
                  <a:ea typeface="+mn-ea"/>
                </a:defRPr>
              </a:lvl4pPr>
              <a:lvl5pPr marL="2057400" indent="-228600" algn="l" rtl="0" eaLnBrk="0" fontAlgn="base" hangingPunct="0">
                <a:spcBef>
                  <a:spcPct val="20000"/>
                </a:spcBef>
                <a:spcAft>
                  <a:spcPct val="0"/>
                </a:spcAft>
                <a:buChar char="»"/>
                <a:defRPr sz="2000">
                  <a:solidFill>
                    <a:srgbClr val="666699"/>
                  </a:solidFill>
                  <a:latin typeface="+mn-lt"/>
                  <a:ea typeface="+mn-ea"/>
                </a:defRPr>
              </a:lvl5pPr>
            </a:lstStyle>
            <a:p>
              <a:pPr marL="0" lvl="0" indent="0" eaLnBrk="1" hangingPunct="1">
                <a:spcBef>
                  <a:spcPct val="50000"/>
                </a:spcBef>
                <a:buNone/>
              </a:pPr>
              <a:r>
                <a:rPr lang="zh-CN" altLang="en-US" sz="2000" dirty="0">
                  <a:solidFill>
                    <a:schemeClr val="tx1"/>
                  </a:solidFill>
                  <a:latin typeface="Tahoma" panose="020B0604030504040204" pitchFamily="34" charset="0"/>
                </a:rPr>
                <a:t>+[-Y]</a:t>
              </a:r>
              <a:endParaRPr lang="zh-CN" altLang="en-US" sz="2000" baseline="-25000" dirty="0">
                <a:solidFill>
                  <a:schemeClr val="tx1"/>
                </a:solidFill>
                <a:latin typeface="Tahoma" panose="020B0604030504040204" pitchFamily="34" charset="0"/>
              </a:endParaRPr>
            </a:p>
          </p:txBody>
        </p:sp>
        <p:sp>
          <p:nvSpPr>
            <p:cNvPr id="53277" name="Text Box 28"/>
            <p:cNvSpPr txBox="1"/>
            <p:nvPr/>
          </p:nvSpPr>
          <p:spPr>
            <a:xfrm>
              <a:off x="0" y="2064"/>
              <a:ext cx="624" cy="250"/>
            </a:xfrm>
            <a:prstGeom prst="rect">
              <a:avLst/>
            </a:prstGeom>
            <a:noFill/>
            <a:ln w="9525">
              <a:noFill/>
            </a:ln>
          </p:spPr>
          <p:txBody>
            <a:bodyPr>
              <a:spAutoFit/>
            </a:bodyPr>
            <a:lstStyle>
              <a:lvl1pPr marL="342900" indent="-342900" algn="l" rtl="0" eaLnBrk="0" fontAlgn="base" hangingPunct="0">
                <a:spcBef>
                  <a:spcPct val="20000"/>
                </a:spcBef>
                <a:spcAft>
                  <a:spcPct val="0"/>
                </a:spcAft>
                <a:buChar char="•"/>
                <a:defRPr sz="3200">
                  <a:solidFill>
                    <a:srgbClr val="666699"/>
                  </a:solidFill>
                  <a:latin typeface="+mn-lt"/>
                  <a:ea typeface="+mn-ea"/>
                  <a:cs typeface="+mn-cs"/>
                </a:defRPr>
              </a:lvl1pPr>
              <a:lvl2pPr marL="742950" indent="-285750" algn="l" rtl="0" eaLnBrk="0" fontAlgn="base" hangingPunct="0">
                <a:spcBef>
                  <a:spcPct val="20000"/>
                </a:spcBef>
                <a:spcAft>
                  <a:spcPct val="0"/>
                </a:spcAft>
                <a:buChar char="–"/>
                <a:defRPr sz="2800">
                  <a:solidFill>
                    <a:srgbClr val="666699"/>
                  </a:solidFill>
                  <a:latin typeface="+mn-lt"/>
                  <a:ea typeface="+mn-ea"/>
                </a:defRPr>
              </a:lvl2pPr>
              <a:lvl3pPr marL="1143000" indent="-228600" algn="l" rtl="0" eaLnBrk="0" fontAlgn="base" hangingPunct="0">
                <a:spcBef>
                  <a:spcPct val="20000"/>
                </a:spcBef>
                <a:spcAft>
                  <a:spcPct val="0"/>
                </a:spcAft>
                <a:buChar char="•"/>
                <a:defRPr sz="2400">
                  <a:solidFill>
                    <a:srgbClr val="666699"/>
                  </a:solidFill>
                  <a:latin typeface="+mn-lt"/>
                  <a:ea typeface="+mn-ea"/>
                </a:defRPr>
              </a:lvl3pPr>
              <a:lvl4pPr marL="1600200" indent="-228600" algn="l" rtl="0" eaLnBrk="0" fontAlgn="base" hangingPunct="0">
                <a:spcBef>
                  <a:spcPct val="20000"/>
                </a:spcBef>
                <a:spcAft>
                  <a:spcPct val="0"/>
                </a:spcAft>
                <a:buChar char="–"/>
                <a:defRPr sz="2000">
                  <a:solidFill>
                    <a:srgbClr val="666699"/>
                  </a:solidFill>
                  <a:latin typeface="+mn-lt"/>
                  <a:ea typeface="+mn-ea"/>
                </a:defRPr>
              </a:lvl4pPr>
              <a:lvl5pPr marL="2057400" indent="-228600" algn="l" rtl="0" eaLnBrk="0" fontAlgn="base" hangingPunct="0">
                <a:spcBef>
                  <a:spcPct val="20000"/>
                </a:spcBef>
                <a:spcAft>
                  <a:spcPct val="0"/>
                </a:spcAft>
                <a:buChar char="»"/>
                <a:defRPr sz="2000">
                  <a:solidFill>
                    <a:srgbClr val="666699"/>
                  </a:solidFill>
                  <a:latin typeface="+mn-lt"/>
                  <a:ea typeface="+mn-ea"/>
                </a:defRPr>
              </a:lvl5pPr>
            </a:lstStyle>
            <a:p>
              <a:pPr marL="0" lvl="0" indent="0" eaLnBrk="1" hangingPunct="1">
                <a:spcBef>
                  <a:spcPct val="50000"/>
                </a:spcBef>
                <a:buNone/>
              </a:pPr>
              <a:r>
                <a:rPr lang="zh-CN" altLang="en-US" sz="2000" dirty="0">
                  <a:solidFill>
                    <a:schemeClr val="tx1"/>
                  </a:solidFill>
                  <a:latin typeface="Tahoma" panose="020B0604030504040204" pitchFamily="34" charset="0"/>
                </a:rPr>
                <a:t>+</a:t>
              </a:r>
              <a:r>
                <a:rPr lang="zh-CN" altLang="en-US" sz="2000" b="1" dirty="0">
                  <a:solidFill>
                    <a:schemeClr val="tx1"/>
                  </a:solidFill>
                </a:rPr>
                <a:t> |Y|</a:t>
              </a:r>
              <a:endParaRPr lang="zh-CN" altLang="en-US" sz="2000" b="1" dirty="0">
                <a:solidFill>
                  <a:schemeClr val="tx1"/>
                </a:solidFill>
              </a:endParaRPr>
            </a:p>
          </p:txBody>
        </p:sp>
        <p:sp>
          <p:nvSpPr>
            <p:cNvPr id="53278" name="Text Box 29"/>
            <p:cNvSpPr txBox="1"/>
            <p:nvPr/>
          </p:nvSpPr>
          <p:spPr>
            <a:xfrm>
              <a:off x="528" y="480"/>
              <a:ext cx="288" cy="252"/>
            </a:xfrm>
            <a:prstGeom prst="rect">
              <a:avLst/>
            </a:prstGeom>
            <a:noFill/>
            <a:ln w="9525">
              <a:noFill/>
            </a:ln>
          </p:spPr>
          <p:txBody>
            <a:bodyPr>
              <a:spAutoFit/>
            </a:bodyPr>
            <a:lstStyle>
              <a:lvl1pPr marL="342900" indent="-342900" algn="l" rtl="0" eaLnBrk="0" fontAlgn="base" hangingPunct="0">
                <a:spcBef>
                  <a:spcPct val="20000"/>
                </a:spcBef>
                <a:spcAft>
                  <a:spcPct val="0"/>
                </a:spcAft>
                <a:buChar char="•"/>
                <a:defRPr sz="3200">
                  <a:solidFill>
                    <a:srgbClr val="666699"/>
                  </a:solidFill>
                  <a:latin typeface="+mn-lt"/>
                  <a:ea typeface="+mn-ea"/>
                  <a:cs typeface="+mn-cs"/>
                </a:defRPr>
              </a:lvl1pPr>
              <a:lvl2pPr marL="742950" indent="-285750" algn="l" rtl="0" eaLnBrk="0" fontAlgn="base" hangingPunct="0">
                <a:spcBef>
                  <a:spcPct val="20000"/>
                </a:spcBef>
                <a:spcAft>
                  <a:spcPct val="0"/>
                </a:spcAft>
                <a:buChar char="–"/>
                <a:defRPr sz="2800">
                  <a:solidFill>
                    <a:srgbClr val="666699"/>
                  </a:solidFill>
                  <a:latin typeface="+mn-lt"/>
                  <a:ea typeface="+mn-ea"/>
                </a:defRPr>
              </a:lvl2pPr>
              <a:lvl3pPr marL="1143000" indent="-228600" algn="l" rtl="0" eaLnBrk="0" fontAlgn="base" hangingPunct="0">
                <a:spcBef>
                  <a:spcPct val="20000"/>
                </a:spcBef>
                <a:spcAft>
                  <a:spcPct val="0"/>
                </a:spcAft>
                <a:buChar char="•"/>
                <a:defRPr sz="2400">
                  <a:solidFill>
                    <a:srgbClr val="666699"/>
                  </a:solidFill>
                  <a:latin typeface="+mn-lt"/>
                  <a:ea typeface="+mn-ea"/>
                </a:defRPr>
              </a:lvl3pPr>
              <a:lvl4pPr marL="1600200" indent="-228600" algn="l" rtl="0" eaLnBrk="0" fontAlgn="base" hangingPunct="0">
                <a:spcBef>
                  <a:spcPct val="20000"/>
                </a:spcBef>
                <a:spcAft>
                  <a:spcPct val="0"/>
                </a:spcAft>
                <a:buChar char="–"/>
                <a:defRPr sz="2000">
                  <a:solidFill>
                    <a:srgbClr val="666699"/>
                  </a:solidFill>
                  <a:latin typeface="+mn-lt"/>
                  <a:ea typeface="+mn-ea"/>
                </a:defRPr>
              </a:lvl4pPr>
              <a:lvl5pPr marL="2057400" indent="-228600" algn="l" rtl="0" eaLnBrk="0" fontAlgn="base" hangingPunct="0">
                <a:spcBef>
                  <a:spcPct val="20000"/>
                </a:spcBef>
                <a:spcAft>
                  <a:spcPct val="0"/>
                </a:spcAft>
                <a:buChar char="»"/>
                <a:defRPr sz="2000">
                  <a:solidFill>
                    <a:srgbClr val="666699"/>
                  </a:solidFill>
                  <a:latin typeface="+mn-lt"/>
                  <a:ea typeface="+mn-ea"/>
                </a:defRPr>
              </a:lvl5pPr>
            </a:lstStyle>
            <a:p>
              <a:pPr marL="0" lvl="0" indent="0" eaLnBrk="1" hangingPunct="1">
                <a:spcBef>
                  <a:spcPct val="50000"/>
                </a:spcBef>
                <a:buNone/>
              </a:pPr>
              <a:r>
                <a:rPr lang="zh-CN" altLang="en-US" sz="2000" dirty="0">
                  <a:solidFill>
                    <a:schemeClr val="tx1"/>
                  </a:solidFill>
                  <a:latin typeface="Tahoma" panose="020B0604030504040204" pitchFamily="34" charset="0"/>
                </a:rPr>
                <a:t>←</a:t>
              </a:r>
              <a:endParaRPr lang="zh-CN" altLang="en-US" sz="2000" dirty="0">
                <a:solidFill>
                  <a:schemeClr val="tx1"/>
                </a:solidFill>
                <a:latin typeface="Tahoma" panose="020B0604030504040204" pitchFamily="34" charset="0"/>
              </a:endParaRPr>
            </a:p>
          </p:txBody>
        </p:sp>
        <p:sp>
          <p:nvSpPr>
            <p:cNvPr id="53279" name="Text Box 30"/>
            <p:cNvSpPr txBox="1"/>
            <p:nvPr/>
          </p:nvSpPr>
          <p:spPr>
            <a:xfrm>
              <a:off x="528" y="960"/>
              <a:ext cx="288" cy="250"/>
            </a:xfrm>
            <a:prstGeom prst="rect">
              <a:avLst/>
            </a:prstGeom>
            <a:noFill/>
            <a:ln w="9525">
              <a:noFill/>
            </a:ln>
          </p:spPr>
          <p:txBody>
            <a:bodyPr>
              <a:spAutoFit/>
            </a:bodyPr>
            <a:lstStyle>
              <a:lvl1pPr marL="342900" indent="-342900" algn="l" rtl="0" eaLnBrk="0" fontAlgn="base" hangingPunct="0">
                <a:spcBef>
                  <a:spcPct val="20000"/>
                </a:spcBef>
                <a:spcAft>
                  <a:spcPct val="0"/>
                </a:spcAft>
                <a:buChar char="•"/>
                <a:defRPr sz="3200">
                  <a:solidFill>
                    <a:srgbClr val="666699"/>
                  </a:solidFill>
                  <a:latin typeface="+mn-lt"/>
                  <a:ea typeface="+mn-ea"/>
                  <a:cs typeface="+mn-cs"/>
                </a:defRPr>
              </a:lvl1pPr>
              <a:lvl2pPr marL="742950" indent="-285750" algn="l" rtl="0" eaLnBrk="0" fontAlgn="base" hangingPunct="0">
                <a:spcBef>
                  <a:spcPct val="20000"/>
                </a:spcBef>
                <a:spcAft>
                  <a:spcPct val="0"/>
                </a:spcAft>
                <a:buChar char="–"/>
                <a:defRPr sz="2800">
                  <a:solidFill>
                    <a:srgbClr val="666699"/>
                  </a:solidFill>
                  <a:latin typeface="+mn-lt"/>
                  <a:ea typeface="+mn-ea"/>
                </a:defRPr>
              </a:lvl2pPr>
              <a:lvl3pPr marL="1143000" indent="-228600" algn="l" rtl="0" eaLnBrk="0" fontAlgn="base" hangingPunct="0">
                <a:spcBef>
                  <a:spcPct val="20000"/>
                </a:spcBef>
                <a:spcAft>
                  <a:spcPct val="0"/>
                </a:spcAft>
                <a:buChar char="•"/>
                <a:defRPr sz="2400">
                  <a:solidFill>
                    <a:srgbClr val="666699"/>
                  </a:solidFill>
                  <a:latin typeface="+mn-lt"/>
                  <a:ea typeface="+mn-ea"/>
                </a:defRPr>
              </a:lvl3pPr>
              <a:lvl4pPr marL="1600200" indent="-228600" algn="l" rtl="0" eaLnBrk="0" fontAlgn="base" hangingPunct="0">
                <a:spcBef>
                  <a:spcPct val="20000"/>
                </a:spcBef>
                <a:spcAft>
                  <a:spcPct val="0"/>
                </a:spcAft>
                <a:buChar char="–"/>
                <a:defRPr sz="2000">
                  <a:solidFill>
                    <a:srgbClr val="666699"/>
                  </a:solidFill>
                  <a:latin typeface="+mn-lt"/>
                  <a:ea typeface="+mn-ea"/>
                </a:defRPr>
              </a:lvl4pPr>
              <a:lvl5pPr marL="2057400" indent="-228600" algn="l" rtl="0" eaLnBrk="0" fontAlgn="base" hangingPunct="0">
                <a:spcBef>
                  <a:spcPct val="20000"/>
                </a:spcBef>
                <a:spcAft>
                  <a:spcPct val="0"/>
                </a:spcAft>
                <a:buChar char="»"/>
                <a:defRPr sz="2000">
                  <a:solidFill>
                    <a:srgbClr val="666699"/>
                  </a:solidFill>
                  <a:latin typeface="+mn-lt"/>
                  <a:ea typeface="+mn-ea"/>
                </a:defRPr>
              </a:lvl5pPr>
            </a:lstStyle>
            <a:p>
              <a:pPr marL="0" lvl="0" indent="0" eaLnBrk="1" hangingPunct="1">
                <a:spcBef>
                  <a:spcPct val="50000"/>
                </a:spcBef>
                <a:buNone/>
              </a:pPr>
              <a:r>
                <a:rPr lang="zh-CN" altLang="en-US" sz="2000" dirty="0">
                  <a:solidFill>
                    <a:schemeClr val="tx1"/>
                  </a:solidFill>
                  <a:latin typeface="Tahoma" panose="020B0604030504040204" pitchFamily="34" charset="0"/>
                </a:rPr>
                <a:t>←</a:t>
              </a:r>
              <a:endParaRPr lang="zh-CN" altLang="en-US" sz="2000" dirty="0">
                <a:solidFill>
                  <a:schemeClr val="tx1"/>
                </a:solidFill>
                <a:latin typeface="Tahoma" panose="020B0604030504040204" pitchFamily="34" charset="0"/>
              </a:endParaRPr>
            </a:p>
          </p:txBody>
        </p:sp>
        <p:sp>
          <p:nvSpPr>
            <p:cNvPr id="53280" name="Text Box 31"/>
            <p:cNvSpPr txBox="1"/>
            <p:nvPr/>
          </p:nvSpPr>
          <p:spPr>
            <a:xfrm>
              <a:off x="528" y="1440"/>
              <a:ext cx="288" cy="252"/>
            </a:xfrm>
            <a:prstGeom prst="rect">
              <a:avLst/>
            </a:prstGeom>
            <a:noFill/>
            <a:ln w="9525">
              <a:noFill/>
            </a:ln>
          </p:spPr>
          <p:txBody>
            <a:bodyPr>
              <a:spAutoFit/>
            </a:bodyPr>
            <a:lstStyle>
              <a:lvl1pPr marL="342900" indent="-342900" algn="l" rtl="0" eaLnBrk="0" fontAlgn="base" hangingPunct="0">
                <a:spcBef>
                  <a:spcPct val="20000"/>
                </a:spcBef>
                <a:spcAft>
                  <a:spcPct val="0"/>
                </a:spcAft>
                <a:buChar char="•"/>
                <a:defRPr sz="3200">
                  <a:solidFill>
                    <a:srgbClr val="666699"/>
                  </a:solidFill>
                  <a:latin typeface="+mn-lt"/>
                  <a:ea typeface="+mn-ea"/>
                  <a:cs typeface="+mn-cs"/>
                </a:defRPr>
              </a:lvl1pPr>
              <a:lvl2pPr marL="742950" indent="-285750" algn="l" rtl="0" eaLnBrk="0" fontAlgn="base" hangingPunct="0">
                <a:spcBef>
                  <a:spcPct val="20000"/>
                </a:spcBef>
                <a:spcAft>
                  <a:spcPct val="0"/>
                </a:spcAft>
                <a:buChar char="–"/>
                <a:defRPr sz="2800">
                  <a:solidFill>
                    <a:srgbClr val="666699"/>
                  </a:solidFill>
                  <a:latin typeface="+mn-lt"/>
                  <a:ea typeface="+mn-ea"/>
                </a:defRPr>
              </a:lvl2pPr>
              <a:lvl3pPr marL="1143000" indent="-228600" algn="l" rtl="0" eaLnBrk="0" fontAlgn="base" hangingPunct="0">
                <a:spcBef>
                  <a:spcPct val="20000"/>
                </a:spcBef>
                <a:spcAft>
                  <a:spcPct val="0"/>
                </a:spcAft>
                <a:buChar char="•"/>
                <a:defRPr sz="2400">
                  <a:solidFill>
                    <a:srgbClr val="666699"/>
                  </a:solidFill>
                  <a:latin typeface="+mn-lt"/>
                  <a:ea typeface="+mn-ea"/>
                </a:defRPr>
              </a:lvl3pPr>
              <a:lvl4pPr marL="1600200" indent="-228600" algn="l" rtl="0" eaLnBrk="0" fontAlgn="base" hangingPunct="0">
                <a:spcBef>
                  <a:spcPct val="20000"/>
                </a:spcBef>
                <a:spcAft>
                  <a:spcPct val="0"/>
                </a:spcAft>
                <a:buChar char="–"/>
                <a:defRPr sz="2000">
                  <a:solidFill>
                    <a:srgbClr val="666699"/>
                  </a:solidFill>
                  <a:latin typeface="+mn-lt"/>
                  <a:ea typeface="+mn-ea"/>
                </a:defRPr>
              </a:lvl4pPr>
              <a:lvl5pPr marL="2057400" indent="-228600" algn="l" rtl="0" eaLnBrk="0" fontAlgn="base" hangingPunct="0">
                <a:spcBef>
                  <a:spcPct val="20000"/>
                </a:spcBef>
                <a:spcAft>
                  <a:spcPct val="0"/>
                </a:spcAft>
                <a:buChar char="»"/>
                <a:defRPr sz="2000">
                  <a:solidFill>
                    <a:srgbClr val="666699"/>
                  </a:solidFill>
                  <a:latin typeface="+mn-lt"/>
                  <a:ea typeface="+mn-ea"/>
                </a:defRPr>
              </a:lvl5pPr>
            </a:lstStyle>
            <a:p>
              <a:pPr marL="0" lvl="0" indent="0" eaLnBrk="1" hangingPunct="1">
                <a:spcBef>
                  <a:spcPct val="50000"/>
                </a:spcBef>
                <a:buNone/>
              </a:pPr>
              <a:r>
                <a:rPr lang="zh-CN" altLang="en-US" sz="2000" dirty="0">
                  <a:solidFill>
                    <a:schemeClr val="tx1"/>
                  </a:solidFill>
                  <a:latin typeface="Tahoma" panose="020B0604030504040204" pitchFamily="34" charset="0"/>
                </a:rPr>
                <a:t>←</a:t>
              </a:r>
              <a:endParaRPr lang="zh-CN" altLang="en-US" sz="2000" dirty="0">
                <a:solidFill>
                  <a:schemeClr val="tx1"/>
                </a:solidFill>
                <a:latin typeface="Tahoma" panose="020B0604030504040204" pitchFamily="34" charset="0"/>
              </a:endParaRPr>
            </a:p>
          </p:txBody>
        </p:sp>
        <p:sp>
          <p:nvSpPr>
            <p:cNvPr id="53281" name="Text Box 32"/>
            <p:cNvSpPr txBox="1"/>
            <p:nvPr/>
          </p:nvSpPr>
          <p:spPr>
            <a:xfrm>
              <a:off x="528" y="1920"/>
              <a:ext cx="288" cy="250"/>
            </a:xfrm>
            <a:prstGeom prst="rect">
              <a:avLst/>
            </a:prstGeom>
            <a:noFill/>
            <a:ln w="9525">
              <a:noFill/>
            </a:ln>
          </p:spPr>
          <p:txBody>
            <a:bodyPr>
              <a:spAutoFit/>
            </a:bodyPr>
            <a:lstStyle>
              <a:lvl1pPr marL="342900" indent="-342900" algn="l" rtl="0" eaLnBrk="0" fontAlgn="base" hangingPunct="0">
                <a:spcBef>
                  <a:spcPct val="20000"/>
                </a:spcBef>
                <a:spcAft>
                  <a:spcPct val="0"/>
                </a:spcAft>
                <a:buChar char="•"/>
                <a:defRPr sz="3200">
                  <a:solidFill>
                    <a:srgbClr val="666699"/>
                  </a:solidFill>
                  <a:latin typeface="+mn-lt"/>
                  <a:ea typeface="+mn-ea"/>
                  <a:cs typeface="+mn-cs"/>
                </a:defRPr>
              </a:lvl1pPr>
              <a:lvl2pPr marL="742950" indent="-285750" algn="l" rtl="0" eaLnBrk="0" fontAlgn="base" hangingPunct="0">
                <a:spcBef>
                  <a:spcPct val="20000"/>
                </a:spcBef>
                <a:spcAft>
                  <a:spcPct val="0"/>
                </a:spcAft>
                <a:buChar char="–"/>
                <a:defRPr sz="2800">
                  <a:solidFill>
                    <a:srgbClr val="666699"/>
                  </a:solidFill>
                  <a:latin typeface="+mn-lt"/>
                  <a:ea typeface="+mn-ea"/>
                </a:defRPr>
              </a:lvl2pPr>
              <a:lvl3pPr marL="1143000" indent="-228600" algn="l" rtl="0" eaLnBrk="0" fontAlgn="base" hangingPunct="0">
                <a:spcBef>
                  <a:spcPct val="20000"/>
                </a:spcBef>
                <a:spcAft>
                  <a:spcPct val="0"/>
                </a:spcAft>
                <a:buChar char="•"/>
                <a:defRPr sz="2400">
                  <a:solidFill>
                    <a:srgbClr val="666699"/>
                  </a:solidFill>
                  <a:latin typeface="+mn-lt"/>
                  <a:ea typeface="+mn-ea"/>
                </a:defRPr>
              </a:lvl3pPr>
              <a:lvl4pPr marL="1600200" indent="-228600" algn="l" rtl="0" eaLnBrk="0" fontAlgn="base" hangingPunct="0">
                <a:spcBef>
                  <a:spcPct val="20000"/>
                </a:spcBef>
                <a:spcAft>
                  <a:spcPct val="0"/>
                </a:spcAft>
                <a:buChar char="–"/>
                <a:defRPr sz="2000">
                  <a:solidFill>
                    <a:srgbClr val="666699"/>
                  </a:solidFill>
                  <a:latin typeface="+mn-lt"/>
                  <a:ea typeface="+mn-ea"/>
                </a:defRPr>
              </a:lvl4pPr>
              <a:lvl5pPr marL="2057400" indent="-228600" algn="l" rtl="0" eaLnBrk="0" fontAlgn="base" hangingPunct="0">
                <a:spcBef>
                  <a:spcPct val="20000"/>
                </a:spcBef>
                <a:spcAft>
                  <a:spcPct val="0"/>
                </a:spcAft>
                <a:buChar char="»"/>
                <a:defRPr sz="2000">
                  <a:solidFill>
                    <a:srgbClr val="666699"/>
                  </a:solidFill>
                  <a:latin typeface="+mn-lt"/>
                  <a:ea typeface="+mn-ea"/>
                </a:defRPr>
              </a:lvl5pPr>
            </a:lstStyle>
            <a:p>
              <a:pPr marL="0" lvl="0" indent="0" eaLnBrk="1" hangingPunct="1">
                <a:spcBef>
                  <a:spcPct val="50000"/>
                </a:spcBef>
                <a:buNone/>
              </a:pPr>
              <a:r>
                <a:rPr lang="zh-CN" altLang="en-US" sz="2000" dirty="0">
                  <a:solidFill>
                    <a:schemeClr val="tx1"/>
                  </a:solidFill>
                  <a:latin typeface="Tahoma" panose="020B0604030504040204" pitchFamily="34" charset="0"/>
                </a:rPr>
                <a:t>←</a:t>
              </a:r>
              <a:endParaRPr lang="zh-CN" altLang="en-US" sz="2000" dirty="0">
                <a:solidFill>
                  <a:schemeClr val="tx1"/>
                </a:solidFill>
                <a:latin typeface="Tahoma" panose="020B0604030504040204" pitchFamily="34" charset="0"/>
              </a:endParaRPr>
            </a:p>
          </p:txBody>
        </p:sp>
        <p:sp>
          <p:nvSpPr>
            <p:cNvPr id="53282" name="Line 33"/>
            <p:cNvSpPr/>
            <p:nvPr/>
          </p:nvSpPr>
          <p:spPr>
            <a:xfrm>
              <a:off x="2112" y="48"/>
              <a:ext cx="0" cy="2688"/>
            </a:xfrm>
            <a:prstGeom prst="line">
              <a:avLst/>
            </a:prstGeom>
            <a:ln w="9525" cap="flat" cmpd="sng">
              <a:solidFill>
                <a:schemeClr val="tx1"/>
              </a:solidFill>
              <a:prstDash val="solid"/>
              <a:headEnd type="none" w="med" len="med"/>
              <a:tailEnd type="none" w="med" len="med"/>
            </a:ln>
          </p:spPr>
        </p:sp>
        <p:sp>
          <p:nvSpPr>
            <p:cNvPr id="53283" name="Text Box 34"/>
            <p:cNvSpPr txBox="1"/>
            <p:nvPr/>
          </p:nvSpPr>
          <p:spPr>
            <a:xfrm>
              <a:off x="2736" y="480"/>
              <a:ext cx="672" cy="252"/>
            </a:xfrm>
            <a:prstGeom prst="rect">
              <a:avLst/>
            </a:prstGeom>
            <a:noFill/>
            <a:ln w="9525">
              <a:noFill/>
            </a:ln>
          </p:spPr>
          <p:txBody>
            <a:bodyPr>
              <a:spAutoFit/>
            </a:bodyPr>
            <a:lstStyle>
              <a:lvl1pPr marL="342900" indent="-342900" algn="l" rtl="0" eaLnBrk="0" fontAlgn="base" hangingPunct="0">
                <a:spcBef>
                  <a:spcPct val="20000"/>
                </a:spcBef>
                <a:spcAft>
                  <a:spcPct val="0"/>
                </a:spcAft>
                <a:buChar char="•"/>
                <a:defRPr sz="3200">
                  <a:solidFill>
                    <a:srgbClr val="666699"/>
                  </a:solidFill>
                  <a:latin typeface="+mn-lt"/>
                  <a:ea typeface="+mn-ea"/>
                  <a:cs typeface="+mn-cs"/>
                </a:defRPr>
              </a:lvl1pPr>
              <a:lvl2pPr marL="742950" indent="-285750" algn="l" rtl="0" eaLnBrk="0" fontAlgn="base" hangingPunct="0">
                <a:spcBef>
                  <a:spcPct val="20000"/>
                </a:spcBef>
                <a:spcAft>
                  <a:spcPct val="0"/>
                </a:spcAft>
                <a:buChar char="–"/>
                <a:defRPr sz="2800">
                  <a:solidFill>
                    <a:srgbClr val="666699"/>
                  </a:solidFill>
                  <a:latin typeface="+mn-lt"/>
                  <a:ea typeface="+mn-ea"/>
                </a:defRPr>
              </a:lvl2pPr>
              <a:lvl3pPr marL="1143000" indent="-228600" algn="l" rtl="0" eaLnBrk="0" fontAlgn="base" hangingPunct="0">
                <a:spcBef>
                  <a:spcPct val="20000"/>
                </a:spcBef>
                <a:spcAft>
                  <a:spcPct val="0"/>
                </a:spcAft>
                <a:buChar char="•"/>
                <a:defRPr sz="2400">
                  <a:solidFill>
                    <a:srgbClr val="666699"/>
                  </a:solidFill>
                  <a:latin typeface="+mn-lt"/>
                  <a:ea typeface="+mn-ea"/>
                </a:defRPr>
              </a:lvl3pPr>
              <a:lvl4pPr marL="1600200" indent="-228600" algn="l" rtl="0" eaLnBrk="0" fontAlgn="base" hangingPunct="0">
                <a:spcBef>
                  <a:spcPct val="20000"/>
                </a:spcBef>
                <a:spcAft>
                  <a:spcPct val="0"/>
                </a:spcAft>
                <a:buChar char="–"/>
                <a:defRPr sz="2000">
                  <a:solidFill>
                    <a:srgbClr val="666699"/>
                  </a:solidFill>
                  <a:latin typeface="+mn-lt"/>
                  <a:ea typeface="+mn-ea"/>
                </a:defRPr>
              </a:lvl4pPr>
              <a:lvl5pPr marL="2057400" indent="-228600" algn="l" rtl="0" eaLnBrk="0" fontAlgn="base" hangingPunct="0">
                <a:spcBef>
                  <a:spcPct val="20000"/>
                </a:spcBef>
                <a:spcAft>
                  <a:spcPct val="0"/>
                </a:spcAft>
                <a:buChar char="»"/>
                <a:defRPr sz="2000">
                  <a:solidFill>
                    <a:srgbClr val="666699"/>
                  </a:solidFill>
                  <a:latin typeface="+mn-lt"/>
                  <a:ea typeface="+mn-ea"/>
                </a:defRPr>
              </a:lvl5pPr>
            </a:lstStyle>
            <a:p>
              <a:pPr marL="0" lvl="0" indent="0" eaLnBrk="1" hangingPunct="1">
                <a:spcBef>
                  <a:spcPct val="50000"/>
                </a:spcBef>
                <a:buNone/>
              </a:pPr>
              <a:r>
                <a:rPr lang="zh-CN" altLang="en-US" sz="2000" dirty="0">
                  <a:solidFill>
                    <a:schemeClr val="hlink"/>
                  </a:solidFill>
                  <a:latin typeface="Tahoma" panose="020B0604030504040204" pitchFamily="34" charset="0"/>
                </a:rPr>
                <a:t>0</a:t>
              </a:r>
              <a:endParaRPr lang="zh-CN" altLang="en-US" sz="2000" dirty="0">
                <a:solidFill>
                  <a:schemeClr val="hlink"/>
                </a:solidFill>
                <a:latin typeface="Tahoma" panose="020B0604030504040204" pitchFamily="34" charset="0"/>
              </a:endParaRPr>
            </a:p>
          </p:txBody>
        </p:sp>
        <p:sp>
          <p:nvSpPr>
            <p:cNvPr id="53284" name="Text Box 35"/>
            <p:cNvSpPr txBox="1"/>
            <p:nvPr/>
          </p:nvSpPr>
          <p:spPr>
            <a:xfrm>
              <a:off x="2592" y="960"/>
              <a:ext cx="432" cy="250"/>
            </a:xfrm>
            <a:prstGeom prst="rect">
              <a:avLst/>
            </a:prstGeom>
            <a:noFill/>
            <a:ln w="9525">
              <a:noFill/>
            </a:ln>
          </p:spPr>
          <p:txBody>
            <a:bodyPr>
              <a:spAutoFit/>
            </a:bodyPr>
            <a:lstStyle>
              <a:lvl1pPr marL="342900" indent="-342900" algn="l" rtl="0" eaLnBrk="0" fontAlgn="base" hangingPunct="0">
                <a:spcBef>
                  <a:spcPct val="20000"/>
                </a:spcBef>
                <a:spcAft>
                  <a:spcPct val="0"/>
                </a:spcAft>
                <a:buChar char="•"/>
                <a:defRPr sz="3200">
                  <a:solidFill>
                    <a:srgbClr val="666699"/>
                  </a:solidFill>
                  <a:latin typeface="+mn-lt"/>
                  <a:ea typeface="+mn-ea"/>
                  <a:cs typeface="+mn-cs"/>
                </a:defRPr>
              </a:lvl1pPr>
              <a:lvl2pPr marL="742950" indent="-285750" algn="l" rtl="0" eaLnBrk="0" fontAlgn="base" hangingPunct="0">
                <a:spcBef>
                  <a:spcPct val="20000"/>
                </a:spcBef>
                <a:spcAft>
                  <a:spcPct val="0"/>
                </a:spcAft>
                <a:buChar char="–"/>
                <a:defRPr sz="2800">
                  <a:solidFill>
                    <a:srgbClr val="666699"/>
                  </a:solidFill>
                  <a:latin typeface="+mn-lt"/>
                  <a:ea typeface="+mn-ea"/>
                </a:defRPr>
              </a:lvl2pPr>
              <a:lvl3pPr marL="1143000" indent="-228600" algn="l" rtl="0" eaLnBrk="0" fontAlgn="base" hangingPunct="0">
                <a:spcBef>
                  <a:spcPct val="20000"/>
                </a:spcBef>
                <a:spcAft>
                  <a:spcPct val="0"/>
                </a:spcAft>
                <a:buChar char="•"/>
                <a:defRPr sz="2400">
                  <a:solidFill>
                    <a:srgbClr val="666699"/>
                  </a:solidFill>
                  <a:latin typeface="+mn-lt"/>
                  <a:ea typeface="+mn-ea"/>
                </a:defRPr>
              </a:lvl3pPr>
              <a:lvl4pPr marL="1600200" indent="-228600" algn="l" rtl="0" eaLnBrk="0" fontAlgn="base" hangingPunct="0">
                <a:spcBef>
                  <a:spcPct val="20000"/>
                </a:spcBef>
                <a:spcAft>
                  <a:spcPct val="0"/>
                </a:spcAft>
                <a:buChar char="–"/>
                <a:defRPr sz="2000">
                  <a:solidFill>
                    <a:srgbClr val="666699"/>
                  </a:solidFill>
                  <a:latin typeface="+mn-lt"/>
                  <a:ea typeface="+mn-ea"/>
                </a:defRPr>
              </a:lvl4pPr>
              <a:lvl5pPr marL="2057400" indent="-228600" algn="l" rtl="0" eaLnBrk="0" fontAlgn="base" hangingPunct="0">
                <a:spcBef>
                  <a:spcPct val="20000"/>
                </a:spcBef>
                <a:spcAft>
                  <a:spcPct val="0"/>
                </a:spcAft>
                <a:buChar char="»"/>
                <a:defRPr sz="2000">
                  <a:solidFill>
                    <a:srgbClr val="666699"/>
                  </a:solidFill>
                  <a:latin typeface="+mn-lt"/>
                  <a:ea typeface="+mn-ea"/>
                </a:defRPr>
              </a:lvl5pPr>
            </a:lstStyle>
            <a:p>
              <a:pPr marL="0" lvl="0" indent="0" eaLnBrk="1" hangingPunct="1">
                <a:spcBef>
                  <a:spcPct val="50000"/>
                </a:spcBef>
                <a:buNone/>
              </a:pPr>
              <a:r>
                <a:rPr lang="zh-CN" altLang="en-US" sz="2000" dirty="0">
                  <a:solidFill>
                    <a:schemeClr val="tx1"/>
                  </a:solidFill>
                  <a:latin typeface="Tahoma" panose="020B0604030504040204" pitchFamily="34" charset="0"/>
                </a:rPr>
                <a:t>0.</a:t>
              </a:r>
              <a:r>
                <a:rPr lang="zh-CN" altLang="en-US" sz="2000" dirty="0">
                  <a:solidFill>
                    <a:schemeClr val="hlink"/>
                  </a:solidFill>
                  <a:latin typeface="Tahoma" panose="020B0604030504040204" pitchFamily="34" charset="0"/>
                </a:rPr>
                <a:t>1</a:t>
              </a:r>
              <a:endParaRPr lang="zh-CN" altLang="en-US" sz="2000" dirty="0">
                <a:solidFill>
                  <a:schemeClr val="hlink"/>
                </a:solidFill>
                <a:latin typeface="Tahoma" panose="020B0604030504040204" pitchFamily="34" charset="0"/>
              </a:endParaRPr>
            </a:p>
          </p:txBody>
        </p:sp>
        <p:sp>
          <p:nvSpPr>
            <p:cNvPr id="53285" name="Text Box 36"/>
            <p:cNvSpPr txBox="1"/>
            <p:nvPr/>
          </p:nvSpPr>
          <p:spPr>
            <a:xfrm>
              <a:off x="2496" y="1440"/>
              <a:ext cx="672" cy="252"/>
            </a:xfrm>
            <a:prstGeom prst="rect">
              <a:avLst/>
            </a:prstGeom>
            <a:noFill/>
            <a:ln w="9525">
              <a:noFill/>
            </a:ln>
          </p:spPr>
          <p:txBody>
            <a:bodyPr>
              <a:spAutoFit/>
            </a:bodyPr>
            <a:lstStyle>
              <a:lvl1pPr marL="342900" indent="-342900" algn="l" rtl="0" eaLnBrk="0" fontAlgn="base" hangingPunct="0">
                <a:spcBef>
                  <a:spcPct val="20000"/>
                </a:spcBef>
                <a:spcAft>
                  <a:spcPct val="0"/>
                </a:spcAft>
                <a:buChar char="•"/>
                <a:defRPr sz="3200">
                  <a:solidFill>
                    <a:srgbClr val="666699"/>
                  </a:solidFill>
                  <a:latin typeface="+mn-lt"/>
                  <a:ea typeface="+mn-ea"/>
                  <a:cs typeface="+mn-cs"/>
                </a:defRPr>
              </a:lvl1pPr>
              <a:lvl2pPr marL="742950" indent="-285750" algn="l" rtl="0" eaLnBrk="0" fontAlgn="base" hangingPunct="0">
                <a:spcBef>
                  <a:spcPct val="20000"/>
                </a:spcBef>
                <a:spcAft>
                  <a:spcPct val="0"/>
                </a:spcAft>
                <a:buChar char="–"/>
                <a:defRPr sz="2800">
                  <a:solidFill>
                    <a:srgbClr val="666699"/>
                  </a:solidFill>
                  <a:latin typeface="+mn-lt"/>
                  <a:ea typeface="+mn-ea"/>
                </a:defRPr>
              </a:lvl2pPr>
              <a:lvl3pPr marL="1143000" indent="-228600" algn="l" rtl="0" eaLnBrk="0" fontAlgn="base" hangingPunct="0">
                <a:spcBef>
                  <a:spcPct val="20000"/>
                </a:spcBef>
                <a:spcAft>
                  <a:spcPct val="0"/>
                </a:spcAft>
                <a:buChar char="•"/>
                <a:defRPr sz="2400">
                  <a:solidFill>
                    <a:srgbClr val="666699"/>
                  </a:solidFill>
                  <a:latin typeface="+mn-lt"/>
                  <a:ea typeface="+mn-ea"/>
                </a:defRPr>
              </a:lvl3pPr>
              <a:lvl4pPr marL="1600200" indent="-228600" algn="l" rtl="0" eaLnBrk="0" fontAlgn="base" hangingPunct="0">
                <a:spcBef>
                  <a:spcPct val="20000"/>
                </a:spcBef>
                <a:spcAft>
                  <a:spcPct val="0"/>
                </a:spcAft>
                <a:buChar char="–"/>
                <a:defRPr sz="2000">
                  <a:solidFill>
                    <a:srgbClr val="666699"/>
                  </a:solidFill>
                  <a:latin typeface="+mn-lt"/>
                  <a:ea typeface="+mn-ea"/>
                </a:defRPr>
              </a:lvl4pPr>
              <a:lvl5pPr marL="2057400" indent="-228600" algn="l" rtl="0" eaLnBrk="0" fontAlgn="base" hangingPunct="0">
                <a:spcBef>
                  <a:spcPct val="20000"/>
                </a:spcBef>
                <a:spcAft>
                  <a:spcPct val="0"/>
                </a:spcAft>
                <a:buChar char="»"/>
                <a:defRPr sz="2000">
                  <a:solidFill>
                    <a:srgbClr val="666699"/>
                  </a:solidFill>
                  <a:latin typeface="+mn-lt"/>
                  <a:ea typeface="+mn-ea"/>
                </a:defRPr>
              </a:lvl5pPr>
            </a:lstStyle>
            <a:p>
              <a:pPr marL="0" lvl="0" indent="0" eaLnBrk="1" hangingPunct="1">
                <a:spcBef>
                  <a:spcPct val="50000"/>
                </a:spcBef>
                <a:buNone/>
              </a:pPr>
              <a:r>
                <a:rPr lang="zh-CN" altLang="en-US" sz="2000" dirty="0">
                  <a:solidFill>
                    <a:schemeClr val="tx1"/>
                  </a:solidFill>
                  <a:latin typeface="Tahoma" panose="020B0604030504040204" pitchFamily="34" charset="0"/>
                </a:rPr>
                <a:t>0.1</a:t>
              </a:r>
              <a:r>
                <a:rPr lang="zh-CN" altLang="en-US" sz="2000" dirty="0">
                  <a:solidFill>
                    <a:schemeClr val="hlink"/>
                  </a:solidFill>
                  <a:latin typeface="Tahoma" panose="020B0604030504040204" pitchFamily="34" charset="0"/>
                </a:rPr>
                <a:t>1</a:t>
              </a:r>
              <a:endParaRPr lang="zh-CN" altLang="en-US" sz="2000" dirty="0">
                <a:solidFill>
                  <a:schemeClr val="hlink"/>
                </a:solidFill>
                <a:latin typeface="Tahoma" panose="020B0604030504040204" pitchFamily="34" charset="0"/>
              </a:endParaRPr>
            </a:p>
          </p:txBody>
        </p:sp>
        <p:sp>
          <p:nvSpPr>
            <p:cNvPr id="53286" name="Text Box 37"/>
            <p:cNvSpPr txBox="1"/>
            <p:nvPr/>
          </p:nvSpPr>
          <p:spPr>
            <a:xfrm>
              <a:off x="2400" y="1920"/>
              <a:ext cx="672" cy="250"/>
            </a:xfrm>
            <a:prstGeom prst="rect">
              <a:avLst/>
            </a:prstGeom>
            <a:noFill/>
            <a:ln w="9525">
              <a:noFill/>
            </a:ln>
          </p:spPr>
          <p:txBody>
            <a:bodyPr>
              <a:spAutoFit/>
            </a:bodyPr>
            <a:lstStyle>
              <a:lvl1pPr marL="342900" indent="-342900" algn="l" rtl="0" eaLnBrk="0" fontAlgn="base" hangingPunct="0">
                <a:spcBef>
                  <a:spcPct val="20000"/>
                </a:spcBef>
                <a:spcAft>
                  <a:spcPct val="0"/>
                </a:spcAft>
                <a:buChar char="•"/>
                <a:defRPr sz="3200">
                  <a:solidFill>
                    <a:srgbClr val="666699"/>
                  </a:solidFill>
                  <a:latin typeface="+mn-lt"/>
                  <a:ea typeface="+mn-ea"/>
                  <a:cs typeface="+mn-cs"/>
                </a:defRPr>
              </a:lvl1pPr>
              <a:lvl2pPr marL="742950" indent="-285750" algn="l" rtl="0" eaLnBrk="0" fontAlgn="base" hangingPunct="0">
                <a:spcBef>
                  <a:spcPct val="20000"/>
                </a:spcBef>
                <a:spcAft>
                  <a:spcPct val="0"/>
                </a:spcAft>
                <a:buChar char="–"/>
                <a:defRPr sz="2800">
                  <a:solidFill>
                    <a:srgbClr val="666699"/>
                  </a:solidFill>
                  <a:latin typeface="+mn-lt"/>
                  <a:ea typeface="+mn-ea"/>
                </a:defRPr>
              </a:lvl2pPr>
              <a:lvl3pPr marL="1143000" indent="-228600" algn="l" rtl="0" eaLnBrk="0" fontAlgn="base" hangingPunct="0">
                <a:spcBef>
                  <a:spcPct val="20000"/>
                </a:spcBef>
                <a:spcAft>
                  <a:spcPct val="0"/>
                </a:spcAft>
                <a:buChar char="•"/>
                <a:defRPr sz="2400">
                  <a:solidFill>
                    <a:srgbClr val="666699"/>
                  </a:solidFill>
                  <a:latin typeface="+mn-lt"/>
                  <a:ea typeface="+mn-ea"/>
                </a:defRPr>
              </a:lvl3pPr>
              <a:lvl4pPr marL="1600200" indent="-228600" algn="l" rtl="0" eaLnBrk="0" fontAlgn="base" hangingPunct="0">
                <a:spcBef>
                  <a:spcPct val="20000"/>
                </a:spcBef>
                <a:spcAft>
                  <a:spcPct val="0"/>
                </a:spcAft>
                <a:buChar char="–"/>
                <a:defRPr sz="2000">
                  <a:solidFill>
                    <a:srgbClr val="666699"/>
                  </a:solidFill>
                  <a:latin typeface="+mn-lt"/>
                  <a:ea typeface="+mn-ea"/>
                </a:defRPr>
              </a:lvl4pPr>
              <a:lvl5pPr marL="2057400" indent="-228600" algn="l" rtl="0" eaLnBrk="0" fontAlgn="base" hangingPunct="0">
                <a:spcBef>
                  <a:spcPct val="20000"/>
                </a:spcBef>
                <a:spcAft>
                  <a:spcPct val="0"/>
                </a:spcAft>
                <a:buChar char="»"/>
                <a:defRPr sz="2000">
                  <a:solidFill>
                    <a:srgbClr val="666699"/>
                  </a:solidFill>
                  <a:latin typeface="+mn-lt"/>
                  <a:ea typeface="+mn-ea"/>
                </a:defRPr>
              </a:lvl5pPr>
            </a:lstStyle>
            <a:p>
              <a:pPr marL="0" lvl="0" indent="0" eaLnBrk="1" hangingPunct="1">
                <a:spcBef>
                  <a:spcPct val="50000"/>
                </a:spcBef>
                <a:buNone/>
              </a:pPr>
              <a:r>
                <a:rPr lang="zh-CN" altLang="en-US" sz="2000" dirty="0">
                  <a:solidFill>
                    <a:schemeClr val="tx1"/>
                  </a:solidFill>
                  <a:latin typeface="Tahoma" panose="020B0604030504040204" pitchFamily="34" charset="0"/>
                </a:rPr>
                <a:t>0.11</a:t>
              </a:r>
              <a:r>
                <a:rPr lang="zh-CN" altLang="en-US" sz="2000" dirty="0">
                  <a:solidFill>
                    <a:schemeClr val="hlink"/>
                  </a:solidFill>
                  <a:latin typeface="Tahoma" panose="020B0604030504040204" pitchFamily="34" charset="0"/>
                </a:rPr>
                <a:t>0</a:t>
              </a:r>
              <a:endParaRPr lang="zh-CN" altLang="en-US" sz="2000" dirty="0">
                <a:solidFill>
                  <a:schemeClr val="hlink"/>
                </a:solidFill>
                <a:latin typeface="Tahoma" panose="020B0604030504040204" pitchFamily="34" charset="0"/>
              </a:endParaRPr>
            </a:p>
          </p:txBody>
        </p:sp>
        <p:sp>
          <p:nvSpPr>
            <p:cNvPr id="53287" name="Text Box 38"/>
            <p:cNvSpPr txBox="1"/>
            <p:nvPr/>
          </p:nvSpPr>
          <p:spPr>
            <a:xfrm>
              <a:off x="2304" y="2486"/>
              <a:ext cx="672" cy="250"/>
            </a:xfrm>
            <a:prstGeom prst="rect">
              <a:avLst/>
            </a:prstGeom>
            <a:noFill/>
            <a:ln w="9525">
              <a:noFill/>
            </a:ln>
          </p:spPr>
          <p:txBody>
            <a:bodyPr>
              <a:spAutoFit/>
            </a:bodyPr>
            <a:lstStyle>
              <a:lvl1pPr marL="342900" indent="-342900" algn="l" rtl="0" eaLnBrk="0" fontAlgn="base" hangingPunct="0">
                <a:spcBef>
                  <a:spcPct val="20000"/>
                </a:spcBef>
                <a:spcAft>
                  <a:spcPct val="0"/>
                </a:spcAft>
                <a:buChar char="•"/>
                <a:defRPr sz="3200">
                  <a:solidFill>
                    <a:srgbClr val="666699"/>
                  </a:solidFill>
                  <a:latin typeface="+mn-lt"/>
                  <a:ea typeface="+mn-ea"/>
                  <a:cs typeface="+mn-cs"/>
                </a:defRPr>
              </a:lvl1pPr>
              <a:lvl2pPr marL="742950" indent="-285750" algn="l" rtl="0" eaLnBrk="0" fontAlgn="base" hangingPunct="0">
                <a:spcBef>
                  <a:spcPct val="20000"/>
                </a:spcBef>
                <a:spcAft>
                  <a:spcPct val="0"/>
                </a:spcAft>
                <a:buChar char="–"/>
                <a:defRPr sz="2800">
                  <a:solidFill>
                    <a:srgbClr val="666699"/>
                  </a:solidFill>
                  <a:latin typeface="+mn-lt"/>
                  <a:ea typeface="+mn-ea"/>
                </a:defRPr>
              </a:lvl2pPr>
              <a:lvl3pPr marL="1143000" indent="-228600" algn="l" rtl="0" eaLnBrk="0" fontAlgn="base" hangingPunct="0">
                <a:spcBef>
                  <a:spcPct val="20000"/>
                </a:spcBef>
                <a:spcAft>
                  <a:spcPct val="0"/>
                </a:spcAft>
                <a:buChar char="•"/>
                <a:defRPr sz="2400">
                  <a:solidFill>
                    <a:srgbClr val="666699"/>
                  </a:solidFill>
                  <a:latin typeface="+mn-lt"/>
                  <a:ea typeface="+mn-ea"/>
                </a:defRPr>
              </a:lvl3pPr>
              <a:lvl4pPr marL="1600200" indent="-228600" algn="l" rtl="0" eaLnBrk="0" fontAlgn="base" hangingPunct="0">
                <a:spcBef>
                  <a:spcPct val="20000"/>
                </a:spcBef>
                <a:spcAft>
                  <a:spcPct val="0"/>
                </a:spcAft>
                <a:buChar char="–"/>
                <a:defRPr sz="2000">
                  <a:solidFill>
                    <a:srgbClr val="666699"/>
                  </a:solidFill>
                  <a:latin typeface="+mn-lt"/>
                  <a:ea typeface="+mn-ea"/>
                </a:defRPr>
              </a:lvl4pPr>
              <a:lvl5pPr marL="2057400" indent="-228600" algn="l" rtl="0" eaLnBrk="0" fontAlgn="base" hangingPunct="0">
                <a:spcBef>
                  <a:spcPct val="20000"/>
                </a:spcBef>
                <a:spcAft>
                  <a:spcPct val="0"/>
                </a:spcAft>
                <a:buChar char="»"/>
                <a:defRPr sz="2000">
                  <a:solidFill>
                    <a:srgbClr val="666699"/>
                  </a:solidFill>
                  <a:latin typeface="+mn-lt"/>
                  <a:ea typeface="+mn-ea"/>
                </a:defRPr>
              </a:lvl5pPr>
            </a:lstStyle>
            <a:p>
              <a:pPr marL="0" lvl="0" indent="0" eaLnBrk="1" hangingPunct="1">
                <a:spcBef>
                  <a:spcPct val="50000"/>
                </a:spcBef>
                <a:buNone/>
              </a:pPr>
              <a:r>
                <a:rPr lang="zh-CN" altLang="en-US" sz="2000" dirty="0">
                  <a:solidFill>
                    <a:schemeClr val="tx1"/>
                  </a:solidFill>
                  <a:latin typeface="Tahoma" panose="020B0604030504040204" pitchFamily="34" charset="0"/>
                </a:rPr>
                <a:t>0.110</a:t>
              </a:r>
              <a:r>
                <a:rPr lang="zh-CN" altLang="en-US" sz="2000" dirty="0">
                  <a:solidFill>
                    <a:schemeClr val="hlink"/>
                  </a:solidFill>
                  <a:latin typeface="Tahoma" panose="020B0604030504040204" pitchFamily="34" charset="0"/>
                </a:rPr>
                <a:t>1</a:t>
              </a:r>
              <a:endParaRPr lang="zh-CN" altLang="en-US" sz="2000" dirty="0">
                <a:solidFill>
                  <a:schemeClr val="hlink"/>
                </a:solidFill>
                <a:latin typeface="Tahoma" panose="020B0604030504040204" pitchFamily="34" charset="0"/>
              </a:endParaRPr>
            </a:p>
          </p:txBody>
        </p:sp>
        <p:sp>
          <p:nvSpPr>
            <p:cNvPr id="53288" name="Text Box 39"/>
            <p:cNvSpPr txBox="1"/>
            <p:nvPr/>
          </p:nvSpPr>
          <p:spPr>
            <a:xfrm>
              <a:off x="3744" y="96"/>
              <a:ext cx="960" cy="252"/>
            </a:xfrm>
            <a:prstGeom prst="rect">
              <a:avLst/>
            </a:prstGeom>
            <a:noFill/>
            <a:ln w="9525">
              <a:noFill/>
            </a:ln>
          </p:spPr>
          <p:txBody>
            <a:bodyPr>
              <a:spAutoFit/>
            </a:bodyPr>
            <a:lstStyle>
              <a:lvl1pPr marL="342900" indent="-342900" algn="l" rtl="0" eaLnBrk="0" fontAlgn="base" hangingPunct="0">
                <a:spcBef>
                  <a:spcPct val="20000"/>
                </a:spcBef>
                <a:spcAft>
                  <a:spcPct val="0"/>
                </a:spcAft>
                <a:buChar char="•"/>
                <a:defRPr sz="3200">
                  <a:solidFill>
                    <a:srgbClr val="666699"/>
                  </a:solidFill>
                  <a:latin typeface="+mn-lt"/>
                  <a:ea typeface="+mn-ea"/>
                  <a:cs typeface="+mn-cs"/>
                </a:defRPr>
              </a:lvl1pPr>
              <a:lvl2pPr marL="742950" indent="-285750" algn="l" rtl="0" eaLnBrk="0" fontAlgn="base" hangingPunct="0">
                <a:spcBef>
                  <a:spcPct val="20000"/>
                </a:spcBef>
                <a:spcAft>
                  <a:spcPct val="0"/>
                </a:spcAft>
                <a:buChar char="–"/>
                <a:defRPr sz="2800">
                  <a:solidFill>
                    <a:srgbClr val="666699"/>
                  </a:solidFill>
                  <a:latin typeface="+mn-lt"/>
                  <a:ea typeface="+mn-ea"/>
                </a:defRPr>
              </a:lvl2pPr>
              <a:lvl3pPr marL="1143000" indent="-228600" algn="l" rtl="0" eaLnBrk="0" fontAlgn="base" hangingPunct="0">
                <a:spcBef>
                  <a:spcPct val="20000"/>
                </a:spcBef>
                <a:spcAft>
                  <a:spcPct val="0"/>
                </a:spcAft>
                <a:buChar char="•"/>
                <a:defRPr sz="2400">
                  <a:solidFill>
                    <a:srgbClr val="666699"/>
                  </a:solidFill>
                  <a:latin typeface="+mn-lt"/>
                  <a:ea typeface="+mn-ea"/>
                </a:defRPr>
              </a:lvl3pPr>
              <a:lvl4pPr marL="1600200" indent="-228600" algn="l" rtl="0" eaLnBrk="0" fontAlgn="base" hangingPunct="0">
                <a:spcBef>
                  <a:spcPct val="20000"/>
                </a:spcBef>
                <a:spcAft>
                  <a:spcPct val="0"/>
                </a:spcAft>
                <a:buChar char="–"/>
                <a:defRPr sz="2000">
                  <a:solidFill>
                    <a:srgbClr val="666699"/>
                  </a:solidFill>
                  <a:latin typeface="+mn-lt"/>
                  <a:ea typeface="+mn-ea"/>
                </a:defRPr>
              </a:lvl4pPr>
              <a:lvl5pPr marL="2057400" indent="-228600" algn="l" rtl="0" eaLnBrk="0" fontAlgn="base" hangingPunct="0">
                <a:spcBef>
                  <a:spcPct val="20000"/>
                </a:spcBef>
                <a:spcAft>
                  <a:spcPct val="0"/>
                </a:spcAft>
                <a:buChar char="»"/>
                <a:defRPr sz="2000">
                  <a:solidFill>
                    <a:srgbClr val="666699"/>
                  </a:solidFill>
                  <a:latin typeface="+mn-lt"/>
                  <a:ea typeface="+mn-ea"/>
                </a:defRPr>
              </a:lvl5pPr>
            </a:lstStyle>
            <a:p>
              <a:pPr marL="0" lvl="0" indent="0" eaLnBrk="1" hangingPunct="1">
                <a:spcBef>
                  <a:spcPct val="50000"/>
                </a:spcBef>
                <a:buNone/>
              </a:pPr>
              <a:r>
                <a:rPr lang="zh-CN" altLang="en-US" sz="2000" dirty="0">
                  <a:solidFill>
                    <a:schemeClr val="tx1"/>
                  </a:solidFill>
                  <a:latin typeface="Tahoma" panose="020B0604030504040204" pitchFamily="34" charset="0"/>
                </a:rPr>
                <a:t>X减Y</a:t>
              </a:r>
              <a:endParaRPr lang="zh-CN" altLang="en-US" sz="2000" dirty="0">
                <a:solidFill>
                  <a:schemeClr val="tx1"/>
                </a:solidFill>
                <a:latin typeface="Tahoma" panose="020B0604030504040204" pitchFamily="34" charset="0"/>
              </a:endParaRPr>
            </a:p>
          </p:txBody>
        </p:sp>
        <p:sp>
          <p:nvSpPr>
            <p:cNvPr id="53289" name="Text Box 40"/>
            <p:cNvSpPr txBox="1"/>
            <p:nvPr/>
          </p:nvSpPr>
          <p:spPr>
            <a:xfrm>
              <a:off x="3696" y="336"/>
              <a:ext cx="960" cy="250"/>
            </a:xfrm>
            <a:prstGeom prst="rect">
              <a:avLst/>
            </a:prstGeom>
            <a:noFill/>
            <a:ln w="9525">
              <a:noFill/>
            </a:ln>
          </p:spPr>
          <p:txBody>
            <a:bodyPr>
              <a:spAutoFit/>
            </a:bodyPr>
            <a:lstStyle>
              <a:lvl1pPr marL="342900" indent="-342900" algn="l" rtl="0" eaLnBrk="0" fontAlgn="base" hangingPunct="0">
                <a:spcBef>
                  <a:spcPct val="20000"/>
                </a:spcBef>
                <a:spcAft>
                  <a:spcPct val="0"/>
                </a:spcAft>
                <a:buChar char="•"/>
                <a:defRPr sz="3200">
                  <a:solidFill>
                    <a:srgbClr val="666699"/>
                  </a:solidFill>
                  <a:latin typeface="+mn-lt"/>
                  <a:ea typeface="+mn-ea"/>
                  <a:cs typeface="+mn-cs"/>
                </a:defRPr>
              </a:lvl1pPr>
              <a:lvl2pPr marL="742950" indent="-285750" algn="l" rtl="0" eaLnBrk="0" fontAlgn="base" hangingPunct="0">
                <a:spcBef>
                  <a:spcPct val="20000"/>
                </a:spcBef>
                <a:spcAft>
                  <a:spcPct val="0"/>
                </a:spcAft>
                <a:buChar char="–"/>
                <a:defRPr sz="2800">
                  <a:solidFill>
                    <a:srgbClr val="666699"/>
                  </a:solidFill>
                  <a:latin typeface="+mn-lt"/>
                  <a:ea typeface="+mn-ea"/>
                </a:defRPr>
              </a:lvl2pPr>
              <a:lvl3pPr marL="1143000" indent="-228600" algn="l" rtl="0" eaLnBrk="0" fontAlgn="base" hangingPunct="0">
                <a:spcBef>
                  <a:spcPct val="20000"/>
                </a:spcBef>
                <a:spcAft>
                  <a:spcPct val="0"/>
                </a:spcAft>
                <a:buChar char="•"/>
                <a:defRPr sz="2400">
                  <a:solidFill>
                    <a:srgbClr val="666699"/>
                  </a:solidFill>
                  <a:latin typeface="+mn-lt"/>
                  <a:ea typeface="+mn-ea"/>
                </a:defRPr>
              </a:lvl3pPr>
              <a:lvl4pPr marL="1600200" indent="-228600" algn="l" rtl="0" eaLnBrk="0" fontAlgn="base" hangingPunct="0">
                <a:spcBef>
                  <a:spcPct val="20000"/>
                </a:spcBef>
                <a:spcAft>
                  <a:spcPct val="0"/>
                </a:spcAft>
                <a:buChar char="–"/>
                <a:defRPr sz="2000">
                  <a:solidFill>
                    <a:srgbClr val="666699"/>
                  </a:solidFill>
                  <a:latin typeface="+mn-lt"/>
                  <a:ea typeface="+mn-ea"/>
                </a:defRPr>
              </a:lvl4pPr>
              <a:lvl5pPr marL="2057400" indent="-228600" algn="l" rtl="0" eaLnBrk="0" fontAlgn="base" hangingPunct="0">
                <a:spcBef>
                  <a:spcPct val="20000"/>
                </a:spcBef>
                <a:spcAft>
                  <a:spcPct val="0"/>
                </a:spcAft>
                <a:buChar char="»"/>
                <a:defRPr sz="2000">
                  <a:solidFill>
                    <a:srgbClr val="666699"/>
                  </a:solidFill>
                  <a:latin typeface="+mn-lt"/>
                  <a:ea typeface="+mn-ea"/>
                </a:defRPr>
              </a:lvl5pPr>
            </a:lstStyle>
            <a:p>
              <a:pPr marL="0" lvl="0" indent="0" eaLnBrk="1" hangingPunct="1">
                <a:spcBef>
                  <a:spcPct val="50000"/>
                </a:spcBef>
                <a:buNone/>
              </a:pPr>
              <a:r>
                <a:rPr lang="zh-CN" altLang="en-US" sz="2000" dirty="0">
                  <a:solidFill>
                    <a:schemeClr val="tx1"/>
                  </a:solidFill>
                  <a:latin typeface="Tahoma" panose="020B0604030504040204" pitchFamily="34" charset="0"/>
                </a:rPr>
                <a:t>余数r</a:t>
              </a:r>
              <a:r>
                <a:rPr lang="zh-CN" altLang="en-US" sz="2000" baseline="-25000" dirty="0">
                  <a:solidFill>
                    <a:schemeClr val="tx1"/>
                  </a:solidFill>
                  <a:latin typeface="Tahoma" panose="020B0604030504040204" pitchFamily="34" charset="0"/>
                </a:rPr>
                <a:t>0</a:t>
              </a:r>
              <a:r>
                <a:rPr lang="zh-CN" altLang="en-US" sz="2000" dirty="0">
                  <a:solidFill>
                    <a:schemeClr val="tx1"/>
                  </a:solidFill>
                  <a:latin typeface="Tahoma" panose="020B0604030504040204" pitchFamily="34" charset="0"/>
                </a:rPr>
                <a:t>为负</a:t>
              </a:r>
              <a:endParaRPr lang="zh-CN" altLang="en-US" sz="2000" dirty="0">
                <a:solidFill>
                  <a:schemeClr val="tx1"/>
                </a:solidFill>
                <a:latin typeface="Tahoma" panose="020B0604030504040204" pitchFamily="34" charset="0"/>
              </a:endParaRPr>
            </a:p>
          </p:txBody>
        </p:sp>
        <p:sp>
          <p:nvSpPr>
            <p:cNvPr id="53290" name="Text Box 41"/>
            <p:cNvSpPr txBox="1"/>
            <p:nvPr/>
          </p:nvSpPr>
          <p:spPr>
            <a:xfrm>
              <a:off x="3696" y="816"/>
              <a:ext cx="960" cy="250"/>
            </a:xfrm>
            <a:prstGeom prst="rect">
              <a:avLst/>
            </a:prstGeom>
            <a:noFill/>
            <a:ln w="9525">
              <a:noFill/>
            </a:ln>
          </p:spPr>
          <p:txBody>
            <a:bodyPr>
              <a:spAutoFit/>
            </a:bodyPr>
            <a:lstStyle>
              <a:lvl1pPr marL="342900" indent="-342900" algn="l" rtl="0" eaLnBrk="0" fontAlgn="base" hangingPunct="0">
                <a:spcBef>
                  <a:spcPct val="20000"/>
                </a:spcBef>
                <a:spcAft>
                  <a:spcPct val="0"/>
                </a:spcAft>
                <a:buChar char="•"/>
                <a:defRPr sz="3200">
                  <a:solidFill>
                    <a:srgbClr val="666699"/>
                  </a:solidFill>
                  <a:latin typeface="+mn-lt"/>
                  <a:ea typeface="+mn-ea"/>
                  <a:cs typeface="+mn-cs"/>
                </a:defRPr>
              </a:lvl1pPr>
              <a:lvl2pPr marL="742950" indent="-285750" algn="l" rtl="0" eaLnBrk="0" fontAlgn="base" hangingPunct="0">
                <a:spcBef>
                  <a:spcPct val="20000"/>
                </a:spcBef>
                <a:spcAft>
                  <a:spcPct val="0"/>
                </a:spcAft>
                <a:buChar char="–"/>
                <a:defRPr sz="2800">
                  <a:solidFill>
                    <a:srgbClr val="666699"/>
                  </a:solidFill>
                  <a:latin typeface="+mn-lt"/>
                  <a:ea typeface="+mn-ea"/>
                </a:defRPr>
              </a:lvl2pPr>
              <a:lvl3pPr marL="1143000" indent="-228600" algn="l" rtl="0" eaLnBrk="0" fontAlgn="base" hangingPunct="0">
                <a:spcBef>
                  <a:spcPct val="20000"/>
                </a:spcBef>
                <a:spcAft>
                  <a:spcPct val="0"/>
                </a:spcAft>
                <a:buChar char="•"/>
                <a:defRPr sz="2400">
                  <a:solidFill>
                    <a:srgbClr val="666699"/>
                  </a:solidFill>
                  <a:latin typeface="+mn-lt"/>
                  <a:ea typeface="+mn-ea"/>
                </a:defRPr>
              </a:lvl3pPr>
              <a:lvl4pPr marL="1600200" indent="-228600" algn="l" rtl="0" eaLnBrk="0" fontAlgn="base" hangingPunct="0">
                <a:spcBef>
                  <a:spcPct val="20000"/>
                </a:spcBef>
                <a:spcAft>
                  <a:spcPct val="0"/>
                </a:spcAft>
                <a:buChar char="–"/>
                <a:defRPr sz="2000">
                  <a:solidFill>
                    <a:srgbClr val="666699"/>
                  </a:solidFill>
                  <a:latin typeface="+mn-lt"/>
                  <a:ea typeface="+mn-ea"/>
                </a:defRPr>
              </a:lvl4pPr>
              <a:lvl5pPr marL="2057400" indent="-228600" algn="l" rtl="0" eaLnBrk="0" fontAlgn="base" hangingPunct="0">
                <a:spcBef>
                  <a:spcPct val="20000"/>
                </a:spcBef>
                <a:spcAft>
                  <a:spcPct val="0"/>
                </a:spcAft>
                <a:buChar char="»"/>
                <a:defRPr sz="2000">
                  <a:solidFill>
                    <a:srgbClr val="666699"/>
                  </a:solidFill>
                  <a:latin typeface="+mn-lt"/>
                  <a:ea typeface="+mn-ea"/>
                </a:defRPr>
              </a:lvl5pPr>
            </a:lstStyle>
            <a:p>
              <a:pPr marL="0" lvl="0" indent="0" eaLnBrk="1" hangingPunct="1">
                <a:spcBef>
                  <a:spcPct val="50000"/>
                </a:spcBef>
                <a:buNone/>
              </a:pPr>
              <a:r>
                <a:rPr lang="zh-CN" altLang="en-US" sz="2000" dirty="0">
                  <a:solidFill>
                    <a:schemeClr val="tx1"/>
                  </a:solidFill>
                  <a:latin typeface="Tahoma" panose="020B0604030504040204" pitchFamily="34" charset="0"/>
                </a:rPr>
                <a:t>余数r</a:t>
              </a:r>
              <a:r>
                <a:rPr lang="zh-CN" altLang="en-US" sz="2000" baseline="-25000" dirty="0">
                  <a:solidFill>
                    <a:schemeClr val="tx1"/>
                  </a:solidFill>
                  <a:latin typeface="Tahoma" panose="020B0604030504040204" pitchFamily="34" charset="0"/>
                </a:rPr>
                <a:t>1</a:t>
              </a:r>
              <a:r>
                <a:rPr lang="zh-CN" altLang="en-US" sz="2000" dirty="0">
                  <a:solidFill>
                    <a:schemeClr val="tx1"/>
                  </a:solidFill>
                  <a:latin typeface="Tahoma" panose="020B0604030504040204" pitchFamily="34" charset="0"/>
                </a:rPr>
                <a:t>为正</a:t>
              </a:r>
              <a:endParaRPr lang="zh-CN" altLang="en-US" sz="2000" dirty="0">
                <a:solidFill>
                  <a:schemeClr val="tx1"/>
                </a:solidFill>
                <a:latin typeface="Tahoma" panose="020B0604030504040204" pitchFamily="34" charset="0"/>
              </a:endParaRPr>
            </a:p>
          </p:txBody>
        </p:sp>
        <p:sp>
          <p:nvSpPr>
            <p:cNvPr id="53291" name="Text Box 42"/>
            <p:cNvSpPr txBox="1"/>
            <p:nvPr/>
          </p:nvSpPr>
          <p:spPr>
            <a:xfrm>
              <a:off x="3696" y="1248"/>
              <a:ext cx="960" cy="252"/>
            </a:xfrm>
            <a:prstGeom prst="rect">
              <a:avLst/>
            </a:prstGeom>
            <a:noFill/>
            <a:ln w="9525">
              <a:noFill/>
            </a:ln>
          </p:spPr>
          <p:txBody>
            <a:bodyPr>
              <a:spAutoFit/>
            </a:bodyPr>
            <a:lstStyle>
              <a:lvl1pPr marL="342900" indent="-342900" algn="l" rtl="0" eaLnBrk="0" fontAlgn="base" hangingPunct="0">
                <a:spcBef>
                  <a:spcPct val="20000"/>
                </a:spcBef>
                <a:spcAft>
                  <a:spcPct val="0"/>
                </a:spcAft>
                <a:buChar char="•"/>
                <a:defRPr sz="3200">
                  <a:solidFill>
                    <a:srgbClr val="666699"/>
                  </a:solidFill>
                  <a:latin typeface="+mn-lt"/>
                  <a:ea typeface="+mn-ea"/>
                  <a:cs typeface="+mn-cs"/>
                </a:defRPr>
              </a:lvl1pPr>
              <a:lvl2pPr marL="742950" indent="-285750" algn="l" rtl="0" eaLnBrk="0" fontAlgn="base" hangingPunct="0">
                <a:spcBef>
                  <a:spcPct val="20000"/>
                </a:spcBef>
                <a:spcAft>
                  <a:spcPct val="0"/>
                </a:spcAft>
                <a:buChar char="–"/>
                <a:defRPr sz="2800">
                  <a:solidFill>
                    <a:srgbClr val="666699"/>
                  </a:solidFill>
                  <a:latin typeface="+mn-lt"/>
                  <a:ea typeface="+mn-ea"/>
                </a:defRPr>
              </a:lvl2pPr>
              <a:lvl3pPr marL="1143000" indent="-228600" algn="l" rtl="0" eaLnBrk="0" fontAlgn="base" hangingPunct="0">
                <a:spcBef>
                  <a:spcPct val="20000"/>
                </a:spcBef>
                <a:spcAft>
                  <a:spcPct val="0"/>
                </a:spcAft>
                <a:buChar char="•"/>
                <a:defRPr sz="2400">
                  <a:solidFill>
                    <a:srgbClr val="666699"/>
                  </a:solidFill>
                  <a:latin typeface="+mn-lt"/>
                  <a:ea typeface="+mn-ea"/>
                </a:defRPr>
              </a:lvl3pPr>
              <a:lvl4pPr marL="1600200" indent="-228600" algn="l" rtl="0" eaLnBrk="0" fontAlgn="base" hangingPunct="0">
                <a:spcBef>
                  <a:spcPct val="20000"/>
                </a:spcBef>
                <a:spcAft>
                  <a:spcPct val="0"/>
                </a:spcAft>
                <a:buChar char="–"/>
                <a:defRPr sz="2000">
                  <a:solidFill>
                    <a:srgbClr val="666699"/>
                  </a:solidFill>
                  <a:latin typeface="+mn-lt"/>
                  <a:ea typeface="+mn-ea"/>
                </a:defRPr>
              </a:lvl4pPr>
              <a:lvl5pPr marL="2057400" indent="-228600" algn="l" rtl="0" eaLnBrk="0" fontAlgn="base" hangingPunct="0">
                <a:spcBef>
                  <a:spcPct val="20000"/>
                </a:spcBef>
                <a:spcAft>
                  <a:spcPct val="0"/>
                </a:spcAft>
                <a:buChar char="»"/>
                <a:defRPr sz="2000">
                  <a:solidFill>
                    <a:srgbClr val="666699"/>
                  </a:solidFill>
                  <a:latin typeface="+mn-lt"/>
                  <a:ea typeface="+mn-ea"/>
                </a:defRPr>
              </a:lvl5pPr>
            </a:lstStyle>
            <a:p>
              <a:pPr marL="0" lvl="0" indent="0" eaLnBrk="1" hangingPunct="1">
                <a:spcBef>
                  <a:spcPct val="50000"/>
                </a:spcBef>
                <a:buNone/>
              </a:pPr>
              <a:r>
                <a:rPr lang="zh-CN" altLang="en-US" sz="2000" dirty="0">
                  <a:solidFill>
                    <a:schemeClr val="tx1"/>
                  </a:solidFill>
                  <a:latin typeface="Tahoma" panose="020B0604030504040204" pitchFamily="34" charset="0"/>
                </a:rPr>
                <a:t>余数r</a:t>
              </a:r>
              <a:r>
                <a:rPr lang="zh-CN" altLang="en-US" sz="2000" baseline="-25000" dirty="0">
                  <a:solidFill>
                    <a:schemeClr val="tx1"/>
                  </a:solidFill>
                  <a:latin typeface="Tahoma" panose="020B0604030504040204" pitchFamily="34" charset="0"/>
                </a:rPr>
                <a:t>2</a:t>
              </a:r>
              <a:r>
                <a:rPr lang="zh-CN" altLang="en-US" sz="2000" dirty="0">
                  <a:solidFill>
                    <a:schemeClr val="tx1"/>
                  </a:solidFill>
                  <a:latin typeface="Tahoma" panose="020B0604030504040204" pitchFamily="34" charset="0"/>
                </a:rPr>
                <a:t>为正</a:t>
              </a:r>
              <a:endParaRPr lang="zh-CN" altLang="en-US" sz="2000" dirty="0">
                <a:solidFill>
                  <a:schemeClr val="tx1"/>
                </a:solidFill>
                <a:latin typeface="Tahoma" panose="020B0604030504040204" pitchFamily="34" charset="0"/>
              </a:endParaRPr>
            </a:p>
          </p:txBody>
        </p:sp>
        <p:sp>
          <p:nvSpPr>
            <p:cNvPr id="53292" name="Text Box 43"/>
            <p:cNvSpPr txBox="1"/>
            <p:nvPr/>
          </p:nvSpPr>
          <p:spPr>
            <a:xfrm>
              <a:off x="3696" y="1776"/>
              <a:ext cx="960" cy="250"/>
            </a:xfrm>
            <a:prstGeom prst="rect">
              <a:avLst/>
            </a:prstGeom>
            <a:noFill/>
            <a:ln w="9525">
              <a:noFill/>
            </a:ln>
          </p:spPr>
          <p:txBody>
            <a:bodyPr>
              <a:spAutoFit/>
            </a:bodyPr>
            <a:lstStyle>
              <a:lvl1pPr marL="342900" indent="-342900" algn="l" rtl="0" eaLnBrk="0" fontAlgn="base" hangingPunct="0">
                <a:spcBef>
                  <a:spcPct val="20000"/>
                </a:spcBef>
                <a:spcAft>
                  <a:spcPct val="0"/>
                </a:spcAft>
                <a:buChar char="•"/>
                <a:defRPr sz="3200">
                  <a:solidFill>
                    <a:srgbClr val="666699"/>
                  </a:solidFill>
                  <a:latin typeface="+mn-lt"/>
                  <a:ea typeface="+mn-ea"/>
                  <a:cs typeface="+mn-cs"/>
                </a:defRPr>
              </a:lvl1pPr>
              <a:lvl2pPr marL="742950" indent="-285750" algn="l" rtl="0" eaLnBrk="0" fontAlgn="base" hangingPunct="0">
                <a:spcBef>
                  <a:spcPct val="20000"/>
                </a:spcBef>
                <a:spcAft>
                  <a:spcPct val="0"/>
                </a:spcAft>
                <a:buChar char="–"/>
                <a:defRPr sz="2800">
                  <a:solidFill>
                    <a:srgbClr val="666699"/>
                  </a:solidFill>
                  <a:latin typeface="+mn-lt"/>
                  <a:ea typeface="+mn-ea"/>
                </a:defRPr>
              </a:lvl2pPr>
              <a:lvl3pPr marL="1143000" indent="-228600" algn="l" rtl="0" eaLnBrk="0" fontAlgn="base" hangingPunct="0">
                <a:spcBef>
                  <a:spcPct val="20000"/>
                </a:spcBef>
                <a:spcAft>
                  <a:spcPct val="0"/>
                </a:spcAft>
                <a:buChar char="•"/>
                <a:defRPr sz="2400">
                  <a:solidFill>
                    <a:srgbClr val="666699"/>
                  </a:solidFill>
                  <a:latin typeface="+mn-lt"/>
                  <a:ea typeface="+mn-ea"/>
                </a:defRPr>
              </a:lvl3pPr>
              <a:lvl4pPr marL="1600200" indent="-228600" algn="l" rtl="0" eaLnBrk="0" fontAlgn="base" hangingPunct="0">
                <a:spcBef>
                  <a:spcPct val="20000"/>
                </a:spcBef>
                <a:spcAft>
                  <a:spcPct val="0"/>
                </a:spcAft>
                <a:buChar char="–"/>
                <a:defRPr sz="2000">
                  <a:solidFill>
                    <a:srgbClr val="666699"/>
                  </a:solidFill>
                  <a:latin typeface="+mn-lt"/>
                  <a:ea typeface="+mn-ea"/>
                </a:defRPr>
              </a:lvl4pPr>
              <a:lvl5pPr marL="2057400" indent="-228600" algn="l" rtl="0" eaLnBrk="0" fontAlgn="base" hangingPunct="0">
                <a:spcBef>
                  <a:spcPct val="20000"/>
                </a:spcBef>
                <a:spcAft>
                  <a:spcPct val="0"/>
                </a:spcAft>
                <a:buChar char="»"/>
                <a:defRPr sz="2000">
                  <a:solidFill>
                    <a:srgbClr val="666699"/>
                  </a:solidFill>
                  <a:latin typeface="+mn-lt"/>
                  <a:ea typeface="+mn-ea"/>
                </a:defRPr>
              </a:lvl5pPr>
            </a:lstStyle>
            <a:p>
              <a:pPr marL="0" lvl="0" indent="0" eaLnBrk="1" hangingPunct="1">
                <a:spcBef>
                  <a:spcPct val="50000"/>
                </a:spcBef>
                <a:buNone/>
              </a:pPr>
              <a:r>
                <a:rPr lang="zh-CN" altLang="en-US" sz="2000" dirty="0">
                  <a:solidFill>
                    <a:schemeClr val="tx1"/>
                  </a:solidFill>
                  <a:latin typeface="Tahoma" panose="020B0604030504040204" pitchFamily="34" charset="0"/>
                </a:rPr>
                <a:t>余数r</a:t>
              </a:r>
              <a:r>
                <a:rPr lang="zh-CN" altLang="en-US" sz="2000" baseline="-25000" dirty="0">
                  <a:solidFill>
                    <a:schemeClr val="tx1"/>
                  </a:solidFill>
                  <a:latin typeface="Tahoma" panose="020B0604030504040204" pitchFamily="34" charset="0"/>
                </a:rPr>
                <a:t>3</a:t>
              </a:r>
              <a:r>
                <a:rPr lang="zh-CN" altLang="en-US" sz="2000" dirty="0">
                  <a:solidFill>
                    <a:schemeClr val="tx1"/>
                  </a:solidFill>
                  <a:latin typeface="Tahoma" panose="020B0604030504040204" pitchFamily="34" charset="0"/>
                </a:rPr>
                <a:t>为负</a:t>
              </a:r>
              <a:endParaRPr lang="zh-CN" altLang="en-US" sz="2000" dirty="0">
                <a:solidFill>
                  <a:schemeClr val="tx1"/>
                </a:solidFill>
                <a:latin typeface="Tahoma" panose="020B0604030504040204" pitchFamily="34" charset="0"/>
              </a:endParaRPr>
            </a:p>
          </p:txBody>
        </p:sp>
        <p:sp>
          <p:nvSpPr>
            <p:cNvPr id="53293" name="Text Box 44"/>
            <p:cNvSpPr txBox="1"/>
            <p:nvPr/>
          </p:nvSpPr>
          <p:spPr>
            <a:xfrm>
              <a:off x="3696" y="2304"/>
              <a:ext cx="960" cy="250"/>
            </a:xfrm>
            <a:prstGeom prst="rect">
              <a:avLst/>
            </a:prstGeom>
            <a:noFill/>
            <a:ln w="9525">
              <a:noFill/>
            </a:ln>
          </p:spPr>
          <p:txBody>
            <a:bodyPr>
              <a:spAutoFit/>
            </a:bodyPr>
            <a:lstStyle>
              <a:lvl1pPr marL="342900" indent="-342900" algn="l" rtl="0" eaLnBrk="0" fontAlgn="base" hangingPunct="0">
                <a:spcBef>
                  <a:spcPct val="20000"/>
                </a:spcBef>
                <a:spcAft>
                  <a:spcPct val="0"/>
                </a:spcAft>
                <a:buChar char="•"/>
                <a:defRPr sz="3200">
                  <a:solidFill>
                    <a:srgbClr val="666699"/>
                  </a:solidFill>
                  <a:latin typeface="+mn-lt"/>
                  <a:ea typeface="+mn-ea"/>
                  <a:cs typeface="+mn-cs"/>
                </a:defRPr>
              </a:lvl1pPr>
              <a:lvl2pPr marL="742950" indent="-285750" algn="l" rtl="0" eaLnBrk="0" fontAlgn="base" hangingPunct="0">
                <a:spcBef>
                  <a:spcPct val="20000"/>
                </a:spcBef>
                <a:spcAft>
                  <a:spcPct val="0"/>
                </a:spcAft>
                <a:buChar char="–"/>
                <a:defRPr sz="2800">
                  <a:solidFill>
                    <a:srgbClr val="666699"/>
                  </a:solidFill>
                  <a:latin typeface="+mn-lt"/>
                  <a:ea typeface="+mn-ea"/>
                </a:defRPr>
              </a:lvl2pPr>
              <a:lvl3pPr marL="1143000" indent="-228600" algn="l" rtl="0" eaLnBrk="0" fontAlgn="base" hangingPunct="0">
                <a:spcBef>
                  <a:spcPct val="20000"/>
                </a:spcBef>
                <a:spcAft>
                  <a:spcPct val="0"/>
                </a:spcAft>
                <a:buChar char="•"/>
                <a:defRPr sz="2400">
                  <a:solidFill>
                    <a:srgbClr val="666699"/>
                  </a:solidFill>
                  <a:latin typeface="+mn-lt"/>
                  <a:ea typeface="+mn-ea"/>
                </a:defRPr>
              </a:lvl3pPr>
              <a:lvl4pPr marL="1600200" indent="-228600" algn="l" rtl="0" eaLnBrk="0" fontAlgn="base" hangingPunct="0">
                <a:spcBef>
                  <a:spcPct val="20000"/>
                </a:spcBef>
                <a:spcAft>
                  <a:spcPct val="0"/>
                </a:spcAft>
                <a:buChar char="–"/>
                <a:defRPr sz="2000">
                  <a:solidFill>
                    <a:srgbClr val="666699"/>
                  </a:solidFill>
                  <a:latin typeface="+mn-lt"/>
                  <a:ea typeface="+mn-ea"/>
                </a:defRPr>
              </a:lvl4pPr>
              <a:lvl5pPr marL="2057400" indent="-228600" algn="l" rtl="0" eaLnBrk="0" fontAlgn="base" hangingPunct="0">
                <a:spcBef>
                  <a:spcPct val="20000"/>
                </a:spcBef>
                <a:spcAft>
                  <a:spcPct val="0"/>
                </a:spcAft>
                <a:buChar char="»"/>
                <a:defRPr sz="2000">
                  <a:solidFill>
                    <a:srgbClr val="666699"/>
                  </a:solidFill>
                  <a:latin typeface="+mn-lt"/>
                  <a:ea typeface="+mn-ea"/>
                </a:defRPr>
              </a:lvl5pPr>
            </a:lstStyle>
            <a:p>
              <a:pPr marL="0" lvl="0" indent="0" eaLnBrk="1" hangingPunct="1">
                <a:spcBef>
                  <a:spcPct val="50000"/>
                </a:spcBef>
                <a:buNone/>
              </a:pPr>
              <a:r>
                <a:rPr lang="zh-CN" altLang="en-US" sz="2000" dirty="0">
                  <a:solidFill>
                    <a:schemeClr val="tx1"/>
                  </a:solidFill>
                  <a:latin typeface="Tahoma" panose="020B0604030504040204" pitchFamily="34" charset="0"/>
                </a:rPr>
                <a:t>余数r</a:t>
              </a:r>
              <a:r>
                <a:rPr lang="zh-CN" altLang="en-US" sz="2000" baseline="-25000" dirty="0">
                  <a:solidFill>
                    <a:schemeClr val="tx1"/>
                  </a:solidFill>
                  <a:latin typeface="Tahoma" panose="020B0604030504040204" pitchFamily="34" charset="0"/>
                </a:rPr>
                <a:t>4</a:t>
              </a:r>
              <a:r>
                <a:rPr lang="zh-CN" altLang="en-US" sz="2000" dirty="0">
                  <a:solidFill>
                    <a:schemeClr val="tx1"/>
                  </a:solidFill>
                  <a:latin typeface="Tahoma" panose="020B0604030504040204" pitchFamily="34" charset="0"/>
                </a:rPr>
                <a:t>为正</a:t>
              </a:r>
              <a:endParaRPr lang="zh-CN" altLang="en-US" sz="2000" dirty="0">
                <a:solidFill>
                  <a:schemeClr val="tx1"/>
                </a:solidFill>
                <a:latin typeface="Tahoma" panose="020B0604030504040204" pitchFamily="34" charset="0"/>
              </a:endParaRPr>
            </a:p>
          </p:txBody>
        </p:sp>
        <p:sp>
          <p:nvSpPr>
            <p:cNvPr id="53294" name="Text Box 45"/>
            <p:cNvSpPr txBox="1"/>
            <p:nvPr/>
          </p:nvSpPr>
          <p:spPr>
            <a:xfrm>
              <a:off x="3696" y="480"/>
              <a:ext cx="1392" cy="252"/>
            </a:xfrm>
            <a:prstGeom prst="rect">
              <a:avLst/>
            </a:prstGeom>
            <a:noFill/>
            <a:ln w="9525">
              <a:noFill/>
            </a:ln>
          </p:spPr>
          <p:txBody>
            <a:bodyPr>
              <a:spAutoFit/>
            </a:bodyPr>
            <a:lstStyle>
              <a:lvl1pPr marL="342900" indent="-342900" algn="l" rtl="0" eaLnBrk="0" fontAlgn="base" hangingPunct="0">
                <a:spcBef>
                  <a:spcPct val="20000"/>
                </a:spcBef>
                <a:spcAft>
                  <a:spcPct val="0"/>
                </a:spcAft>
                <a:buChar char="•"/>
                <a:defRPr sz="3200">
                  <a:solidFill>
                    <a:srgbClr val="666699"/>
                  </a:solidFill>
                  <a:latin typeface="+mn-lt"/>
                  <a:ea typeface="+mn-ea"/>
                  <a:cs typeface="+mn-cs"/>
                </a:defRPr>
              </a:lvl1pPr>
              <a:lvl2pPr marL="742950" indent="-285750" algn="l" rtl="0" eaLnBrk="0" fontAlgn="base" hangingPunct="0">
                <a:spcBef>
                  <a:spcPct val="20000"/>
                </a:spcBef>
                <a:spcAft>
                  <a:spcPct val="0"/>
                </a:spcAft>
                <a:buChar char="–"/>
                <a:defRPr sz="2800">
                  <a:solidFill>
                    <a:srgbClr val="666699"/>
                  </a:solidFill>
                  <a:latin typeface="+mn-lt"/>
                  <a:ea typeface="+mn-ea"/>
                </a:defRPr>
              </a:lvl2pPr>
              <a:lvl3pPr marL="1143000" indent="-228600" algn="l" rtl="0" eaLnBrk="0" fontAlgn="base" hangingPunct="0">
                <a:spcBef>
                  <a:spcPct val="20000"/>
                </a:spcBef>
                <a:spcAft>
                  <a:spcPct val="0"/>
                </a:spcAft>
                <a:buChar char="•"/>
                <a:defRPr sz="2400">
                  <a:solidFill>
                    <a:srgbClr val="666699"/>
                  </a:solidFill>
                  <a:latin typeface="+mn-lt"/>
                  <a:ea typeface="+mn-ea"/>
                </a:defRPr>
              </a:lvl3pPr>
              <a:lvl4pPr marL="1600200" indent="-228600" algn="l" rtl="0" eaLnBrk="0" fontAlgn="base" hangingPunct="0">
                <a:spcBef>
                  <a:spcPct val="20000"/>
                </a:spcBef>
                <a:spcAft>
                  <a:spcPct val="0"/>
                </a:spcAft>
                <a:buChar char="–"/>
                <a:defRPr sz="2000">
                  <a:solidFill>
                    <a:srgbClr val="666699"/>
                  </a:solidFill>
                  <a:latin typeface="+mn-lt"/>
                  <a:ea typeface="+mn-ea"/>
                </a:defRPr>
              </a:lvl4pPr>
              <a:lvl5pPr marL="2057400" indent="-228600" algn="l" rtl="0" eaLnBrk="0" fontAlgn="base" hangingPunct="0">
                <a:spcBef>
                  <a:spcPct val="20000"/>
                </a:spcBef>
                <a:spcAft>
                  <a:spcPct val="0"/>
                </a:spcAft>
                <a:buChar char="»"/>
                <a:defRPr sz="2000">
                  <a:solidFill>
                    <a:srgbClr val="666699"/>
                  </a:solidFill>
                  <a:latin typeface="+mn-lt"/>
                  <a:ea typeface="+mn-ea"/>
                </a:defRPr>
              </a:lvl5pPr>
            </a:lstStyle>
            <a:p>
              <a:pPr marL="0" lvl="0" indent="0" eaLnBrk="1" hangingPunct="1">
                <a:spcBef>
                  <a:spcPct val="50000"/>
                </a:spcBef>
                <a:buNone/>
              </a:pPr>
              <a:r>
                <a:rPr lang="zh-CN" altLang="en-US" sz="2000" dirty="0">
                  <a:solidFill>
                    <a:schemeClr val="tx1"/>
                  </a:solidFill>
                  <a:latin typeface="Tahoma" panose="020B0604030504040204" pitchFamily="34" charset="0"/>
                </a:rPr>
                <a:t>商0,r和q左移一位</a:t>
              </a:r>
              <a:endParaRPr lang="zh-CN" altLang="en-US" sz="2000" dirty="0">
                <a:solidFill>
                  <a:schemeClr val="tx1"/>
                </a:solidFill>
                <a:latin typeface="Tahoma" panose="020B0604030504040204" pitchFamily="34" charset="0"/>
              </a:endParaRPr>
            </a:p>
          </p:txBody>
        </p:sp>
        <p:sp>
          <p:nvSpPr>
            <p:cNvPr id="53295" name="Text Box 46"/>
            <p:cNvSpPr txBox="1"/>
            <p:nvPr/>
          </p:nvSpPr>
          <p:spPr>
            <a:xfrm>
              <a:off x="3696" y="960"/>
              <a:ext cx="1392" cy="250"/>
            </a:xfrm>
            <a:prstGeom prst="rect">
              <a:avLst/>
            </a:prstGeom>
            <a:noFill/>
            <a:ln w="9525">
              <a:noFill/>
            </a:ln>
          </p:spPr>
          <p:txBody>
            <a:bodyPr>
              <a:spAutoFit/>
            </a:bodyPr>
            <a:lstStyle>
              <a:lvl1pPr marL="342900" indent="-342900" algn="l" rtl="0" eaLnBrk="0" fontAlgn="base" hangingPunct="0">
                <a:spcBef>
                  <a:spcPct val="20000"/>
                </a:spcBef>
                <a:spcAft>
                  <a:spcPct val="0"/>
                </a:spcAft>
                <a:buChar char="•"/>
                <a:defRPr sz="3200">
                  <a:solidFill>
                    <a:srgbClr val="666699"/>
                  </a:solidFill>
                  <a:latin typeface="+mn-lt"/>
                  <a:ea typeface="+mn-ea"/>
                  <a:cs typeface="+mn-cs"/>
                </a:defRPr>
              </a:lvl1pPr>
              <a:lvl2pPr marL="742950" indent="-285750" algn="l" rtl="0" eaLnBrk="0" fontAlgn="base" hangingPunct="0">
                <a:spcBef>
                  <a:spcPct val="20000"/>
                </a:spcBef>
                <a:spcAft>
                  <a:spcPct val="0"/>
                </a:spcAft>
                <a:buChar char="–"/>
                <a:defRPr sz="2800">
                  <a:solidFill>
                    <a:srgbClr val="666699"/>
                  </a:solidFill>
                  <a:latin typeface="+mn-lt"/>
                  <a:ea typeface="+mn-ea"/>
                </a:defRPr>
              </a:lvl2pPr>
              <a:lvl3pPr marL="1143000" indent="-228600" algn="l" rtl="0" eaLnBrk="0" fontAlgn="base" hangingPunct="0">
                <a:spcBef>
                  <a:spcPct val="20000"/>
                </a:spcBef>
                <a:spcAft>
                  <a:spcPct val="0"/>
                </a:spcAft>
                <a:buChar char="•"/>
                <a:defRPr sz="2400">
                  <a:solidFill>
                    <a:srgbClr val="666699"/>
                  </a:solidFill>
                  <a:latin typeface="+mn-lt"/>
                  <a:ea typeface="+mn-ea"/>
                </a:defRPr>
              </a:lvl3pPr>
              <a:lvl4pPr marL="1600200" indent="-228600" algn="l" rtl="0" eaLnBrk="0" fontAlgn="base" hangingPunct="0">
                <a:spcBef>
                  <a:spcPct val="20000"/>
                </a:spcBef>
                <a:spcAft>
                  <a:spcPct val="0"/>
                </a:spcAft>
                <a:buChar char="–"/>
                <a:defRPr sz="2000">
                  <a:solidFill>
                    <a:srgbClr val="666699"/>
                  </a:solidFill>
                  <a:latin typeface="+mn-lt"/>
                  <a:ea typeface="+mn-ea"/>
                </a:defRPr>
              </a:lvl4pPr>
              <a:lvl5pPr marL="2057400" indent="-228600" algn="l" rtl="0" eaLnBrk="0" fontAlgn="base" hangingPunct="0">
                <a:spcBef>
                  <a:spcPct val="20000"/>
                </a:spcBef>
                <a:spcAft>
                  <a:spcPct val="0"/>
                </a:spcAft>
                <a:buChar char="»"/>
                <a:defRPr sz="2000">
                  <a:solidFill>
                    <a:srgbClr val="666699"/>
                  </a:solidFill>
                  <a:latin typeface="+mn-lt"/>
                  <a:ea typeface="+mn-ea"/>
                </a:defRPr>
              </a:lvl5pPr>
            </a:lstStyle>
            <a:p>
              <a:pPr marL="0" lvl="0" indent="0" eaLnBrk="1" hangingPunct="1">
                <a:spcBef>
                  <a:spcPct val="50000"/>
                </a:spcBef>
                <a:buNone/>
              </a:pPr>
              <a:r>
                <a:rPr lang="zh-CN" altLang="en-US" sz="2000" dirty="0">
                  <a:solidFill>
                    <a:schemeClr val="tx1"/>
                  </a:solidFill>
                  <a:latin typeface="Tahoma" panose="020B0604030504040204" pitchFamily="34" charset="0"/>
                </a:rPr>
                <a:t>商1,r和q左移一位</a:t>
              </a:r>
              <a:endParaRPr lang="zh-CN" altLang="en-US" sz="2000" dirty="0">
                <a:solidFill>
                  <a:schemeClr val="tx1"/>
                </a:solidFill>
                <a:latin typeface="Tahoma" panose="020B0604030504040204" pitchFamily="34" charset="0"/>
              </a:endParaRPr>
            </a:p>
          </p:txBody>
        </p:sp>
        <p:sp>
          <p:nvSpPr>
            <p:cNvPr id="53296" name="Text Box 47"/>
            <p:cNvSpPr txBox="1"/>
            <p:nvPr/>
          </p:nvSpPr>
          <p:spPr>
            <a:xfrm>
              <a:off x="3696" y="1440"/>
              <a:ext cx="1392" cy="252"/>
            </a:xfrm>
            <a:prstGeom prst="rect">
              <a:avLst/>
            </a:prstGeom>
            <a:noFill/>
            <a:ln w="9525">
              <a:noFill/>
            </a:ln>
          </p:spPr>
          <p:txBody>
            <a:bodyPr>
              <a:spAutoFit/>
            </a:bodyPr>
            <a:lstStyle>
              <a:lvl1pPr marL="342900" indent="-342900" algn="l" rtl="0" eaLnBrk="0" fontAlgn="base" hangingPunct="0">
                <a:spcBef>
                  <a:spcPct val="20000"/>
                </a:spcBef>
                <a:spcAft>
                  <a:spcPct val="0"/>
                </a:spcAft>
                <a:buChar char="•"/>
                <a:defRPr sz="3200">
                  <a:solidFill>
                    <a:srgbClr val="666699"/>
                  </a:solidFill>
                  <a:latin typeface="+mn-lt"/>
                  <a:ea typeface="+mn-ea"/>
                  <a:cs typeface="+mn-cs"/>
                </a:defRPr>
              </a:lvl1pPr>
              <a:lvl2pPr marL="742950" indent="-285750" algn="l" rtl="0" eaLnBrk="0" fontAlgn="base" hangingPunct="0">
                <a:spcBef>
                  <a:spcPct val="20000"/>
                </a:spcBef>
                <a:spcAft>
                  <a:spcPct val="0"/>
                </a:spcAft>
                <a:buChar char="–"/>
                <a:defRPr sz="2800">
                  <a:solidFill>
                    <a:srgbClr val="666699"/>
                  </a:solidFill>
                  <a:latin typeface="+mn-lt"/>
                  <a:ea typeface="+mn-ea"/>
                </a:defRPr>
              </a:lvl2pPr>
              <a:lvl3pPr marL="1143000" indent="-228600" algn="l" rtl="0" eaLnBrk="0" fontAlgn="base" hangingPunct="0">
                <a:spcBef>
                  <a:spcPct val="20000"/>
                </a:spcBef>
                <a:spcAft>
                  <a:spcPct val="0"/>
                </a:spcAft>
                <a:buChar char="•"/>
                <a:defRPr sz="2400">
                  <a:solidFill>
                    <a:srgbClr val="666699"/>
                  </a:solidFill>
                  <a:latin typeface="+mn-lt"/>
                  <a:ea typeface="+mn-ea"/>
                </a:defRPr>
              </a:lvl3pPr>
              <a:lvl4pPr marL="1600200" indent="-228600" algn="l" rtl="0" eaLnBrk="0" fontAlgn="base" hangingPunct="0">
                <a:spcBef>
                  <a:spcPct val="20000"/>
                </a:spcBef>
                <a:spcAft>
                  <a:spcPct val="0"/>
                </a:spcAft>
                <a:buChar char="–"/>
                <a:defRPr sz="2000">
                  <a:solidFill>
                    <a:srgbClr val="666699"/>
                  </a:solidFill>
                  <a:latin typeface="+mn-lt"/>
                  <a:ea typeface="+mn-ea"/>
                </a:defRPr>
              </a:lvl4pPr>
              <a:lvl5pPr marL="2057400" indent="-228600" algn="l" rtl="0" eaLnBrk="0" fontAlgn="base" hangingPunct="0">
                <a:spcBef>
                  <a:spcPct val="20000"/>
                </a:spcBef>
                <a:spcAft>
                  <a:spcPct val="0"/>
                </a:spcAft>
                <a:buChar char="»"/>
                <a:defRPr sz="2000">
                  <a:solidFill>
                    <a:srgbClr val="666699"/>
                  </a:solidFill>
                  <a:latin typeface="+mn-lt"/>
                  <a:ea typeface="+mn-ea"/>
                </a:defRPr>
              </a:lvl5pPr>
            </a:lstStyle>
            <a:p>
              <a:pPr marL="0" lvl="0" indent="0" eaLnBrk="1" hangingPunct="1">
                <a:spcBef>
                  <a:spcPct val="50000"/>
                </a:spcBef>
                <a:buNone/>
              </a:pPr>
              <a:r>
                <a:rPr lang="zh-CN" altLang="en-US" sz="2000" dirty="0">
                  <a:solidFill>
                    <a:schemeClr val="tx1"/>
                  </a:solidFill>
                  <a:latin typeface="Tahoma" panose="020B0604030504040204" pitchFamily="34" charset="0"/>
                </a:rPr>
                <a:t>商1,r和q左移一位</a:t>
              </a:r>
              <a:endParaRPr lang="zh-CN" altLang="en-US" sz="2000" dirty="0">
                <a:solidFill>
                  <a:schemeClr val="tx1"/>
                </a:solidFill>
                <a:latin typeface="Tahoma" panose="020B0604030504040204" pitchFamily="34" charset="0"/>
              </a:endParaRPr>
            </a:p>
          </p:txBody>
        </p:sp>
        <p:sp>
          <p:nvSpPr>
            <p:cNvPr id="53297" name="Text Box 48"/>
            <p:cNvSpPr txBox="1"/>
            <p:nvPr/>
          </p:nvSpPr>
          <p:spPr>
            <a:xfrm>
              <a:off x="3696" y="1920"/>
              <a:ext cx="1392" cy="250"/>
            </a:xfrm>
            <a:prstGeom prst="rect">
              <a:avLst/>
            </a:prstGeom>
            <a:noFill/>
            <a:ln w="9525">
              <a:noFill/>
            </a:ln>
          </p:spPr>
          <p:txBody>
            <a:bodyPr>
              <a:spAutoFit/>
            </a:bodyPr>
            <a:lstStyle>
              <a:lvl1pPr marL="342900" indent="-342900" algn="l" rtl="0" eaLnBrk="0" fontAlgn="base" hangingPunct="0">
                <a:spcBef>
                  <a:spcPct val="20000"/>
                </a:spcBef>
                <a:spcAft>
                  <a:spcPct val="0"/>
                </a:spcAft>
                <a:buChar char="•"/>
                <a:defRPr sz="3200">
                  <a:solidFill>
                    <a:srgbClr val="666699"/>
                  </a:solidFill>
                  <a:latin typeface="+mn-lt"/>
                  <a:ea typeface="+mn-ea"/>
                  <a:cs typeface="+mn-cs"/>
                </a:defRPr>
              </a:lvl1pPr>
              <a:lvl2pPr marL="742950" indent="-285750" algn="l" rtl="0" eaLnBrk="0" fontAlgn="base" hangingPunct="0">
                <a:spcBef>
                  <a:spcPct val="20000"/>
                </a:spcBef>
                <a:spcAft>
                  <a:spcPct val="0"/>
                </a:spcAft>
                <a:buChar char="–"/>
                <a:defRPr sz="2800">
                  <a:solidFill>
                    <a:srgbClr val="666699"/>
                  </a:solidFill>
                  <a:latin typeface="+mn-lt"/>
                  <a:ea typeface="+mn-ea"/>
                </a:defRPr>
              </a:lvl2pPr>
              <a:lvl3pPr marL="1143000" indent="-228600" algn="l" rtl="0" eaLnBrk="0" fontAlgn="base" hangingPunct="0">
                <a:spcBef>
                  <a:spcPct val="20000"/>
                </a:spcBef>
                <a:spcAft>
                  <a:spcPct val="0"/>
                </a:spcAft>
                <a:buChar char="•"/>
                <a:defRPr sz="2400">
                  <a:solidFill>
                    <a:srgbClr val="666699"/>
                  </a:solidFill>
                  <a:latin typeface="+mn-lt"/>
                  <a:ea typeface="+mn-ea"/>
                </a:defRPr>
              </a:lvl3pPr>
              <a:lvl4pPr marL="1600200" indent="-228600" algn="l" rtl="0" eaLnBrk="0" fontAlgn="base" hangingPunct="0">
                <a:spcBef>
                  <a:spcPct val="20000"/>
                </a:spcBef>
                <a:spcAft>
                  <a:spcPct val="0"/>
                </a:spcAft>
                <a:buChar char="–"/>
                <a:defRPr sz="2000">
                  <a:solidFill>
                    <a:srgbClr val="666699"/>
                  </a:solidFill>
                  <a:latin typeface="+mn-lt"/>
                  <a:ea typeface="+mn-ea"/>
                </a:defRPr>
              </a:lvl4pPr>
              <a:lvl5pPr marL="2057400" indent="-228600" algn="l" rtl="0" eaLnBrk="0" fontAlgn="base" hangingPunct="0">
                <a:spcBef>
                  <a:spcPct val="20000"/>
                </a:spcBef>
                <a:spcAft>
                  <a:spcPct val="0"/>
                </a:spcAft>
                <a:buChar char="»"/>
                <a:defRPr sz="2000">
                  <a:solidFill>
                    <a:srgbClr val="666699"/>
                  </a:solidFill>
                  <a:latin typeface="+mn-lt"/>
                  <a:ea typeface="+mn-ea"/>
                </a:defRPr>
              </a:lvl5pPr>
            </a:lstStyle>
            <a:p>
              <a:pPr marL="0" lvl="0" indent="0" eaLnBrk="1" hangingPunct="1">
                <a:spcBef>
                  <a:spcPct val="50000"/>
                </a:spcBef>
                <a:buNone/>
              </a:pPr>
              <a:r>
                <a:rPr lang="zh-CN" altLang="en-US" sz="2000" dirty="0">
                  <a:solidFill>
                    <a:schemeClr val="tx1"/>
                  </a:solidFill>
                  <a:latin typeface="Tahoma" panose="020B0604030504040204" pitchFamily="34" charset="0"/>
                </a:rPr>
                <a:t>商0,r和q左移一位</a:t>
              </a:r>
              <a:endParaRPr lang="zh-CN" altLang="en-US" sz="2000" dirty="0">
                <a:solidFill>
                  <a:schemeClr val="tx1"/>
                </a:solidFill>
                <a:latin typeface="Tahoma" panose="020B0604030504040204" pitchFamily="34" charset="0"/>
              </a:endParaRPr>
            </a:p>
          </p:txBody>
        </p:sp>
        <p:sp>
          <p:nvSpPr>
            <p:cNvPr id="53298" name="Text Box 49"/>
            <p:cNvSpPr txBox="1"/>
            <p:nvPr/>
          </p:nvSpPr>
          <p:spPr>
            <a:xfrm>
              <a:off x="3696" y="624"/>
              <a:ext cx="864" cy="250"/>
            </a:xfrm>
            <a:prstGeom prst="rect">
              <a:avLst/>
            </a:prstGeom>
            <a:noFill/>
            <a:ln w="9525">
              <a:noFill/>
            </a:ln>
          </p:spPr>
          <p:txBody>
            <a:bodyPr>
              <a:spAutoFit/>
            </a:bodyPr>
            <a:lstStyle>
              <a:lvl1pPr marL="342900" indent="-342900" algn="l" rtl="0" eaLnBrk="0" fontAlgn="base" hangingPunct="0">
                <a:spcBef>
                  <a:spcPct val="20000"/>
                </a:spcBef>
                <a:spcAft>
                  <a:spcPct val="0"/>
                </a:spcAft>
                <a:buChar char="•"/>
                <a:defRPr sz="3200">
                  <a:solidFill>
                    <a:srgbClr val="666699"/>
                  </a:solidFill>
                  <a:latin typeface="+mn-lt"/>
                  <a:ea typeface="+mn-ea"/>
                  <a:cs typeface="+mn-cs"/>
                </a:defRPr>
              </a:lvl1pPr>
              <a:lvl2pPr marL="742950" indent="-285750" algn="l" rtl="0" eaLnBrk="0" fontAlgn="base" hangingPunct="0">
                <a:spcBef>
                  <a:spcPct val="20000"/>
                </a:spcBef>
                <a:spcAft>
                  <a:spcPct val="0"/>
                </a:spcAft>
                <a:buChar char="–"/>
                <a:defRPr sz="2800">
                  <a:solidFill>
                    <a:srgbClr val="666699"/>
                  </a:solidFill>
                  <a:latin typeface="+mn-lt"/>
                  <a:ea typeface="+mn-ea"/>
                </a:defRPr>
              </a:lvl2pPr>
              <a:lvl3pPr marL="1143000" indent="-228600" algn="l" rtl="0" eaLnBrk="0" fontAlgn="base" hangingPunct="0">
                <a:spcBef>
                  <a:spcPct val="20000"/>
                </a:spcBef>
                <a:spcAft>
                  <a:spcPct val="0"/>
                </a:spcAft>
                <a:buChar char="•"/>
                <a:defRPr sz="2400">
                  <a:solidFill>
                    <a:srgbClr val="666699"/>
                  </a:solidFill>
                  <a:latin typeface="+mn-lt"/>
                  <a:ea typeface="+mn-ea"/>
                </a:defRPr>
              </a:lvl3pPr>
              <a:lvl4pPr marL="1600200" indent="-228600" algn="l" rtl="0" eaLnBrk="0" fontAlgn="base" hangingPunct="0">
                <a:spcBef>
                  <a:spcPct val="20000"/>
                </a:spcBef>
                <a:spcAft>
                  <a:spcPct val="0"/>
                </a:spcAft>
                <a:buChar char="–"/>
                <a:defRPr sz="2000">
                  <a:solidFill>
                    <a:srgbClr val="666699"/>
                  </a:solidFill>
                  <a:latin typeface="+mn-lt"/>
                  <a:ea typeface="+mn-ea"/>
                </a:defRPr>
              </a:lvl4pPr>
              <a:lvl5pPr marL="2057400" indent="-228600" algn="l" rtl="0" eaLnBrk="0" fontAlgn="base" hangingPunct="0">
                <a:spcBef>
                  <a:spcPct val="20000"/>
                </a:spcBef>
                <a:spcAft>
                  <a:spcPct val="0"/>
                </a:spcAft>
                <a:buChar char="»"/>
                <a:defRPr sz="2000">
                  <a:solidFill>
                    <a:srgbClr val="666699"/>
                  </a:solidFill>
                  <a:latin typeface="+mn-lt"/>
                  <a:ea typeface="+mn-ea"/>
                </a:defRPr>
              </a:lvl5pPr>
            </a:lstStyle>
            <a:p>
              <a:pPr marL="0" lvl="0" indent="0" eaLnBrk="1" hangingPunct="1">
                <a:spcBef>
                  <a:spcPct val="50000"/>
                </a:spcBef>
                <a:buNone/>
              </a:pPr>
              <a:r>
                <a:rPr lang="zh-CN" altLang="en-US" sz="2000" dirty="0">
                  <a:solidFill>
                    <a:schemeClr val="tx1"/>
                  </a:solidFill>
                  <a:latin typeface="Tahoma" panose="020B0604030504040204" pitchFamily="34" charset="0"/>
                </a:rPr>
                <a:t>加Y</a:t>
              </a:r>
              <a:endParaRPr lang="zh-CN" altLang="en-US" sz="2000" dirty="0">
                <a:solidFill>
                  <a:schemeClr val="tx1"/>
                </a:solidFill>
                <a:latin typeface="Tahoma" panose="020B0604030504040204" pitchFamily="34" charset="0"/>
              </a:endParaRPr>
            </a:p>
          </p:txBody>
        </p:sp>
        <p:sp>
          <p:nvSpPr>
            <p:cNvPr id="53299" name="Text Box 50"/>
            <p:cNvSpPr txBox="1"/>
            <p:nvPr/>
          </p:nvSpPr>
          <p:spPr>
            <a:xfrm>
              <a:off x="3696" y="1104"/>
              <a:ext cx="864" cy="250"/>
            </a:xfrm>
            <a:prstGeom prst="rect">
              <a:avLst/>
            </a:prstGeom>
            <a:noFill/>
            <a:ln w="9525">
              <a:noFill/>
            </a:ln>
          </p:spPr>
          <p:txBody>
            <a:bodyPr>
              <a:spAutoFit/>
            </a:bodyPr>
            <a:lstStyle>
              <a:lvl1pPr marL="342900" indent="-342900" algn="l" rtl="0" eaLnBrk="0" fontAlgn="base" hangingPunct="0">
                <a:spcBef>
                  <a:spcPct val="20000"/>
                </a:spcBef>
                <a:spcAft>
                  <a:spcPct val="0"/>
                </a:spcAft>
                <a:buChar char="•"/>
                <a:defRPr sz="3200">
                  <a:solidFill>
                    <a:srgbClr val="666699"/>
                  </a:solidFill>
                  <a:latin typeface="+mn-lt"/>
                  <a:ea typeface="+mn-ea"/>
                  <a:cs typeface="+mn-cs"/>
                </a:defRPr>
              </a:lvl1pPr>
              <a:lvl2pPr marL="742950" indent="-285750" algn="l" rtl="0" eaLnBrk="0" fontAlgn="base" hangingPunct="0">
                <a:spcBef>
                  <a:spcPct val="20000"/>
                </a:spcBef>
                <a:spcAft>
                  <a:spcPct val="0"/>
                </a:spcAft>
                <a:buChar char="–"/>
                <a:defRPr sz="2800">
                  <a:solidFill>
                    <a:srgbClr val="666699"/>
                  </a:solidFill>
                  <a:latin typeface="+mn-lt"/>
                  <a:ea typeface="+mn-ea"/>
                </a:defRPr>
              </a:lvl2pPr>
              <a:lvl3pPr marL="1143000" indent="-228600" algn="l" rtl="0" eaLnBrk="0" fontAlgn="base" hangingPunct="0">
                <a:spcBef>
                  <a:spcPct val="20000"/>
                </a:spcBef>
                <a:spcAft>
                  <a:spcPct val="0"/>
                </a:spcAft>
                <a:buChar char="•"/>
                <a:defRPr sz="2400">
                  <a:solidFill>
                    <a:srgbClr val="666699"/>
                  </a:solidFill>
                  <a:latin typeface="+mn-lt"/>
                  <a:ea typeface="+mn-ea"/>
                </a:defRPr>
              </a:lvl3pPr>
              <a:lvl4pPr marL="1600200" indent="-228600" algn="l" rtl="0" eaLnBrk="0" fontAlgn="base" hangingPunct="0">
                <a:spcBef>
                  <a:spcPct val="20000"/>
                </a:spcBef>
                <a:spcAft>
                  <a:spcPct val="0"/>
                </a:spcAft>
                <a:buChar char="–"/>
                <a:defRPr sz="2000">
                  <a:solidFill>
                    <a:srgbClr val="666699"/>
                  </a:solidFill>
                  <a:latin typeface="+mn-lt"/>
                  <a:ea typeface="+mn-ea"/>
                </a:defRPr>
              </a:lvl4pPr>
              <a:lvl5pPr marL="2057400" indent="-228600" algn="l" rtl="0" eaLnBrk="0" fontAlgn="base" hangingPunct="0">
                <a:spcBef>
                  <a:spcPct val="20000"/>
                </a:spcBef>
                <a:spcAft>
                  <a:spcPct val="0"/>
                </a:spcAft>
                <a:buChar char="»"/>
                <a:defRPr sz="2000">
                  <a:solidFill>
                    <a:srgbClr val="666699"/>
                  </a:solidFill>
                  <a:latin typeface="+mn-lt"/>
                  <a:ea typeface="+mn-ea"/>
                </a:defRPr>
              </a:lvl5pPr>
            </a:lstStyle>
            <a:p>
              <a:pPr marL="0" lvl="0" indent="0" eaLnBrk="1" hangingPunct="1">
                <a:spcBef>
                  <a:spcPct val="50000"/>
                </a:spcBef>
                <a:buNone/>
              </a:pPr>
              <a:r>
                <a:rPr lang="zh-CN" altLang="en-US" sz="2000" dirty="0">
                  <a:solidFill>
                    <a:schemeClr val="tx1"/>
                  </a:solidFill>
                  <a:latin typeface="Tahoma" panose="020B0604030504040204" pitchFamily="34" charset="0"/>
                </a:rPr>
                <a:t>减Y</a:t>
              </a:r>
              <a:endParaRPr lang="zh-CN" altLang="en-US" sz="2000" dirty="0">
                <a:solidFill>
                  <a:schemeClr val="tx1"/>
                </a:solidFill>
                <a:latin typeface="Tahoma" panose="020B0604030504040204" pitchFamily="34" charset="0"/>
              </a:endParaRPr>
            </a:p>
          </p:txBody>
        </p:sp>
        <p:sp>
          <p:nvSpPr>
            <p:cNvPr id="53300" name="Text Box 51"/>
            <p:cNvSpPr txBox="1"/>
            <p:nvPr/>
          </p:nvSpPr>
          <p:spPr>
            <a:xfrm>
              <a:off x="3696" y="1584"/>
              <a:ext cx="864" cy="250"/>
            </a:xfrm>
            <a:prstGeom prst="rect">
              <a:avLst/>
            </a:prstGeom>
            <a:noFill/>
            <a:ln w="9525">
              <a:noFill/>
            </a:ln>
          </p:spPr>
          <p:txBody>
            <a:bodyPr>
              <a:spAutoFit/>
            </a:bodyPr>
            <a:lstStyle>
              <a:lvl1pPr marL="342900" indent="-342900" algn="l" rtl="0" eaLnBrk="0" fontAlgn="base" hangingPunct="0">
                <a:spcBef>
                  <a:spcPct val="20000"/>
                </a:spcBef>
                <a:spcAft>
                  <a:spcPct val="0"/>
                </a:spcAft>
                <a:buChar char="•"/>
                <a:defRPr sz="3200">
                  <a:solidFill>
                    <a:srgbClr val="666699"/>
                  </a:solidFill>
                  <a:latin typeface="+mn-lt"/>
                  <a:ea typeface="+mn-ea"/>
                  <a:cs typeface="+mn-cs"/>
                </a:defRPr>
              </a:lvl1pPr>
              <a:lvl2pPr marL="742950" indent="-285750" algn="l" rtl="0" eaLnBrk="0" fontAlgn="base" hangingPunct="0">
                <a:spcBef>
                  <a:spcPct val="20000"/>
                </a:spcBef>
                <a:spcAft>
                  <a:spcPct val="0"/>
                </a:spcAft>
                <a:buChar char="–"/>
                <a:defRPr sz="2800">
                  <a:solidFill>
                    <a:srgbClr val="666699"/>
                  </a:solidFill>
                  <a:latin typeface="+mn-lt"/>
                  <a:ea typeface="+mn-ea"/>
                </a:defRPr>
              </a:lvl2pPr>
              <a:lvl3pPr marL="1143000" indent="-228600" algn="l" rtl="0" eaLnBrk="0" fontAlgn="base" hangingPunct="0">
                <a:spcBef>
                  <a:spcPct val="20000"/>
                </a:spcBef>
                <a:spcAft>
                  <a:spcPct val="0"/>
                </a:spcAft>
                <a:buChar char="•"/>
                <a:defRPr sz="2400">
                  <a:solidFill>
                    <a:srgbClr val="666699"/>
                  </a:solidFill>
                  <a:latin typeface="+mn-lt"/>
                  <a:ea typeface="+mn-ea"/>
                </a:defRPr>
              </a:lvl3pPr>
              <a:lvl4pPr marL="1600200" indent="-228600" algn="l" rtl="0" eaLnBrk="0" fontAlgn="base" hangingPunct="0">
                <a:spcBef>
                  <a:spcPct val="20000"/>
                </a:spcBef>
                <a:spcAft>
                  <a:spcPct val="0"/>
                </a:spcAft>
                <a:buChar char="–"/>
                <a:defRPr sz="2000">
                  <a:solidFill>
                    <a:srgbClr val="666699"/>
                  </a:solidFill>
                  <a:latin typeface="+mn-lt"/>
                  <a:ea typeface="+mn-ea"/>
                </a:defRPr>
              </a:lvl4pPr>
              <a:lvl5pPr marL="2057400" indent="-228600" algn="l" rtl="0" eaLnBrk="0" fontAlgn="base" hangingPunct="0">
                <a:spcBef>
                  <a:spcPct val="20000"/>
                </a:spcBef>
                <a:spcAft>
                  <a:spcPct val="0"/>
                </a:spcAft>
                <a:buChar char="»"/>
                <a:defRPr sz="2000">
                  <a:solidFill>
                    <a:srgbClr val="666699"/>
                  </a:solidFill>
                  <a:latin typeface="+mn-lt"/>
                  <a:ea typeface="+mn-ea"/>
                </a:defRPr>
              </a:lvl5pPr>
            </a:lstStyle>
            <a:p>
              <a:pPr marL="0" lvl="0" indent="0" eaLnBrk="1" hangingPunct="1">
                <a:spcBef>
                  <a:spcPct val="50000"/>
                </a:spcBef>
                <a:buNone/>
              </a:pPr>
              <a:r>
                <a:rPr lang="zh-CN" altLang="en-US" sz="2000" dirty="0">
                  <a:solidFill>
                    <a:schemeClr val="tx1"/>
                  </a:solidFill>
                  <a:latin typeface="Tahoma" panose="020B0604030504040204" pitchFamily="34" charset="0"/>
                </a:rPr>
                <a:t>减Y</a:t>
              </a:r>
              <a:endParaRPr lang="zh-CN" altLang="en-US" sz="2000" dirty="0">
                <a:solidFill>
                  <a:schemeClr val="tx1"/>
                </a:solidFill>
                <a:latin typeface="Tahoma" panose="020B0604030504040204" pitchFamily="34" charset="0"/>
              </a:endParaRPr>
            </a:p>
          </p:txBody>
        </p:sp>
        <p:sp>
          <p:nvSpPr>
            <p:cNvPr id="53301" name="Text Box 52"/>
            <p:cNvSpPr txBox="1"/>
            <p:nvPr/>
          </p:nvSpPr>
          <p:spPr>
            <a:xfrm>
              <a:off x="3696" y="2064"/>
              <a:ext cx="864" cy="250"/>
            </a:xfrm>
            <a:prstGeom prst="rect">
              <a:avLst/>
            </a:prstGeom>
            <a:noFill/>
            <a:ln w="9525">
              <a:noFill/>
            </a:ln>
          </p:spPr>
          <p:txBody>
            <a:bodyPr>
              <a:spAutoFit/>
            </a:bodyPr>
            <a:lstStyle>
              <a:lvl1pPr marL="342900" indent="-342900" algn="l" rtl="0" eaLnBrk="0" fontAlgn="base" hangingPunct="0">
                <a:spcBef>
                  <a:spcPct val="20000"/>
                </a:spcBef>
                <a:spcAft>
                  <a:spcPct val="0"/>
                </a:spcAft>
                <a:buChar char="•"/>
                <a:defRPr sz="3200">
                  <a:solidFill>
                    <a:srgbClr val="666699"/>
                  </a:solidFill>
                  <a:latin typeface="+mn-lt"/>
                  <a:ea typeface="+mn-ea"/>
                  <a:cs typeface="+mn-cs"/>
                </a:defRPr>
              </a:lvl1pPr>
              <a:lvl2pPr marL="742950" indent="-285750" algn="l" rtl="0" eaLnBrk="0" fontAlgn="base" hangingPunct="0">
                <a:spcBef>
                  <a:spcPct val="20000"/>
                </a:spcBef>
                <a:spcAft>
                  <a:spcPct val="0"/>
                </a:spcAft>
                <a:buChar char="–"/>
                <a:defRPr sz="2800">
                  <a:solidFill>
                    <a:srgbClr val="666699"/>
                  </a:solidFill>
                  <a:latin typeface="+mn-lt"/>
                  <a:ea typeface="+mn-ea"/>
                </a:defRPr>
              </a:lvl2pPr>
              <a:lvl3pPr marL="1143000" indent="-228600" algn="l" rtl="0" eaLnBrk="0" fontAlgn="base" hangingPunct="0">
                <a:spcBef>
                  <a:spcPct val="20000"/>
                </a:spcBef>
                <a:spcAft>
                  <a:spcPct val="0"/>
                </a:spcAft>
                <a:buChar char="•"/>
                <a:defRPr sz="2400">
                  <a:solidFill>
                    <a:srgbClr val="666699"/>
                  </a:solidFill>
                  <a:latin typeface="+mn-lt"/>
                  <a:ea typeface="+mn-ea"/>
                </a:defRPr>
              </a:lvl3pPr>
              <a:lvl4pPr marL="1600200" indent="-228600" algn="l" rtl="0" eaLnBrk="0" fontAlgn="base" hangingPunct="0">
                <a:spcBef>
                  <a:spcPct val="20000"/>
                </a:spcBef>
                <a:spcAft>
                  <a:spcPct val="0"/>
                </a:spcAft>
                <a:buChar char="–"/>
                <a:defRPr sz="2000">
                  <a:solidFill>
                    <a:srgbClr val="666699"/>
                  </a:solidFill>
                  <a:latin typeface="+mn-lt"/>
                  <a:ea typeface="+mn-ea"/>
                </a:defRPr>
              </a:lvl4pPr>
              <a:lvl5pPr marL="2057400" indent="-228600" algn="l" rtl="0" eaLnBrk="0" fontAlgn="base" hangingPunct="0">
                <a:spcBef>
                  <a:spcPct val="20000"/>
                </a:spcBef>
                <a:spcAft>
                  <a:spcPct val="0"/>
                </a:spcAft>
                <a:buChar char="»"/>
                <a:defRPr sz="2000">
                  <a:solidFill>
                    <a:srgbClr val="666699"/>
                  </a:solidFill>
                  <a:latin typeface="+mn-lt"/>
                  <a:ea typeface="+mn-ea"/>
                </a:defRPr>
              </a:lvl5pPr>
            </a:lstStyle>
            <a:p>
              <a:pPr marL="0" lvl="0" indent="0" eaLnBrk="1" hangingPunct="1">
                <a:spcBef>
                  <a:spcPct val="50000"/>
                </a:spcBef>
                <a:buNone/>
              </a:pPr>
              <a:r>
                <a:rPr lang="zh-CN" altLang="en-US" sz="2000" dirty="0">
                  <a:solidFill>
                    <a:schemeClr val="tx1"/>
                  </a:solidFill>
                  <a:latin typeface="Tahoma" panose="020B0604030504040204" pitchFamily="34" charset="0"/>
                </a:rPr>
                <a:t>加Y</a:t>
              </a:r>
              <a:endParaRPr lang="zh-CN" altLang="en-US" sz="2000" dirty="0">
                <a:solidFill>
                  <a:schemeClr val="tx1"/>
                </a:solidFill>
                <a:latin typeface="Tahoma" panose="020B0604030504040204" pitchFamily="34" charset="0"/>
              </a:endParaRPr>
            </a:p>
          </p:txBody>
        </p:sp>
        <p:sp>
          <p:nvSpPr>
            <p:cNvPr id="53302" name="Text Box 53"/>
            <p:cNvSpPr txBox="1"/>
            <p:nvPr/>
          </p:nvSpPr>
          <p:spPr>
            <a:xfrm>
              <a:off x="3696" y="2486"/>
              <a:ext cx="1392" cy="250"/>
            </a:xfrm>
            <a:prstGeom prst="rect">
              <a:avLst/>
            </a:prstGeom>
            <a:noFill/>
            <a:ln w="9525">
              <a:noFill/>
            </a:ln>
          </p:spPr>
          <p:txBody>
            <a:bodyPr>
              <a:spAutoFit/>
            </a:bodyPr>
            <a:lstStyle>
              <a:lvl1pPr marL="342900" indent="-342900" algn="l" rtl="0" eaLnBrk="0" fontAlgn="base" hangingPunct="0">
                <a:spcBef>
                  <a:spcPct val="20000"/>
                </a:spcBef>
                <a:spcAft>
                  <a:spcPct val="0"/>
                </a:spcAft>
                <a:buChar char="•"/>
                <a:defRPr sz="3200">
                  <a:solidFill>
                    <a:srgbClr val="666699"/>
                  </a:solidFill>
                  <a:latin typeface="+mn-lt"/>
                  <a:ea typeface="+mn-ea"/>
                  <a:cs typeface="+mn-cs"/>
                </a:defRPr>
              </a:lvl1pPr>
              <a:lvl2pPr marL="742950" indent="-285750" algn="l" rtl="0" eaLnBrk="0" fontAlgn="base" hangingPunct="0">
                <a:spcBef>
                  <a:spcPct val="20000"/>
                </a:spcBef>
                <a:spcAft>
                  <a:spcPct val="0"/>
                </a:spcAft>
                <a:buChar char="–"/>
                <a:defRPr sz="2800">
                  <a:solidFill>
                    <a:srgbClr val="666699"/>
                  </a:solidFill>
                  <a:latin typeface="+mn-lt"/>
                  <a:ea typeface="+mn-ea"/>
                </a:defRPr>
              </a:lvl2pPr>
              <a:lvl3pPr marL="1143000" indent="-228600" algn="l" rtl="0" eaLnBrk="0" fontAlgn="base" hangingPunct="0">
                <a:spcBef>
                  <a:spcPct val="20000"/>
                </a:spcBef>
                <a:spcAft>
                  <a:spcPct val="0"/>
                </a:spcAft>
                <a:buChar char="•"/>
                <a:defRPr sz="2400">
                  <a:solidFill>
                    <a:srgbClr val="666699"/>
                  </a:solidFill>
                  <a:latin typeface="+mn-lt"/>
                  <a:ea typeface="+mn-ea"/>
                </a:defRPr>
              </a:lvl3pPr>
              <a:lvl4pPr marL="1600200" indent="-228600" algn="l" rtl="0" eaLnBrk="0" fontAlgn="base" hangingPunct="0">
                <a:spcBef>
                  <a:spcPct val="20000"/>
                </a:spcBef>
                <a:spcAft>
                  <a:spcPct val="0"/>
                </a:spcAft>
                <a:buChar char="–"/>
                <a:defRPr sz="2000">
                  <a:solidFill>
                    <a:srgbClr val="666699"/>
                  </a:solidFill>
                  <a:latin typeface="+mn-lt"/>
                  <a:ea typeface="+mn-ea"/>
                </a:defRPr>
              </a:lvl4pPr>
              <a:lvl5pPr marL="2057400" indent="-228600" algn="l" rtl="0" eaLnBrk="0" fontAlgn="base" hangingPunct="0">
                <a:spcBef>
                  <a:spcPct val="20000"/>
                </a:spcBef>
                <a:spcAft>
                  <a:spcPct val="0"/>
                </a:spcAft>
                <a:buChar char="»"/>
                <a:defRPr sz="2000">
                  <a:solidFill>
                    <a:srgbClr val="666699"/>
                  </a:solidFill>
                  <a:latin typeface="+mn-lt"/>
                  <a:ea typeface="+mn-ea"/>
                </a:defRPr>
              </a:lvl5pPr>
            </a:lstStyle>
            <a:p>
              <a:pPr marL="0" lvl="0" indent="0" eaLnBrk="1" hangingPunct="1">
                <a:spcBef>
                  <a:spcPct val="50000"/>
                </a:spcBef>
                <a:buNone/>
              </a:pPr>
              <a:r>
                <a:rPr lang="zh-CN" altLang="en-US" sz="2000" dirty="0">
                  <a:solidFill>
                    <a:schemeClr val="tx1"/>
                  </a:solidFill>
                  <a:latin typeface="Tahoma" panose="020B0604030504040204" pitchFamily="34" charset="0"/>
                </a:rPr>
                <a:t>商1,仅q左移一位</a:t>
              </a:r>
              <a:endParaRPr lang="zh-CN" altLang="en-US" sz="2000" dirty="0">
                <a:solidFill>
                  <a:schemeClr val="tx1"/>
                </a:solidFill>
                <a:latin typeface="Tahoma" panose="020B0604030504040204" pitchFamily="34" charset="0"/>
              </a:endParaRPr>
            </a:p>
          </p:txBody>
        </p:sp>
      </p:grpSp>
      <p:sp>
        <p:nvSpPr>
          <p:cNvPr id="53253" name="Text Box 54"/>
          <p:cNvSpPr txBox="1"/>
          <p:nvPr/>
        </p:nvSpPr>
        <p:spPr>
          <a:xfrm>
            <a:off x="66675" y="6370638"/>
            <a:ext cx="8250238" cy="457200"/>
          </a:xfrm>
          <a:prstGeom prst="rect">
            <a:avLst/>
          </a:prstGeom>
          <a:noFill/>
          <a:ln w="9525">
            <a:noFill/>
          </a:ln>
        </p:spPr>
        <p:txBody>
          <a:bodyPr>
            <a:spAutoFit/>
          </a:bodyPr>
          <a:lstStyle>
            <a:lvl1pPr marL="342900" indent="-342900" algn="l" rtl="0" eaLnBrk="0" fontAlgn="base" hangingPunct="0">
              <a:spcBef>
                <a:spcPct val="20000"/>
              </a:spcBef>
              <a:spcAft>
                <a:spcPct val="0"/>
              </a:spcAft>
              <a:buChar char="•"/>
              <a:defRPr sz="3200">
                <a:solidFill>
                  <a:srgbClr val="666699"/>
                </a:solidFill>
                <a:latin typeface="+mn-lt"/>
                <a:ea typeface="+mn-ea"/>
                <a:cs typeface="+mn-cs"/>
              </a:defRPr>
            </a:lvl1pPr>
            <a:lvl2pPr marL="742950" indent="-285750" algn="l" rtl="0" eaLnBrk="0" fontAlgn="base" hangingPunct="0">
              <a:spcBef>
                <a:spcPct val="20000"/>
              </a:spcBef>
              <a:spcAft>
                <a:spcPct val="0"/>
              </a:spcAft>
              <a:buChar char="–"/>
              <a:defRPr sz="2800">
                <a:solidFill>
                  <a:srgbClr val="666699"/>
                </a:solidFill>
                <a:latin typeface="+mn-lt"/>
                <a:ea typeface="+mn-ea"/>
              </a:defRPr>
            </a:lvl2pPr>
            <a:lvl3pPr marL="1143000" indent="-228600" algn="l" rtl="0" eaLnBrk="0" fontAlgn="base" hangingPunct="0">
              <a:spcBef>
                <a:spcPct val="20000"/>
              </a:spcBef>
              <a:spcAft>
                <a:spcPct val="0"/>
              </a:spcAft>
              <a:buChar char="•"/>
              <a:defRPr sz="2400">
                <a:solidFill>
                  <a:srgbClr val="666699"/>
                </a:solidFill>
                <a:latin typeface="+mn-lt"/>
                <a:ea typeface="+mn-ea"/>
              </a:defRPr>
            </a:lvl3pPr>
            <a:lvl4pPr marL="1600200" indent="-228600" algn="l" rtl="0" eaLnBrk="0" fontAlgn="base" hangingPunct="0">
              <a:spcBef>
                <a:spcPct val="20000"/>
              </a:spcBef>
              <a:spcAft>
                <a:spcPct val="0"/>
              </a:spcAft>
              <a:buChar char="–"/>
              <a:defRPr sz="2000">
                <a:solidFill>
                  <a:srgbClr val="666699"/>
                </a:solidFill>
                <a:latin typeface="+mn-lt"/>
                <a:ea typeface="+mn-ea"/>
              </a:defRPr>
            </a:lvl4pPr>
            <a:lvl5pPr marL="2057400" indent="-228600" algn="l" rtl="0" eaLnBrk="0" fontAlgn="base" hangingPunct="0">
              <a:spcBef>
                <a:spcPct val="20000"/>
              </a:spcBef>
              <a:spcAft>
                <a:spcPct val="0"/>
              </a:spcAft>
              <a:buChar char="»"/>
              <a:defRPr sz="2000">
                <a:solidFill>
                  <a:srgbClr val="666699"/>
                </a:solidFill>
                <a:latin typeface="+mn-lt"/>
                <a:ea typeface="+mn-ea"/>
              </a:defRPr>
            </a:lvl5pPr>
          </a:lstStyle>
          <a:p>
            <a:pPr marL="0" lvl="0" indent="0" eaLnBrk="1" hangingPunct="1">
              <a:spcBef>
                <a:spcPct val="0"/>
              </a:spcBef>
              <a:buNone/>
            </a:pPr>
            <a:r>
              <a:rPr lang="zh-CN" altLang="en-US" sz="2400" dirty="0">
                <a:solidFill>
                  <a:schemeClr val="tx1"/>
                </a:solidFill>
              </a:rPr>
              <a:t>结果：Q=0.1101，R=2</a:t>
            </a:r>
            <a:r>
              <a:rPr lang="zh-CN" altLang="en-US" sz="2400" b="1" baseline="30000" dirty="0">
                <a:solidFill>
                  <a:schemeClr val="tx1"/>
                </a:solidFill>
              </a:rPr>
              <a:t>- 4</a:t>
            </a:r>
            <a:r>
              <a:rPr lang="zh-CN" altLang="en-US" sz="2400" dirty="0">
                <a:solidFill>
                  <a:schemeClr val="tx1"/>
                </a:solidFill>
              </a:rPr>
              <a:t>×0.0001</a:t>
            </a:r>
            <a:endParaRPr lang="zh-CN" altLang="en-US" sz="2400" dirty="0">
              <a:solidFill>
                <a:schemeClr val="tx1"/>
              </a:solidFill>
            </a:endParaRPr>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4274" name="Rectangle 2"/>
          <p:cNvSpPr>
            <a:spLocks noGrp="1"/>
          </p:cNvSpPr>
          <p:nvPr>
            <p:ph type="title"/>
          </p:nvPr>
        </p:nvSpPr>
        <p:spPr>
          <a:xfrm>
            <a:off x="4876800" y="914400"/>
            <a:ext cx="3962400" cy="838200"/>
          </a:xfrm>
          <a:ln/>
        </p:spPr>
        <p:txBody>
          <a:bodyPr vert="horz" wrap="square" lIns="91440" tIns="45720" rIns="91440" bIns="45720" anchor="ctr" anchorCtr="0"/>
          <a:p>
            <a:pPr eaLnBrk="1" hangingPunct="1"/>
            <a:r>
              <a:rPr lang="zh-CN" altLang="en-US" dirty="0"/>
              <a:t>定点除法运算器</a:t>
            </a:r>
            <a:endParaRPr lang="zh-CN" altLang="en-US" sz="2000" dirty="0"/>
          </a:p>
        </p:txBody>
      </p:sp>
      <p:pic>
        <p:nvPicPr>
          <p:cNvPr id="54275" name="Picture 3" descr="原码移位除"/>
          <p:cNvPicPr>
            <a:picLocks noChangeAspect="1"/>
          </p:cNvPicPr>
          <p:nvPr/>
        </p:nvPicPr>
        <p:blipFill>
          <a:blip r:embed="rId1"/>
          <a:srcRect l="7863" t="2933" r="7610" b="14223"/>
          <a:stretch>
            <a:fillRect/>
          </a:stretch>
        </p:blipFill>
        <p:spPr>
          <a:xfrm>
            <a:off x="0" y="549275"/>
            <a:ext cx="5076825" cy="5780088"/>
          </a:xfrm>
          <a:prstGeom prst="rect">
            <a:avLst/>
          </a:prstGeom>
          <a:noFill/>
          <a:ln w="9525">
            <a:noFill/>
          </a:ln>
        </p:spPr>
      </p:pic>
      <p:sp>
        <p:nvSpPr>
          <p:cNvPr id="54276" name="Text Box 4"/>
          <p:cNvSpPr txBox="1"/>
          <p:nvPr/>
        </p:nvSpPr>
        <p:spPr>
          <a:xfrm>
            <a:off x="4953000" y="1905000"/>
            <a:ext cx="4191000" cy="4054475"/>
          </a:xfrm>
          <a:prstGeom prst="rect">
            <a:avLst/>
          </a:prstGeom>
          <a:noFill/>
          <a:ln w="9525">
            <a:noFill/>
          </a:ln>
        </p:spPr>
        <p:txBody>
          <a:bodyPr>
            <a:spAutoFit/>
          </a:bodyPr>
          <a:lstStyle>
            <a:lvl1pPr marL="342900" indent="-342900" algn="l" rtl="0" eaLnBrk="0" fontAlgn="base" hangingPunct="0">
              <a:spcBef>
                <a:spcPct val="20000"/>
              </a:spcBef>
              <a:spcAft>
                <a:spcPct val="0"/>
              </a:spcAft>
              <a:buChar char="•"/>
              <a:defRPr sz="3200">
                <a:solidFill>
                  <a:srgbClr val="666699"/>
                </a:solidFill>
                <a:latin typeface="+mn-lt"/>
                <a:ea typeface="+mn-ea"/>
                <a:cs typeface="+mn-cs"/>
              </a:defRPr>
            </a:lvl1pPr>
            <a:lvl2pPr marL="742950" indent="-285750" algn="l" rtl="0" eaLnBrk="0" fontAlgn="base" hangingPunct="0">
              <a:spcBef>
                <a:spcPct val="20000"/>
              </a:spcBef>
              <a:spcAft>
                <a:spcPct val="0"/>
              </a:spcAft>
              <a:buChar char="–"/>
              <a:defRPr sz="2800">
                <a:solidFill>
                  <a:srgbClr val="666699"/>
                </a:solidFill>
                <a:latin typeface="+mn-lt"/>
                <a:ea typeface="+mn-ea"/>
              </a:defRPr>
            </a:lvl2pPr>
            <a:lvl3pPr marL="1143000" indent="-228600" algn="l" rtl="0" eaLnBrk="0" fontAlgn="base" hangingPunct="0">
              <a:spcBef>
                <a:spcPct val="20000"/>
              </a:spcBef>
              <a:spcAft>
                <a:spcPct val="0"/>
              </a:spcAft>
              <a:buChar char="•"/>
              <a:defRPr sz="2400">
                <a:solidFill>
                  <a:srgbClr val="666699"/>
                </a:solidFill>
                <a:latin typeface="+mn-lt"/>
                <a:ea typeface="+mn-ea"/>
              </a:defRPr>
            </a:lvl3pPr>
            <a:lvl4pPr marL="1600200" indent="-228600" algn="l" rtl="0" eaLnBrk="0" fontAlgn="base" hangingPunct="0">
              <a:spcBef>
                <a:spcPct val="20000"/>
              </a:spcBef>
              <a:spcAft>
                <a:spcPct val="0"/>
              </a:spcAft>
              <a:buChar char="–"/>
              <a:defRPr sz="2000">
                <a:solidFill>
                  <a:srgbClr val="666699"/>
                </a:solidFill>
                <a:latin typeface="+mn-lt"/>
                <a:ea typeface="+mn-ea"/>
              </a:defRPr>
            </a:lvl4pPr>
            <a:lvl5pPr marL="2057400" indent="-228600" algn="l" rtl="0" eaLnBrk="0" fontAlgn="base" hangingPunct="0">
              <a:spcBef>
                <a:spcPct val="20000"/>
              </a:spcBef>
              <a:spcAft>
                <a:spcPct val="0"/>
              </a:spcAft>
              <a:buChar char="»"/>
              <a:defRPr sz="2000">
                <a:solidFill>
                  <a:srgbClr val="666699"/>
                </a:solidFill>
                <a:latin typeface="+mn-lt"/>
                <a:ea typeface="+mn-ea"/>
              </a:defRPr>
            </a:lvl5pPr>
          </a:lstStyle>
          <a:p>
            <a:pPr marL="0" lvl="0" indent="0" eaLnBrk="1" hangingPunct="1">
              <a:spcBef>
                <a:spcPct val="50000"/>
              </a:spcBef>
              <a:buNone/>
            </a:pPr>
            <a:r>
              <a:rPr lang="zh-CN" altLang="en-US" sz="2000" dirty="0">
                <a:solidFill>
                  <a:schemeClr val="tx1"/>
                </a:solidFill>
                <a:latin typeface="宋体" panose="02010600030101010101" pitchFamily="2" charset="-122"/>
              </a:rPr>
              <a:t> </a:t>
            </a:r>
            <a:r>
              <a:rPr lang="zh-CN" altLang="en-US" sz="2000" dirty="0">
                <a:solidFill>
                  <a:schemeClr val="tx1"/>
                </a:solidFill>
              </a:rPr>
              <a:t>   </a:t>
            </a:r>
            <a:r>
              <a:rPr lang="zh-CN" altLang="en-US" sz="2000" dirty="0">
                <a:solidFill>
                  <a:schemeClr val="tx1"/>
                </a:solidFill>
                <a:latin typeface="宋体" panose="02010600030101010101" pitchFamily="2" charset="-122"/>
              </a:rPr>
              <a:t>Ｒ</a:t>
            </a:r>
            <a:r>
              <a:rPr lang="zh-CN" altLang="en-US" sz="2000" baseline="-25000" dirty="0">
                <a:solidFill>
                  <a:schemeClr val="tx1"/>
                </a:solidFill>
                <a:latin typeface="宋体" panose="02010600030101010101" pitchFamily="2" charset="-122"/>
              </a:rPr>
              <a:t>１</a:t>
            </a:r>
            <a:r>
              <a:rPr lang="zh-CN" altLang="en-US" sz="2000" dirty="0">
                <a:solidFill>
                  <a:schemeClr val="tx1"/>
                </a:solidFill>
                <a:latin typeface="宋体" panose="02010600030101010101" pitchFamily="2" charset="-122"/>
              </a:rPr>
              <a:t>寄存器为	n位，是双向移位寄存器，R</a:t>
            </a:r>
            <a:r>
              <a:rPr lang="zh-CN" altLang="en-US" sz="2000" baseline="-25000" dirty="0">
                <a:solidFill>
                  <a:schemeClr val="tx1"/>
                </a:solidFill>
                <a:latin typeface="宋体" panose="02010600030101010101" pitchFamily="2" charset="-122"/>
              </a:rPr>
              <a:t>0</a:t>
            </a:r>
            <a:r>
              <a:rPr lang="zh-CN" altLang="en-US" sz="2000" dirty="0">
                <a:solidFill>
                  <a:schemeClr val="tx1"/>
                </a:solidFill>
                <a:latin typeface="宋体" panose="02010600030101010101" pitchFamily="2" charset="-122"/>
              </a:rPr>
              <a:t>为双向移位寄存器。</a:t>
            </a:r>
            <a:endParaRPr lang="zh-CN" altLang="en-US" sz="2000" dirty="0">
              <a:solidFill>
                <a:schemeClr val="tx1"/>
              </a:solidFill>
              <a:latin typeface="宋体" panose="02010600030101010101" pitchFamily="2" charset="-122"/>
            </a:endParaRPr>
          </a:p>
          <a:p>
            <a:pPr marL="0" lvl="0" indent="0" eaLnBrk="1" hangingPunct="1">
              <a:spcBef>
                <a:spcPct val="50000"/>
              </a:spcBef>
            </a:pPr>
            <a:r>
              <a:rPr lang="zh-CN" altLang="en-US" sz="2000" dirty="0">
                <a:solidFill>
                  <a:schemeClr val="tx1"/>
                </a:solidFill>
              </a:rPr>
              <a:t>  </a:t>
            </a:r>
            <a:r>
              <a:rPr lang="zh-CN" altLang="en-US" sz="2000" dirty="0">
                <a:solidFill>
                  <a:schemeClr val="tx1"/>
                </a:solidFill>
                <a:latin typeface="宋体" panose="02010600030101010101" pitchFamily="2" charset="-122"/>
              </a:rPr>
              <a:t>  除法开始前R1可存放被除数的低n位，R</a:t>
            </a:r>
            <a:r>
              <a:rPr lang="zh-CN" altLang="en-US" sz="2000" baseline="-25000" dirty="0">
                <a:solidFill>
                  <a:schemeClr val="tx1"/>
                </a:solidFill>
                <a:latin typeface="宋体" panose="02010600030101010101" pitchFamily="2" charset="-122"/>
              </a:rPr>
              <a:t>0</a:t>
            </a:r>
            <a:r>
              <a:rPr lang="zh-CN" altLang="en-US" sz="2000" dirty="0">
                <a:solidFill>
                  <a:schemeClr val="tx1"/>
                </a:solidFill>
                <a:latin typeface="宋体" panose="02010600030101010101" pitchFamily="2" charset="-122"/>
              </a:rPr>
              <a:t>保存被除数或者余数。</a:t>
            </a:r>
            <a:endParaRPr lang="zh-CN" altLang="en-US" sz="2000" dirty="0">
              <a:solidFill>
                <a:schemeClr val="tx1"/>
              </a:solidFill>
              <a:latin typeface="宋体" panose="02010600030101010101" pitchFamily="2" charset="-122"/>
            </a:endParaRPr>
          </a:p>
          <a:p>
            <a:pPr marL="0" lvl="0" indent="0" eaLnBrk="1" hangingPunct="1">
              <a:spcBef>
                <a:spcPct val="50000"/>
              </a:spcBef>
            </a:pPr>
            <a:r>
              <a:rPr lang="zh-CN" altLang="en-US" sz="2000" dirty="0">
                <a:solidFill>
                  <a:schemeClr val="tx1"/>
                </a:solidFill>
                <a:latin typeface="宋体" panose="02010600030101010101" pitchFamily="2" charset="-122"/>
              </a:rPr>
              <a:t>   在进商左移的过程中，被除数（余数）的低位部分由Ｒ</a:t>
            </a:r>
            <a:r>
              <a:rPr lang="zh-CN" altLang="en-US" sz="2000" baseline="-25000" dirty="0">
                <a:solidFill>
                  <a:schemeClr val="tx1"/>
                </a:solidFill>
                <a:latin typeface="宋体" panose="02010600030101010101" pitchFamily="2" charset="-122"/>
              </a:rPr>
              <a:t>１</a:t>
            </a:r>
            <a:r>
              <a:rPr lang="zh-CN" altLang="en-US" sz="2000" dirty="0">
                <a:solidFill>
                  <a:schemeClr val="tx1"/>
                </a:solidFill>
                <a:latin typeface="宋体" panose="02010600030101010101" pitchFamily="2" charset="-122"/>
              </a:rPr>
              <a:t>串行移至Ｒ</a:t>
            </a:r>
            <a:r>
              <a:rPr lang="zh-CN" altLang="en-US" sz="2000" baseline="-25000" dirty="0">
                <a:solidFill>
                  <a:schemeClr val="tx1"/>
                </a:solidFill>
                <a:latin typeface="宋体" panose="02010600030101010101" pitchFamily="2" charset="-122"/>
              </a:rPr>
              <a:t>０</a:t>
            </a:r>
            <a:r>
              <a:rPr lang="zh-CN" altLang="en-US" sz="2000" dirty="0">
                <a:solidFill>
                  <a:schemeClr val="tx1"/>
                </a:solidFill>
                <a:latin typeface="宋体" panose="02010600030101010101" pitchFamily="2" charset="-122"/>
              </a:rPr>
              <a:t>。</a:t>
            </a:r>
            <a:endParaRPr lang="zh-CN" altLang="en-US" sz="2000" dirty="0">
              <a:solidFill>
                <a:schemeClr val="tx1"/>
              </a:solidFill>
              <a:latin typeface="宋体" panose="02010600030101010101" pitchFamily="2" charset="-122"/>
            </a:endParaRPr>
          </a:p>
          <a:p>
            <a:pPr marL="0" lvl="0" indent="0" eaLnBrk="1" hangingPunct="1">
              <a:spcBef>
                <a:spcPct val="50000"/>
              </a:spcBef>
            </a:pPr>
            <a:r>
              <a:rPr lang="zh-CN" altLang="en-US" sz="2000" dirty="0">
                <a:solidFill>
                  <a:schemeClr val="tx1"/>
                </a:solidFill>
              </a:rPr>
              <a:t>   </a:t>
            </a:r>
            <a:r>
              <a:rPr lang="zh-CN" altLang="en-US" sz="2000" dirty="0">
                <a:solidFill>
                  <a:schemeClr val="tx1"/>
                </a:solidFill>
                <a:latin typeface="宋体" panose="02010600030101010101" pitchFamily="2" charset="-122"/>
              </a:rPr>
              <a:t> 每次进商置于R</a:t>
            </a:r>
            <a:r>
              <a:rPr lang="zh-CN" altLang="en-US" sz="2000" baseline="-25000" dirty="0">
                <a:solidFill>
                  <a:schemeClr val="tx1"/>
                </a:solidFill>
                <a:latin typeface="宋体" panose="02010600030101010101" pitchFamily="2" charset="-122"/>
              </a:rPr>
              <a:t>1</a:t>
            </a:r>
            <a:r>
              <a:rPr lang="zh-CN" altLang="en-US" sz="2000" dirty="0">
                <a:solidFill>
                  <a:schemeClr val="tx1"/>
                </a:solidFill>
                <a:latin typeface="宋体" panose="02010600030101010101" pitchFamily="2" charset="-122"/>
              </a:rPr>
              <a:t>的最末位，由加法器符号位∑f来设置，</a:t>
            </a:r>
            <a:endParaRPr lang="zh-CN" altLang="en-US" sz="2000" dirty="0">
              <a:solidFill>
                <a:schemeClr val="tx1"/>
              </a:solidFill>
              <a:latin typeface="宋体" panose="02010600030101010101" pitchFamily="2" charset="-122"/>
            </a:endParaRPr>
          </a:p>
          <a:p>
            <a:pPr marL="0" lvl="0" indent="0" eaLnBrk="1" hangingPunct="1">
              <a:spcBef>
                <a:spcPct val="50000"/>
              </a:spcBef>
            </a:pPr>
            <a:r>
              <a:rPr lang="zh-CN" altLang="en-US" sz="2000" dirty="0">
                <a:solidFill>
                  <a:schemeClr val="tx1"/>
                </a:solidFill>
              </a:rPr>
              <a:t>   </a:t>
            </a:r>
            <a:r>
              <a:rPr lang="zh-CN" altLang="en-US" sz="2000" dirty="0">
                <a:solidFill>
                  <a:schemeClr val="tx1"/>
                </a:solidFill>
                <a:latin typeface="宋体" panose="02010600030101010101" pitchFamily="2" charset="-122"/>
              </a:rPr>
              <a:t> 运算结束后R</a:t>
            </a:r>
            <a:r>
              <a:rPr lang="zh-CN" altLang="en-US" sz="2000" baseline="-25000" dirty="0">
                <a:solidFill>
                  <a:schemeClr val="tx1"/>
                </a:solidFill>
                <a:latin typeface="宋体" panose="02010600030101010101" pitchFamily="2" charset="-122"/>
              </a:rPr>
              <a:t>1</a:t>
            </a:r>
            <a:r>
              <a:rPr lang="zh-CN" altLang="en-US" sz="2000" dirty="0">
                <a:solidFill>
                  <a:schemeClr val="tx1"/>
                </a:solidFill>
                <a:latin typeface="宋体" panose="02010600030101010101" pitchFamily="2" charset="-122"/>
              </a:rPr>
              <a:t>存放n位的商，R</a:t>
            </a:r>
            <a:r>
              <a:rPr lang="zh-CN" altLang="en-US" sz="2000" baseline="-25000" dirty="0">
                <a:solidFill>
                  <a:schemeClr val="tx1"/>
                </a:solidFill>
                <a:latin typeface="宋体" panose="02010600030101010101" pitchFamily="2" charset="-122"/>
              </a:rPr>
              <a:t>0</a:t>
            </a:r>
            <a:r>
              <a:rPr lang="zh-CN" altLang="en-US" sz="2000" dirty="0">
                <a:solidFill>
                  <a:schemeClr val="tx1"/>
                </a:solidFill>
                <a:latin typeface="宋体" panose="02010600030101010101" pitchFamily="2" charset="-122"/>
              </a:rPr>
              <a:t>中存放余数。</a:t>
            </a:r>
            <a:endParaRPr lang="zh-CN" altLang="en-US" sz="2000" dirty="0">
              <a:solidFill>
                <a:schemeClr val="tx1"/>
              </a:solidFill>
              <a:latin typeface="Tahoma" panose="020B0604030504040204" pitchFamily="34" charset="0"/>
            </a:endParaRPr>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5298" name="Rectangle 2"/>
          <p:cNvSpPr>
            <a:spLocks noGrp="1"/>
          </p:cNvSpPr>
          <p:nvPr>
            <p:ph type="body"/>
          </p:nvPr>
        </p:nvSpPr>
        <p:spPr>
          <a:xfrm>
            <a:off x="323850" y="1125538"/>
            <a:ext cx="8496300" cy="5472112"/>
          </a:xfrm>
          <a:ln/>
        </p:spPr>
        <p:txBody>
          <a:bodyPr vert="horz" wrap="square" lIns="91440" tIns="45720" rIns="91440" bIns="45720" anchor="t" anchorCtr="0"/>
          <a:p>
            <a:pPr marL="711200" indent="-711200" eaLnBrk="1" hangingPunct="1">
              <a:lnSpc>
                <a:spcPct val="120000"/>
              </a:lnSpc>
              <a:buNone/>
            </a:pPr>
            <a:r>
              <a:rPr lang="zh-CN" altLang="en-US" b="1" dirty="0">
                <a:solidFill>
                  <a:srgbClr val="0000FF"/>
                </a:solidFill>
                <a:latin typeface="宋体" panose="02010600030101010101" pitchFamily="2" charset="-122"/>
              </a:rPr>
              <a:t>3.补码一位除法 :</a:t>
            </a:r>
            <a:endParaRPr lang="zh-CN" altLang="en-US" b="1" dirty="0">
              <a:solidFill>
                <a:srgbClr val="0000FF"/>
              </a:solidFill>
            </a:endParaRPr>
          </a:p>
          <a:p>
            <a:pPr marL="711200" indent="-711200" eaLnBrk="1" hangingPunct="1">
              <a:buFontTx/>
              <a:buAutoNum type="alphaLcParenR"/>
            </a:pPr>
            <a:r>
              <a:rPr lang="zh-CN" altLang="en-US" sz="2800" b="1" dirty="0">
                <a:solidFill>
                  <a:srgbClr val="0000FF"/>
                </a:solidFill>
              </a:rPr>
              <a:t>符号位参加运算，运算过程中均采用双符号补码表示。</a:t>
            </a:r>
            <a:endParaRPr lang="zh-CN" altLang="en-US" sz="2800" b="1" dirty="0">
              <a:solidFill>
                <a:srgbClr val="0000FF"/>
              </a:solidFill>
            </a:endParaRPr>
          </a:p>
          <a:p>
            <a:pPr marL="711200" indent="-711200" eaLnBrk="1" hangingPunct="1">
              <a:buFontTx/>
              <a:buAutoNum type="alphaLcParenR"/>
            </a:pPr>
            <a:r>
              <a:rPr lang="zh-CN" altLang="en-US" sz="2800" b="1" dirty="0">
                <a:solidFill>
                  <a:srgbClr val="0000FF"/>
                </a:solidFill>
              </a:rPr>
              <a:t>运算第一步，当被除数与除数同号时，被除数减除数；被除数与除数异号时，被除数加上除数。</a:t>
            </a:r>
            <a:endParaRPr lang="zh-CN" altLang="en-US" sz="2800" b="1" dirty="0">
              <a:solidFill>
                <a:srgbClr val="0000FF"/>
              </a:solidFill>
            </a:endParaRPr>
          </a:p>
          <a:p>
            <a:pPr marL="711200" indent="-711200" eaLnBrk="1" hangingPunct="1">
              <a:buFontTx/>
              <a:buAutoNum type="alphaLcParenR"/>
            </a:pPr>
            <a:r>
              <a:rPr lang="zh-CN" altLang="en-US" sz="2800" b="1" dirty="0">
                <a:solidFill>
                  <a:srgbClr val="0000FF"/>
                </a:solidFill>
              </a:rPr>
              <a:t>余数与除数同号，商上1，余数左移1位减去除数；余数与除数异号，商上0，余数左移1位加上除数。</a:t>
            </a:r>
            <a:endParaRPr lang="zh-CN" altLang="en-US" sz="2800" b="1" dirty="0">
              <a:solidFill>
                <a:srgbClr val="0000FF"/>
              </a:solidFill>
            </a:endParaRPr>
          </a:p>
          <a:p>
            <a:pPr marL="711200" indent="-711200" eaLnBrk="1" hangingPunct="1">
              <a:buFontTx/>
              <a:buAutoNum type="alphaLcParenR"/>
            </a:pPr>
            <a:r>
              <a:rPr lang="zh-CN" altLang="en-US" sz="2800" b="1" dirty="0">
                <a:solidFill>
                  <a:srgbClr val="0000FF"/>
                </a:solidFill>
              </a:rPr>
              <a:t>求n位商，做n+1次操作。</a:t>
            </a:r>
            <a:endParaRPr lang="zh-CN" altLang="en-US" sz="2800" b="1" dirty="0">
              <a:solidFill>
                <a:srgbClr val="0000FF"/>
              </a:solidFill>
            </a:endParaRPr>
          </a:p>
          <a:p>
            <a:pPr marL="711200" indent="-711200" eaLnBrk="1" hangingPunct="1">
              <a:buFontTx/>
              <a:buAutoNum type="alphaLcParenR"/>
            </a:pPr>
            <a:r>
              <a:rPr lang="zh-CN" altLang="en-US" sz="2800" b="1" dirty="0">
                <a:solidFill>
                  <a:srgbClr val="0000FF"/>
                </a:solidFill>
              </a:rPr>
              <a:t>商和余数要校正。</a:t>
            </a:r>
            <a:endParaRPr lang="zh-CN" altLang="en-US" sz="2800" b="1" dirty="0">
              <a:solidFill>
                <a:srgbClr val="0000FF"/>
              </a:solidFill>
            </a:endParaRPr>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56322" name="Picture 2" descr="原码移位除流程图"/>
          <p:cNvPicPr>
            <a:picLocks noChangeAspect="1"/>
          </p:cNvPicPr>
          <p:nvPr/>
        </p:nvPicPr>
        <p:blipFill>
          <a:blip r:embed="rId1"/>
          <a:srcRect l="9450" r="7317" b="5919"/>
          <a:stretch>
            <a:fillRect/>
          </a:stretch>
        </p:blipFill>
        <p:spPr>
          <a:xfrm>
            <a:off x="2771775" y="0"/>
            <a:ext cx="6121400" cy="6858000"/>
          </a:xfrm>
          <a:prstGeom prst="rect">
            <a:avLst/>
          </a:prstGeom>
          <a:noFill/>
          <a:ln w="9525">
            <a:noFill/>
          </a:ln>
        </p:spPr>
      </p:pic>
      <p:sp>
        <p:nvSpPr>
          <p:cNvPr id="56323" name="Text Box 3"/>
          <p:cNvSpPr txBox="1"/>
          <p:nvPr/>
        </p:nvSpPr>
        <p:spPr>
          <a:xfrm>
            <a:off x="381000" y="1295400"/>
            <a:ext cx="2514600" cy="946150"/>
          </a:xfrm>
          <a:prstGeom prst="rect">
            <a:avLst/>
          </a:prstGeom>
          <a:noFill/>
          <a:ln w="9525">
            <a:noFill/>
          </a:ln>
        </p:spPr>
        <p:txBody>
          <a:bodyPr>
            <a:spAutoFit/>
          </a:bodyPr>
          <a:lstStyle>
            <a:lvl1pPr marL="342900" indent="-342900" algn="l" rtl="0" eaLnBrk="0" fontAlgn="base" hangingPunct="0">
              <a:spcBef>
                <a:spcPct val="20000"/>
              </a:spcBef>
              <a:spcAft>
                <a:spcPct val="0"/>
              </a:spcAft>
              <a:buChar char="•"/>
              <a:defRPr sz="3200">
                <a:solidFill>
                  <a:srgbClr val="666699"/>
                </a:solidFill>
                <a:latin typeface="+mn-lt"/>
                <a:ea typeface="+mn-ea"/>
                <a:cs typeface="+mn-cs"/>
              </a:defRPr>
            </a:lvl1pPr>
            <a:lvl2pPr marL="742950" indent="-285750" algn="l" rtl="0" eaLnBrk="0" fontAlgn="base" hangingPunct="0">
              <a:spcBef>
                <a:spcPct val="20000"/>
              </a:spcBef>
              <a:spcAft>
                <a:spcPct val="0"/>
              </a:spcAft>
              <a:buChar char="–"/>
              <a:defRPr sz="2800">
                <a:solidFill>
                  <a:srgbClr val="666699"/>
                </a:solidFill>
                <a:latin typeface="+mn-lt"/>
                <a:ea typeface="+mn-ea"/>
              </a:defRPr>
            </a:lvl2pPr>
            <a:lvl3pPr marL="1143000" indent="-228600" algn="l" rtl="0" eaLnBrk="0" fontAlgn="base" hangingPunct="0">
              <a:spcBef>
                <a:spcPct val="20000"/>
              </a:spcBef>
              <a:spcAft>
                <a:spcPct val="0"/>
              </a:spcAft>
              <a:buChar char="•"/>
              <a:defRPr sz="2400">
                <a:solidFill>
                  <a:srgbClr val="666699"/>
                </a:solidFill>
                <a:latin typeface="+mn-lt"/>
                <a:ea typeface="+mn-ea"/>
              </a:defRPr>
            </a:lvl3pPr>
            <a:lvl4pPr marL="1600200" indent="-228600" algn="l" rtl="0" eaLnBrk="0" fontAlgn="base" hangingPunct="0">
              <a:spcBef>
                <a:spcPct val="20000"/>
              </a:spcBef>
              <a:spcAft>
                <a:spcPct val="0"/>
              </a:spcAft>
              <a:buChar char="–"/>
              <a:defRPr sz="2000">
                <a:solidFill>
                  <a:srgbClr val="666699"/>
                </a:solidFill>
                <a:latin typeface="+mn-lt"/>
                <a:ea typeface="+mn-ea"/>
              </a:defRPr>
            </a:lvl4pPr>
            <a:lvl5pPr marL="2057400" indent="-228600" algn="l" rtl="0" eaLnBrk="0" fontAlgn="base" hangingPunct="0">
              <a:spcBef>
                <a:spcPct val="20000"/>
              </a:spcBef>
              <a:spcAft>
                <a:spcPct val="0"/>
              </a:spcAft>
              <a:buChar char="»"/>
              <a:defRPr sz="2000">
                <a:solidFill>
                  <a:srgbClr val="666699"/>
                </a:solidFill>
                <a:latin typeface="+mn-lt"/>
                <a:ea typeface="+mn-ea"/>
              </a:defRPr>
            </a:lvl5pPr>
          </a:lstStyle>
          <a:p>
            <a:pPr marL="0" lvl="0" indent="0" eaLnBrk="1" hangingPunct="1">
              <a:spcBef>
                <a:spcPct val="50000"/>
              </a:spcBef>
            </a:pPr>
            <a:r>
              <a:rPr lang="zh-CN" altLang="en-US" sz="2800" b="1" dirty="0">
                <a:solidFill>
                  <a:schemeClr val="tx1"/>
                </a:solidFill>
                <a:latin typeface="Tahoma" panose="020B0604030504040204" pitchFamily="34" charset="0"/>
              </a:rPr>
              <a:t>补码一位除法的流程图</a:t>
            </a:r>
            <a:endParaRPr lang="zh-CN" altLang="en-US" sz="2800" b="1" dirty="0">
              <a:solidFill>
                <a:schemeClr val="tx1"/>
              </a:solidFill>
              <a:latin typeface="Tahoma" panose="020B0604030504040204" pitchFamily="34"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7" presetClass="entr" presetSubtype="1" fill="hold" nodeType="clickEffect">
                                  <p:stCondLst>
                                    <p:cond delay="0"/>
                                  </p:stCondLst>
                                  <p:childTnLst>
                                    <p:set>
                                      <p:cBhvr>
                                        <p:cTn id="6" dur="1" fill="hold">
                                          <p:stCondLst>
                                            <p:cond delay="0"/>
                                          </p:stCondLst>
                                        </p:cTn>
                                        <p:tgtEl>
                                          <p:spTgt spid="56322"/>
                                        </p:tgtEl>
                                        <p:attrNameLst>
                                          <p:attrName>style.visibility</p:attrName>
                                        </p:attrNameLst>
                                      </p:cBhvr>
                                      <p:to>
                                        <p:strVal val="visible"/>
                                      </p:to>
                                    </p:set>
                                    <p:anim calcmode="lin" valueType="num">
                                      <p:cBhvr>
                                        <p:cTn id="7" dur="500" fill="hold"/>
                                        <p:tgtEl>
                                          <p:spTgt spid="56322"/>
                                        </p:tgtEl>
                                        <p:attrNameLst>
                                          <p:attrName>ppt_x</p:attrName>
                                        </p:attrNameLst>
                                      </p:cBhvr>
                                      <p:tavLst>
                                        <p:tav tm="0">
                                          <p:val>
                                            <p:strVal val="#ppt_x"/>
                                          </p:val>
                                        </p:tav>
                                        <p:tav tm="100000">
                                          <p:val>
                                            <p:strVal val="#ppt_x"/>
                                          </p:val>
                                        </p:tav>
                                      </p:tavLst>
                                    </p:anim>
                                    <p:anim calcmode="lin" valueType="num">
                                      <p:cBhvr>
                                        <p:cTn id="8" dur="500" fill="hold"/>
                                        <p:tgtEl>
                                          <p:spTgt spid="56322"/>
                                        </p:tgtEl>
                                        <p:attrNameLst>
                                          <p:attrName>ppt_y</p:attrName>
                                        </p:attrNameLst>
                                      </p:cBhvr>
                                      <p:tavLst>
                                        <p:tav tm="0">
                                          <p:val>
                                            <p:strVal val="#ppt_y-#ppt_h/2"/>
                                          </p:val>
                                        </p:tav>
                                        <p:tav tm="100000">
                                          <p:val>
                                            <p:strVal val="#ppt_y"/>
                                          </p:val>
                                        </p:tav>
                                      </p:tavLst>
                                    </p:anim>
                                    <p:anim calcmode="lin" valueType="num">
                                      <p:cBhvr>
                                        <p:cTn id="9" dur="500" fill="hold"/>
                                        <p:tgtEl>
                                          <p:spTgt spid="56322"/>
                                        </p:tgtEl>
                                        <p:attrNameLst>
                                          <p:attrName>ppt_w</p:attrName>
                                        </p:attrNameLst>
                                      </p:cBhvr>
                                      <p:tavLst>
                                        <p:tav tm="0">
                                          <p:val>
                                            <p:strVal val="#ppt_w"/>
                                          </p:val>
                                        </p:tav>
                                        <p:tav tm="100000">
                                          <p:val>
                                            <p:strVal val="#ppt_w"/>
                                          </p:val>
                                        </p:tav>
                                      </p:tavLst>
                                    </p:anim>
                                    <p:anim calcmode="lin" valueType="num">
                                      <p:cBhvr>
                                        <p:cTn id="10" dur="500" fill="hold"/>
                                        <p:tgtEl>
                                          <p:spTgt spid="56322"/>
                                        </p:tgtEl>
                                        <p:attrNameLst>
                                          <p:attrName>ppt_h</p:attrName>
                                        </p:attrNameLst>
                                      </p:cBhvr>
                                      <p:tavLst>
                                        <p:tav tm="0">
                                          <p:val>
                                            <p:fltVal val="0.000000"/>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7346" name="Rectangle 2"/>
          <p:cNvSpPr>
            <a:spLocks noGrp="1"/>
          </p:cNvSpPr>
          <p:nvPr>
            <p:ph type="body"/>
          </p:nvPr>
        </p:nvSpPr>
        <p:spPr>
          <a:xfrm>
            <a:off x="252413" y="1196975"/>
            <a:ext cx="7772400" cy="4267200"/>
          </a:xfrm>
          <a:ln/>
        </p:spPr>
        <p:txBody>
          <a:bodyPr vert="horz" wrap="square" lIns="91440" tIns="45720" rIns="91440" bIns="45720" anchor="t" anchorCtr="0"/>
          <a:p>
            <a:pPr marL="812800" indent="-812800" eaLnBrk="1" hangingPunct="1">
              <a:lnSpc>
                <a:spcPct val="80000"/>
              </a:lnSpc>
              <a:buNone/>
            </a:pPr>
            <a:r>
              <a:rPr lang="zh-CN" altLang="en-US" b="1" dirty="0">
                <a:solidFill>
                  <a:schemeClr val="tx1"/>
                </a:solidFill>
              </a:rPr>
              <a:t>  商的校正原则（仅针对补码运算）</a:t>
            </a:r>
            <a:endParaRPr lang="zh-CN" altLang="en-US" b="1" dirty="0">
              <a:solidFill>
                <a:schemeClr val="tx1"/>
              </a:solidFill>
            </a:endParaRPr>
          </a:p>
          <a:p>
            <a:pPr marL="812800" indent="-812800" eaLnBrk="1" hangingPunct="1">
              <a:lnSpc>
                <a:spcPct val="80000"/>
              </a:lnSpc>
              <a:buNone/>
            </a:pPr>
            <a:endParaRPr lang="zh-CN" altLang="en-US" b="1" dirty="0">
              <a:solidFill>
                <a:schemeClr val="tx1"/>
              </a:solidFill>
            </a:endParaRPr>
          </a:p>
          <a:p>
            <a:pPr marL="812800" indent="-812800" eaLnBrk="1" hangingPunct="1">
              <a:buFontTx/>
              <a:buAutoNum type="alphaLcParenR"/>
            </a:pPr>
            <a:r>
              <a:rPr lang="zh-CN" altLang="en-US" b="1" dirty="0">
                <a:solidFill>
                  <a:srgbClr val="0000FF"/>
                </a:solidFill>
              </a:rPr>
              <a:t>当刚好能除尽时（即运算过程中某一步余数为0），如果除数为正，则商不必校正；若除数为负，则商需要加上2</a:t>
            </a:r>
            <a:r>
              <a:rPr lang="zh-CN" altLang="en-US" sz="2400" b="1" baseline="52000" dirty="0">
                <a:solidFill>
                  <a:srgbClr val="0000FF"/>
                </a:solidFill>
                <a:latin typeface="Tahoma" panose="020B0604030504040204" pitchFamily="34" charset="0"/>
              </a:rPr>
              <a:t>-n</a:t>
            </a:r>
            <a:r>
              <a:rPr lang="zh-CN" altLang="en-US" b="1" dirty="0">
                <a:solidFill>
                  <a:srgbClr val="0000FF"/>
                </a:solidFill>
              </a:rPr>
              <a:t>进行校正。</a:t>
            </a:r>
            <a:endParaRPr lang="zh-CN" altLang="en-US" b="1" dirty="0">
              <a:solidFill>
                <a:srgbClr val="0000FF"/>
              </a:solidFill>
            </a:endParaRPr>
          </a:p>
          <a:p>
            <a:pPr marL="812800" indent="-812800" eaLnBrk="1" hangingPunct="1">
              <a:buFontTx/>
              <a:buAutoNum type="alphaLcParenR"/>
            </a:pPr>
            <a:r>
              <a:rPr lang="zh-CN" altLang="en-US" b="1" dirty="0">
                <a:solidFill>
                  <a:srgbClr val="0000FF"/>
                </a:solidFill>
              </a:rPr>
              <a:t>不能除尽时，如果商为正，则不必校正；若商为负，则商需要加2</a:t>
            </a:r>
            <a:r>
              <a:rPr lang="zh-CN" altLang="en-US" sz="2400" b="1" baseline="52000" dirty="0">
                <a:solidFill>
                  <a:srgbClr val="0000FF"/>
                </a:solidFill>
                <a:latin typeface="Tahoma" panose="020B0604030504040204" pitchFamily="34" charset="0"/>
              </a:rPr>
              <a:t>-n</a:t>
            </a:r>
            <a:r>
              <a:rPr lang="zh-CN" altLang="en-US" b="1" dirty="0">
                <a:solidFill>
                  <a:srgbClr val="0000FF"/>
                </a:solidFill>
              </a:rPr>
              <a:t>进行校正。</a:t>
            </a:r>
            <a:endParaRPr lang="zh-CN" altLang="en-US" b="1" dirty="0">
              <a:solidFill>
                <a:srgbClr val="0000FF"/>
              </a:solidFill>
            </a:endParaRPr>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8370" name="Rectangle 2"/>
          <p:cNvSpPr>
            <a:spLocks noGrp="1"/>
          </p:cNvSpPr>
          <p:nvPr>
            <p:ph type="body"/>
          </p:nvPr>
        </p:nvSpPr>
        <p:spPr>
          <a:xfrm>
            <a:off x="323850" y="1125538"/>
            <a:ext cx="8353425" cy="5113337"/>
          </a:xfrm>
          <a:ln/>
        </p:spPr>
        <p:txBody>
          <a:bodyPr vert="horz" wrap="square" lIns="91440" tIns="45720" rIns="91440" bIns="45720" anchor="t" anchorCtr="0"/>
          <a:p>
            <a:pPr marL="812800" indent="-812800" eaLnBrk="1" hangingPunct="1">
              <a:lnSpc>
                <a:spcPct val="110000"/>
              </a:lnSpc>
              <a:buNone/>
            </a:pPr>
            <a:r>
              <a:rPr lang="zh-CN" altLang="en-US" b="1" dirty="0">
                <a:solidFill>
                  <a:schemeClr val="tx1"/>
                </a:solidFill>
              </a:rPr>
              <a:t>余数的校正原则（针对原码和补码）</a:t>
            </a:r>
            <a:endParaRPr lang="zh-CN" altLang="en-US" b="1" dirty="0">
              <a:solidFill>
                <a:schemeClr val="tx1"/>
              </a:solidFill>
            </a:endParaRPr>
          </a:p>
          <a:p>
            <a:pPr marL="812800" indent="-812800" eaLnBrk="1" hangingPunct="1">
              <a:lnSpc>
                <a:spcPct val="110000"/>
              </a:lnSpc>
              <a:buNone/>
            </a:pPr>
            <a:r>
              <a:rPr lang="zh-CN" altLang="en-US" b="1" dirty="0">
                <a:solidFill>
                  <a:srgbClr val="FF0000"/>
                </a:solidFill>
              </a:rPr>
              <a:t>校正的前提：余数与竖式运算中的被除数异号。</a:t>
            </a:r>
            <a:endParaRPr lang="zh-CN" altLang="en-US" b="1" dirty="0">
              <a:solidFill>
                <a:srgbClr val="FF0000"/>
              </a:solidFill>
            </a:endParaRPr>
          </a:p>
          <a:p>
            <a:pPr marL="812800" indent="-812800" eaLnBrk="1" hangingPunct="1">
              <a:lnSpc>
                <a:spcPct val="90000"/>
              </a:lnSpc>
              <a:buNone/>
            </a:pPr>
            <a:endParaRPr lang="zh-CN" altLang="en-US" b="1" dirty="0">
              <a:solidFill>
                <a:srgbClr val="FF0000"/>
              </a:solidFill>
            </a:endParaRPr>
          </a:p>
          <a:p>
            <a:pPr marL="812800" indent="-812800" eaLnBrk="1" hangingPunct="1">
              <a:lnSpc>
                <a:spcPct val="90000"/>
              </a:lnSpc>
              <a:buFontTx/>
              <a:buAutoNum type="alphaLcParenR"/>
            </a:pPr>
            <a:r>
              <a:rPr lang="zh-CN" altLang="en-US" b="1" dirty="0">
                <a:solidFill>
                  <a:srgbClr val="0000FF"/>
                </a:solidFill>
              </a:rPr>
              <a:t>若商为正，将余数加上除数进行校正；</a:t>
            </a:r>
            <a:endParaRPr lang="zh-CN" altLang="en-US" b="1" dirty="0">
              <a:solidFill>
                <a:srgbClr val="0000FF"/>
              </a:solidFill>
            </a:endParaRPr>
          </a:p>
          <a:p>
            <a:pPr marL="812800" indent="-812800" eaLnBrk="1" hangingPunct="1">
              <a:lnSpc>
                <a:spcPct val="90000"/>
              </a:lnSpc>
              <a:buFontTx/>
              <a:buAutoNum type="alphaLcParenR"/>
            </a:pPr>
            <a:r>
              <a:rPr lang="zh-CN" altLang="en-US" b="1" dirty="0">
                <a:solidFill>
                  <a:srgbClr val="0000FF"/>
                </a:solidFill>
              </a:rPr>
              <a:t>若商为负，将余数减去除数进行校正；</a:t>
            </a:r>
            <a:endParaRPr lang="zh-CN" altLang="en-US" b="1" dirty="0">
              <a:solidFill>
                <a:srgbClr val="0000FF"/>
              </a:solidFill>
            </a:endParaRPr>
          </a:p>
          <a:p>
            <a:pPr marL="812800" indent="-812800" eaLnBrk="1" hangingPunct="1">
              <a:lnSpc>
                <a:spcPct val="90000"/>
              </a:lnSpc>
              <a:buFontTx/>
              <a:buAutoNum type="alphaLcParenR"/>
            </a:pPr>
            <a:r>
              <a:rPr lang="zh-CN" altLang="en-US" b="1" dirty="0">
                <a:solidFill>
                  <a:srgbClr val="0000FF"/>
                </a:solidFill>
              </a:rPr>
              <a:t>校正后，余数的符号应与被除数相同。</a:t>
            </a:r>
            <a:endParaRPr lang="zh-CN" altLang="en-US" b="1" dirty="0">
              <a:solidFill>
                <a:srgbClr val="0000FF"/>
              </a:solidFill>
            </a:endParaRPr>
          </a:p>
          <a:p>
            <a:pPr marL="812800" indent="-812800" eaLnBrk="1" hangingPunct="1">
              <a:lnSpc>
                <a:spcPct val="90000"/>
              </a:lnSpc>
              <a:buFontTx/>
              <a:buAutoNum type="alphaLcParenR"/>
            </a:pPr>
            <a:endParaRPr lang="zh-CN" altLang="en-US" b="1" dirty="0">
              <a:solidFill>
                <a:srgbClr val="0000FF"/>
              </a:solidFill>
            </a:endParaRPr>
          </a:p>
          <a:p>
            <a:pPr marL="812800" indent="-812800" eaLnBrk="1" hangingPunct="1">
              <a:lnSpc>
                <a:spcPct val="90000"/>
              </a:lnSpc>
              <a:buNone/>
            </a:pPr>
            <a:r>
              <a:rPr lang="zh-CN" altLang="en-US" b="1" i="1" dirty="0">
                <a:solidFill>
                  <a:srgbClr val="FF0000"/>
                </a:solidFill>
                <a:ea typeface="楷体" panose="02010609060101010101" pitchFamily="49" charset="-122"/>
              </a:rPr>
              <a:t>注意：只要是做减法，都是加上减数变补之后的数。</a:t>
            </a:r>
            <a:endParaRPr lang="zh-CN" altLang="en-US" b="1" i="1" dirty="0">
              <a:solidFill>
                <a:srgbClr val="FF0000"/>
              </a:solidFill>
              <a:ea typeface="楷体" panose="02010609060101010101" pitchFamily="49" charset="-122"/>
            </a:endParaRPr>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9394" name="Rectangle 2"/>
          <p:cNvSpPr>
            <a:spLocks noGrp="1"/>
          </p:cNvSpPr>
          <p:nvPr>
            <p:ph type="title"/>
          </p:nvPr>
        </p:nvSpPr>
        <p:spPr>
          <a:xfrm>
            <a:off x="179388" y="333375"/>
            <a:ext cx="7772400" cy="576263"/>
          </a:xfrm>
          <a:ln/>
        </p:spPr>
        <p:txBody>
          <a:bodyPr vert="horz" wrap="square" lIns="91440" tIns="45720" rIns="91440" bIns="45720" anchor="ctr" anchorCtr="0"/>
          <a:p>
            <a:pPr algn="l" eaLnBrk="1" hangingPunct="1"/>
            <a:r>
              <a:rPr lang="zh-CN" altLang="en-US" sz="3200" dirty="0"/>
              <a:t>定点补码除法运算例1：</a:t>
            </a:r>
            <a:br>
              <a:rPr lang="zh-CN" altLang="en-US" sz="3200" dirty="0"/>
            </a:br>
            <a:endParaRPr lang="zh-CN" altLang="en-US" sz="2000" dirty="0"/>
          </a:p>
        </p:txBody>
      </p:sp>
      <p:sp>
        <p:nvSpPr>
          <p:cNvPr id="59395" name="Rectangle 3"/>
          <p:cNvSpPr>
            <a:spLocks noGrp="1"/>
          </p:cNvSpPr>
          <p:nvPr>
            <p:ph type="body"/>
          </p:nvPr>
        </p:nvSpPr>
        <p:spPr>
          <a:xfrm>
            <a:off x="611188" y="892175"/>
            <a:ext cx="8134350" cy="4343400"/>
          </a:xfrm>
          <a:ln/>
        </p:spPr>
        <p:txBody>
          <a:bodyPr vert="horz" wrap="square" lIns="91440" tIns="45720" rIns="91440" bIns="45720" anchor="t" anchorCtr="0"/>
          <a:p>
            <a:pPr marL="0" indent="0" eaLnBrk="1" hangingPunct="1">
              <a:buNone/>
            </a:pPr>
            <a:r>
              <a:rPr lang="zh-CN" altLang="en-US" sz="2400" b="1" dirty="0">
                <a:solidFill>
                  <a:srgbClr val="0000FF"/>
                </a:solidFill>
              </a:rPr>
              <a:t>例:X=0.1001,Y=0.1011,求[X/Y]</a:t>
            </a:r>
            <a:r>
              <a:rPr lang="zh-CN" altLang="en-US" sz="2400" b="1" baseline="-25000" dirty="0">
                <a:solidFill>
                  <a:srgbClr val="0000FF"/>
                </a:solidFill>
              </a:rPr>
              <a:t>补</a:t>
            </a:r>
            <a:endParaRPr lang="zh-CN" altLang="en-US" sz="2400" b="1" baseline="-25000" dirty="0">
              <a:solidFill>
                <a:srgbClr val="0000FF"/>
              </a:solidFill>
            </a:endParaRPr>
          </a:p>
          <a:p>
            <a:pPr marL="0" indent="0" eaLnBrk="1" hangingPunct="1">
              <a:buNone/>
            </a:pPr>
            <a:r>
              <a:rPr lang="zh-CN" altLang="en-US" sz="2400" b="1" dirty="0">
                <a:solidFill>
                  <a:srgbClr val="0000FF"/>
                </a:solidFill>
              </a:rPr>
              <a:t>解:[X]</a:t>
            </a:r>
            <a:r>
              <a:rPr lang="zh-CN" altLang="en-US" sz="2400" b="1" baseline="-25000" dirty="0">
                <a:solidFill>
                  <a:srgbClr val="0000FF"/>
                </a:solidFill>
              </a:rPr>
              <a:t>补</a:t>
            </a:r>
            <a:r>
              <a:rPr lang="zh-CN" altLang="en-US" sz="2400" b="1" dirty="0">
                <a:solidFill>
                  <a:srgbClr val="0000FF"/>
                </a:solidFill>
              </a:rPr>
              <a:t>=0.1001，[Y]</a:t>
            </a:r>
            <a:r>
              <a:rPr lang="zh-CN" altLang="en-US" sz="2400" b="1" baseline="-25000" dirty="0">
                <a:solidFill>
                  <a:srgbClr val="0000FF"/>
                </a:solidFill>
              </a:rPr>
              <a:t>补</a:t>
            </a:r>
            <a:r>
              <a:rPr lang="zh-CN" altLang="en-US" sz="2400" b="1" dirty="0">
                <a:solidFill>
                  <a:srgbClr val="0000FF"/>
                </a:solidFill>
              </a:rPr>
              <a:t>=0.1011，[-Y]</a:t>
            </a:r>
            <a:r>
              <a:rPr lang="zh-CN" altLang="en-US" sz="2400" b="1" baseline="-25000" dirty="0">
                <a:solidFill>
                  <a:srgbClr val="0000FF"/>
                </a:solidFill>
              </a:rPr>
              <a:t>补</a:t>
            </a:r>
            <a:r>
              <a:rPr lang="zh-CN" altLang="en-US" sz="2400" b="1" dirty="0">
                <a:solidFill>
                  <a:srgbClr val="0000FF"/>
                </a:solidFill>
              </a:rPr>
              <a:t>=1.0101</a:t>
            </a:r>
            <a:endParaRPr lang="zh-CN" altLang="en-US" sz="2400" b="1" dirty="0">
              <a:solidFill>
                <a:srgbClr val="0000FF"/>
              </a:solidFill>
            </a:endParaRPr>
          </a:p>
          <a:p>
            <a:pPr marL="0" indent="0" eaLnBrk="1" hangingPunct="1">
              <a:buNone/>
            </a:pPr>
            <a:r>
              <a:rPr lang="zh-CN" altLang="en-US" sz="2400" b="1" dirty="0">
                <a:solidFill>
                  <a:srgbClr val="0000FF"/>
                </a:solidFill>
              </a:rPr>
              <a:t>操作  </a:t>
            </a:r>
            <a:r>
              <a:rPr lang="zh-CN" altLang="en-US" sz="2000" b="1" dirty="0">
                <a:solidFill>
                  <a:srgbClr val="0000FF"/>
                </a:solidFill>
              </a:rPr>
              <a:t>               </a:t>
            </a:r>
            <a:r>
              <a:rPr lang="zh-CN" altLang="en-US" sz="2400" b="1" dirty="0">
                <a:solidFill>
                  <a:srgbClr val="0000FF"/>
                </a:solidFill>
              </a:rPr>
              <a:t>被除数/余数</a:t>
            </a:r>
            <a:r>
              <a:rPr lang="zh-CN" altLang="en-US" sz="2000" b="1" dirty="0">
                <a:solidFill>
                  <a:srgbClr val="0000FF"/>
                </a:solidFill>
              </a:rPr>
              <a:t>               </a:t>
            </a:r>
            <a:r>
              <a:rPr lang="zh-CN" altLang="en-US" sz="2400" b="1" dirty="0">
                <a:solidFill>
                  <a:srgbClr val="0000FF"/>
                </a:solidFill>
              </a:rPr>
              <a:t>商  </a:t>
            </a:r>
            <a:r>
              <a:rPr lang="zh-CN" altLang="en-US" sz="2000" b="1" dirty="0">
                <a:solidFill>
                  <a:srgbClr val="0000FF"/>
                </a:solidFill>
              </a:rPr>
              <a:t>                </a:t>
            </a:r>
            <a:r>
              <a:rPr lang="zh-CN" altLang="en-US" sz="2400" b="1" dirty="0">
                <a:solidFill>
                  <a:srgbClr val="0000FF"/>
                </a:solidFill>
              </a:rPr>
              <a:t>说明 </a:t>
            </a:r>
            <a:endParaRPr lang="zh-CN" altLang="en-US" sz="2400" b="1" dirty="0">
              <a:solidFill>
                <a:srgbClr val="0000FF"/>
              </a:solidFill>
            </a:endParaRPr>
          </a:p>
        </p:txBody>
      </p:sp>
      <p:grpSp>
        <p:nvGrpSpPr>
          <p:cNvPr id="59396" name="Group 4"/>
          <p:cNvGrpSpPr/>
          <p:nvPr/>
        </p:nvGrpSpPr>
        <p:grpSpPr>
          <a:xfrm>
            <a:off x="461963" y="2152650"/>
            <a:ext cx="8358187" cy="4086225"/>
            <a:chOff x="0" y="0"/>
            <a:chExt cx="5136" cy="2516"/>
          </a:xfrm>
        </p:grpSpPr>
        <p:sp>
          <p:nvSpPr>
            <p:cNvPr id="59398" name="Text Box 5"/>
            <p:cNvSpPr txBox="1"/>
            <p:nvPr/>
          </p:nvSpPr>
          <p:spPr>
            <a:xfrm>
              <a:off x="1248" y="0"/>
              <a:ext cx="1056" cy="250"/>
            </a:xfrm>
            <a:prstGeom prst="rect">
              <a:avLst/>
            </a:prstGeom>
            <a:noFill/>
            <a:ln w="9525">
              <a:noFill/>
            </a:ln>
          </p:spPr>
          <p:txBody>
            <a:bodyPr>
              <a:spAutoFit/>
            </a:bodyPr>
            <a:lstStyle>
              <a:lvl1pPr marL="342900" indent="-342900" algn="l" rtl="0" eaLnBrk="0" fontAlgn="base" hangingPunct="0">
                <a:spcBef>
                  <a:spcPct val="20000"/>
                </a:spcBef>
                <a:spcAft>
                  <a:spcPct val="0"/>
                </a:spcAft>
                <a:buChar char="•"/>
                <a:defRPr sz="3200">
                  <a:solidFill>
                    <a:srgbClr val="666699"/>
                  </a:solidFill>
                  <a:latin typeface="+mn-lt"/>
                  <a:ea typeface="+mn-ea"/>
                  <a:cs typeface="+mn-cs"/>
                </a:defRPr>
              </a:lvl1pPr>
              <a:lvl2pPr marL="742950" indent="-285750" algn="l" rtl="0" eaLnBrk="0" fontAlgn="base" hangingPunct="0">
                <a:spcBef>
                  <a:spcPct val="20000"/>
                </a:spcBef>
                <a:spcAft>
                  <a:spcPct val="0"/>
                </a:spcAft>
                <a:buChar char="–"/>
                <a:defRPr sz="2800">
                  <a:solidFill>
                    <a:srgbClr val="666699"/>
                  </a:solidFill>
                  <a:latin typeface="+mn-lt"/>
                  <a:ea typeface="+mn-ea"/>
                </a:defRPr>
              </a:lvl2pPr>
              <a:lvl3pPr marL="1143000" indent="-228600" algn="l" rtl="0" eaLnBrk="0" fontAlgn="base" hangingPunct="0">
                <a:spcBef>
                  <a:spcPct val="20000"/>
                </a:spcBef>
                <a:spcAft>
                  <a:spcPct val="0"/>
                </a:spcAft>
                <a:buChar char="•"/>
                <a:defRPr sz="2400">
                  <a:solidFill>
                    <a:srgbClr val="666699"/>
                  </a:solidFill>
                  <a:latin typeface="+mn-lt"/>
                  <a:ea typeface="+mn-ea"/>
                </a:defRPr>
              </a:lvl3pPr>
              <a:lvl4pPr marL="1600200" indent="-228600" algn="l" rtl="0" eaLnBrk="0" fontAlgn="base" hangingPunct="0">
                <a:spcBef>
                  <a:spcPct val="20000"/>
                </a:spcBef>
                <a:spcAft>
                  <a:spcPct val="0"/>
                </a:spcAft>
                <a:buChar char="–"/>
                <a:defRPr sz="2000">
                  <a:solidFill>
                    <a:srgbClr val="666699"/>
                  </a:solidFill>
                  <a:latin typeface="+mn-lt"/>
                  <a:ea typeface="+mn-ea"/>
                </a:defRPr>
              </a:lvl4pPr>
              <a:lvl5pPr marL="2057400" indent="-228600" algn="l" rtl="0" eaLnBrk="0" fontAlgn="base" hangingPunct="0">
                <a:spcBef>
                  <a:spcPct val="20000"/>
                </a:spcBef>
                <a:spcAft>
                  <a:spcPct val="0"/>
                </a:spcAft>
                <a:buChar char="»"/>
                <a:defRPr sz="2000">
                  <a:solidFill>
                    <a:srgbClr val="666699"/>
                  </a:solidFill>
                  <a:latin typeface="+mn-lt"/>
                  <a:ea typeface="+mn-ea"/>
                </a:defRPr>
              </a:lvl5pPr>
            </a:lstStyle>
            <a:p>
              <a:pPr marL="0" lvl="0" indent="0" eaLnBrk="1" hangingPunct="1">
                <a:spcBef>
                  <a:spcPct val="50000"/>
                </a:spcBef>
                <a:buNone/>
              </a:pPr>
              <a:r>
                <a:rPr lang="zh-CN" altLang="en-US" sz="2000" dirty="0">
                  <a:solidFill>
                    <a:schemeClr val="tx1"/>
                  </a:solidFill>
                  <a:latin typeface="Tahoma" panose="020B0604030504040204" pitchFamily="34" charset="0"/>
                </a:rPr>
                <a:t>0 0 . 1 0 0 1</a:t>
              </a:r>
              <a:endParaRPr lang="zh-CN" altLang="en-US" sz="2000" dirty="0">
                <a:solidFill>
                  <a:schemeClr val="tx1"/>
                </a:solidFill>
                <a:latin typeface="Tahoma" panose="020B0604030504040204" pitchFamily="34" charset="0"/>
              </a:endParaRPr>
            </a:p>
          </p:txBody>
        </p:sp>
        <p:sp>
          <p:nvSpPr>
            <p:cNvPr id="59399" name="Text Box 6"/>
            <p:cNvSpPr txBox="1"/>
            <p:nvPr/>
          </p:nvSpPr>
          <p:spPr>
            <a:xfrm>
              <a:off x="1248" y="144"/>
              <a:ext cx="1056" cy="250"/>
            </a:xfrm>
            <a:prstGeom prst="rect">
              <a:avLst/>
            </a:prstGeom>
            <a:noFill/>
            <a:ln w="9525">
              <a:noFill/>
            </a:ln>
          </p:spPr>
          <p:txBody>
            <a:bodyPr>
              <a:spAutoFit/>
            </a:bodyPr>
            <a:lstStyle>
              <a:lvl1pPr marL="342900" indent="-342900" algn="l" rtl="0" eaLnBrk="0" fontAlgn="base" hangingPunct="0">
                <a:spcBef>
                  <a:spcPct val="20000"/>
                </a:spcBef>
                <a:spcAft>
                  <a:spcPct val="0"/>
                </a:spcAft>
                <a:buChar char="•"/>
                <a:defRPr sz="3200">
                  <a:solidFill>
                    <a:srgbClr val="666699"/>
                  </a:solidFill>
                  <a:latin typeface="+mn-lt"/>
                  <a:ea typeface="+mn-ea"/>
                  <a:cs typeface="+mn-cs"/>
                </a:defRPr>
              </a:lvl1pPr>
              <a:lvl2pPr marL="742950" indent="-285750" algn="l" rtl="0" eaLnBrk="0" fontAlgn="base" hangingPunct="0">
                <a:spcBef>
                  <a:spcPct val="20000"/>
                </a:spcBef>
                <a:spcAft>
                  <a:spcPct val="0"/>
                </a:spcAft>
                <a:buChar char="–"/>
                <a:defRPr sz="2800">
                  <a:solidFill>
                    <a:srgbClr val="666699"/>
                  </a:solidFill>
                  <a:latin typeface="+mn-lt"/>
                  <a:ea typeface="+mn-ea"/>
                </a:defRPr>
              </a:lvl2pPr>
              <a:lvl3pPr marL="1143000" indent="-228600" algn="l" rtl="0" eaLnBrk="0" fontAlgn="base" hangingPunct="0">
                <a:spcBef>
                  <a:spcPct val="20000"/>
                </a:spcBef>
                <a:spcAft>
                  <a:spcPct val="0"/>
                </a:spcAft>
                <a:buChar char="•"/>
                <a:defRPr sz="2400">
                  <a:solidFill>
                    <a:srgbClr val="666699"/>
                  </a:solidFill>
                  <a:latin typeface="+mn-lt"/>
                  <a:ea typeface="+mn-ea"/>
                </a:defRPr>
              </a:lvl3pPr>
              <a:lvl4pPr marL="1600200" indent="-228600" algn="l" rtl="0" eaLnBrk="0" fontAlgn="base" hangingPunct="0">
                <a:spcBef>
                  <a:spcPct val="20000"/>
                </a:spcBef>
                <a:spcAft>
                  <a:spcPct val="0"/>
                </a:spcAft>
                <a:buChar char="–"/>
                <a:defRPr sz="2000">
                  <a:solidFill>
                    <a:srgbClr val="666699"/>
                  </a:solidFill>
                  <a:latin typeface="+mn-lt"/>
                  <a:ea typeface="+mn-ea"/>
                </a:defRPr>
              </a:lvl4pPr>
              <a:lvl5pPr marL="2057400" indent="-228600" algn="l" rtl="0" eaLnBrk="0" fontAlgn="base" hangingPunct="0">
                <a:spcBef>
                  <a:spcPct val="20000"/>
                </a:spcBef>
                <a:spcAft>
                  <a:spcPct val="0"/>
                </a:spcAft>
                <a:buChar char="»"/>
                <a:defRPr sz="2000">
                  <a:solidFill>
                    <a:srgbClr val="666699"/>
                  </a:solidFill>
                  <a:latin typeface="+mn-lt"/>
                  <a:ea typeface="+mn-ea"/>
                </a:defRPr>
              </a:lvl5pPr>
            </a:lstStyle>
            <a:p>
              <a:pPr marL="0" lvl="0" indent="0" eaLnBrk="1" hangingPunct="1">
                <a:spcBef>
                  <a:spcPct val="50000"/>
                </a:spcBef>
                <a:buNone/>
              </a:pPr>
              <a:r>
                <a:rPr lang="zh-CN" altLang="en-US" sz="2000" dirty="0">
                  <a:solidFill>
                    <a:schemeClr val="tx1"/>
                  </a:solidFill>
                  <a:latin typeface="Tahoma" panose="020B0604030504040204" pitchFamily="34" charset="0"/>
                </a:rPr>
                <a:t>1 1 . 0 1 0 1</a:t>
              </a:r>
              <a:endParaRPr lang="zh-CN" altLang="en-US" sz="2000" dirty="0">
                <a:solidFill>
                  <a:schemeClr val="tx1"/>
                </a:solidFill>
                <a:latin typeface="Tahoma" panose="020B0604030504040204" pitchFamily="34" charset="0"/>
              </a:endParaRPr>
            </a:p>
          </p:txBody>
        </p:sp>
        <p:sp>
          <p:nvSpPr>
            <p:cNvPr id="59400" name="Text Box 7"/>
            <p:cNvSpPr txBox="1"/>
            <p:nvPr/>
          </p:nvSpPr>
          <p:spPr>
            <a:xfrm>
              <a:off x="1248" y="288"/>
              <a:ext cx="1056" cy="250"/>
            </a:xfrm>
            <a:prstGeom prst="rect">
              <a:avLst/>
            </a:prstGeom>
            <a:noFill/>
            <a:ln w="9525">
              <a:noFill/>
            </a:ln>
          </p:spPr>
          <p:txBody>
            <a:bodyPr>
              <a:spAutoFit/>
            </a:bodyPr>
            <a:lstStyle>
              <a:lvl1pPr marL="342900" indent="-342900" algn="l" rtl="0" eaLnBrk="0" fontAlgn="base" hangingPunct="0">
                <a:spcBef>
                  <a:spcPct val="20000"/>
                </a:spcBef>
                <a:spcAft>
                  <a:spcPct val="0"/>
                </a:spcAft>
                <a:buChar char="•"/>
                <a:defRPr sz="3200">
                  <a:solidFill>
                    <a:srgbClr val="666699"/>
                  </a:solidFill>
                  <a:latin typeface="+mn-lt"/>
                  <a:ea typeface="+mn-ea"/>
                  <a:cs typeface="+mn-cs"/>
                </a:defRPr>
              </a:lvl1pPr>
              <a:lvl2pPr marL="742950" indent="-285750" algn="l" rtl="0" eaLnBrk="0" fontAlgn="base" hangingPunct="0">
                <a:spcBef>
                  <a:spcPct val="20000"/>
                </a:spcBef>
                <a:spcAft>
                  <a:spcPct val="0"/>
                </a:spcAft>
                <a:buChar char="–"/>
                <a:defRPr sz="2800">
                  <a:solidFill>
                    <a:srgbClr val="666699"/>
                  </a:solidFill>
                  <a:latin typeface="+mn-lt"/>
                  <a:ea typeface="+mn-ea"/>
                </a:defRPr>
              </a:lvl2pPr>
              <a:lvl3pPr marL="1143000" indent="-228600" algn="l" rtl="0" eaLnBrk="0" fontAlgn="base" hangingPunct="0">
                <a:spcBef>
                  <a:spcPct val="20000"/>
                </a:spcBef>
                <a:spcAft>
                  <a:spcPct val="0"/>
                </a:spcAft>
                <a:buChar char="•"/>
                <a:defRPr sz="2400">
                  <a:solidFill>
                    <a:srgbClr val="666699"/>
                  </a:solidFill>
                  <a:latin typeface="+mn-lt"/>
                  <a:ea typeface="+mn-ea"/>
                </a:defRPr>
              </a:lvl3pPr>
              <a:lvl4pPr marL="1600200" indent="-228600" algn="l" rtl="0" eaLnBrk="0" fontAlgn="base" hangingPunct="0">
                <a:spcBef>
                  <a:spcPct val="20000"/>
                </a:spcBef>
                <a:spcAft>
                  <a:spcPct val="0"/>
                </a:spcAft>
                <a:buChar char="–"/>
                <a:defRPr sz="2000">
                  <a:solidFill>
                    <a:srgbClr val="666699"/>
                  </a:solidFill>
                  <a:latin typeface="+mn-lt"/>
                  <a:ea typeface="+mn-ea"/>
                </a:defRPr>
              </a:lvl4pPr>
              <a:lvl5pPr marL="2057400" indent="-228600" algn="l" rtl="0" eaLnBrk="0" fontAlgn="base" hangingPunct="0">
                <a:spcBef>
                  <a:spcPct val="20000"/>
                </a:spcBef>
                <a:spcAft>
                  <a:spcPct val="0"/>
                </a:spcAft>
                <a:buChar char="»"/>
                <a:defRPr sz="2000">
                  <a:solidFill>
                    <a:srgbClr val="666699"/>
                  </a:solidFill>
                  <a:latin typeface="+mn-lt"/>
                  <a:ea typeface="+mn-ea"/>
                </a:defRPr>
              </a:lvl5pPr>
            </a:lstStyle>
            <a:p>
              <a:pPr marL="0" lvl="0" indent="0" eaLnBrk="1" hangingPunct="1">
                <a:spcBef>
                  <a:spcPct val="50000"/>
                </a:spcBef>
                <a:buNone/>
              </a:pPr>
              <a:r>
                <a:rPr lang="zh-CN" altLang="en-US" sz="2000" dirty="0">
                  <a:solidFill>
                    <a:schemeClr val="tx1"/>
                  </a:solidFill>
                  <a:latin typeface="Tahoma" panose="020B0604030504040204" pitchFamily="34" charset="0"/>
                </a:rPr>
                <a:t>1 1 . 1 1 1 0</a:t>
              </a:r>
              <a:endParaRPr lang="zh-CN" altLang="en-US" sz="2000" dirty="0">
                <a:solidFill>
                  <a:schemeClr val="tx1"/>
                </a:solidFill>
                <a:latin typeface="Tahoma" panose="020B0604030504040204" pitchFamily="34" charset="0"/>
              </a:endParaRPr>
            </a:p>
          </p:txBody>
        </p:sp>
        <p:sp>
          <p:nvSpPr>
            <p:cNvPr id="59401" name="Text Box 8"/>
            <p:cNvSpPr txBox="1"/>
            <p:nvPr/>
          </p:nvSpPr>
          <p:spPr>
            <a:xfrm>
              <a:off x="1248" y="442"/>
              <a:ext cx="1056" cy="250"/>
            </a:xfrm>
            <a:prstGeom prst="rect">
              <a:avLst/>
            </a:prstGeom>
            <a:noFill/>
            <a:ln w="9525">
              <a:noFill/>
            </a:ln>
          </p:spPr>
          <p:txBody>
            <a:bodyPr>
              <a:spAutoFit/>
            </a:bodyPr>
            <a:lstStyle>
              <a:lvl1pPr marL="342900" indent="-342900" algn="l" rtl="0" eaLnBrk="0" fontAlgn="base" hangingPunct="0">
                <a:spcBef>
                  <a:spcPct val="20000"/>
                </a:spcBef>
                <a:spcAft>
                  <a:spcPct val="0"/>
                </a:spcAft>
                <a:buChar char="•"/>
                <a:defRPr sz="3200">
                  <a:solidFill>
                    <a:srgbClr val="666699"/>
                  </a:solidFill>
                  <a:latin typeface="+mn-lt"/>
                  <a:ea typeface="+mn-ea"/>
                  <a:cs typeface="+mn-cs"/>
                </a:defRPr>
              </a:lvl1pPr>
              <a:lvl2pPr marL="742950" indent="-285750" algn="l" rtl="0" eaLnBrk="0" fontAlgn="base" hangingPunct="0">
                <a:spcBef>
                  <a:spcPct val="20000"/>
                </a:spcBef>
                <a:spcAft>
                  <a:spcPct val="0"/>
                </a:spcAft>
                <a:buChar char="–"/>
                <a:defRPr sz="2800">
                  <a:solidFill>
                    <a:srgbClr val="666699"/>
                  </a:solidFill>
                  <a:latin typeface="+mn-lt"/>
                  <a:ea typeface="+mn-ea"/>
                </a:defRPr>
              </a:lvl2pPr>
              <a:lvl3pPr marL="1143000" indent="-228600" algn="l" rtl="0" eaLnBrk="0" fontAlgn="base" hangingPunct="0">
                <a:spcBef>
                  <a:spcPct val="20000"/>
                </a:spcBef>
                <a:spcAft>
                  <a:spcPct val="0"/>
                </a:spcAft>
                <a:buChar char="•"/>
                <a:defRPr sz="2400">
                  <a:solidFill>
                    <a:srgbClr val="666699"/>
                  </a:solidFill>
                  <a:latin typeface="+mn-lt"/>
                  <a:ea typeface="+mn-ea"/>
                </a:defRPr>
              </a:lvl3pPr>
              <a:lvl4pPr marL="1600200" indent="-228600" algn="l" rtl="0" eaLnBrk="0" fontAlgn="base" hangingPunct="0">
                <a:spcBef>
                  <a:spcPct val="20000"/>
                </a:spcBef>
                <a:spcAft>
                  <a:spcPct val="0"/>
                </a:spcAft>
                <a:buChar char="–"/>
                <a:defRPr sz="2000">
                  <a:solidFill>
                    <a:srgbClr val="666699"/>
                  </a:solidFill>
                  <a:latin typeface="+mn-lt"/>
                  <a:ea typeface="+mn-ea"/>
                </a:defRPr>
              </a:lvl4pPr>
              <a:lvl5pPr marL="2057400" indent="-228600" algn="l" rtl="0" eaLnBrk="0" fontAlgn="base" hangingPunct="0">
                <a:spcBef>
                  <a:spcPct val="20000"/>
                </a:spcBef>
                <a:spcAft>
                  <a:spcPct val="0"/>
                </a:spcAft>
                <a:buChar char="»"/>
                <a:defRPr sz="2000">
                  <a:solidFill>
                    <a:srgbClr val="666699"/>
                  </a:solidFill>
                  <a:latin typeface="+mn-lt"/>
                  <a:ea typeface="+mn-ea"/>
                </a:defRPr>
              </a:lvl5pPr>
            </a:lstStyle>
            <a:p>
              <a:pPr marL="0" lvl="0" indent="0" eaLnBrk="1" hangingPunct="1">
                <a:spcBef>
                  <a:spcPct val="50000"/>
                </a:spcBef>
                <a:buNone/>
              </a:pPr>
              <a:r>
                <a:rPr lang="zh-CN" altLang="en-US" sz="2000" dirty="0">
                  <a:solidFill>
                    <a:schemeClr val="tx1"/>
                  </a:solidFill>
                  <a:latin typeface="Tahoma" panose="020B0604030504040204" pitchFamily="34" charset="0"/>
                </a:rPr>
                <a:t>1 1 . 1 1 0 0</a:t>
              </a:r>
              <a:endParaRPr lang="zh-CN" altLang="en-US" sz="2000" dirty="0">
                <a:solidFill>
                  <a:schemeClr val="tx1"/>
                </a:solidFill>
                <a:latin typeface="Tahoma" panose="020B0604030504040204" pitchFamily="34" charset="0"/>
              </a:endParaRPr>
            </a:p>
          </p:txBody>
        </p:sp>
        <p:sp>
          <p:nvSpPr>
            <p:cNvPr id="59402" name="Text Box 9"/>
            <p:cNvSpPr txBox="1"/>
            <p:nvPr/>
          </p:nvSpPr>
          <p:spPr>
            <a:xfrm>
              <a:off x="1248" y="586"/>
              <a:ext cx="1056" cy="250"/>
            </a:xfrm>
            <a:prstGeom prst="rect">
              <a:avLst/>
            </a:prstGeom>
            <a:noFill/>
            <a:ln w="9525">
              <a:noFill/>
            </a:ln>
          </p:spPr>
          <p:txBody>
            <a:bodyPr>
              <a:spAutoFit/>
            </a:bodyPr>
            <a:lstStyle>
              <a:lvl1pPr marL="342900" indent="-342900" algn="l" rtl="0" eaLnBrk="0" fontAlgn="base" hangingPunct="0">
                <a:spcBef>
                  <a:spcPct val="20000"/>
                </a:spcBef>
                <a:spcAft>
                  <a:spcPct val="0"/>
                </a:spcAft>
                <a:buChar char="•"/>
                <a:defRPr sz="3200">
                  <a:solidFill>
                    <a:srgbClr val="666699"/>
                  </a:solidFill>
                  <a:latin typeface="+mn-lt"/>
                  <a:ea typeface="+mn-ea"/>
                  <a:cs typeface="+mn-cs"/>
                </a:defRPr>
              </a:lvl1pPr>
              <a:lvl2pPr marL="742950" indent="-285750" algn="l" rtl="0" eaLnBrk="0" fontAlgn="base" hangingPunct="0">
                <a:spcBef>
                  <a:spcPct val="20000"/>
                </a:spcBef>
                <a:spcAft>
                  <a:spcPct val="0"/>
                </a:spcAft>
                <a:buChar char="–"/>
                <a:defRPr sz="2800">
                  <a:solidFill>
                    <a:srgbClr val="666699"/>
                  </a:solidFill>
                  <a:latin typeface="+mn-lt"/>
                  <a:ea typeface="+mn-ea"/>
                </a:defRPr>
              </a:lvl2pPr>
              <a:lvl3pPr marL="1143000" indent="-228600" algn="l" rtl="0" eaLnBrk="0" fontAlgn="base" hangingPunct="0">
                <a:spcBef>
                  <a:spcPct val="20000"/>
                </a:spcBef>
                <a:spcAft>
                  <a:spcPct val="0"/>
                </a:spcAft>
                <a:buChar char="•"/>
                <a:defRPr sz="2400">
                  <a:solidFill>
                    <a:srgbClr val="666699"/>
                  </a:solidFill>
                  <a:latin typeface="+mn-lt"/>
                  <a:ea typeface="+mn-ea"/>
                </a:defRPr>
              </a:lvl3pPr>
              <a:lvl4pPr marL="1600200" indent="-228600" algn="l" rtl="0" eaLnBrk="0" fontAlgn="base" hangingPunct="0">
                <a:spcBef>
                  <a:spcPct val="20000"/>
                </a:spcBef>
                <a:spcAft>
                  <a:spcPct val="0"/>
                </a:spcAft>
                <a:buChar char="–"/>
                <a:defRPr sz="2000">
                  <a:solidFill>
                    <a:srgbClr val="666699"/>
                  </a:solidFill>
                  <a:latin typeface="+mn-lt"/>
                  <a:ea typeface="+mn-ea"/>
                </a:defRPr>
              </a:lvl4pPr>
              <a:lvl5pPr marL="2057400" indent="-228600" algn="l" rtl="0" eaLnBrk="0" fontAlgn="base" hangingPunct="0">
                <a:spcBef>
                  <a:spcPct val="20000"/>
                </a:spcBef>
                <a:spcAft>
                  <a:spcPct val="0"/>
                </a:spcAft>
                <a:buChar char="»"/>
                <a:defRPr sz="2000">
                  <a:solidFill>
                    <a:srgbClr val="666699"/>
                  </a:solidFill>
                  <a:latin typeface="+mn-lt"/>
                  <a:ea typeface="+mn-ea"/>
                </a:defRPr>
              </a:lvl5pPr>
            </a:lstStyle>
            <a:p>
              <a:pPr marL="0" lvl="0" indent="0" eaLnBrk="1" hangingPunct="1">
                <a:spcBef>
                  <a:spcPct val="50000"/>
                </a:spcBef>
                <a:buNone/>
              </a:pPr>
              <a:r>
                <a:rPr lang="zh-CN" altLang="en-US" sz="2000" dirty="0">
                  <a:solidFill>
                    <a:schemeClr val="tx1"/>
                  </a:solidFill>
                  <a:latin typeface="Tahoma" panose="020B0604030504040204" pitchFamily="34" charset="0"/>
                </a:rPr>
                <a:t>0 0 . 1 0 1 1</a:t>
              </a:r>
              <a:endParaRPr lang="zh-CN" altLang="en-US" sz="2000" dirty="0">
                <a:solidFill>
                  <a:schemeClr val="tx1"/>
                </a:solidFill>
                <a:latin typeface="Tahoma" panose="020B0604030504040204" pitchFamily="34" charset="0"/>
              </a:endParaRPr>
            </a:p>
          </p:txBody>
        </p:sp>
        <p:sp>
          <p:nvSpPr>
            <p:cNvPr id="59403" name="Text Box 10"/>
            <p:cNvSpPr txBox="1"/>
            <p:nvPr/>
          </p:nvSpPr>
          <p:spPr>
            <a:xfrm>
              <a:off x="1248" y="768"/>
              <a:ext cx="1056" cy="250"/>
            </a:xfrm>
            <a:prstGeom prst="rect">
              <a:avLst/>
            </a:prstGeom>
            <a:noFill/>
            <a:ln w="9525">
              <a:noFill/>
            </a:ln>
          </p:spPr>
          <p:txBody>
            <a:bodyPr>
              <a:spAutoFit/>
            </a:bodyPr>
            <a:lstStyle>
              <a:lvl1pPr marL="342900" indent="-342900" algn="l" rtl="0" eaLnBrk="0" fontAlgn="base" hangingPunct="0">
                <a:spcBef>
                  <a:spcPct val="20000"/>
                </a:spcBef>
                <a:spcAft>
                  <a:spcPct val="0"/>
                </a:spcAft>
                <a:buChar char="•"/>
                <a:defRPr sz="3200">
                  <a:solidFill>
                    <a:srgbClr val="666699"/>
                  </a:solidFill>
                  <a:latin typeface="+mn-lt"/>
                  <a:ea typeface="+mn-ea"/>
                  <a:cs typeface="+mn-cs"/>
                </a:defRPr>
              </a:lvl1pPr>
              <a:lvl2pPr marL="742950" indent="-285750" algn="l" rtl="0" eaLnBrk="0" fontAlgn="base" hangingPunct="0">
                <a:spcBef>
                  <a:spcPct val="20000"/>
                </a:spcBef>
                <a:spcAft>
                  <a:spcPct val="0"/>
                </a:spcAft>
                <a:buChar char="–"/>
                <a:defRPr sz="2800">
                  <a:solidFill>
                    <a:srgbClr val="666699"/>
                  </a:solidFill>
                  <a:latin typeface="+mn-lt"/>
                  <a:ea typeface="+mn-ea"/>
                </a:defRPr>
              </a:lvl2pPr>
              <a:lvl3pPr marL="1143000" indent="-228600" algn="l" rtl="0" eaLnBrk="0" fontAlgn="base" hangingPunct="0">
                <a:spcBef>
                  <a:spcPct val="20000"/>
                </a:spcBef>
                <a:spcAft>
                  <a:spcPct val="0"/>
                </a:spcAft>
                <a:buChar char="•"/>
                <a:defRPr sz="2400">
                  <a:solidFill>
                    <a:srgbClr val="666699"/>
                  </a:solidFill>
                  <a:latin typeface="+mn-lt"/>
                  <a:ea typeface="+mn-ea"/>
                </a:defRPr>
              </a:lvl3pPr>
              <a:lvl4pPr marL="1600200" indent="-228600" algn="l" rtl="0" eaLnBrk="0" fontAlgn="base" hangingPunct="0">
                <a:spcBef>
                  <a:spcPct val="20000"/>
                </a:spcBef>
                <a:spcAft>
                  <a:spcPct val="0"/>
                </a:spcAft>
                <a:buChar char="–"/>
                <a:defRPr sz="2000">
                  <a:solidFill>
                    <a:srgbClr val="666699"/>
                  </a:solidFill>
                  <a:latin typeface="+mn-lt"/>
                  <a:ea typeface="+mn-ea"/>
                </a:defRPr>
              </a:lvl4pPr>
              <a:lvl5pPr marL="2057400" indent="-228600" algn="l" rtl="0" eaLnBrk="0" fontAlgn="base" hangingPunct="0">
                <a:spcBef>
                  <a:spcPct val="20000"/>
                </a:spcBef>
                <a:spcAft>
                  <a:spcPct val="0"/>
                </a:spcAft>
                <a:buChar char="»"/>
                <a:defRPr sz="2000">
                  <a:solidFill>
                    <a:srgbClr val="666699"/>
                  </a:solidFill>
                  <a:latin typeface="+mn-lt"/>
                  <a:ea typeface="+mn-ea"/>
                </a:defRPr>
              </a:lvl5pPr>
            </a:lstStyle>
            <a:p>
              <a:pPr marL="0" lvl="0" indent="0" eaLnBrk="1" hangingPunct="1">
                <a:spcBef>
                  <a:spcPct val="50000"/>
                </a:spcBef>
                <a:buNone/>
              </a:pPr>
              <a:r>
                <a:rPr lang="zh-CN" altLang="en-US" sz="2000" dirty="0">
                  <a:solidFill>
                    <a:schemeClr val="tx1"/>
                  </a:solidFill>
                  <a:latin typeface="Tahoma" panose="020B0604030504040204" pitchFamily="34" charset="0"/>
                </a:rPr>
                <a:t>0 0 . 0 1 1 1</a:t>
              </a:r>
              <a:endParaRPr lang="zh-CN" altLang="en-US" sz="2000" dirty="0">
                <a:solidFill>
                  <a:schemeClr val="tx1"/>
                </a:solidFill>
                <a:latin typeface="Tahoma" panose="020B0604030504040204" pitchFamily="34" charset="0"/>
              </a:endParaRPr>
            </a:p>
          </p:txBody>
        </p:sp>
        <p:sp>
          <p:nvSpPr>
            <p:cNvPr id="59404" name="Text Box 11"/>
            <p:cNvSpPr txBox="1"/>
            <p:nvPr/>
          </p:nvSpPr>
          <p:spPr>
            <a:xfrm>
              <a:off x="1248" y="922"/>
              <a:ext cx="1056" cy="250"/>
            </a:xfrm>
            <a:prstGeom prst="rect">
              <a:avLst/>
            </a:prstGeom>
            <a:noFill/>
            <a:ln w="9525">
              <a:noFill/>
            </a:ln>
          </p:spPr>
          <p:txBody>
            <a:bodyPr>
              <a:spAutoFit/>
            </a:bodyPr>
            <a:lstStyle>
              <a:lvl1pPr marL="342900" indent="-342900" algn="l" rtl="0" eaLnBrk="0" fontAlgn="base" hangingPunct="0">
                <a:spcBef>
                  <a:spcPct val="20000"/>
                </a:spcBef>
                <a:spcAft>
                  <a:spcPct val="0"/>
                </a:spcAft>
                <a:buChar char="•"/>
                <a:defRPr sz="3200">
                  <a:solidFill>
                    <a:srgbClr val="666699"/>
                  </a:solidFill>
                  <a:latin typeface="+mn-lt"/>
                  <a:ea typeface="+mn-ea"/>
                  <a:cs typeface="+mn-cs"/>
                </a:defRPr>
              </a:lvl1pPr>
              <a:lvl2pPr marL="742950" indent="-285750" algn="l" rtl="0" eaLnBrk="0" fontAlgn="base" hangingPunct="0">
                <a:spcBef>
                  <a:spcPct val="20000"/>
                </a:spcBef>
                <a:spcAft>
                  <a:spcPct val="0"/>
                </a:spcAft>
                <a:buChar char="–"/>
                <a:defRPr sz="2800">
                  <a:solidFill>
                    <a:srgbClr val="666699"/>
                  </a:solidFill>
                  <a:latin typeface="+mn-lt"/>
                  <a:ea typeface="+mn-ea"/>
                </a:defRPr>
              </a:lvl2pPr>
              <a:lvl3pPr marL="1143000" indent="-228600" algn="l" rtl="0" eaLnBrk="0" fontAlgn="base" hangingPunct="0">
                <a:spcBef>
                  <a:spcPct val="20000"/>
                </a:spcBef>
                <a:spcAft>
                  <a:spcPct val="0"/>
                </a:spcAft>
                <a:buChar char="•"/>
                <a:defRPr sz="2400">
                  <a:solidFill>
                    <a:srgbClr val="666699"/>
                  </a:solidFill>
                  <a:latin typeface="+mn-lt"/>
                  <a:ea typeface="+mn-ea"/>
                </a:defRPr>
              </a:lvl3pPr>
              <a:lvl4pPr marL="1600200" indent="-228600" algn="l" rtl="0" eaLnBrk="0" fontAlgn="base" hangingPunct="0">
                <a:spcBef>
                  <a:spcPct val="20000"/>
                </a:spcBef>
                <a:spcAft>
                  <a:spcPct val="0"/>
                </a:spcAft>
                <a:buChar char="–"/>
                <a:defRPr sz="2000">
                  <a:solidFill>
                    <a:srgbClr val="666699"/>
                  </a:solidFill>
                  <a:latin typeface="+mn-lt"/>
                  <a:ea typeface="+mn-ea"/>
                </a:defRPr>
              </a:lvl4pPr>
              <a:lvl5pPr marL="2057400" indent="-228600" algn="l" rtl="0" eaLnBrk="0" fontAlgn="base" hangingPunct="0">
                <a:spcBef>
                  <a:spcPct val="20000"/>
                </a:spcBef>
                <a:spcAft>
                  <a:spcPct val="0"/>
                </a:spcAft>
                <a:buChar char="»"/>
                <a:defRPr sz="2000">
                  <a:solidFill>
                    <a:srgbClr val="666699"/>
                  </a:solidFill>
                  <a:latin typeface="+mn-lt"/>
                  <a:ea typeface="+mn-ea"/>
                </a:defRPr>
              </a:lvl5pPr>
            </a:lstStyle>
            <a:p>
              <a:pPr marL="0" lvl="0" indent="0" eaLnBrk="1" hangingPunct="1">
                <a:spcBef>
                  <a:spcPct val="50000"/>
                </a:spcBef>
                <a:buNone/>
              </a:pPr>
              <a:r>
                <a:rPr lang="zh-CN" altLang="en-US" sz="2000" dirty="0">
                  <a:solidFill>
                    <a:schemeClr val="tx1"/>
                  </a:solidFill>
                  <a:latin typeface="Tahoma" panose="020B0604030504040204" pitchFamily="34" charset="0"/>
                </a:rPr>
                <a:t>0 0 . 1 1 1 0</a:t>
              </a:r>
              <a:endParaRPr lang="zh-CN" altLang="en-US" sz="2000" dirty="0">
                <a:solidFill>
                  <a:schemeClr val="tx1"/>
                </a:solidFill>
                <a:latin typeface="Tahoma" panose="020B0604030504040204" pitchFamily="34" charset="0"/>
              </a:endParaRPr>
            </a:p>
          </p:txBody>
        </p:sp>
        <p:sp>
          <p:nvSpPr>
            <p:cNvPr id="59405" name="Text Box 12"/>
            <p:cNvSpPr txBox="1"/>
            <p:nvPr/>
          </p:nvSpPr>
          <p:spPr>
            <a:xfrm>
              <a:off x="1248" y="1066"/>
              <a:ext cx="1056" cy="250"/>
            </a:xfrm>
            <a:prstGeom prst="rect">
              <a:avLst/>
            </a:prstGeom>
            <a:noFill/>
            <a:ln w="9525">
              <a:noFill/>
            </a:ln>
          </p:spPr>
          <p:txBody>
            <a:bodyPr>
              <a:spAutoFit/>
            </a:bodyPr>
            <a:lstStyle>
              <a:lvl1pPr marL="342900" indent="-342900" algn="l" rtl="0" eaLnBrk="0" fontAlgn="base" hangingPunct="0">
                <a:spcBef>
                  <a:spcPct val="20000"/>
                </a:spcBef>
                <a:spcAft>
                  <a:spcPct val="0"/>
                </a:spcAft>
                <a:buChar char="•"/>
                <a:defRPr sz="3200">
                  <a:solidFill>
                    <a:srgbClr val="666699"/>
                  </a:solidFill>
                  <a:latin typeface="+mn-lt"/>
                  <a:ea typeface="+mn-ea"/>
                  <a:cs typeface="+mn-cs"/>
                </a:defRPr>
              </a:lvl1pPr>
              <a:lvl2pPr marL="742950" indent="-285750" algn="l" rtl="0" eaLnBrk="0" fontAlgn="base" hangingPunct="0">
                <a:spcBef>
                  <a:spcPct val="20000"/>
                </a:spcBef>
                <a:spcAft>
                  <a:spcPct val="0"/>
                </a:spcAft>
                <a:buChar char="–"/>
                <a:defRPr sz="2800">
                  <a:solidFill>
                    <a:srgbClr val="666699"/>
                  </a:solidFill>
                  <a:latin typeface="+mn-lt"/>
                  <a:ea typeface="+mn-ea"/>
                </a:defRPr>
              </a:lvl2pPr>
              <a:lvl3pPr marL="1143000" indent="-228600" algn="l" rtl="0" eaLnBrk="0" fontAlgn="base" hangingPunct="0">
                <a:spcBef>
                  <a:spcPct val="20000"/>
                </a:spcBef>
                <a:spcAft>
                  <a:spcPct val="0"/>
                </a:spcAft>
                <a:buChar char="•"/>
                <a:defRPr sz="2400">
                  <a:solidFill>
                    <a:srgbClr val="666699"/>
                  </a:solidFill>
                  <a:latin typeface="+mn-lt"/>
                  <a:ea typeface="+mn-ea"/>
                </a:defRPr>
              </a:lvl3pPr>
              <a:lvl4pPr marL="1600200" indent="-228600" algn="l" rtl="0" eaLnBrk="0" fontAlgn="base" hangingPunct="0">
                <a:spcBef>
                  <a:spcPct val="20000"/>
                </a:spcBef>
                <a:spcAft>
                  <a:spcPct val="0"/>
                </a:spcAft>
                <a:buChar char="–"/>
                <a:defRPr sz="2000">
                  <a:solidFill>
                    <a:srgbClr val="666699"/>
                  </a:solidFill>
                  <a:latin typeface="+mn-lt"/>
                  <a:ea typeface="+mn-ea"/>
                </a:defRPr>
              </a:lvl4pPr>
              <a:lvl5pPr marL="2057400" indent="-228600" algn="l" rtl="0" eaLnBrk="0" fontAlgn="base" hangingPunct="0">
                <a:spcBef>
                  <a:spcPct val="20000"/>
                </a:spcBef>
                <a:spcAft>
                  <a:spcPct val="0"/>
                </a:spcAft>
                <a:buChar char="»"/>
                <a:defRPr sz="2000">
                  <a:solidFill>
                    <a:srgbClr val="666699"/>
                  </a:solidFill>
                  <a:latin typeface="+mn-lt"/>
                  <a:ea typeface="+mn-ea"/>
                </a:defRPr>
              </a:lvl5pPr>
            </a:lstStyle>
            <a:p>
              <a:pPr marL="0" lvl="0" indent="0" eaLnBrk="1" hangingPunct="1">
                <a:spcBef>
                  <a:spcPct val="50000"/>
                </a:spcBef>
                <a:buNone/>
              </a:pPr>
              <a:r>
                <a:rPr lang="zh-CN" altLang="en-US" sz="2000" dirty="0">
                  <a:solidFill>
                    <a:schemeClr val="tx1"/>
                  </a:solidFill>
                  <a:latin typeface="Tahoma" panose="020B0604030504040204" pitchFamily="34" charset="0"/>
                </a:rPr>
                <a:t>1 1 . 0 1 0 1</a:t>
              </a:r>
              <a:endParaRPr lang="zh-CN" altLang="en-US" sz="2000" dirty="0">
                <a:solidFill>
                  <a:schemeClr val="tx1"/>
                </a:solidFill>
                <a:latin typeface="Tahoma" panose="020B0604030504040204" pitchFamily="34" charset="0"/>
              </a:endParaRPr>
            </a:p>
          </p:txBody>
        </p:sp>
        <p:sp>
          <p:nvSpPr>
            <p:cNvPr id="59406" name="Text Box 13"/>
            <p:cNvSpPr txBox="1"/>
            <p:nvPr/>
          </p:nvSpPr>
          <p:spPr>
            <a:xfrm>
              <a:off x="1248" y="1200"/>
              <a:ext cx="1056" cy="250"/>
            </a:xfrm>
            <a:prstGeom prst="rect">
              <a:avLst/>
            </a:prstGeom>
            <a:noFill/>
            <a:ln w="9525">
              <a:noFill/>
            </a:ln>
          </p:spPr>
          <p:txBody>
            <a:bodyPr>
              <a:spAutoFit/>
            </a:bodyPr>
            <a:lstStyle>
              <a:lvl1pPr marL="342900" indent="-342900" algn="l" rtl="0" eaLnBrk="0" fontAlgn="base" hangingPunct="0">
                <a:spcBef>
                  <a:spcPct val="20000"/>
                </a:spcBef>
                <a:spcAft>
                  <a:spcPct val="0"/>
                </a:spcAft>
                <a:buChar char="•"/>
                <a:defRPr sz="3200">
                  <a:solidFill>
                    <a:srgbClr val="666699"/>
                  </a:solidFill>
                  <a:latin typeface="+mn-lt"/>
                  <a:ea typeface="+mn-ea"/>
                  <a:cs typeface="+mn-cs"/>
                </a:defRPr>
              </a:lvl1pPr>
              <a:lvl2pPr marL="742950" indent="-285750" algn="l" rtl="0" eaLnBrk="0" fontAlgn="base" hangingPunct="0">
                <a:spcBef>
                  <a:spcPct val="20000"/>
                </a:spcBef>
                <a:spcAft>
                  <a:spcPct val="0"/>
                </a:spcAft>
                <a:buChar char="–"/>
                <a:defRPr sz="2800">
                  <a:solidFill>
                    <a:srgbClr val="666699"/>
                  </a:solidFill>
                  <a:latin typeface="+mn-lt"/>
                  <a:ea typeface="+mn-ea"/>
                </a:defRPr>
              </a:lvl2pPr>
              <a:lvl3pPr marL="1143000" indent="-228600" algn="l" rtl="0" eaLnBrk="0" fontAlgn="base" hangingPunct="0">
                <a:spcBef>
                  <a:spcPct val="20000"/>
                </a:spcBef>
                <a:spcAft>
                  <a:spcPct val="0"/>
                </a:spcAft>
                <a:buChar char="•"/>
                <a:defRPr sz="2400">
                  <a:solidFill>
                    <a:srgbClr val="666699"/>
                  </a:solidFill>
                  <a:latin typeface="+mn-lt"/>
                  <a:ea typeface="+mn-ea"/>
                </a:defRPr>
              </a:lvl3pPr>
              <a:lvl4pPr marL="1600200" indent="-228600" algn="l" rtl="0" eaLnBrk="0" fontAlgn="base" hangingPunct="0">
                <a:spcBef>
                  <a:spcPct val="20000"/>
                </a:spcBef>
                <a:spcAft>
                  <a:spcPct val="0"/>
                </a:spcAft>
                <a:buChar char="–"/>
                <a:defRPr sz="2000">
                  <a:solidFill>
                    <a:srgbClr val="666699"/>
                  </a:solidFill>
                  <a:latin typeface="+mn-lt"/>
                  <a:ea typeface="+mn-ea"/>
                </a:defRPr>
              </a:lvl4pPr>
              <a:lvl5pPr marL="2057400" indent="-228600" algn="l" rtl="0" eaLnBrk="0" fontAlgn="base" hangingPunct="0">
                <a:spcBef>
                  <a:spcPct val="20000"/>
                </a:spcBef>
                <a:spcAft>
                  <a:spcPct val="0"/>
                </a:spcAft>
                <a:buChar char="»"/>
                <a:defRPr sz="2000">
                  <a:solidFill>
                    <a:srgbClr val="666699"/>
                  </a:solidFill>
                  <a:latin typeface="+mn-lt"/>
                  <a:ea typeface="+mn-ea"/>
                </a:defRPr>
              </a:lvl5pPr>
            </a:lstStyle>
            <a:p>
              <a:pPr marL="0" lvl="0" indent="0" eaLnBrk="1" hangingPunct="1">
                <a:spcBef>
                  <a:spcPct val="50000"/>
                </a:spcBef>
                <a:buNone/>
              </a:pPr>
              <a:r>
                <a:rPr lang="zh-CN" altLang="en-US" sz="2000" dirty="0">
                  <a:solidFill>
                    <a:schemeClr val="tx1"/>
                  </a:solidFill>
                  <a:latin typeface="Tahoma" panose="020B0604030504040204" pitchFamily="34" charset="0"/>
                </a:rPr>
                <a:t>0 0 . 0 0 1 1</a:t>
              </a:r>
              <a:endParaRPr lang="zh-CN" altLang="en-US" sz="2000" dirty="0">
                <a:solidFill>
                  <a:schemeClr val="tx1"/>
                </a:solidFill>
                <a:latin typeface="Tahoma" panose="020B0604030504040204" pitchFamily="34" charset="0"/>
              </a:endParaRPr>
            </a:p>
          </p:txBody>
        </p:sp>
        <p:sp>
          <p:nvSpPr>
            <p:cNvPr id="59407" name="Text Box 14"/>
            <p:cNvSpPr txBox="1"/>
            <p:nvPr/>
          </p:nvSpPr>
          <p:spPr>
            <a:xfrm>
              <a:off x="1248" y="1354"/>
              <a:ext cx="1056" cy="250"/>
            </a:xfrm>
            <a:prstGeom prst="rect">
              <a:avLst/>
            </a:prstGeom>
            <a:noFill/>
            <a:ln w="9525">
              <a:noFill/>
            </a:ln>
          </p:spPr>
          <p:txBody>
            <a:bodyPr>
              <a:spAutoFit/>
            </a:bodyPr>
            <a:lstStyle>
              <a:lvl1pPr marL="342900" indent="-342900" algn="l" rtl="0" eaLnBrk="0" fontAlgn="base" hangingPunct="0">
                <a:spcBef>
                  <a:spcPct val="20000"/>
                </a:spcBef>
                <a:spcAft>
                  <a:spcPct val="0"/>
                </a:spcAft>
                <a:buChar char="•"/>
                <a:defRPr sz="3200">
                  <a:solidFill>
                    <a:srgbClr val="666699"/>
                  </a:solidFill>
                  <a:latin typeface="+mn-lt"/>
                  <a:ea typeface="+mn-ea"/>
                  <a:cs typeface="+mn-cs"/>
                </a:defRPr>
              </a:lvl1pPr>
              <a:lvl2pPr marL="742950" indent="-285750" algn="l" rtl="0" eaLnBrk="0" fontAlgn="base" hangingPunct="0">
                <a:spcBef>
                  <a:spcPct val="20000"/>
                </a:spcBef>
                <a:spcAft>
                  <a:spcPct val="0"/>
                </a:spcAft>
                <a:buChar char="–"/>
                <a:defRPr sz="2800">
                  <a:solidFill>
                    <a:srgbClr val="666699"/>
                  </a:solidFill>
                  <a:latin typeface="+mn-lt"/>
                  <a:ea typeface="+mn-ea"/>
                </a:defRPr>
              </a:lvl2pPr>
              <a:lvl3pPr marL="1143000" indent="-228600" algn="l" rtl="0" eaLnBrk="0" fontAlgn="base" hangingPunct="0">
                <a:spcBef>
                  <a:spcPct val="20000"/>
                </a:spcBef>
                <a:spcAft>
                  <a:spcPct val="0"/>
                </a:spcAft>
                <a:buChar char="•"/>
                <a:defRPr sz="2400">
                  <a:solidFill>
                    <a:srgbClr val="666699"/>
                  </a:solidFill>
                  <a:latin typeface="+mn-lt"/>
                  <a:ea typeface="+mn-ea"/>
                </a:defRPr>
              </a:lvl3pPr>
              <a:lvl4pPr marL="1600200" indent="-228600" algn="l" rtl="0" eaLnBrk="0" fontAlgn="base" hangingPunct="0">
                <a:spcBef>
                  <a:spcPct val="20000"/>
                </a:spcBef>
                <a:spcAft>
                  <a:spcPct val="0"/>
                </a:spcAft>
                <a:buChar char="–"/>
                <a:defRPr sz="2000">
                  <a:solidFill>
                    <a:srgbClr val="666699"/>
                  </a:solidFill>
                  <a:latin typeface="+mn-lt"/>
                  <a:ea typeface="+mn-ea"/>
                </a:defRPr>
              </a:lvl4pPr>
              <a:lvl5pPr marL="2057400" indent="-228600" algn="l" rtl="0" eaLnBrk="0" fontAlgn="base" hangingPunct="0">
                <a:spcBef>
                  <a:spcPct val="20000"/>
                </a:spcBef>
                <a:spcAft>
                  <a:spcPct val="0"/>
                </a:spcAft>
                <a:buChar char="»"/>
                <a:defRPr sz="2000">
                  <a:solidFill>
                    <a:srgbClr val="666699"/>
                  </a:solidFill>
                  <a:latin typeface="+mn-lt"/>
                  <a:ea typeface="+mn-ea"/>
                </a:defRPr>
              </a:lvl5pPr>
            </a:lstStyle>
            <a:p>
              <a:pPr marL="0" lvl="0" indent="0" eaLnBrk="1" hangingPunct="1">
                <a:spcBef>
                  <a:spcPct val="50000"/>
                </a:spcBef>
                <a:buNone/>
              </a:pPr>
              <a:r>
                <a:rPr lang="zh-CN" altLang="en-US" sz="2000" dirty="0">
                  <a:solidFill>
                    <a:schemeClr val="tx1"/>
                  </a:solidFill>
                  <a:latin typeface="Tahoma" panose="020B0604030504040204" pitchFamily="34" charset="0"/>
                </a:rPr>
                <a:t>0 0 . 0 1 1 0</a:t>
              </a:r>
              <a:endParaRPr lang="zh-CN" altLang="en-US" sz="2000" dirty="0">
                <a:solidFill>
                  <a:schemeClr val="tx1"/>
                </a:solidFill>
                <a:latin typeface="Tahoma" panose="020B0604030504040204" pitchFamily="34" charset="0"/>
              </a:endParaRPr>
            </a:p>
          </p:txBody>
        </p:sp>
        <p:sp>
          <p:nvSpPr>
            <p:cNvPr id="59408" name="Text Box 15"/>
            <p:cNvSpPr txBox="1"/>
            <p:nvPr/>
          </p:nvSpPr>
          <p:spPr>
            <a:xfrm>
              <a:off x="1248" y="1488"/>
              <a:ext cx="1056" cy="250"/>
            </a:xfrm>
            <a:prstGeom prst="rect">
              <a:avLst/>
            </a:prstGeom>
            <a:noFill/>
            <a:ln w="9525">
              <a:noFill/>
            </a:ln>
          </p:spPr>
          <p:txBody>
            <a:bodyPr>
              <a:spAutoFit/>
            </a:bodyPr>
            <a:lstStyle>
              <a:lvl1pPr marL="342900" indent="-342900" algn="l" rtl="0" eaLnBrk="0" fontAlgn="base" hangingPunct="0">
                <a:spcBef>
                  <a:spcPct val="20000"/>
                </a:spcBef>
                <a:spcAft>
                  <a:spcPct val="0"/>
                </a:spcAft>
                <a:buChar char="•"/>
                <a:defRPr sz="3200">
                  <a:solidFill>
                    <a:srgbClr val="666699"/>
                  </a:solidFill>
                  <a:latin typeface="+mn-lt"/>
                  <a:ea typeface="+mn-ea"/>
                  <a:cs typeface="+mn-cs"/>
                </a:defRPr>
              </a:lvl1pPr>
              <a:lvl2pPr marL="742950" indent="-285750" algn="l" rtl="0" eaLnBrk="0" fontAlgn="base" hangingPunct="0">
                <a:spcBef>
                  <a:spcPct val="20000"/>
                </a:spcBef>
                <a:spcAft>
                  <a:spcPct val="0"/>
                </a:spcAft>
                <a:buChar char="–"/>
                <a:defRPr sz="2800">
                  <a:solidFill>
                    <a:srgbClr val="666699"/>
                  </a:solidFill>
                  <a:latin typeface="+mn-lt"/>
                  <a:ea typeface="+mn-ea"/>
                </a:defRPr>
              </a:lvl2pPr>
              <a:lvl3pPr marL="1143000" indent="-228600" algn="l" rtl="0" eaLnBrk="0" fontAlgn="base" hangingPunct="0">
                <a:spcBef>
                  <a:spcPct val="20000"/>
                </a:spcBef>
                <a:spcAft>
                  <a:spcPct val="0"/>
                </a:spcAft>
                <a:buChar char="•"/>
                <a:defRPr sz="2400">
                  <a:solidFill>
                    <a:srgbClr val="666699"/>
                  </a:solidFill>
                  <a:latin typeface="+mn-lt"/>
                  <a:ea typeface="+mn-ea"/>
                </a:defRPr>
              </a:lvl3pPr>
              <a:lvl4pPr marL="1600200" indent="-228600" algn="l" rtl="0" eaLnBrk="0" fontAlgn="base" hangingPunct="0">
                <a:spcBef>
                  <a:spcPct val="20000"/>
                </a:spcBef>
                <a:spcAft>
                  <a:spcPct val="0"/>
                </a:spcAft>
                <a:buChar char="–"/>
                <a:defRPr sz="2000">
                  <a:solidFill>
                    <a:srgbClr val="666699"/>
                  </a:solidFill>
                  <a:latin typeface="+mn-lt"/>
                  <a:ea typeface="+mn-ea"/>
                </a:defRPr>
              </a:lvl4pPr>
              <a:lvl5pPr marL="2057400" indent="-228600" algn="l" rtl="0" eaLnBrk="0" fontAlgn="base" hangingPunct="0">
                <a:spcBef>
                  <a:spcPct val="20000"/>
                </a:spcBef>
                <a:spcAft>
                  <a:spcPct val="0"/>
                </a:spcAft>
                <a:buChar char="»"/>
                <a:defRPr sz="2000">
                  <a:solidFill>
                    <a:srgbClr val="666699"/>
                  </a:solidFill>
                  <a:latin typeface="+mn-lt"/>
                  <a:ea typeface="+mn-ea"/>
                </a:defRPr>
              </a:lvl5pPr>
            </a:lstStyle>
            <a:p>
              <a:pPr marL="0" lvl="0" indent="0" eaLnBrk="1" hangingPunct="1">
                <a:spcBef>
                  <a:spcPct val="50000"/>
                </a:spcBef>
                <a:buNone/>
              </a:pPr>
              <a:r>
                <a:rPr lang="zh-CN" altLang="en-US" sz="2000" dirty="0">
                  <a:solidFill>
                    <a:schemeClr val="tx1"/>
                  </a:solidFill>
                  <a:latin typeface="Tahoma" panose="020B0604030504040204" pitchFamily="34" charset="0"/>
                </a:rPr>
                <a:t>1 1 . 0 1 0 1</a:t>
              </a:r>
              <a:endParaRPr lang="zh-CN" altLang="en-US" sz="2000" dirty="0">
                <a:solidFill>
                  <a:schemeClr val="tx1"/>
                </a:solidFill>
                <a:latin typeface="Tahoma" panose="020B0604030504040204" pitchFamily="34" charset="0"/>
              </a:endParaRPr>
            </a:p>
          </p:txBody>
        </p:sp>
        <p:sp>
          <p:nvSpPr>
            <p:cNvPr id="59409" name="Text Box 16"/>
            <p:cNvSpPr txBox="1"/>
            <p:nvPr/>
          </p:nvSpPr>
          <p:spPr>
            <a:xfrm>
              <a:off x="1248" y="1632"/>
              <a:ext cx="1056" cy="250"/>
            </a:xfrm>
            <a:prstGeom prst="rect">
              <a:avLst/>
            </a:prstGeom>
            <a:noFill/>
            <a:ln w="9525">
              <a:noFill/>
            </a:ln>
          </p:spPr>
          <p:txBody>
            <a:bodyPr>
              <a:spAutoFit/>
            </a:bodyPr>
            <a:lstStyle>
              <a:lvl1pPr marL="342900" indent="-342900" algn="l" rtl="0" eaLnBrk="0" fontAlgn="base" hangingPunct="0">
                <a:spcBef>
                  <a:spcPct val="20000"/>
                </a:spcBef>
                <a:spcAft>
                  <a:spcPct val="0"/>
                </a:spcAft>
                <a:buChar char="•"/>
                <a:defRPr sz="3200">
                  <a:solidFill>
                    <a:srgbClr val="666699"/>
                  </a:solidFill>
                  <a:latin typeface="+mn-lt"/>
                  <a:ea typeface="+mn-ea"/>
                  <a:cs typeface="+mn-cs"/>
                </a:defRPr>
              </a:lvl1pPr>
              <a:lvl2pPr marL="742950" indent="-285750" algn="l" rtl="0" eaLnBrk="0" fontAlgn="base" hangingPunct="0">
                <a:spcBef>
                  <a:spcPct val="20000"/>
                </a:spcBef>
                <a:spcAft>
                  <a:spcPct val="0"/>
                </a:spcAft>
                <a:buChar char="–"/>
                <a:defRPr sz="2800">
                  <a:solidFill>
                    <a:srgbClr val="666699"/>
                  </a:solidFill>
                  <a:latin typeface="+mn-lt"/>
                  <a:ea typeface="+mn-ea"/>
                </a:defRPr>
              </a:lvl2pPr>
              <a:lvl3pPr marL="1143000" indent="-228600" algn="l" rtl="0" eaLnBrk="0" fontAlgn="base" hangingPunct="0">
                <a:spcBef>
                  <a:spcPct val="20000"/>
                </a:spcBef>
                <a:spcAft>
                  <a:spcPct val="0"/>
                </a:spcAft>
                <a:buChar char="•"/>
                <a:defRPr sz="2400">
                  <a:solidFill>
                    <a:srgbClr val="666699"/>
                  </a:solidFill>
                  <a:latin typeface="+mn-lt"/>
                  <a:ea typeface="+mn-ea"/>
                </a:defRPr>
              </a:lvl3pPr>
              <a:lvl4pPr marL="1600200" indent="-228600" algn="l" rtl="0" eaLnBrk="0" fontAlgn="base" hangingPunct="0">
                <a:spcBef>
                  <a:spcPct val="20000"/>
                </a:spcBef>
                <a:spcAft>
                  <a:spcPct val="0"/>
                </a:spcAft>
                <a:buChar char="–"/>
                <a:defRPr sz="2000">
                  <a:solidFill>
                    <a:srgbClr val="666699"/>
                  </a:solidFill>
                  <a:latin typeface="+mn-lt"/>
                  <a:ea typeface="+mn-ea"/>
                </a:defRPr>
              </a:lvl4pPr>
              <a:lvl5pPr marL="2057400" indent="-228600" algn="l" rtl="0" eaLnBrk="0" fontAlgn="base" hangingPunct="0">
                <a:spcBef>
                  <a:spcPct val="20000"/>
                </a:spcBef>
                <a:spcAft>
                  <a:spcPct val="0"/>
                </a:spcAft>
                <a:buChar char="»"/>
                <a:defRPr sz="2000">
                  <a:solidFill>
                    <a:srgbClr val="666699"/>
                  </a:solidFill>
                  <a:latin typeface="+mn-lt"/>
                  <a:ea typeface="+mn-ea"/>
                </a:defRPr>
              </a:lvl5pPr>
            </a:lstStyle>
            <a:p>
              <a:pPr marL="0" lvl="0" indent="0" eaLnBrk="1" hangingPunct="1">
                <a:spcBef>
                  <a:spcPct val="50000"/>
                </a:spcBef>
                <a:buNone/>
              </a:pPr>
              <a:r>
                <a:rPr lang="zh-CN" altLang="en-US" sz="2000" dirty="0">
                  <a:solidFill>
                    <a:schemeClr val="tx1"/>
                  </a:solidFill>
                  <a:latin typeface="Tahoma" panose="020B0604030504040204" pitchFamily="34" charset="0"/>
                </a:rPr>
                <a:t>1 1 . 1 0 1 1</a:t>
              </a:r>
              <a:endParaRPr lang="zh-CN" altLang="en-US" sz="2000" dirty="0">
                <a:solidFill>
                  <a:schemeClr val="tx1"/>
                </a:solidFill>
                <a:latin typeface="Tahoma" panose="020B0604030504040204" pitchFamily="34" charset="0"/>
              </a:endParaRPr>
            </a:p>
          </p:txBody>
        </p:sp>
        <p:sp>
          <p:nvSpPr>
            <p:cNvPr id="59410" name="Text Box 17"/>
            <p:cNvSpPr txBox="1"/>
            <p:nvPr/>
          </p:nvSpPr>
          <p:spPr>
            <a:xfrm>
              <a:off x="1248" y="1776"/>
              <a:ext cx="1056" cy="250"/>
            </a:xfrm>
            <a:prstGeom prst="rect">
              <a:avLst/>
            </a:prstGeom>
            <a:noFill/>
            <a:ln w="9525">
              <a:noFill/>
            </a:ln>
          </p:spPr>
          <p:txBody>
            <a:bodyPr>
              <a:spAutoFit/>
            </a:bodyPr>
            <a:lstStyle>
              <a:lvl1pPr marL="342900" indent="-342900" algn="l" rtl="0" eaLnBrk="0" fontAlgn="base" hangingPunct="0">
                <a:spcBef>
                  <a:spcPct val="20000"/>
                </a:spcBef>
                <a:spcAft>
                  <a:spcPct val="0"/>
                </a:spcAft>
                <a:buChar char="•"/>
                <a:defRPr sz="3200">
                  <a:solidFill>
                    <a:srgbClr val="666699"/>
                  </a:solidFill>
                  <a:latin typeface="+mn-lt"/>
                  <a:ea typeface="+mn-ea"/>
                  <a:cs typeface="+mn-cs"/>
                </a:defRPr>
              </a:lvl1pPr>
              <a:lvl2pPr marL="742950" indent="-285750" algn="l" rtl="0" eaLnBrk="0" fontAlgn="base" hangingPunct="0">
                <a:spcBef>
                  <a:spcPct val="20000"/>
                </a:spcBef>
                <a:spcAft>
                  <a:spcPct val="0"/>
                </a:spcAft>
                <a:buChar char="–"/>
                <a:defRPr sz="2800">
                  <a:solidFill>
                    <a:srgbClr val="666699"/>
                  </a:solidFill>
                  <a:latin typeface="+mn-lt"/>
                  <a:ea typeface="+mn-ea"/>
                </a:defRPr>
              </a:lvl2pPr>
              <a:lvl3pPr marL="1143000" indent="-228600" algn="l" rtl="0" eaLnBrk="0" fontAlgn="base" hangingPunct="0">
                <a:spcBef>
                  <a:spcPct val="20000"/>
                </a:spcBef>
                <a:spcAft>
                  <a:spcPct val="0"/>
                </a:spcAft>
                <a:buChar char="•"/>
                <a:defRPr sz="2400">
                  <a:solidFill>
                    <a:srgbClr val="666699"/>
                  </a:solidFill>
                  <a:latin typeface="+mn-lt"/>
                  <a:ea typeface="+mn-ea"/>
                </a:defRPr>
              </a:lvl3pPr>
              <a:lvl4pPr marL="1600200" indent="-228600" algn="l" rtl="0" eaLnBrk="0" fontAlgn="base" hangingPunct="0">
                <a:spcBef>
                  <a:spcPct val="20000"/>
                </a:spcBef>
                <a:spcAft>
                  <a:spcPct val="0"/>
                </a:spcAft>
                <a:buChar char="–"/>
                <a:defRPr sz="2000">
                  <a:solidFill>
                    <a:srgbClr val="666699"/>
                  </a:solidFill>
                  <a:latin typeface="+mn-lt"/>
                  <a:ea typeface="+mn-ea"/>
                </a:defRPr>
              </a:lvl4pPr>
              <a:lvl5pPr marL="2057400" indent="-228600" algn="l" rtl="0" eaLnBrk="0" fontAlgn="base" hangingPunct="0">
                <a:spcBef>
                  <a:spcPct val="20000"/>
                </a:spcBef>
                <a:spcAft>
                  <a:spcPct val="0"/>
                </a:spcAft>
                <a:buChar char="»"/>
                <a:defRPr sz="2000">
                  <a:solidFill>
                    <a:srgbClr val="666699"/>
                  </a:solidFill>
                  <a:latin typeface="+mn-lt"/>
                  <a:ea typeface="+mn-ea"/>
                </a:defRPr>
              </a:lvl5pPr>
            </a:lstStyle>
            <a:p>
              <a:pPr marL="0" lvl="0" indent="0" eaLnBrk="1" hangingPunct="1">
                <a:spcBef>
                  <a:spcPct val="50000"/>
                </a:spcBef>
                <a:buNone/>
              </a:pPr>
              <a:r>
                <a:rPr lang="zh-CN" altLang="en-US" sz="2000" dirty="0">
                  <a:solidFill>
                    <a:schemeClr val="tx1"/>
                  </a:solidFill>
                  <a:latin typeface="Tahoma" panose="020B0604030504040204" pitchFamily="34" charset="0"/>
                </a:rPr>
                <a:t>1 1 . 0 1 1 0</a:t>
              </a:r>
              <a:endParaRPr lang="zh-CN" altLang="en-US" sz="2000" dirty="0">
                <a:solidFill>
                  <a:schemeClr val="tx1"/>
                </a:solidFill>
                <a:latin typeface="Tahoma" panose="020B0604030504040204" pitchFamily="34" charset="0"/>
              </a:endParaRPr>
            </a:p>
          </p:txBody>
        </p:sp>
        <p:sp>
          <p:nvSpPr>
            <p:cNvPr id="59411" name="Text Box 18"/>
            <p:cNvSpPr txBox="1"/>
            <p:nvPr/>
          </p:nvSpPr>
          <p:spPr>
            <a:xfrm>
              <a:off x="1248" y="1930"/>
              <a:ext cx="1056" cy="250"/>
            </a:xfrm>
            <a:prstGeom prst="rect">
              <a:avLst/>
            </a:prstGeom>
            <a:noFill/>
            <a:ln w="9525">
              <a:noFill/>
            </a:ln>
          </p:spPr>
          <p:txBody>
            <a:bodyPr>
              <a:spAutoFit/>
            </a:bodyPr>
            <a:lstStyle>
              <a:lvl1pPr marL="342900" indent="-342900" algn="l" rtl="0" eaLnBrk="0" fontAlgn="base" hangingPunct="0">
                <a:spcBef>
                  <a:spcPct val="20000"/>
                </a:spcBef>
                <a:spcAft>
                  <a:spcPct val="0"/>
                </a:spcAft>
                <a:buChar char="•"/>
                <a:defRPr sz="3200">
                  <a:solidFill>
                    <a:srgbClr val="666699"/>
                  </a:solidFill>
                  <a:latin typeface="+mn-lt"/>
                  <a:ea typeface="+mn-ea"/>
                  <a:cs typeface="+mn-cs"/>
                </a:defRPr>
              </a:lvl1pPr>
              <a:lvl2pPr marL="742950" indent="-285750" algn="l" rtl="0" eaLnBrk="0" fontAlgn="base" hangingPunct="0">
                <a:spcBef>
                  <a:spcPct val="20000"/>
                </a:spcBef>
                <a:spcAft>
                  <a:spcPct val="0"/>
                </a:spcAft>
                <a:buChar char="–"/>
                <a:defRPr sz="2800">
                  <a:solidFill>
                    <a:srgbClr val="666699"/>
                  </a:solidFill>
                  <a:latin typeface="+mn-lt"/>
                  <a:ea typeface="+mn-ea"/>
                </a:defRPr>
              </a:lvl2pPr>
              <a:lvl3pPr marL="1143000" indent="-228600" algn="l" rtl="0" eaLnBrk="0" fontAlgn="base" hangingPunct="0">
                <a:spcBef>
                  <a:spcPct val="20000"/>
                </a:spcBef>
                <a:spcAft>
                  <a:spcPct val="0"/>
                </a:spcAft>
                <a:buChar char="•"/>
                <a:defRPr sz="2400">
                  <a:solidFill>
                    <a:srgbClr val="666699"/>
                  </a:solidFill>
                  <a:latin typeface="+mn-lt"/>
                  <a:ea typeface="+mn-ea"/>
                </a:defRPr>
              </a:lvl3pPr>
              <a:lvl4pPr marL="1600200" indent="-228600" algn="l" rtl="0" eaLnBrk="0" fontAlgn="base" hangingPunct="0">
                <a:spcBef>
                  <a:spcPct val="20000"/>
                </a:spcBef>
                <a:spcAft>
                  <a:spcPct val="0"/>
                </a:spcAft>
                <a:buChar char="–"/>
                <a:defRPr sz="2000">
                  <a:solidFill>
                    <a:srgbClr val="666699"/>
                  </a:solidFill>
                  <a:latin typeface="+mn-lt"/>
                  <a:ea typeface="+mn-ea"/>
                </a:defRPr>
              </a:lvl4pPr>
              <a:lvl5pPr marL="2057400" indent="-228600" algn="l" rtl="0" eaLnBrk="0" fontAlgn="base" hangingPunct="0">
                <a:spcBef>
                  <a:spcPct val="20000"/>
                </a:spcBef>
                <a:spcAft>
                  <a:spcPct val="0"/>
                </a:spcAft>
                <a:buChar char="»"/>
                <a:defRPr sz="2000">
                  <a:solidFill>
                    <a:srgbClr val="666699"/>
                  </a:solidFill>
                  <a:latin typeface="+mn-lt"/>
                  <a:ea typeface="+mn-ea"/>
                </a:defRPr>
              </a:lvl5pPr>
            </a:lstStyle>
            <a:p>
              <a:pPr marL="0" lvl="0" indent="0" eaLnBrk="1" hangingPunct="1">
                <a:spcBef>
                  <a:spcPct val="50000"/>
                </a:spcBef>
                <a:buNone/>
              </a:pPr>
              <a:r>
                <a:rPr lang="zh-CN" altLang="en-US" sz="2000" dirty="0">
                  <a:solidFill>
                    <a:schemeClr val="tx1"/>
                  </a:solidFill>
                  <a:latin typeface="Tahoma" panose="020B0604030504040204" pitchFamily="34" charset="0"/>
                </a:rPr>
                <a:t>0 0 . 1 0 1 1</a:t>
              </a:r>
              <a:endParaRPr lang="zh-CN" altLang="en-US" sz="2000" dirty="0">
                <a:solidFill>
                  <a:schemeClr val="tx1"/>
                </a:solidFill>
                <a:latin typeface="Tahoma" panose="020B0604030504040204" pitchFamily="34" charset="0"/>
              </a:endParaRPr>
            </a:p>
          </p:txBody>
        </p:sp>
        <p:sp>
          <p:nvSpPr>
            <p:cNvPr id="59412" name="Text Box 19"/>
            <p:cNvSpPr txBox="1"/>
            <p:nvPr/>
          </p:nvSpPr>
          <p:spPr>
            <a:xfrm>
              <a:off x="1248" y="2122"/>
              <a:ext cx="1056" cy="250"/>
            </a:xfrm>
            <a:prstGeom prst="rect">
              <a:avLst/>
            </a:prstGeom>
            <a:noFill/>
            <a:ln w="9525">
              <a:noFill/>
            </a:ln>
          </p:spPr>
          <p:txBody>
            <a:bodyPr>
              <a:spAutoFit/>
            </a:bodyPr>
            <a:lstStyle>
              <a:lvl1pPr marL="342900" indent="-342900" algn="l" rtl="0" eaLnBrk="0" fontAlgn="base" hangingPunct="0">
                <a:spcBef>
                  <a:spcPct val="20000"/>
                </a:spcBef>
                <a:spcAft>
                  <a:spcPct val="0"/>
                </a:spcAft>
                <a:buChar char="•"/>
                <a:defRPr sz="3200">
                  <a:solidFill>
                    <a:srgbClr val="666699"/>
                  </a:solidFill>
                  <a:latin typeface="+mn-lt"/>
                  <a:ea typeface="+mn-ea"/>
                  <a:cs typeface="+mn-cs"/>
                </a:defRPr>
              </a:lvl1pPr>
              <a:lvl2pPr marL="742950" indent="-285750" algn="l" rtl="0" eaLnBrk="0" fontAlgn="base" hangingPunct="0">
                <a:spcBef>
                  <a:spcPct val="20000"/>
                </a:spcBef>
                <a:spcAft>
                  <a:spcPct val="0"/>
                </a:spcAft>
                <a:buChar char="–"/>
                <a:defRPr sz="2800">
                  <a:solidFill>
                    <a:srgbClr val="666699"/>
                  </a:solidFill>
                  <a:latin typeface="+mn-lt"/>
                  <a:ea typeface="+mn-ea"/>
                </a:defRPr>
              </a:lvl2pPr>
              <a:lvl3pPr marL="1143000" indent="-228600" algn="l" rtl="0" eaLnBrk="0" fontAlgn="base" hangingPunct="0">
                <a:spcBef>
                  <a:spcPct val="20000"/>
                </a:spcBef>
                <a:spcAft>
                  <a:spcPct val="0"/>
                </a:spcAft>
                <a:buChar char="•"/>
                <a:defRPr sz="2400">
                  <a:solidFill>
                    <a:srgbClr val="666699"/>
                  </a:solidFill>
                  <a:latin typeface="+mn-lt"/>
                  <a:ea typeface="+mn-ea"/>
                </a:defRPr>
              </a:lvl3pPr>
              <a:lvl4pPr marL="1600200" indent="-228600" algn="l" rtl="0" eaLnBrk="0" fontAlgn="base" hangingPunct="0">
                <a:spcBef>
                  <a:spcPct val="20000"/>
                </a:spcBef>
                <a:spcAft>
                  <a:spcPct val="0"/>
                </a:spcAft>
                <a:buChar char="–"/>
                <a:defRPr sz="2000">
                  <a:solidFill>
                    <a:srgbClr val="666699"/>
                  </a:solidFill>
                  <a:latin typeface="+mn-lt"/>
                  <a:ea typeface="+mn-ea"/>
                </a:defRPr>
              </a:lvl4pPr>
              <a:lvl5pPr marL="2057400" indent="-228600" algn="l" rtl="0" eaLnBrk="0" fontAlgn="base" hangingPunct="0">
                <a:spcBef>
                  <a:spcPct val="20000"/>
                </a:spcBef>
                <a:spcAft>
                  <a:spcPct val="0"/>
                </a:spcAft>
                <a:buChar char="»"/>
                <a:defRPr sz="2000">
                  <a:solidFill>
                    <a:srgbClr val="666699"/>
                  </a:solidFill>
                  <a:latin typeface="+mn-lt"/>
                  <a:ea typeface="+mn-ea"/>
                </a:defRPr>
              </a:lvl5pPr>
            </a:lstStyle>
            <a:p>
              <a:pPr marL="0" lvl="0" indent="0" eaLnBrk="1" hangingPunct="1">
                <a:spcBef>
                  <a:spcPct val="50000"/>
                </a:spcBef>
                <a:buNone/>
              </a:pPr>
              <a:r>
                <a:rPr lang="zh-CN" altLang="en-US" sz="2000" dirty="0">
                  <a:solidFill>
                    <a:schemeClr val="tx1"/>
                  </a:solidFill>
                  <a:latin typeface="Tahoma" panose="020B0604030504040204" pitchFamily="34" charset="0"/>
                </a:rPr>
                <a:t>0 0 . 0 0 0 1</a:t>
              </a:r>
              <a:endParaRPr lang="zh-CN" altLang="en-US" sz="2000" dirty="0">
                <a:solidFill>
                  <a:schemeClr val="tx1"/>
                </a:solidFill>
                <a:latin typeface="Tahoma" panose="020B0604030504040204" pitchFamily="34" charset="0"/>
              </a:endParaRPr>
            </a:p>
          </p:txBody>
        </p:sp>
        <p:sp>
          <p:nvSpPr>
            <p:cNvPr id="59413" name="Text Box 20"/>
            <p:cNvSpPr txBox="1"/>
            <p:nvPr/>
          </p:nvSpPr>
          <p:spPr>
            <a:xfrm>
              <a:off x="1248" y="2266"/>
              <a:ext cx="1056" cy="250"/>
            </a:xfrm>
            <a:prstGeom prst="rect">
              <a:avLst/>
            </a:prstGeom>
            <a:noFill/>
            <a:ln w="9525">
              <a:noFill/>
            </a:ln>
          </p:spPr>
          <p:txBody>
            <a:bodyPr>
              <a:spAutoFit/>
            </a:bodyPr>
            <a:lstStyle>
              <a:lvl1pPr marL="342900" indent="-342900" algn="l" rtl="0" eaLnBrk="0" fontAlgn="base" hangingPunct="0">
                <a:spcBef>
                  <a:spcPct val="20000"/>
                </a:spcBef>
                <a:spcAft>
                  <a:spcPct val="0"/>
                </a:spcAft>
                <a:buChar char="•"/>
                <a:defRPr sz="3200">
                  <a:solidFill>
                    <a:srgbClr val="666699"/>
                  </a:solidFill>
                  <a:latin typeface="+mn-lt"/>
                  <a:ea typeface="+mn-ea"/>
                  <a:cs typeface="+mn-cs"/>
                </a:defRPr>
              </a:lvl1pPr>
              <a:lvl2pPr marL="742950" indent="-285750" algn="l" rtl="0" eaLnBrk="0" fontAlgn="base" hangingPunct="0">
                <a:spcBef>
                  <a:spcPct val="20000"/>
                </a:spcBef>
                <a:spcAft>
                  <a:spcPct val="0"/>
                </a:spcAft>
                <a:buChar char="–"/>
                <a:defRPr sz="2800">
                  <a:solidFill>
                    <a:srgbClr val="666699"/>
                  </a:solidFill>
                  <a:latin typeface="+mn-lt"/>
                  <a:ea typeface="+mn-ea"/>
                </a:defRPr>
              </a:lvl2pPr>
              <a:lvl3pPr marL="1143000" indent="-228600" algn="l" rtl="0" eaLnBrk="0" fontAlgn="base" hangingPunct="0">
                <a:spcBef>
                  <a:spcPct val="20000"/>
                </a:spcBef>
                <a:spcAft>
                  <a:spcPct val="0"/>
                </a:spcAft>
                <a:buChar char="•"/>
                <a:defRPr sz="2400">
                  <a:solidFill>
                    <a:srgbClr val="666699"/>
                  </a:solidFill>
                  <a:latin typeface="+mn-lt"/>
                  <a:ea typeface="+mn-ea"/>
                </a:defRPr>
              </a:lvl3pPr>
              <a:lvl4pPr marL="1600200" indent="-228600" algn="l" rtl="0" eaLnBrk="0" fontAlgn="base" hangingPunct="0">
                <a:spcBef>
                  <a:spcPct val="20000"/>
                </a:spcBef>
                <a:spcAft>
                  <a:spcPct val="0"/>
                </a:spcAft>
                <a:buChar char="–"/>
                <a:defRPr sz="2000">
                  <a:solidFill>
                    <a:srgbClr val="666699"/>
                  </a:solidFill>
                  <a:latin typeface="+mn-lt"/>
                  <a:ea typeface="+mn-ea"/>
                </a:defRPr>
              </a:lvl4pPr>
              <a:lvl5pPr marL="2057400" indent="-228600" algn="l" rtl="0" eaLnBrk="0" fontAlgn="base" hangingPunct="0">
                <a:spcBef>
                  <a:spcPct val="20000"/>
                </a:spcBef>
                <a:spcAft>
                  <a:spcPct val="0"/>
                </a:spcAft>
                <a:buChar char="»"/>
                <a:defRPr sz="2000">
                  <a:solidFill>
                    <a:srgbClr val="666699"/>
                  </a:solidFill>
                  <a:latin typeface="+mn-lt"/>
                  <a:ea typeface="+mn-ea"/>
                </a:defRPr>
              </a:lvl5pPr>
            </a:lstStyle>
            <a:p>
              <a:pPr marL="0" lvl="0" indent="0" eaLnBrk="1" hangingPunct="1">
                <a:spcBef>
                  <a:spcPct val="50000"/>
                </a:spcBef>
                <a:buNone/>
              </a:pPr>
              <a:r>
                <a:rPr lang="zh-CN" altLang="en-US" sz="2000" dirty="0">
                  <a:solidFill>
                    <a:schemeClr val="tx1"/>
                  </a:solidFill>
                  <a:latin typeface="Tahoma" panose="020B0604030504040204" pitchFamily="34" charset="0"/>
                </a:rPr>
                <a:t>0 0 . 0 0 0 1</a:t>
              </a:r>
              <a:endParaRPr lang="zh-CN" altLang="en-US" sz="2000" dirty="0">
                <a:solidFill>
                  <a:schemeClr val="tx1"/>
                </a:solidFill>
                <a:latin typeface="Tahoma" panose="020B0604030504040204" pitchFamily="34" charset="0"/>
              </a:endParaRPr>
            </a:p>
          </p:txBody>
        </p:sp>
        <p:sp>
          <p:nvSpPr>
            <p:cNvPr id="59414" name="Line 21"/>
            <p:cNvSpPr/>
            <p:nvPr/>
          </p:nvSpPr>
          <p:spPr>
            <a:xfrm>
              <a:off x="48" y="346"/>
              <a:ext cx="3216" cy="0"/>
            </a:xfrm>
            <a:prstGeom prst="line">
              <a:avLst/>
            </a:prstGeom>
            <a:ln w="9525" cap="flat" cmpd="sng">
              <a:solidFill>
                <a:schemeClr val="tx1"/>
              </a:solidFill>
              <a:prstDash val="solid"/>
              <a:headEnd type="none" w="med" len="med"/>
              <a:tailEnd type="none" w="med" len="med"/>
            </a:ln>
          </p:spPr>
        </p:sp>
        <p:sp>
          <p:nvSpPr>
            <p:cNvPr id="59415" name="Line 22"/>
            <p:cNvSpPr/>
            <p:nvPr/>
          </p:nvSpPr>
          <p:spPr>
            <a:xfrm>
              <a:off x="48" y="826"/>
              <a:ext cx="3312" cy="0"/>
            </a:xfrm>
            <a:prstGeom prst="line">
              <a:avLst/>
            </a:prstGeom>
            <a:ln w="9525" cap="flat" cmpd="sng">
              <a:solidFill>
                <a:schemeClr val="tx1"/>
              </a:solidFill>
              <a:prstDash val="solid"/>
              <a:headEnd type="none" w="med" len="med"/>
              <a:tailEnd type="none" w="med" len="med"/>
            </a:ln>
          </p:spPr>
        </p:sp>
        <p:sp>
          <p:nvSpPr>
            <p:cNvPr id="59416" name="Line 23"/>
            <p:cNvSpPr/>
            <p:nvPr/>
          </p:nvSpPr>
          <p:spPr>
            <a:xfrm>
              <a:off x="96" y="1258"/>
              <a:ext cx="3264" cy="0"/>
            </a:xfrm>
            <a:prstGeom prst="line">
              <a:avLst/>
            </a:prstGeom>
            <a:ln w="9525" cap="flat" cmpd="sng">
              <a:solidFill>
                <a:schemeClr val="tx1"/>
              </a:solidFill>
              <a:prstDash val="solid"/>
              <a:headEnd type="none" w="med" len="med"/>
              <a:tailEnd type="none" w="med" len="med"/>
            </a:ln>
          </p:spPr>
        </p:sp>
        <p:sp>
          <p:nvSpPr>
            <p:cNvPr id="59417" name="Line 24"/>
            <p:cNvSpPr/>
            <p:nvPr/>
          </p:nvSpPr>
          <p:spPr>
            <a:xfrm>
              <a:off x="48" y="1690"/>
              <a:ext cx="3312" cy="0"/>
            </a:xfrm>
            <a:prstGeom prst="line">
              <a:avLst/>
            </a:prstGeom>
            <a:ln w="9525" cap="flat" cmpd="sng">
              <a:solidFill>
                <a:schemeClr val="tx1"/>
              </a:solidFill>
              <a:prstDash val="solid"/>
              <a:headEnd type="none" w="med" len="med"/>
              <a:tailEnd type="none" w="med" len="med"/>
            </a:ln>
          </p:spPr>
        </p:sp>
        <p:sp>
          <p:nvSpPr>
            <p:cNvPr id="59418" name="Line 25"/>
            <p:cNvSpPr/>
            <p:nvPr/>
          </p:nvSpPr>
          <p:spPr>
            <a:xfrm>
              <a:off x="48" y="2170"/>
              <a:ext cx="3360" cy="0"/>
            </a:xfrm>
            <a:prstGeom prst="line">
              <a:avLst/>
            </a:prstGeom>
            <a:ln w="9525" cap="flat" cmpd="sng">
              <a:solidFill>
                <a:schemeClr val="tx1"/>
              </a:solidFill>
              <a:prstDash val="solid"/>
              <a:headEnd type="none" w="med" len="med"/>
              <a:tailEnd type="none" w="med" len="med"/>
            </a:ln>
          </p:spPr>
        </p:sp>
        <p:sp>
          <p:nvSpPr>
            <p:cNvPr id="59419" name="Text Box 26"/>
            <p:cNvSpPr txBox="1"/>
            <p:nvPr/>
          </p:nvSpPr>
          <p:spPr>
            <a:xfrm>
              <a:off x="0" y="106"/>
              <a:ext cx="912" cy="250"/>
            </a:xfrm>
            <a:prstGeom prst="rect">
              <a:avLst/>
            </a:prstGeom>
            <a:noFill/>
            <a:ln w="9525">
              <a:noFill/>
            </a:ln>
          </p:spPr>
          <p:txBody>
            <a:bodyPr>
              <a:spAutoFit/>
            </a:bodyPr>
            <a:lstStyle>
              <a:lvl1pPr marL="342900" indent="-342900" algn="l" rtl="0" eaLnBrk="0" fontAlgn="base" hangingPunct="0">
                <a:spcBef>
                  <a:spcPct val="20000"/>
                </a:spcBef>
                <a:spcAft>
                  <a:spcPct val="0"/>
                </a:spcAft>
                <a:buChar char="•"/>
                <a:defRPr sz="3200">
                  <a:solidFill>
                    <a:srgbClr val="666699"/>
                  </a:solidFill>
                  <a:latin typeface="+mn-lt"/>
                  <a:ea typeface="+mn-ea"/>
                  <a:cs typeface="+mn-cs"/>
                </a:defRPr>
              </a:lvl1pPr>
              <a:lvl2pPr marL="742950" indent="-285750" algn="l" rtl="0" eaLnBrk="0" fontAlgn="base" hangingPunct="0">
                <a:spcBef>
                  <a:spcPct val="20000"/>
                </a:spcBef>
                <a:spcAft>
                  <a:spcPct val="0"/>
                </a:spcAft>
                <a:buChar char="–"/>
                <a:defRPr sz="2800">
                  <a:solidFill>
                    <a:srgbClr val="666699"/>
                  </a:solidFill>
                  <a:latin typeface="+mn-lt"/>
                  <a:ea typeface="+mn-ea"/>
                </a:defRPr>
              </a:lvl2pPr>
              <a:lvl3pPr marL="1143000" indent="-228600" algn="l" rtl="0" eaLnBrk="0" fontAlgn="base" hangingPunct="0">
                <a:spcBef>
                  <a:spcPct val="20000"/>
                </a:spcBef>
                <a:spcAft>
                  <a:spcPct val="0"/>
                </a:spcAft>
                <a:buChar char="•"/>
                <a:defRPr sz="2400">
                  <a:solidFill>
                    <a:srgbClr val="666699"/>
                  </a:solidFill>
                  <a:latin typeface="+mn-lt"/>
                  <a:ea typeface="+mn-ea"/>
                </a:defRPr>
              </a:lvl3pPr>
              <a:lvl4pPr marL="1600200" indent="-228600" algn="l" rtl="0" eaLnBrk="0" fontAlgn="base" hangingPunct="0">
                <a:spcBef>
                  <a:spcPct val="20000"/>
                </a:spcBef>
                <a:spcAft>
                  <a:spcPct val="0"/>
                </a:spcAft>
                <a:buChar char="–"/>
                <a:defRPr sz="2000">
                  <a:solidFill>
                    <a:srgbClr val="666699"/>
                  </a:solidFill>
                  <a:latin typeface="+mn-lt"/>
                  <a:ea typeface="+mn-ea"/>
                </a:defRPr>
              </a:lvl4pPr>
              <a:lvl5pPr marL="2057400" indent="-228600" algn="l" rtl="0" eaLnBrk="0" fontAlgn="base" hangingPunct="0">
                <a:spcBef>
                  <a:spcPct val="20000"/>
                </a:spcBef>
                <a:spcAft>
                  <a:spcPct val="0"/>
                </a:spcAft>
                <a:buChar char="»"/>
                <a:defRPr sz="2000">
                  <a:solidFill>
                    <a:srgbClr val="666699"/>
                  </a:solidFill>
                  <a:latin typeface="+mn-lt"/>
                  <a:ea typeface="+mn-ea"/>
                </a:defRPr>
              </a:lvl5pPr>
            </a:lstStyle>
            <a:p>
              <a:pPr marL="0" lvl="0" indent="0" eaLnBrk="1" hangingPunct="1">
                <a:spcBef>
                  <a:spcPct val="50000"/>
                </a:spcBef>
                <a:buNone/>
              </a:pPr>
              <a:r>
                <a:rPr lang="zh-CN" altLang="en-US" sz="2000" dirty="0">
                  <a:solidFill>
                    <a:schemeClr val="tx1"/>
                  </a:solidFill>
                  <a:latin typeface="Tahoma" panose="020B0604030504040204" pitchFamily="34" charset="0"/>
                </a:rPr>
                <a:t>+[-Y]</a:t>
              </a:r>
              <a:r>
                <a:rPr lang="zh-CN" altLang="en-US" sz="2000" baseline="-25000" dirty="0">
                  <a:solidFill>
                    <a:schemeClr val="tx1"/>
                  </a:solidFill>
                  <a:latin typeface="Tahoma" panose="020B0604030504040204" pitchFamily="34" charset="0"/>
                </a:rPr>
                <a:t>补</a:t>
              </a:r>
              <a:endParaRPr lang="zh-CN" altLang="en-US" sz="2000" baseline="-25000" dirty="0">
                <a:solidFill>
                  <a:schemeClr val="tx1"/>
                </a:solidFill>
                <a:latin typeface="Tahoma" panose="020B0604030504040204" pitchFamily="34" charset="0"/>
              </a:endParaRPr>
            </a:p>
          </p:txBody>
        </p:sp>
        <p:sp>
          <p:nvSpPr>
            <p:cNvPr id="59420" name="Text Box 27"/>
            <p:cNvSpPr txBox="1"/>
            <p:nvPr/>
          </p:nvSpPr>
          <p:spPr>
            <a:xfrm>
              <a:off x="0" y="576"/>
              <a:ext cx="912" cy="250"/>
            </a:xfrm>
            <a:prstGeom prst="rect">
              <a:avLst/>
            </a:prstGeom>
            <a:noFill/>
            <a:ln w="9525">
              <a:noFill/>
            </a:ln>
          </p:spPr>
          <p:txBody>
            <a:bodyPr>
              <a:spAutoFit/>
            </a:bodyPr>
            <a:lstStyle>
              <a:lvl1pPr marL="342900" indent="-342900" algn="l" rtl="0" eaLnBrk="0" fontAlgn="base" hangingPunct="0">
                <a:spcBef>
                  <a:spcPct val="20000"/>
                </a:spcBef>
                <a:spcAft>
                  <a:spcPct val="0"/>
                </a:spcAft>
                <a:buChar char="•"/>
                <a:defRPr sz="3200">
                  <a:solidFill>
                    <a:srgbClr val="666699"/>
                  </a:solidFill>
                  <a:latin typeface="+mn-lt"/>
                  <a:ea typeface="+mn-ea"/>
                  <a:cs typeface="+mn-cs"/>
                </a:defRPr>
              </a:lvl1pPr>
              <a:lvl2pPr marL="742950" indent="-285750" algn="l" rtl="0" eaLnBrk="0" fontAlgn="base" hangingPunct="0">
                <a:spcBef>
                  <a:spcPct val="20000"/>
                </a:spcBef>
                <a:spcAft>
                  <a:spcPct val="0"/>
                </a:spcAft>
                <a:buChar char="–"/>
                <a:defRPr sz="2800">
                  <a:solidFill>
                    <a:srgbClr val="666699"/>
                  </a:solidFill>
                  <a:latin typeface="+mn-lt"/>
                  <a:ea typeface="+mn-ea"/>
                </a:defRPr>
              </a:lvl2pPr>
              <a:lvl3pPr marL="1143000" indent="-228600" algn="l" rtl="0" eaLnBrk="0" fontAlgn="base" hangingPunct="0">
                <a:spcBef>
                  <a:spcPct val="20000"/>
                </a:spcBef>
                <a:spcAft>
                  <a:spcPct val="0"/>
                </a:spcAft>
                <a:buChar char="•"/>
                <a:defRPr sz="2400">
                  <a:solidFill>
                    <a:srgbClr val="666699"/>
                  </a:solidFill>
                  <a:latin typeface="+mn-lt"/>
                  <a:ea typeface="+mn-ea"/>
                </a:defRPr>
              </a:lvl3pPr>
              <a:lvl4pPr marL="1600200" indent="-228600" algn="l" rtl="0" eaLnBrk="0" fontAlgn="base" hangingPunct="0">
                <a:spcBef>
                  <a:spcPct val="20000"/>
                </a:spcBef>
                <a:spcAft>
                  <a:spcPct val="0"/>
                </a:spcAft>
                <a:buChar char="–"/>
                <a:defRPr sz="2000">
                  <a:solidFill>
                    <a:srgbClr val="666699"/>
                  </a:solidFill>
                  <a:latin typeface="+mn-lt"/>
                  <a:ea typeface="+mn-ea"/>
                </a:defRPr>
              </a:lvl4pPr>
              <a:lvl5pPr marL="2057400" indent="-228600" algn="l" rtl="0" eaLnBrk="0" fontAlgn="base" hangingPunct="0">
                <a:spcBef>
                  <a:spcPct val="20000"/>
                </a:spcBef>
                <a:spcAft>
                  <a:spcPct val="0"/>
                </a:spcAft>
                <a:buChar char="»"/>
                <a:defRPr sz="2000">
                  <a:solidFill>
                    <a:srgbClr val="666699"/>
                  </a:solidFill>
                  <a:latin typeface="+mn-lt"/>
                  <a:ea typeface="+mn-ea"/>
                </a:defRPr>
              </a:lvl5pPr>
            </a:lstStyle>
            <a:p>
              <a:pPr marL="0" lvl="0" indent="0" eaLnBrk="1" hangingPunct="1">
                <a:spcBef>
                  <a:spcPct val="50000"/>
                </a:spcBef>
                <a:buNone/>
              </a:pPr>
              <a:r>
                <a:rPr lang="zh-CN" altLang="en-US" sz="2000" dirty="0">
                  <a:solidFill>
                    <a:schemeClr val="tx1"/>
                  </a:solidFill>
                  <a:latin typeface="Tahoma" panose="020B0604030504040204" pitchFamily="34" charset="0"/>
                </a:rPr>
                <a:t>+[Y]</a:t>
              </a:r>
              <a:r>
                <a:rPr lang="zh-CN" altLang="en-US" sz="2000" baseline="-25000" dirty="0">
                  <a:solidFill>
                    <a:schemeClr val="tx1"/>
                  </a:solidFill>
                  <a:latin typeface="Tahoma" panose="020B0604030504040204" pitchFamily="34" charset="0"/>
                </a:rPr>
                <a:t>补</a:t>
              </a:r>
              <a:endParaRPr lang="zh-CN" altLang="en-US" sz="2000" baseline="-25000" dirty="0">
                <a:solidFill>
                  <a:schemeClr val="tx1"/>
                </a:solidFill>
                <a:latin typeface="Tahoma" panose="020B0604030504040204" pitchFamily="34" charset="0"/>
              </a:endParaRPr>
            </a:p>
          </p:txBody>
        </p:sp>
        <p:sp>
          <p:nvSpPr>
            <p:cNvPr id="59421" name="Text Box 28"/>
            <p:cNvSpPr txBox="1"/>
            <p:nvPr/>
          </p:nvSpPr>
          <p:spPr>
            <a:xfrm>
              <a:off x="0" y="1008"/>
              <a:ext cx="912" cy="250"/>
            </a:xfrm>
            <a:prstGeom prst="rect">
              <a:avLst/>
            </a:prstGeom>
            <a:noFill/>
            <a:ln w="9525">
              <a:noFill/>
            </a:ln>
          </p:spPr>
          <p:txBody>
            <a:bodyPr>
              <a:spAutoFit/>
            </a:bodyPr>
            <a:lstStyle>
              <a:lvl1pPr marL="342900" indent="-342900" algn="l" rtl="0" eaLnBrk="0" fontAlgn="base" hangingPunct="0">
                <a:spcBef>
                  <a:spcPct val="20000"/>
                </a:spcBef>
                <a:spcAft>
                  <a:spcPct val="0"/>
                </a:spcAft>
                <a:buChar char="•"/>
                <a:defRPr sz="3200">
                  <a:solidFill>
                    <a:srgbClr val="666699"/>
                  </a:solidFill>
                  <a:latin typeface="+mn-lt"/>
                  <a:ea typeface="+mn-ea"/>
                  <a:cs typeface="+mn-cs"/>
                </a:defRPr>
              </a:lvl1pPr>
              <a:lvl2pPr marL="742950" indent="-285750" algn="l" rtl="0" eaLnBrk="0" fontAlgn="base" hangingPunct="0">
                <a:spcBef>
                  <a:spcPct val="20000"/>
                </a:spcBef>
                <a:spcAft>
                  <a:spcPct val="0"/>
                </a:spcAft>
                <a:buChar char="–"/>
                <a:defRPr sz="2800">
                  <a:solidFill>
                    <a:srgbClr val="666699"/>
                  </a:solidFill>
                  <a:latin typeface="+mn-lt"/>
                  <a:ea typeface="+mn-ea"/>
                </a:defRPr>
              </a:lvl2pPr>
              <a:lvl3pPr marL="1143000" indent="-228600" algn="l" rtl="0" eaLnBrk="0" fontAlgn="base" hangingPunct="0">
                <a:spcBef>
                  <a:spcPct val="20000"/>
                </a:spcBef>
                <a:spcAft>
                  <a:spcPct val="0"/>
                </a:spcAft>
                <a:buChar char="•"/>
                <a:defRPr sz="2400">
                  <a:solidFill>
                    <a:srgbClr val="666699"/>
                  </a:solidFill>
                  <a:latin typeface="+mn-lt"/>
                  <a:ea typeface="+mn-ea"/>
                </a:defRPr>
              </a:lvl3pPr>
              <a:lvl4pPr marL="1600200" indent="-228600" algn="l" rtl="0" eaLnBrk="0" fontAlgn="base" hangingPunct="0">
                <a:spcBef>
                  <a:spcPct val="20000"/>
                </a:spcBef>
                <a:spcAft>
                  <a:spcPct val="0"/>
                </a:spcAft>
                <a:buChar char="–"/>
                <a:defRPr sz="2000">
                  <a:solidFill>
                    <a:srgbClr val="666699"/>
                  </a:solidFill>
                  <a:latin typeface="+mn-lt"/>
                  <a:ea typeface="+mn-ea"/>
                </a:defRPr>
              </a:lvl4pPr>
              <a:lvl5pPr marL="2057400" indent="-228600" algn="l" rtl="0" eaLnBrk="0" fontAlgn="base" hangingPunct="0">
                <a:spcBef>
                  <a:spcPct val="20000"/>
                </a:spcBef>
                <a:spcAft>
                  <a:spcPct val="0"/>
                </a:spcAft>
                <a:buChar char="»"/>
                <a:defRPr sz="2000">
                  <a:solidFill>
                    <a:srgbClr val="666699"/>
                  </a:solidFill>
                  <a:latin typeface="+mn-lt"/>
                  <a:ea typeface="+mn-ea"/>
                </a:defRPr>
              </a:lvl5pPr>
            </a:lstStyle>
            <a:p>
              <a:pPr marL="0" lvl="0" indent="0" eaLnBrk="1" hangingPunct="1">
                <a:spcBef>
                  <a:spcPct val="50000"/>
                </a:spcBef>
                <a:buNone/>
              </a:pPr>
              <a:r>
                <a:rPr lang="zh-CN" altLang="en-US" sz="2000" dirty="0">
                  <a:solidFill>
                    <a:schemeClr val="tx1"/>
                  </a:solidFill>
                  <a:latin typeface="Tahoma" panose="020B0604030504040204" pitchFamily="34" charset="0"/>
                </a:rPr>
                <a:t>+[-Y]</a:t>
              </a:r>
              <a:r>
                <a:rPr lang="zh-CN" altLang="en-US" sz="2000" baseline="-25000" dirty="0">
                  <a:solidFill>
                    <a:schemeClr val="tx1"/>
                  </a:solidFill>
                  <a:latin typeface="Tahoma" panose="020B0604030504040204" pitchFamily="34" charset="0"/>
                </a:rPr>
                <a:t>补</a:t>
              </a:r>
              <a:endParaRPr lang="zh-CN" altLang="en-US" sz="2000" baseline="-25000" dirty="0">
                <a:solidFill>
                  <a:schemeClr val="tx1"/>
                </a:solidFill>
                <a:latin typeface="Tahoma" panose="020B0604030504040204" pitchFamily="34" charset="0"/>
              </a:endParaRPr>
            </a:p>
          </p:txBody>
        </p:sp>
        <p:sp>
          <p:nvSpPr>
            <p:cNvPr id="59422" name="Text Box 29"/>
            <p:cNvSpPr txBox="1"/>
            <p:nvPr/>
          </p:nvSpPr>
          <p:spPr>
            <a:xfrm>
              <a:off x="0" y="1440"/>
              <a:ext cx="912" cy="250"/>
            </a:xfrm>
            <a:prstGeom prst="rect">
              <a:avLst/>
            </a:prstGeom>
            <a:noFill/>
            <a:ln w="9525">
              <a:noFill/>
            </a:ln>
          </p:spPr>
          <p:txBody>
            <a:bodyPr>
              <a:spAutoFit/>
            </a:bodyPr>
            <a:lstStyle>
              <a:lvl1pPr marL="342900" indent="-342900" algn="l" rtl="0" eaLnBrk="0" fontAlgn="base" hangingPunct="0">
                <a:spcBef>
                  <a:spcPct val="20000"/>
                </a:spcBef>
                <a:spcAft>
                  <a:spcPct val="0"/>
                </a:spcAft>
                <a:buChar char="•"/>
                <a:defRPr sz="3200">
                  <a:solidFill>
                    <a:srgbClr val="666699"/>
                  </a:solidFill>
                  <a:latin typeface="+mn-lt"/>
                  <a:ea typeface="+mn-ea"/>
                  <a:cs typeface="+mn-cs"/>
                </a:defRPr>
              </a:lvl1pPr>
              <a:lvl2pPr marL="742950" indent="-285750" algn="l" rtl="0" eaLnBrk="0" fontAlgn="base" hangingPunct="0">
                <a:spcBef>
                  <a:spcPct val="20000"/>
                </a:spcBef>
                <a:spcAft>
                  <a:spcPct val="0"/>
                </a:spcAft>
                <a:buChar char="–"/>
                <a:defRPr sz="2800">
                  <a:solidFill>
                    <a:srgbClr val="666699"/>
                  </a:solidFill>
                  <a:latin typeface="+mn-lt"/>
                  <a:ea typeface="+mn-ea"/>
                </a:defRPr>
              </a:lvl2pPr>
              <a:lvl3pPr marL="1143000" indent="-228600" algn="l" rtl="0" eaLnBrk="0" fontAlgn="base" hangingPunct="0">
                <a:spcBef>
                  <a:spcPct val="20000"/>
                </a:spcBef>
                <a:spcAft>
                  <a:spcPct val="0"/>
                </a:spcAft>
                <a:buChar char="•"/>
                <a:defRPr sz="2400">
                  <a:solidFill>
                    <a:srgbClr val="666699"/>
                  </a:solidFill>
                  <a:latin typeface="+mn-lt"/>
                  <a:ea typeface="+mn-ea"/>
                </a:defRPr>
              </a:lvl3pPr>
              <a:lvl4pPr marL="1600200" indent="-228600" algn="l" rtl="0" eaLnBrk="0" fontAlgn="base" hangingPunct="0">
                <a:spcBef>
                  <a:spcPct val="20000"/>
                </a:spcBef>
                <a:spcAft>
                  <a:spcPct val="0"/>
                </a:spcAft>
                <a:buChar char="–"/>
                <a:defRPr sz="2000">
                  <a:solidFill>
                    <a:srgbClr val="666699"/>
                  </a:solidFill>
                  <a:latin typeface="+mn-lt"/>
                  <a:ea typeface="+mn-ea"/>
                </a:defRPr>
              </a:lvl4pPr>
              <a:lvl5pPr marL="2057400" indent="-228600" algn="l" rtl="0" eaLnBrk="0" fontAlgn="base" hangingPunct="0">
                <a:spcBef>
                  <a:spcPct val="20000"/>
                </a:spcBef>
                <a:spcAft>
                  <a:spcPct val="0"/>
                </a:spcAft>
                <a:buChar char="»"/>
                <a:defRPr sz="2000">
                  <a:solidFill>
                    <a:srgbClr val="666699"/>
                  </a:solidFill>
                  <a:latin typeface="+mn-lt"/>
                  <a:ea typeface="+mn-ea"/>
                </a:defRPr>
              </a:lvl5pPr>
            </a:lstStyle>
            <a:p>
              <a:pPr marL="0" lvl="0" indent="0" eaLnBrk="1" hangingPunct="1">
                <a:spcBef>
                  <a:spcPct val="50000"/>
                </a:spcBef>
                <a:buNone/>
              </a:pPr>
              <a:r>
                <a:rPr lang="zh-CN" altLang="en-US" sz="2000" dirty="0">
                  <a:solidFill>
                    <a:schemeClr val="tx1"/>
                  </a:solidFill>
                  <a:latin typeface="Tahoma" panose="020B0604030504040204" pitchFamily="34" charset="0"/>
                </a:rPr>
                <a:t>+[-Y]</a:t>
              </a:r>
              <a:r>
                <a:rPr lang="zh-CN" altLang="en-US" sz="2000" baseline="-25000" dirty="0">
                  <a:solidFill>
                    <a:schemeClr val="tx1"/>
                  </a:solidFill>
                  <a:latin typeface="Tahoma" panose="020B0604030504040204" pitchFamily="34" charset="0"/>
                </a:rPr>
                <a:t>补</a:t>
              </a:r>
              <a:endParaRPr lang="zh-CN" altLang="en-US" sz="2000" baseline="-25000" dirty="0">
                <a:solidFill>
                  <a:schemeClr val="tx1"/>
                </a:solidFill>
                <a:latin typeface="Tahoma" panose="020B0604030504040204" pitchFamily="34" charset="0"/>
              </a:endParaRPr>
            </a:p>
          </p:txBody>
        </p:sp>
        <p:sp>
          <p:nvSpPr>
            <p:cNvPr id="59423" name="Text Box 30"/>
            <p:cNvSpPr txBox="1"/>
            <p:nvPr/>
          </p:nvSpPr>
          <p:spPr>
            <a:xfrm>
              <a:off x="0" y="1920"/>
              <a:ext cx="912" cy="250"/>
            </a:xfrm>
            <a:prstGeom prst="rect">
              <a:avLst/>
            </a:prstGeom>
            <a:noFill/>
            <a:ln w="9525">
              <a:noFill/>
            </a:ln>
          </p:spPr>
          <p:txBody>
            <a:bodyPr>
              <a:spAutoFit/>
            </a:bodyPr>
            <a:lstStyle>
              <a:lvl1pPr marL="342900" indent="-342900" algn="l" rtl="0" eaLnBrk="0" fontAlgn="base" hangingPunct="0">
                <a:spcBef>
                  <a:spcPct val="20000"/>
                </a:spcBef>
                <a:spcAft>
                  <a:spcPct val="0"/>
                </a:spcAft>
                <a:buChar char="•"/>
                <a:defRPr sz="3200">
                  <a:solidFill>
                    <a:srgbClr val="666699"/>
                  </a:solidFill>
                  <a:latin typeface="+mn-lt"/>
                  <a:ea typeface="+mn-ea"/>
                  <a:cs typeface="+mn-cs"/>
                </a:defRPr>
              </a:lvl1pPr>
              <a:lvl2pPr marL="742950" indent="-285750" algn="l" rtl="0" eaLnBrk="0" fontAlgn="base" hangingPunct="0">
                <a:spcBef>
                  <a:spcPct val="20000"/>
                </a:spcBef>
                <a:spcAft>
                  <a:spcPct val="0"/>
                </a:spcAft>
                <a:buChar char="–"/>
                <a:defRPr sz="2800">
                  <a:solidFill>
                    <a:srgbClr val="666699"/>
                  </a:solidFill>
                  <a:latin typeface="+mn-lt"/>
                  <a:ea typeface="+mn-ea"/>
                </a:defRPr>
              </a:lvl2pPr>
              <a:lvl3pPr marL="1143000" indent="-228600" algn="l" rtl="0" eaLnBrk="0" fontAlgn="base" hangingPunct="0">
                <a:spcBef>
                  <a:spcPct val="20000"/>
                </a:spcBef>
                <a:spcAft>
                  <a:spcPct val="0"/>
                </a:spcAft>
                <a:buChar char="•"/>
                <a:defRPr sz="2400">
                  <a:solidFill>
                    <a:srgbClr val="666699"/>
                  </a:solidFill>
                  <a:latin typeface="+mn-lt"/>
                  <a:ea typeface="+mn-ea"/>
                </a:defRPr>
              </a:lvl3pPr>
              <a:lvl4pPr marL="1600200" indent="-228600" algn="l" rtl="0" eaLnBrk="0" fontAlgn="base" hangingPunct="0">
                <a:spcBef>
                  <a:spcPct val="20000"/>
                </a:spcBef>
                <a:spcAft>
                  <a:spcPct val="0"/>
                </a:spcAft>
                <a:buChar char="–"/>
                <a:defRPr sz="2000">
                  <a:solidFill>
                    <a:srgbClr val="666699"/>
                  </a:solidFill>
                  <a:latin typeface="+mn-lt"/>
                  <a:ea typeface="+mn-ea"/>
                </a:defRPr>
              </a:lvl4pPr>
              <a:lvl5pPr marL="2057400" indent="-228600" algn="l" rtl="0" eaLnBrk="0" fontAlgn="base" hangingPunct="0">
                <a:spcBef>
                  <a:spcPct val="20000"/>
                </a:spcBef>
                <a:spcAft>
                  <a:spcPct val="0"/>
                </a:spcAft>
                <a:buChar char="»"/>
                <a:defRPr sz="2000">
                  <a:solidFill>
                    <a:srgbClr val="666699"/>
                  </a:solidFill>
                  <a:latin typeface="+mn-lt"/>
                  <a:ea typeface="+mn-ea"/>
                </a:defRPr>
              </a:lvl5pPr>
            </a:lstStyle>
            <a:p>
              <a:pPr marL="0" lvl="0" indent="0" eaLnBrk="1" hangingPunct="1">
                <a:spcBef>
                  <a:spcPct val="50000"/>
                </a:spcBef>
                <a:buNone/>
              </a:pPr>
              <a:r>
                <a:rPr lang="zh-CN" altLang="en-US" sz="2000" dirty="0">
                  <a:solidFill>
                    <a:schemeClr val="tx1"/>
                  </a:solidFill>
                  <a:latin typeface="Tahoma" panose="020B0604030504040204" pitchFamily="34" charset="0"/>
                </a:rPr>
                <a:t>+[Y]</a:t>
              </a:r>
              <a:r>
                <a:rPr lang="zh-CN" altLang="en-US" sz="2000" baseline="-25000" dirty="0">
                  <a:solidFill>
                    <a:schemeClr val="tx1"/>
                  </a:solidFill>
                  <a:latin typeface="Tahoma" panose="020B0604030504040204" pitchFamily="34" charset="0"/>
                </a:rPr>
                <a:t>补</a:t>
              </a:r>
              <a:endParaRPr lang="zh-CN" altLang="en-US" sz="2000" baseline="-25000" dirty="0">
                <a:solidFill>
                  <a:schemeClr val="tx1"/>
                </a:solidFill>
                <a:latin typeface="Tahoma" panose="020B0604030504040204" pitchFamily="34" charset="0"/>
              </a:endParaRPr>
            </a:p>
          </p:txBody>
        </p:sp>
        <p:sp>
          <p:nvSpPr>
            <p:cNvPr id="59424" name="Text Box 31"/>
            <p:cNvSpPr txBox="1"/>
            <p:nvPr/>
          </p:nvSpPr>
          <p:spPr>
            <a:xfrm>
              <a:off x="768" y="442"/>
              <a:ext cx="336" cy="250"/>
            </a:xfrm>
            <a:prstGeom prst="rect">
              <a:avLst/>
            </a:prstGeom>
            <a:noFill/>
            <a:ln w="9525">
              <a:noFill/>
            </a:ln>
          </p:spPr>
          <p:txBody>
            <a:bodyPr>
              <a:spAutoFit/>
            </a:bodyPr>
            <a:lstStyle>
              <a:lvl1pPr marL="342900" indent="-342900" algn="l" rtl="0" eaLnBrk="0" fontAlgn="base" hangingPunct="0">
                <a:spcBef>
                  <a:spcPct val="20000"/>
                </a:spcBef>
                <a:spcAft>
                  <a:spcPct val="0"/>
                </a:spcAft>
                <a:buChar char="•"/>
                <a:defRPr sz="3200">
                  <a:solidFill>
                    <a:srgbClr val="666699"/>
                  </a:solidFill>
                  <a:latin typeface="+mn-lt"/>
                  <a:ea typeface="+mn-ea"/>
                  <a:cs typeface="+mn-cs"/>
                </a:defRPr>
              </a:lvl1pPr>
              <a:lvl2pPr marL="742950" indent="-285750" algn="l" rtl="0" eaLnBrk="0" fontAlgn="base" hangingPunct="0">
                <a:spcBef>
                  <a:spcPct val="20000"/>
                </a:spcBef>
                <a:spcAft>
                  <a:spcPct val="0"/>
                </a:spcAft>
                <a:buChar char="–"/>
                <a:defRPr sz="2800">
                  <a:solidFill>
                    <a:srgbClr val="666699"/>
                  </a:solidFill>
                  <a:latin typeface="+mn-lt"/>
                  <a:ea typeface="+mn-ea"/>
                </a:defRPr>
              </a:lvl2pPr>
              <a:lvl3pPr marL="1143000" indent="-228600" algn="l" rtl="0" eaLnBrk="0" fontAlgn="base" hangingPunct="0">
                <a:spcBef>
                  <a:spcPct val="20000"/>
                </a:spcBef>
                <a:spcAft>
                  <a:spcPct val="0"/>
                </a:spcAft>
                <a:buChar char="•"/>
                <a:defRPr sz="2400">
                  <a:solidFill>
                    <a:srgbClr val="666699"/>
                  </a:solidFill>
                  <a:latin typeface="+mn-lt"/>
                  <a:ea typeface="+mn-ea"/>
                </a:defRPr>
              </a:lvl3pPr>
              <a:lvl4pPr marL="1600200" indent="-228600" algn="l" rtl="0" eaLnBrk="0" fontAlgn="base" hangingPunct="0">
                <a:spcBef>
                  <a:spcPct val="20000"/>
                </a:spcBef>
                <a:spcAft>
                  <a:spcPct val="0"/>
                </a:spcAft>
                <a:buChar char="–"/>
                <a:defRPr sz="2000">
                  <a:solidFill>
                    <a:srgbClr val="666699"/>
                  </a:solidFill>
                  <a:latin typeface="+mn-lt"/>
                  <a:ea typeface="+mn-ea"/>
                </a:defRPr>
              </a:lvl4pPr>
              <a:lvl5pPr marL="2057400" indent="-228600" algn="l" rtl="0" eaLnBrk="0" fontAlgn="base" hangingPunct="0">
                <a:spcBef>
                  <a:spcPct val="20000"/>
                </a:spcBef>
                <a:spcAft>
                  <a:spcPct val="0"/>
                </a:spcAft>
                <a:buChar char="»"/>
                <a:defRPr sz="2000">
                  <a:solidFill>
                    <a:srgbClr val="666699"/>
                  </a:solidFill>
                  <a:latin typeface="+mn-lt"/>
                  <a:ea typeface="+mn-ea"/>
                </a:defRPr>
              </a:lvl5pPr>
            </a:lstStyle>
            <a:p>
              <a:pPr marL="0" lvl="0" indent="0" eaLnBrk="1" hangingPunct="1">
                <a:spcBef>
                  <a:spcPct val="50000"/>
                </a:spcBef>
                <a:buNone/>
              </a:pPr>
              <a:r>
                <a:rPr lang="zh-CN" altLang="en-US" sz="2000" dirty="0">
                  <a:solidFill>
                    <a:schemeClr val="tx1"/>
                  </a:solidFill>
                  <a:latin typeface="Tahoma" panose="020B0604030504040204" pitchFamily="34" charset="0"/>
                </a:rPr>
                <a:t>←</a:t>
              </a:r>
              <a:endParaRPr lang="zh-CN" altLang="en-US" sz="2000" dirty="0">
                <a:solidFill>
                  <a:schemeClr val="tx1"/>
                </a:solidFill>
                <a:latin typeface="Tahoma" panose="020B0604030504040204" pitchFamily="34" charset="0"/>
              </a:endParaRPr>
            </a:p>
          </p:txBody>
        </p:sp>
        <p:sp>
          <p:nvSpPr>
            <p:cNvPr id="59425" name="Text Box 32"/>
            <p:cNvSpPr txBox="1"/>
            <p:nvPr/>
          </p:nvSpPr>
          <p:spPr>
            <a:xfrm>
              <a:off x="768" y="912"/>
              <a:ext cx="336" cy="250"/>
            </a:xfrm>
            <a:prstGeom prst="rect">
              <a:avLst/>
            </a:prstGeom>
            <a:noFill/>
            <a:ln w="9525">
              <a:noFill/>
            </a:ln>
          </p:spPr>
          <p:txBody>
            <a:bodyPr>
              <a:spAutoFit/>
            </a:bodyPr>
            <a:lstStyle>
              <a:lvl1pPr marL="342900" indent="-342900" algn="l" rtl="0" eaLnBrk="0" fontAlgn="base" hangingPunct="0">
                <a:spcBef>
                  <a:spcPct val="20000"/>
                </a:spcBef>
                <a:spcAft>
                  <a:spcPct val="0"/>
                </a:spcAft>
                <a:buChar char="•"/>
                <a:defRPr sz="3200">
                  <a:solidFill>
                    <a:srgbClr val="666699"/>
                  </a:solidFill>
                  <a:latin typeface="+mn-lt"/>
                  <a:ea typeface="+mn-ea"/>
                  <a:cs typeface="+mn-cs"/>
                </a:defRPr>
              </a:lvl1pPr>
              <a:lvl2pPr marL="742950" indent="-285750" algn="l" rtl="0" eaLnBrk="0" fontAlgn="base" hangingPunct="0">
                <a:spcBef>
                  <a:spcPct val="20000"/>
                </a:spcBef>
                <a:spcAft>
                  <a:spcPct val="0"/>
                </a:spcAft>
                <a:buChar char="–"/>
                <a:defRPr sz="2800">
                  <a:solidFill>
                    <a:srgbClr val="666699"/>
                  </a:solidFill>
                  <a:latin typeface="+mn-lt"/>
                  <a:ea typeface="+mn-ea"/>
                </a:defRPr>
              </a:lvl2pPr>
              <a:lvl3pPr marL="1143000" indent="-228600" algn="l" rtl="0" eaLnBrk="0" fontAlgn="base" hangingPunct="0">
                <a:spcBef>
                  <a:spcPct val="20000"/>
                </a:spcBef>
                <a:spcAft>
                  <a:spcPct val="0"/>
                </a:spcAft>
                <a:buChar char="•"/>
                <a:defRPr sz="2400">
                  <a:solidFill>
                    <a:srgbClr val="666699"/>
                  </a:solidFill>
                  <a:latin typeface="+mn-lt"/>
                  <a:ea typeface="+mn-ea"/>
                </a:defRPr>
              </a:lvl3pPr>
              <a:lvl4pPr marL="1600200" indent="-228600" algn="l" rtl="0" eaLnBrk="0" fontAlgn="base" hangingPunct="0">
                <a:spcBef>
                  <a:spcPct val="20000"/>
                </a:spcBef>
                <a:spcAft>
                  <a:spcPct val="0"/>
                </a:spcAft>
                <a:buChar char="–"/>
                <a:defRPr sz="2000">
                  <a:solidFill>
                    <a:srgbClr val="666699"/>
                  </a:solidFill>
                  <a:latin typeface="+mn-lt"/>
                  <a:ea typeface="+mn-ea"/>
                </a:defRPr>
              </a:lvl4pPr>
              <a:lvl5pPr marL="2057400" indent="-228600" algn="l" rtl="0" eaLnBrk="0" fontAlgn="base" hangingPunct="0">
                <a:spcBef>
                  <a:spcPct val="20000"/>
                </a:spcBef>
                <a:spcAft>
                  <a:spcPct val="0"/>
                </a:spcAft>
                <a:buChar char="»"/>
                <a:defRPr sz="2000">
                  <a:solidFill>
                    <a:srgbClr val="666699"/>
                  </a:solidFill>
                  <a:latin typeface="+mn-lt"/>
                  <a:ea typeface="+mn-ea"/>
                </a:defRPr>
              </a:lvl5pPr>
            </a:lstStyle>
            <a:p>
              <a:pPr marL="0" lvl="0" indent="0" eaLnBrk="1" hangingPunct="1">
                <a:spcBef>
                  <a:spcPct val="50000"/>
                </a:spcBef>
                <a:buNone/>
              </a:pPr>
              <a:r>
                <a:rPr lang="zh-CN" altLang="en-US" sz="2000" dirty="0">
                  <a:solidFill>
                    <a:schemeClr val="tx1"/>
                  </a:solidFill>
                  <a:latin typeface="Tahoma" panose="020B0604030504040204" pitchFamily="34" charset="0"/>
                </a:rPr>
                <a:t>←</a:t>
              </a:r>
              <a:endParaRPr lang="zh-CN" altLang="en-US" sz="2000" dirty="0">
                <a:solidFill>
                  <a:schemeClr val="tx1"/>
                </a:solidFill>
                <a:latin typeface="Tahoma" panose="020B0604030504040204" pitchFamily="34" charset="0"/>
              </a:endParaRPr>
            </a:p>
          </p:txBody>
        </p:sp>
        <p:sp>
          <p:nvSpPr>
            <p:cNvPr id="59426" name="Text Box 33"/>
            <p:cNvSpPr txBox="1"/>
            <p:nvPr/>
          </p:nvSpPr>
          <p:spPr>
            <a:xfrm>
              <a:off x="768" y="1354"/>
              <a:ext cx="336" cy="250"/>
            </a:xfrm>
            <a:prstGeom prst="rect">
              <a:avLst/>
            </a:prstGeom>
            <a:noFill/>
            <a:ln w="9525">
              <a:noFill/>
            </a:ln>
          </p:spPr>
          <p:txBody>
            <a:bodyPr>
              <a:spAutoFit/>
            </a:bodyPr>
            <a:lstStyle>
              <a:lvl1pPr marL="342900" indent="-342900" algn="l" rtl="0" eaLnBrk="0" fontAlgn="base" hangingPunct="0">
                <a:spcBef>
                  <a:spcPct val="20000"/>
                </a:spcBef>
                <a:spcAft>
                  <a:spcPct val="0"/>
                </a:spcAft>
                <a:buChar char="•"/>
                <a:defRPr sz="3200">
                  <a:solidFill>
                    <a:srgbClr val="666699"/>
                  </a:solidFill>
                  <a:latin typeface="+mn-lt"/>
                  <a:ea typeface="+mn-ea"/>
                  <a:cs typeface="+mn-cs"/>
                </a:defRPr>
              </a:lvl1pPr>
              <a:lvl2pPr marL="742950" indent="-285750" algn="l" rtl="0" eaLnBrk="0" fontAlgn="base" hangingPunct="0">
                <a:spcBef>
                  <a:spcPct val="20000"/>
                </a:spcBef>
                <a:spcAft>
                  <a:spcPct val="0"/>
                </a:spcAft>
                <a:buChar char="–"/>
                <a:defRPr sz="2800">
                  <a:solidFill>
                    <a:srgbClr val="666699"/>
                  </a:solidFill>
                  <a:latin typeface="+mn-lt"/>
                  <a:ea typeface="+mn-ea"/>
                </a:defRPr>
              </a:lvl2pPr>
              <a:lvl3pPr marL="1143000" indent="-228600" algn="l" rtl="0" eaLnBrk="0" fontAlgn="base" hangingPunct="0">
                <a:spcBef>
                  <a:spcPct val="20000"/>
                </a:spcBef>
                <a:spcAft>
                  <a:spcPct val="0"/>
                </a:spcAft>
                <a:buChar char="•"/>
                <a:defRPr sz="2400">
                  <a:solidFill>
                    <a:srgbClr val="666699"/>
                  </a:solidFill>
                  <a:latin typeface="+mn-lt"/>
                  <a:ea typeface="+mn-ea"/>
                </a:defRPr>
              </a:lvl3pPr>
              <a:lvl4pPr marL="1600200" indent="-228600" algn="l" rtl="0" eaLnBrk="0" fontAlgn="base" hangingPunct="0">
                <a:spcBef>
                  <a:spcPct val="20000"/>
                </a:spcBef>
                <a:spcAft>
                  <a:spcPct val="0"/>
                </a:spcAft>
                <a:buChar char="–"/>
                <a:defRPr sz="2000">
                  <a:solidFill>
                    <a:srgbClr val="666699"/>
                  </a:solidFill>
                  <a:latin typeface="+mn-lt"/>
                  <a:ea typeface="+mn-ea"/>
                </a:defRPr>
              </a:lvl4pPr>
              <a:lvl5pPr marL="2057400" indent="-228600" algn="l" rtl="0" eaLnBrk="0" fontAlgn="base" hangingPunct="0">
                <a:spcBef>
                  <a:spcPct val="20000"/>
                </a:spcBef>
                <a:spcAft>
                  <a:spcPct val="0"/>
                </a:spcAft>
                <a:buChar char="»"/>
                <a:defRPr sz="2000">
                  <a:solidFill>
                    <a:srgbClr val="666699"/>
                  </a:solidFill>
                  <a:latin typeface="+mn-lt"/>
                  <a:ea typeface="+mn-ea"/>
                </a:defRPr>
              </a:lvl5pPr>
            </a:lstStyle>
            <a:p>
              <a:pPr marL="0" lvl="0" indent="0" eaLnBrk="1" hangingPunct="1">
                <a:spcBef>
                  <a:spcPct val="50000"/>
                </a:spcBef>
                <a:buNone/>
              </a:pPr>
              <a:r>
                <a:rPr lang="zh-CN" altLang="en-US" sz="2000" dirty="0">
                  <a:solidFill>
                    <a:schemeClr val="tx1"/>
                  </a:solidFill>
                  <a:latin typeface="Tahoma" panose="020B0604030504040204" pitchFamily="34" charset="0"/>
                </a:rPr>
                <a:t>←</a:t>
              </a:r>
              <a:endParaRPr lang="zh-CN" altLang="en-US" sz="2000" dirty="0">
                <a:solidFill>
                  <a:schemeClr val="tx1"/>
                </a:solidFill>
                <a:latin typeface="Tahoma" panose="020B0604030504040204" pitchFamily="34" charset="0"/>
              </a:endParaRPr>
            </a:p>
          </p:txBody>
        </p:sp>
        <p:sp>
          <p:nvSpPr>
            <p:cNvPr id="59427" name="Text Box 34"/>
            <p:cNvSpPr txBox="1"/>
            <p:nvPr/>
          </p:nvSpPr>
          <p:spPr>
            <a:xfrm>
              <a:off x="768" y="1776"/>
              <a:ext cx="336" cy="250"/>
            </a:xfrm>
            <a:prstGeom prst="rect">
              <a:avLst/>
            </a:prstGeom>
            <a:noFill/>
            <a:ln w="9525">
              <a:noFill/>
            </a:ln>
          </p:spPr>
          <p:txBody>
            <a:bodyPr>
              <a:spAutoFit/>
            </a:bodyPr>
            <a:lstStyle>
              <a:lvl1pPr marL="342900" indent="-342900" algn="l" rtl="0" eaLnBrk="0" fontAlgn="base" hangingPunct="0">
                <a:spcBef>
                  <a:spcPct val="20000"/>
                </a:spcBef>
                <a:spcAft>
                  <a:spcPct val="0"/>
                </a:spcAft>
                <a:buChar char="•"/>
                <a:defRPr sz="3200">
                  <a:solidFill>
                    <a:srgbClr val="666699"/>
                  </a:solidFill>
                  <a:latin typeface="+mn-lt"/>
                  <a:ea typeface="+mn-ea"/>
                  <a:cs typeface="+mn-cs"/>
                </a:defRPr>
              </a:lvl1pPr>
              <a:lvl2pPr marL="742950" indent="-285750" algn="l" rtl="0" eaLnBrk="0" fontAlgn="base" hangingPunct="0">
                <a:spcBef>
                  <a:spcPct val="20000"/>
                </a:spcBef>
                <a:spcAft>
                  <a:spcPct val="0"/>
                </a:spcAft>
                <a:buChar char="–"/>
                <a:defRPr sz="2800">
                  <a:solidFill>
                    <a:srgbClr val="666699"/>
                  </a:solidFill>
                  <a:latin typeface="+mn-lt"/>
                  <a:ea typeface="+mn-ea"/>
                </a:defRPr>
              </a:lvl2pPr>
              <a:lvl3pPr marL="1143000" indent="-228600" algn="l" rtl="0" eaLnBrk="0" fontAlgn="base" hangingPunct="0">
                <a:spcBef>
                  <a:spcPct val="20000"/>
                </a:spcBef>
                <a:spcAft>
                  <a:spcPct val="0"/>
                </a:spcAft>
                <a:buChar char="•"/>
                <a:defRPr sz="2400">
                  <a:solidFill>
                    <a:srgbClr val="666699"/>
                  </a:solidFill>
                  <a:latin typeface="+mn-lt"/>
                  <a:ea typeface="+mn-ea"/>
                </a:defRPr>
              </a:lvl3pPr>
              <a:lvl4pPr marL="1600200" indent="-228600" algn="l" rtl="0" eaLnBrk="0" fontAlgn="base" hangingPunct="0">
                <a:spcBef>
                  <a:spcPct val="20000"/>
                </a:spcBef>
                <a:spcAft>
                  <a:spcPct val="0"/>
                </a:spcAft>
                <a:buChar char="–"/>
                <a:defRPr sz="2000">
                  <a:solidFill>
                    <a:srgbClr val="666699"/>
                  </a:solidFill>
                  <a:latin typeface="+mn-lt"/>
                  <a:ea typeface="+mn-ea"/>
                </a:defRPr>
              </a:lvl4pPr>
              <a:lvl5pPr marL="2057400" indent="-228600" algn="l" rtl="0" eaLnBrk="0" fontAlgn="base" hangingPunct="0">
                <a:spcBef>
                  <a:spcPct val="20000"/>
                </a:spcBef>
                <a:spcAft>
                  <a:spcPct val="0"/>
                </a:spcAft>
                <a:buChar char="»"/>
                <a:defRPr sz="2000">
                  <a:solidFill>
                    <a:srgbClr val="666699"/>
                  </a:solidFill>
                  <a:latin typeface="+mn-lt"/>
                  <a:ea typeface="+mn-ea"/>
                </a:defRPr>
              </a:lvl5pPr>
            </a:lstStyle>
            <a:p>
              <a:pPr marL="0" lvl="0" indent="0" eaLnBrk="1" hangingPunct="1">
                <a:spcBef>
                  <a:spcPct val="50000"/>
                </a:spcBef>
                <a:buNone/>
              </a:pPr>
              <a:r>
                <a:rPr lang="zh-CN" altLang="en-US" sz="2000" dirty="0">
                  <a:solidFill>
                    <a:schemeClr val="tx1"/>
                  </a:solidFill>
                  <a:latin typeface="Tahoma" panose="020B0604030504040204" pitchFamily="34" charset="0"/>
                </a:rPr>
                <a:t>←</a:t>
              </a:r>
              <a:endParaRPr lang="zh-CN" altLang="en-US" sz="2000" dirty="0">
                <a:solidFill>
                  <a:schemeClr val="tx1"/>
                </a:solidFill>
                <a:latin typeface="Tahoma" panose="020B0604030504040204" pitchFamily="34" charset="0"/>
              </a:endParaRPr>
            </a:p>
          </p:txBody>
        </p:sp>
        <p:sp>
          <p:nvSpPr>
            <p:cNvPr id="59428" name="Text Box 35"/>
            <p:cNvSpPr txBox="1"/>
            <p:nvPr/>
          </p:nvSpPr>
          <p:spPr>
            <a:xfrm>
              <a:off x="2880" y="442"/>
              <a:ext cx="720" cy="250"/>
            </a:xfrm>
            <a:prstGeom prst="rect">
              <a:avLst/>
            </a:prstGeom>
            <a:noFill/>
            <a:ln w="9525">
              <a:noFill/>
            </a:ln>
          </p:spPr>
          <p:txBody>
            <a:bodyPr>
              <a:spAutoFit/>
            </a:bodyPr>
            <a:lstStyle>
              <a:lvl1pPr marL="342900" indent="-342900" algn="l" rtl="0" eaLnBrk="0" fontAlgn="base" hangingPunct="0">
                <a:spcBef>
                  <a:spcPct val="20000"/>
                </a:spcBef>
                <a:spcAft>
                  <a:spcPct val="0"/>
                </a:spcAft>
                <a:buChar char="•"/>
                <a:defRPr sz="3200">
                  <a:solidFill>
                    <a:srgbClr val="666699"/>
                  </a:solidFill>
                  <a:latin typeface="+mn-lt"/>
                  <a:ea typeface="+mn-ea"/>
                  <a:cs typeface="+mn-cs"/>
                </a:defRPr>
              </a:lvl1pPr>
              <a:lvl2pPr marL="742950" indent="-285750" algn="l" rtl="0" eaLnBrk="0" fontAlgn="base" hangingPunct="0">
                <a:spcBef>
                  <a:spcPct val="20000"/>
                </a:spcBef>
                <a:spcAft>
                  <a:spcPct val="0"/>
                </a:spcAft>
                <a:buChar char="–"/>
                <a:defRPr sz="2800">
                  <a:solidFill>
                    <a:srgbClr val="666699"/>
                  </a:solidFill>
                  <a:latin typeface="+mn-lt"/>
                  <a:ea typeface="+mn-ea"/>
                </a:defRPr>
              </a:lvl2pPr>
              <a:lvl3pPr marL="1143000" indent="-228600" algn="l" rtl="0" eaLnBrk="0" fontAlgn="base" hangingPunct="0">
                <a:spcBef>
                  <a:spcPct val="20000"/>
                </a:spcBef>
                <a:spcAft>
                  <a:spcPct val="0"/>
                </a:spcAft>
                <a:buChar char="•"/>
                <a:defRPr sz="2400">
                  <a:solidFill>
                    <a:srgbClr val="666699"/>
                  </a:solidFill>
                  <a:latin typeface="+mn-lt"/>
                  <a:ea typeface="+mn-ea"/>
                </a:defRPr>
              </a:lvl3pPr>
              <a:lvl4pPr marL="1600200" indent="-228600" algn="l" rtl="0" eaLnBrk="0" fontAlgn="base" hangingPunct="0">
                <a:spcBef>
                  <a:spcPct val="20000"/>
                </a:spcBef>
                <a:spcAft>
                  <a:spcPct val="0"/>
                </a:spcAft>
                <a:buChar char="–"/>
                <a:defRPr sz="2000">
                  <a:solidFill>
                    <a:srgbClr val="666699"/>
                  </a:solidFill>
                  <a:latin typeface="+mn-lt"/>
                  <a:ea typeface="+mn-ea"/>
                </a:defRPr>
              </a:lvl4pPr>
              <a:lvl5pPr marL="2057400" indent="-228600" algn="l" rtl="0" eaLnBrk="0" fontAlgn="base" hangingPunct="0">
                <a:spcBef>
                  <a:spcPct val="20000"/>
                </a:spcBef>
                <a:spcAft>
                  <a:spcPct val="0"/>
                </a:spcAft>
                <a:buChar char="»"/>
                <a:defRPr sz="2000">
                  <a:solidFill>
                    <a:srgbClr val="666699"/>
                  </a:solidFill>
                  <a:latin typeface="+mn-lt"/>
                  <a:ea typeface="+mn-ea"/>
                </a:defRPr>
              </a:lvl5pPr>
            </a:lstStyle>
            <a:p>
              <a:pPr marL="0" lvl="0" indent="0" eaLnBrk="1" hangingPunct="1">
                <a:spcBef>
                  <a:spcPct val="50000"/>
                </a:spcBef>
                <a:buNone/>
              </a:pPr>
              <a:r>
                <a:rPr lang="zh-CN" altLang="en-US" sz="2000" dirty="0">
                  <a:solidFill>
                    <a:schemeClr val="tx1"/>
                  </a:solidFill>
                  <a:latin typeface="Tahoma" panose="020B0604030504040204" pitchFamily="34" charset="0"/>
                </a:rPr>
                <a:t>0.</a:t>
              </a:r>
              <a:endParaRPr lang="zh-CN" altLang="en-US" sz="2000" dirty="0">
                <a:solidFill>
                  <a:schemeClr val="tx1"/>
                </a:solidFill>
                <a:latin typeface="Tahoma" panose="020B0604030504040204" pitchFamily="34" charset="0"/>
              </a:endParaRPr>
            </a:p>
          </p:txBody>
        </p:sp>
        <p:sp>
          <p:nvSpPr>
            <p:cNvPr id="59429" name="Text Box 36"/>
            <p:cNvSpPr txBox="1"/>
            <p:nvPr/>
          </p:nvSpPr>
          <p:spPr>
            <a:xfrm>
              <a:off x="2784" y="912"/>
              <a:ext cx="720" cy="250"/>
            </a:xfrm>
            <a:prstGeom prst="rect">
              <a:avLst/>
            </a:prstGeom>
            <a:noFill/>
            <a:ln w="9525">
              <a:noFill/>
            </a:ln>
          </p:spPr>
          <p:txBody>
            <a:bodyPr>
              <a:spAutoFit/>
            </a:bodyPr>
            <a:lstStyle>
              <a:lvl1pPr marL="342900" indent="-342900" algn="l" rtl="0" eaLnBrk="0" fontAlgn="base" hangingPunct="0">
                <a:spcBef>
                  <a:spcPct val="20000"/>
                </a:spcBef>
                <a:spcAft>
                  <a:spcPct val="0"/>
                </a:spcAft>
                <a:buChar char="•"/>
                <a:defRPr sz="3200">
                  <a:solidFill>
                    <a:srgbClr val="666699"/>
                  </a:solidFill>
                  <a:latin typeface="+mn-lt"/>
                  <a:ea typeface="+mn-ea"/>
                  <a:cs typeface="+mn-cs"/>
                </a:defRPr>
              </a:lvl1pPr>
              <a:lvl2pPr marL="742950" indent="-285750" algn="l" rtl="0" eaLnBrk="0" fontAlgn="base" hangingPunct="0">
                <a:spcBef>
                  <a:spcPct val="20000"/>
                </a:spcBef>
                <a:spcAft>
                  <a:spcPct val="0"/>
                </a:spcAft>
                <a:buChar char="–"/>
                <a:defRPr sz="2800">
                  <a:solidFill>
                    <a:srgbClr val="666699"/>
                  </a:solidFill>
                  <a:latin typeface="+mn-lt"/>
                  <a:ea typeface="+mn-ea"/>
                </a:defRPr>
              </a:lvl2pPr>
              <a:lvl3pPr marL="1143000" indent="-228600" algn="l" rtl="0" eaLnBrk="0" fontAlgn="base" hangingPunct="0">
                <a:spcBef>
                  <a:spcPct val="20000"/>
                </a:spcBef>
                <a:spcAft>
                  <a:spcPct val="0"/>
                </a:spcAft>
                <a:buChar char="•"/>
                <a:defRPr sz="2400">
                  <a:solidFill>
                    <a:srgbClr val="666699"/>
                  </a:solidFill>
                  <a:latin typeface="+mn-lt"/>
                  <a:ea typeface="+mn-ea"/>
                </a:defRPr>
              </a:lvl3pPr>
              <a:lvl4pPr marL="1600200" indent="-228600" algn="l" rtl="0" eaLnBrk="0" fontAlgn="base" hangingPunct="0">
                <a:spcBef>
                  <a:spcPct val="20000"/>
                </a:spcBef>
                <a:spcAft>
                  <a:spcPct val="0"/>
                </a:spcAft>
                <a:buChar char="–"/>
                <a:defRPr sz="2000">
                  <a:solidFill>
                    <a:srgbClr val="666699"/>
                  </a:solidFill>
                  <a:latin typeface="+mn-lt"/>
                  <a:ea typeface="+mn-ea"/>
                </a:defRPr>
              </a:lvl4pPr>
              <a:lvl5pPr marL="2057400" indent="-228600" algn="l" rtl="0" eaLnBrk="0" fontAlgn="base" hangingPunct="0">
                <a:spcBef>
                  <a:spcPct val="20000"/>
                </a:spcBef>
                <a:spcAft>
                  <a:spcPct val="0"/>
                </a:spcAft>
                <a:buChar char="»"/>
                <a:defRPr sz="2000">
                  <a:solidFill>
                    <a:srgbClr val="666699"/>
                  </a:solidFill>
                  <a:latin typeface="+mn-lt"/>
                  <a:ea typeface="+mn-ea"/>
                </a:defRPr>
              </a:lvl5pPr>
            </a:lstStyle>
            <a:p>
              <a:pPr marL="0" lvl="0" indent="0" eaLnBrk="1" hangingPunct="1">
                <a:spcBef>
                  <a:spcPct val="50000"/>
                </a:spcBef>
                <a:buNone/>
              </a:pPr>
              <a:r>
                <a:rPr lang="zh-CN" altLang="en-US" sz="2000" dirty="0">
                  <a:solidFill>
                    <a:schemeClr val="tx1"/>
                  </a:solidFill>
                  <a:latin typeface="Tahoma" panose="020B0604030504040204" pitchFamily="34" charset="0"/>
                </a:rPr>
                <a:t>0.1</a:t>
              </a:r>
              <a:endParaRPr lang="zh-CN" altLang="en-US" sz="2000" dirty="0">
                <a:solidFill>
                  <a:schemeClr val="tx1"/>
                </a:solidFill>
                <a:latin typeface="Tahoma" panose="020B0604030504040204" pitchFamily="34" charset="0"/>
              </a:endParaRPr>
            </a:p>
          </p:txBody>
        </p:sp>
        <p:sp>
          <p:nvSpPr>
            <p:cNvPr id="59430" name="Text Box 37"/>
            <p:cNvSpPr txBox="1"/>
            <p:nvPr/>
          </p:nvSpPr>
          <p:spPr>
            <a:xfrm>
              <a:off x="2688" y="1354"/>
              <a:ext cx="720" cy="250"/>
            </a:xfrm>
            <a:prstGeom prst="rect">
              <a:avLst/>
            </a:prstGeom>
            <a:noFill/>
            <a:ln w="9525">
              <a:noFill/>
            </a:ln>
          </p:spPr>
          <p:txBody>
            <a:bodyPr>
              <a:spAutoFit/>
            </a:bodyPr>
            <a:lstStyle>
              <a:lvl1pPr marL="342900" indent="-342900" algn="l" rtl="0" eaLnBrk="0" fontAlgn="base" hangingPunct="0">
                <a:spcBef>
                  <a:spcPct val="20000"/>
                </a:spcBef>
                <a:spcAft>
                  <a:spcPct val="0"/>
                </a:spcAft>
                <a:buChar char="•"/>
                <a:defRPr sz="3200">
                  <a:solidFill>
                    <a:srgbClr val="666699"/>
                  </a:solidFill>
                  <a:latin typeface="+mn-lt"/>
                  <a:ea typeface="+mn-ea"/>
                  <a:cs typeface="+mn-cs"/>
                </a:defRPr>
              </a:lvl1pPr>
              <a:lvl2pPr marL="742950" indent="-285750" algn="l" rtl="0" eaLnBrk="0" fontAlgn="base" hangingPunct="0">
                <a:spcBef>
                  <a:spcPct val="20000"/>
                </a:spcBef>
                <a:spcAft>
                  <a:spcPct val="0"/>
                </a:spcAft>
                <a:buChar char="–"/>
                <a:defRPr sz="2800">
                  <a:solidFill>
                    <a:srgbClr val="666699"/>
                  </a:solidFill>
                  <a:latin typeface="+mn-lt"/>
                  <a:ea typeface="+mn-ea"/>
                </a:defRPr>
              </a:lvl2pPr>
              <a:lvl3pPr marL="1143000" indent="-228600" algn="l" rtl="0" eaLnBrk="0" fontAlgn="base" hangingPunct="0">
                <a:spcBef>
                  <a:spcPct val="20000"/>
                </a:spcBef>
                <a:spcAft>
                  <a:spcPct val="0"/>
                </a:spcAft>
                <a:buChar char="•"/>
                <a:defRPr sz="2400">
                  <a:solidFill>
                    <a:srgbClr val="666699"/>
                  </a:solidFill>
                  <a:latin typeface="+mn-lt"/>
                  <a:ea typeface="+mn-ea"/>
                </a:defRPr>
              </a:lvl3pPr>
              <a:lvl4pPr marL="1600200" indent="-228600" algn="l" rtl="0" eaLnBrk="0" fontAlgn="base" hangingPunct="0">
                <a:spcBef>
                  <a:spcPct val="20000"/>
                </a:spcBef>
                <a:spcAft>
                  <a:spcPct val="0"/>
                </a:spcAft>
                <a:buChar char="–"/>
                <a:defRPr sz="2000">
                  <a:solidFill>
                    <a:srgbClr val="666699"/>
                  </a:solidFill>
                  <a:latin typeface="+mn-lt"/>
                  <a:ea typeface="+mn-ea"/>
                </a:defRPr>
              </a:lvl4pPr>
              <a:lvl5pPr marL="2057400" indent="-228600" algn="l" rtl="0" eaLnBrk="0" fontAlgn="base" hangingPunct="0">
                <a:spcBef>
                  <a:spcPct val="20000"/>
                </a:spcBef>
                <a:spcAft>
                  <a:spcPct val="0"/>
                </a:spcAft>
                <a:buChar char="»"/>
                <a:defRPr sz="2000">
                  <a:solidFill>
                    <a:srgbClr val="666699"/>
                  </a:solidFill>
                  <a:latin typeface="+mn-lt"/>
                  <a:ea typeface="+mn-ea"/>
                </a:defRPr>
              </a:lvl5pPr>
            </a:lstStyle>
            <a:p>
              <a:pPr marL="0" lvl="0" indent="0" eaLnBrk="1" hangingPunct="1">
                <a:spcBef>
                  <a:spcPct val="50000"/>
                </a:spcBef>
                <a:buNone/>
              </a:pPr>
              <a:r>
                <a:rPr lang="zh-CN" altLang="en-US" sz="2000" dirty="0">
                  <a:solidFill>
                    <a:schemeClr val="tx1"/>
                  </a:solidFill>
                  <a:latin typeface="Tahoma" panose="020B0604030504040204" pitchFamily="34" charset="0"/>
                </a:rPr>
                <a:t>0.11</a:t>
              </a:r>
              <a:endParaRPr lang="zh-CN" altLang="en-US" sz="2000" dirty="0">
                <a:solidFill>
                  <a:schemeClr val="tx1"/>
                </a:solidFill>
                <a:latin typeface="Tahoma" panose="020B0604030504040204" pitchFamily="34" charset="0"/>
              </a:endParaRPr>
            </a:p>
          </p:txBody>
        </p:sp>
        <p:sp>
          <p:nvSpPr>
            <p:cNvPr id="59431" name="Text Box 38"/>
            <p:cNvSpPr txBox="1"/>
            <p:nvPr/>
          </p:nvSpPr>
          <p:spPr>
            <a:xfrm>
              <a:off x="2592" y="1786"/>
              <a:ext cx="720" cy="250"/>
            </a:xfrm>
            <a:prstGeom prst="rect">
              <a:avLst/>
            </a:prstGeom>
            <a:noFill/>
            <a:ln w="9525">
              <a:noFill/>
            </a:ln>
          </p:spPr>
          <p:txBody>
            <a:bodyPr>
              <a:spAutoFit/>
            </a:bodyPr>
            <a:lstStyle>
              <a:lvl1pPr marL="342900" indent="-342900" algn="l" rtl="0" eaLnBrk="0" fontAlgn="base" hangingPunct="0">
                <a:spcBef>
                  <a:spcPct val="20000"/>
                </a:spcBef>
                <a:spcAft>
                  <a:spcPct val="0"/>
                </a:spcAft>
                <a:buChar char="•"/>
                <a:defRPr sz="3200">
                  <a:solidFill>
                    <a:srgbClr val="666699"/>
                  </a:solidFill>
                  <a:latin typeface="+mn-lt"/>
                  <a:ea typeface="+mn-ea"/>
                  <a:cs typeface="+mn-cs"/>
                </a:defRPr>
              </a:lvl1pPr>
              <a:lvl2pPr marL="742950" indent="-285750" algn="l" rtl="0" eaLnBrk="0" fontAlgn="base" hangingPunct="0">
                <a:spcBef>
                  <a:spcPct val="20000"/>
                </a:spcBef>
                <a:spcAft>
                  <a:spcPct val="0"/>
                </a:spcAft>
                <a:buChar char="–"/>
                <a:defRPr sz="2800">
                  <a:solidFill>
                    <a:srgbClr val="666699"/>
                  </a:solidFill>
                  <a:latin typeface="+mn-lt"/>
                  <a:ea typeface="+mn-ea"/>
                </a:defRPr>
              </a:lvl2pPr>
              <a:lvl3pPr marL="1143000" indent="-228600" algn="l" rtl="0" eaLnBrk="0" fontAlgn="base" hangingPunct="0">
                <a:spcBef>
                  <a:spcPct val="20000"/>
                </a:spcBef>
                <a:spcAft>
                  <a:spcPct val="0"/>
                </a:spcAft>
                <a:buChar char="•"/>
                <a:defRPr sz="2400">
                  <a:solidFill>
                    <a:srgbClr val="666699"/>
                  </a:solidFill>
                  <a:latin typeface="+mn-lt"/>
                  <a:ea typeface="+mn-ea"/>
                </a:defRPr>
              </a:lvl3pPr>
              <a:lvl4pPr marL="1600200" indent="-228600" algn="l" rtl="0" eaLnBrk="0" fontAlgn="base" hangingPunct="0">
                <a:spcBef>
                  <a:spcPct val="20000"/>
                </a:spcBef>
                <a:spcAft>
                  <a:spcPct val="0"/>
                </a:spcAft>
                <a:buChar char="–"/>
                <a:defRPr sz="2000">
                  <a:solidFill>
                    <a:srgbClr val="666699"/>
                  </a:solidFill>
                  <a:latin typeface="+mn-lt"/>
                  <a:ea typeface="+mn-ea"/>
                </a:defRPr>
              </a:lvl4pPr>
              <a:lvl5pPr marL="2057400" indent="-228600" algn="l" rtl="0" eaLnBrk="0" fontAlgn="base" hangingPunct="0">
                <a:spcBef>
                  <a:spcPct val="20000"/>
                </a:spcBef>
                <a:spcAft>
                  <a:spcPct val="0"/>
                </a:spcAft>
                <a:buChar char="»"/>
                <a:defRPr sz="2000">
                  <a:solidFill>
                    <a:srgbClr val="666699"/>
                  </a:solidFill>
                  <a:latin typeface="+mn-lt"/>
                  <a:ea typeface="+mn-ea"/>
                </a:defRPr>
              </a:lvl5pPr>
            </a:lstStyle>
            <a:p>
              <a:pPr marL="0" lvl="0" indent="0" eaLnBrk="1" hangingPunct="1">
                <a:spcBef>
                  <a:spcPct val="50000"/>
                </a:spcBef>
                <a:buNone/>
              </a:pPr>
              <a:r>
                <a:rPr lang="zh-CN" altLang="en-US" sz="2000" dirty="0">
                  <a:solidFill>
                    <a:schemeClr val="tx1"/>
                  </a:solidFill>
                  <a:latin typeface="Tahoma" panose="020B0604030504040204" pitchFamily="34" charset="0"/>
                </a:rPr>
                <a:t>0.110</a:t>
              </a:r>
              <a:endParaRPr lang="zh-CN" altLang="en-US" sz="2000" dirty="0">
                <a:solidFill>
                  <a:schemeClr val="tx1"/>
                </a:solidFill>
                <a:latin typeface="Tahoma" panose="020B0604030504040204" pitchFamily="34" charset="0"/>
              </a:endParaRPr>
            </a:p>
          </p:txBody>
        </p:sp>
        <p:sp>
          <p:nvSpPr>
            <p:cNvPr id="59432" name="Text Box 39"/>
            <p:cNvSpPr txBox="1"/>
            <p:nvPr/>
          </p:nvSpPr>
          <p:spPr>
            <a:xfrm>
              <a:off x="2544" y="2218"/>
              <a:ext cx="720" cy="250"/>
            </a:xfrm>
            <a:prstGeom prst="rect">
              <a:avLst/>
            </a:prstGeom>
            <a:noFill/>
            <a:ln w="9525">
              <a:noFill/>
            </a:ln>
          </p:spPr>
          <p:txBody>
            <a:bodyPr>
              <a:spAutoFit/>
            </a:bodyPr>
            <a:lstStyle>
              <a:lvl1pPr marL="342900" indent="-342900" algn="l" rtl="0" eaLnBrk="0" fontAlgn="base" hangingPunct="0">
                <a:spcBef>
                  <a:spcPct val="20000"/>
                </a:spcBef>
                <a:spcAft>
                  <a:spcPct val="0"/>
                </a:spcAft>
                <a:buChar char="•"/>
                <a:defRPr sz="3200">
                  <a:solidFill>
                    <a:srgbClr val="666699"/>
                  </a:solidFill>
                  <a:latin typeface="+mn-lt"/>
                  <a:ea typeface="+mn-ea"/>
                  <a:cs typeface="+mn-cs"/>
                </a:defRPr>
              </a:lvl1pPr>
              <a:lvl2pPr marL="742950" indent="-285750" algn="l" rtl="0" eaLnBrk="0" fontAlgn="base" hangingPunct="0">
                <a:spcBef>
                  <a:spcPct val="20000"/>
                </a:spcBef>
                <a:spcAft>
                  <a:spcPct val="0"/>
                </a:spcAft>
                <a:buChar char="–"/>
                <a:defRPr sz="2800">
                  <a:solidFill>
                    <a:srgbClr val="666699"/>
                  </a:solidFill>
                  <a:latin typeface="+mn-lt"/>
                  <a:ea typeface="+mn-ea"/>
                </a:defRPr>
              </a:lvl2pPr>
              <a:lvl3pPr marL="1143000" indent="-228600" algn="l" rtl="0" eaLnBrk="0" fontAlgn="base" hangingPunct="0">
                <a:spcBef>
                  <a:spcPct val="20000"/>
                </a:spcBef>
                <a:spcAft>
                  <a:spcPct val="0"/>
                </a:spcAft>
                <a:buChar char="•"/>
                <a:defRPr sz="2400">
                  <a:solidFill>
                    <a:srgbClr val="666699"/>
                  </a:solidFill>
                  <a:latin typeface="+mn-lt"/>
                  <a:ea typeface="+mn-ea"/>
                </a:defRPr>
              </a:lvl3pPr>
              <a:lvl4pPr marL="1600200" indent="-228600" algn="l" rtl="0" eaLnBrk="0" fontAlgn="base" hangingPunct="0">
                <a:spcBef>
                  <a:spcPct val="20000"/>
                </a:spcBef>
                <a:spcAft>
                  <a:spcPct val="0"/>
                </a:spcAft>
                <a:buChar char="–"/>
                <a:defRPr sz="2000">
                  <a:solidFill>
                    <a:srgbClr val="666699"/>
                  </a:solidFill>
                  <a:latin typeface="+mn-lt"/>
                  <a:ea typeface="+mn-ea"/>
                </a:defRPr>
              </a:lvl4pPr>
              <a:lvl5pPr marL="2057400" indent="-228600" algn="l" rtl="0" eaLnBrk="0" fontAlgn="base" hangingPunct="0">
                <a:spcBef>
                  <a:spcPct val="20000"/>
                </a:spcBef>
                <a:spcAft>
                  <a:spcPct val="0"/>
                </a:spcAft>
                <a:buChar char="»"/>
                <a:defRPr sz="2000">
                  <a:solidFill>
                    <a:srgbClr val="666699"/>
                  </a:solidFill>
                  <a:latin typeface="+mn-lt"/>
                  <a:ea typeface="+mn-ea"/>
                </a:defRPr>
              </a:lvl5pPr>
            </a:lstStyle>
            <a:p>
              <a:pPr marL="0" lvl="0" indent="0" eaLnBrk="1" hangingPunct="1">
                <a:spcBef>
                  <a:spcPct val="50000"/>
                </a:spcBef>
                <a:buNone/>
              </a:pPr>
              <a:r>
                <a:rPr lang="zh-CN" altLang="en-US" sz="2000" dirty="0">
                  <a:solidFill>
                    <a:schemeClr val="tx1"/>
                  </a:solidFill>
                  <a:latin typeface="Tahoma" panose="020B0604030504040204" pitchFamily="34" charset="0"/>
                </a:rPr>
                <a:t>0.1101</a:t>
              </a:r>
              <a:endParaRPr lang="zh-CN" altLang="en-US" sz="2000" dirty="0">
                <a:solidFill>
                  <a:schemeClr val="tx1"/>
                </a:solidFill>
                <a:latin typeface="Tahoma" panose="020B0604030504040204" pitchFamily="34" charset="0"/>
              </a:endParaRPr>
            </a:p>
          </p:txBody>
        </p:sp>
        <p:sp>
          <p:nvSpPr>
            <p:cNvPr id="59433" name="Text Box 40"/>
            <p:cNvSpPr txBox="1"/>
            <p:nvPr/>
          </p:nvSpPr>
          <p:spPr>
            <a:xfrm>
              <a:off x="3552" y="10"/>
              <a:ext cx="1584" cy="231"/>
            </a:xfrm>
            <a:prstGeom prst="rect">
              <a:avLst/>
            </a:prstGeom>
            <a:noFill/>
            <a:ln w="9525">
              <a:noFill/>
            </a:ln>
          </p:spPr>
          <p:txBody>
            <a:bodyPr>
              <a:spAutoFit/>
            </a:bodyPr>
            <a:lstStyle>
              <a:lvl1pPr marL="342900" indent="-342900" algn="l" rtl="0" eaLnBrk="0" fontAlgn="base" hangingPunct="0">
                <a:spcBef>
                  <a:spcPct val="20000"/>
                </a:spcBef>
                <a:spcAft>
                  <a:spcPct val="0"/>
                </a:spcAft>
                <a:buChar char="•"/>
                <a:defRPr sz="3200">
                  <a:solidFill>
                    <a:srgbClr val="666699"/>
                  </a:solidFill>
                  <a:latin typeface="+mn-lt"/>
                  <a:ea typeface="+mn-ea"/>
                  <a:cs typeface="+mn-cs"/>
                </a:defRPr>
              </a:lvl1pPr>
              <a:lvl2pPr marL="742950" indent="-285750" algn="l" rtl="0" eaLnBrk="0" fontAlgn="base" hangingPunct="0">
                <a:spcBef>
                  <a:spcPct val="20000"/>
                </a:spcBef>
                <a:spcAft>
                  <a:spcPct val="0"/>
                </a:spcAft>
                <a:buChar char="–"/>
                <a:defRPr sz="2800">
                  <a:solidFill>
                    <a:srgbClr val="666699"/>
                  </a:solidFill>
                  <a:latin typeface="+mn-lt"/>
                  <a:ea typeface="+mn-ea"/>
                </a:defRPr>
              </a:lvl2pPr>
              <a:lvl3pPr marL="1143000" indent="-228600" algn="l" rtl="0" eaLnBrk="0" fontAlgn="base" hangingPunct="0">
                <a:spcBef>
                  <a:spcPct val="20000"/>
                </a:spcBef>
                <a:spcAft>
                  <a:spcPct val="0"/>
                </a:spcAft>
                <a:buChar char="•"/>
                <a:defRPr sz="2400">
                  <a:solidFill>
                    <a:srgbClr val="666699"/>
                  </a:solidFill>
                  <a:latin typeface="+mn-lt"/>
                  <a:ea typeface="+mn-ea"/>
                </a:defRPr>
              </a:lvl3pPr>
              <a:lvl4pPr marL="1600200" indent="-228600" algn="l" rtl="0" eaLnBrk="0" fontAlgn="base" hangingPunct="0">
                <a:spcBef>
                  <a:spcPct val="20000"/>
                </a:spcBef>
                <a:spcAft>
                  <a:spcPct val="0"/>
                </a:spcAft>
                <a:buChar char="–"/>
                <a:defRPr sz="2000">
                  <a:solidFill>
                    <a:srgbClr val="666699"/>
                  </a:solidFill>
                  <a:latin typeface="+mn-lt"/>
                  <a:ea typeface="+mn-ea"/>
                </a:defRPr>
              </a:lvl4pPr>
              <a:lvl5pPr marL="2057400" indent="-228600" algn="l" rtl="0" eaLnBrk="0" fontAlgn="base" hangingPunct="0">
                <a:spcBef>
                  <a:spcPct val="20000"/>
                </a:spcBef>
                <a:spcAft>
                  <a:spcPct val="0"/>
                </a:spcAft>
                <a:buChar char="»"/>
                <a:defRPr sz="2000">
                  <a:solidFill>
                    <a:srgbClr val="666699"/>
                  </a:solidFill>
                  <a:latin typeface="+mn-lt"/>
                  <a:ea typeface="+mn-ea"/>
                </a:defRPr>
              </a:lvl5pPr>
            </a:lstStyle>
            <a:p>
              <a:pPr marL="0" lvl="0" indent="0" eaLnBrk="1" hangingPunct="1">
                <a:spcBef>
                  <a:spcPct val="50000"/>
                </a:spcBef>
                <a:buNone/>
              </a:pPr>
              <a:r>
                <a:rPr lang="zh-CN" altLang="en-US" sz="1800" dirty="0">
                  <a:solidFill>
                    <a:schemeClr val="tx1"/>
                  </a:solidFill>
                  <a:latin typeface="Tahoma" panose="020B0604030504040204" pitchFamily="34" charset="0"/>
                </a:rPr>
                <a:t>[X]</a:t>
              </a:r>
              <a:r>
                <a:rPr lang="zh-CN" altLang="en-US" sz="1800" baseline="-25000" dirty="0">
                  <a:solidFill>
                    <a:schemeClr val="tx1"/>
                  </a:solidFill>
                  <a:latin typeface="Tahoma" panose="020B0604030504040204" pitchFamily="34" charset="0"/>
                </a:rPr>
                <a:t>补</a:t>
              </a:r>
              <a:r>
                <a:rPr lang="zh-CN" altLang="en-US" sz="1800" dirty="0">
                  <a:solidFill>
                    <a:schemeClr val="tx1"/>
                  </a:solidFill>
                  <a:latin typeface="Tahoma" panose="020B0604030504040204" pitchFamily="34" charset="0"/>
                </a:rPr>
                <a:t>和[Y]</a:t>
              </a:r>
              <a:r>
                <a:rPr lang="zh-CN" altLang="en-US" sz="1800" baseline="-25000" dirty="0">
                  <a:solidFill>
                    <a:schemeClr val="tx1"/>
                  </a:solidFill>
                  <a:latin typeface="Tahoma" panose="020B0604030504040204" pitchFamily="34" charset="0"/>
                </a:rPr>
                <a:t>补</a:t>
              </a:r>
              <a:r>
                <a:rPr lang="zh-CN" altLang="en-US" sz="1800" dirty="0">
                  <a:solidFill>
                    <a:schemeClr val="tx1"/>
                  </a:solidFill>
                  <a:latin typeface="Tahoma" panose="020B0604030504040204" pitchFamily="34" charset="0"/>
                </a:rPr>
                <a:t>同号,减除数</a:t>
              </a:r>
              <a:endParaRPr lang="zh-CN" altLang="en-US" sz="1800" dirty="0">
                <a:solidFill>
                  <a:schemeClr val="tx1"/>
                </a:solidFill>
                <a:latin typeface="Tahoma" panose="020B0604030504040204" pitchFamily="34" charset="0"/>
              </a:endParaRPr>
            </a:p>
          </p:txBody>
        </p:sp>
        <p:sp>
          <p:nvSpPr>
            <p:cNvPr id="59434" name="Text Box 41"/>
            <p:cNvSpPr txBox="1"/>
            <p:nvPr/>
          </p:nvSpPr>
          <p:spPr>
            <a:xfrm>
              <a:off x="3552" y="154"/>
              <a:ext cx="1008" cy="231"/>
            </a:xfrm>
            <a:prstGeom prst="rect">
              <a:avLst/>
            </a:prstGeom>
            <a:noFill/>
            <a:ln w="9525">
              <a:noFill/>
            </a:ln>
          </p:spPr>
          <p:txBody>
            <a:bodyPr>
              <a:spAutoFit/>
            </a:bodyPr>
            <a:lstStyle>
              <a:lvl1pPr marL="342900" indent="-342900" algn="l" rtl="0" eaLnBrk="0" fontAlgn="base" hangingPunct="0">
                <a:spcBef>
                  <a:spcPct val="20000"/>
                </a:spcBef>
                <a:spcAft>
                  <a:spcPct val="0"/>
                </a:spcAft>
                <a:buChar char="•"/>
                <a:defRPr sz="3200">
                  <a:solidFill>
                    <a:srgbClr val="666699"/>
                  </a:solidFill>
                  <a:latin typeface="+mn-lt"/>
                  <a:ea typeface="+mn-ea"/>
                  <a:cs typeface="+mn-cs"/>
                </a:defRPr>
              </a:lvl1pPr>
              <a:lvl2pPr marL="742950" indent="-285750" algn="l" rtl="0" eaLnBrk="0" fontAlgn="base" hangingPunct="0">
                <a:spcBef>
                  <a:spcPct val="20000"/>
                </a:spcBef>
                <a:spcAft>
                  <a:spcPct val="0"/>
                </a:spcAft>
                <a:buChar char="–"/>
                <a:defRPr sz="2800">
                  <a:solidFill>
                    <a:srgbClr val="666699"/>
                  </a:solidFill>
                  <a:latin typeface="+mn-lt"/>
                  <a:ea typeface="+mn-ea"/>
                </a:defRPr>
              </a:lvl2pPr>
              <a:lvl3pPr marL="1143000" indent="-228600" algn="l" rtl="0" eaLnBrk="0" fontAlgn="base" hangingPunct="0">
                <a:spcBef>
                  <a:spcPct val="20000"/>
                </a:spcBef>
                <a:spcAft>
                  <a:spcPct val="0"/>
                </a:spcAft>
                <a:buChar char="•"/>
                <a:defRPr sz="2400">
                  <a:solidFill>
                    <a:srgbClr val="666699"/>
                  </a:solidFill>
                  <a:latin typeface="+mn-lt"/>
                  <a:ea typeface="+mn-ea"/>
                </a:defRPr>
              </a:lvl3pPr>
              <a:lvl4pPr marL="1600200" indent="-228600" algn="l" rtl="0" eaLnBrk="0" fontAlgn="base" hangingPunct="0">
                <a:spcBef>
                  <a:spcPct val="20000"/>
                </a:spcBef>
                <a:spcAft>
                  <a:spcPct val="0"/>
                </a:spcAft>
                <a:buChar char="–"/>
                <a:defRPr sz="2000">
                  <a:solidFill>
                    <a:srgbClr val="666699"/>
                  </a:solidFill>
                  <a:latin typeface="+mn-lt"/>
                  <a:ea typeface="+mn-ea"/>
                </a:defRPr>
              </a:lvl4pPr>
              <a:lvl5pPr marL="2057400" indent="-228600" algn="l" rtl="0" eaLnBrk="0" fontAlgn="base" hangingPunct="0">
                <a:spcBef>
                  <a:spcPct val="20000"/>
                </a:spcBef>
                <a:spcAft>
                  <a:spcPct val="0"/>
                </a:spcAft>
                <a:buChar char="»"/>
                <a:defRPr sz="2000">
                  <a:solidFill>
                    <a:srgbClr val="666699"/>
                  </a:solidFill>
                  <a:latin typeface="+mn-lt"/>
                  <a:ea typeface="+mn-ea"/>
                </a:defRPr>
              </a:lvl5pPr>
            </a:lstStyle>
            <a:p>
              <a:pPr marL="0" lvl="0" indent="0" eaLnBrk="1" hangingPunct="1">
                <a:spcBef>
                  <a:spcPct val="50000"/>
                </a:spcBef>
                <a:buNone/>
              </a:pPr>
              <a:endParaRPr lang="zh-CN" altLang="en-US" sz="1800" dirty="0">
                <a:solidFill>
                  <a:schemeClr val="tx1"/>
                </a:solidFill>
                <a:latin typeface="Tahoma" panose="020B0604030504040204" pitchFamily="34" charset="0"/>
              </a:endParaRPr>
            </a:p>
          </p:txBody>
        </p:sp>
        <p:sp>
          <p:nvSpPr>
            <p:cNvPr id="59435" name="Text Box 42"/>
            <p:cNvSpPr txBox="1"/>
            <p:nvPr/>
          </p:nvSpPr>
          <p:spPr>
            <a:xfrm>
              <a:off x="3552" y="595"/>
              <a:ext cx="1008" cy="231"/>
            </a:xfrm>
            <a:prstGeom prst="rect">
              <a:avLst/>
            </a:prstGeom>
            <a:noFill/>
            <a:ln w="9525">
              <a:noFill/>
            </a:ln>
          </p:spPr>
          <p:txBody>
            <a:bodyPr>
              <a:spAutoFit/>
            </a:bodyPr>
            <a:lstStyle>
              <a:lvl1pPr marL="342900" indent="-342900" algn="l" rtl="0" eaLnBrk="0" fontAlgn="base" hangingPunct="0">
                <a:spcBef>
                  <a:spcPct val="20000"/>
                </a:spcBef>
                <a:spcAft>
                  <a:spcPct val="0"/>
                </a:spcAft>
                <a:buChar char="•"/>
                <a:defRPr sz="3200">
                  <a:solidFill>
                    <a:srgbClr val="666699"/>
                  </a:solidFill>
                  <a:latin typeface="+mn-lt"/>
                  <a:ea typeface="+mn-ea"/>
                  <a:cs typeface="+mn-cs"/>
                </a:defRPr>
              </a:lvl1pPr>
              <a:lvl2pPr marL="742950" indent="-285750" algn="l" rtl="0" eaLnBrk="0" fontAlgn="base" hangingPunct="0">
                <a:spcBef>
                  <a:spcPct val="20000"/>
                </a:spcBef>
                <a:spcAft>
                  <a:spcPct val="0"/>
                </a:spcAft>
                <a:buChar char="–"/>
                <a:defRPr sz="2800">
                  <a:solidFill>
                    <a:srgbClr val="666699"/>
                  </a:solidFill>
                  <a:latin typeface="+mn-lt"/>
                  <a:ea typeface="+mn-ea"/>
                </a:defRPr>
              </a:lvl2pPr>
              <a:lvl3pPr marL="1143000" indent="-228600" algn="l" rtl="0" eaLnBrk="0" fontAlgn="base" hangingPunct="0">
                <a:spcBef>
                  <a:spcPct val="20000"/>
                </a:spcBef>
                <a:spcAft>
                  <a:spcPct val="0"/>
                </a:spcAft>
                <a:buChar char="•"/>
                <a:defRPr sz="2400">
                  <a:solidFill>
                    <a:srgbClr val="666699"/>
                  </a:solidFill>
                  <a:latin typeface="+mn-lt"/>
                  <a:ea typeface="+mn-ea"/>
                </a:defRPr>
              </a:lvl3pPr>
              <a:lvl4pPr marL="1600200" indent="-228600" algn="l" rtl="0" eaLnBrk="0" fontAlgn="base" hangingPunct="0">
                <a:spcBef>
                  <a:spcPct val="20000"/>
                </a:spcBef>
                <a:spcAft>
                  <a:spcPct val="0"/>
                </a:spcAft>
                <a:buChar char="–"/>
                <a:defRPr sz="2000">
                  <a:solidFill>
                    <a:srgbClr val="666699"/>
                  </a:solidFill>
                  <a:latin typeface="+mn-lt"/>
                  <a:ea typeface="+mn-ea"/>
                </a:defRPr>
              </a:lvl4pPr>
              <a:lvl5pPr marL="2057400" indent="-228600" algn="l" rtl="0" eaLnBrk="0" fontAlgn="base" hangingPunct="0">
                <a:spcBef>
                  <a:spcPct val="20000"/>
                </a:spcBef>
                <a:spcAft>
                  <a:spcPct val="0"/>
                </a:spcAft>
                <a:buChar char="»"/>
                <a:defRPr sz="2000">
                  <a:solidFill>
                    <a:srgbClr val="666699"/>
                  </a:solidFill>
                  <a:latin typeface="+mn-lt"/>
                  <a:ea typeface="+mn-ea"/>
                </a:defRPr>
              </a:lvl5pPr>
            </a:lstStyle>
            <a:p>
              <a:pPr marL="0" lvl="0" indent="0" eaLnBrk="1" hangingPunct="1">
                <a:spcBef>
                  <a:spcPct val="50000"/>
                </a:spcBef>
                <a:buNone/>
              </a:pPr>
              <a:r>
                <a:rPr lang="zh-CN" altLang="en-US" sz="1800" dirty="0">
                  <a:solidFill>
                    <a:schemeClr val="tx1"/>
                  </a:solidFill>
                  <a:latin typeface="Tahoma" panose="020B0604030504040204" pitchFamily="34" charset="0"/>
                </a:rPr>
                <a:t>加除数</a:t>
              </a:r>
              <a:endParaRPr lang="zh-CN" altLang="en-US" sz="1800" dirty="0">
                <a:solidFill>
                  <a:schemeClr val="tx1"/>
                </a:solidFill>
                <a:latin typeface="Tahoma" panose="020B0604030504040204" pitchFamily="34" charset="0"/>
              </a:endParaRPr>
            </a:p>
          </p:txBody>
        </p:sp>
        <p:sp>
          <p:nvSpPr>
            <p:cNvPr id="59436" name="Text Box 43"/>
            <p:cNvSpPr txBox="1"/>
            <p:nvPr/>
          </p:nvSpPr>
          <p:spPr>
            <a:xfrm>
              <a:off x="3552" y="1027"/>
              <a:ext cx="1008" cy="231"/>
            </a:xfrm>
            <a:prstGeom prst="rect">
              <a:avLst/>
            </a:prstGeom>
            <a:noFill/>
            <a:ln w="9525">
              <a:noFill/>
            </a:ln>
          </p:spPr>
          <p:txBody>
            <a:bodyPr>
              <a:spAutoFit/>
            </a:bodyPr>
            <a:lstStyle>
              <a:lvl1pPr marL="342900" indent="-342900" algn="l" rtl="0" eaLnBrk="0" fontAlgn="base" hangingPunct="0">
                <a:spcBef>
                  <a:spcPct val="20000"/>
                </a:spcBef>
                <a:spcAft>
                  <a:spcPct val="0"/>
                </a:spcAft>
                <a:buChar char="•"/>
                <a:defRPr sz="3200">
                  <a:solidFill>
                    <a:srgbClr val="666699"/>
                  </a:solidFill>
                  <a:latin typeface="+mn-lt"/>
                  <a:ea typeface="+mn-ea"/>
                  <a:cs typeface="+mn-cs"/>
                </a:defRPr>
              </a:lvl1pPr>
              <a:lvl2pPr marL="742950" indent="-285750" algn="l" rtl="0" eaLnBrk="0" fontAlgn="base" hangingPunct="0">
                <a:spcBef>
                  <a:spcPct val="20000"/>
                </a:spcBef>
                <a:spcAft>
                  <a:spcPct val="0"/>
                </a:spcAft>
                <a:buChar char="–"/>
                <a:defRPr sz="2800">
                  <a:solidFill>
                    <a:srgbClr val="666699"/>
                  </a:solidFill>
                  <a:latin typeface="+mn-lt"/>
                  <a:ea typeface="+mn-ea"/>
                </a:defRPr>
              </a:lvl2pPr>
              <a:lvl3pPr marL="1143000" indent="-228600" algn="l" rtl="0" eaLnBrk="0" fontAlgn="base" hangingPunct="0">
                <a:spcBef>
                  <a:spcPct val="20000"/>
                </a:spcBef>
                <a:spcAft>
                  <a:spcPct val="0"/>
                </a:spcAft>
                <a:buChar char="•"/>
                <a:defRPr sz="2400">
                  <a:solidFill>
                    <a:srgbClr val="666699"/>
                  </a:solidFill>
                  <a:latin typeface="+mn-lt"/>
                  <a:ea typeface="+mn-ea"/>
                </a:defRPr>
              </a:lvl3pPr>
              <a:lvl4pPr marL="1600200" indent="-228600" algn="l" rtl="0" eaLnBrk="0" fontAlgn="base" hangingPunct="0">
                <a:spcBef>
                  <a:spcPct val="20000"/>
                </a:spcBef>
                <a:spcAft>
                  <a:spcPct val="0"/>
                </a:spcAft>
                <a:buChar char="–"/>
                <a:defRPr sz="2000">
                  <a:solidFill>
                    <a:srgbClr val="666699"/>
                  </a:solidFill>
                  <a:latin typeface="+mn-lt"/>
                  <a:ea typeface="+mn-ea"/>
                </a:defRPr>
              </a:lvl4pPr>
              <a:lvl5pPr marL="2057400" indent="-228600" algn="l" rtl="0" eaLnBrk="0" fontAlgn="base" hangingPunct="0">
                <a:spcBef>
                  <a:spcPct val="20000"/>
                </a:spcBef>
                <a:spcAft>
                  <a:spcPct val="0"/>
                </a:spcAft>
                <a:buChar char="»"/>
                <a:defRPr sz="2000">
                  <a:solidFill>
                    <a:srgbClr val="666699"/>
                  </a:solidFill>
                  <a:latin typeface="+mn-lt"/>
                  <a:ea typeface="+mn-ea"/>
                </a:defRPr>
              </a:lvl5pPr>
            </a:lstStyle>
            <a:p>
              <a:pPr marL="0" lvl="0" indent="0" eaLnBrk="1" hangingPunct="1">
                <a:spcBef>
                  <a:spcPct val="50000"/>
                </a:spcBef>
                <a:buNone/>
              </a:pPr>
              <a:r>
                <a:rPr lang="zh-CN" altLang="en-US" sz="1800" dirty="0">
                  <a:solidFill>
                    <a:schemeClr val="tx1"/>
                  </a:solidFill>
                  <a:latin typeface="Tahoma" panose="020B0604030504040204" pitchFamily="34" charset="0"/>
                </a:rPr>
                <a:t>减除数</a:t>
              </a:r>
              <a:endParaRPr lang="zh-CN" altLang="en-US" sz="1800" dirty="0">
                <a:solidFill>
                  <a:schemeClr val="tx1"/>
                </a:solidFill>
                <a:latin typeface="Tahoma" panose="020B0604030504040204" pitchFamily="34" charset="0"/>
              </a:endParaRPr>
            </a:p>
          </p:txBody>
        </p:sp>
        <p:sp>
          <p:nvSpPr>
            <p:cNvPr id="59437" name="Text Box 44"/>
            <p:cNvSpPr txBox="1"/>
            <p:nvPr/>
          </p:nvSpPr>
          <p:spPr>
            <a:xfrm>
              <a:off x="3552" y="1498"/>
              <a:ext cx="1008" cy="231"/>
            </a:xfrm>
            <a:prstGeom prst="rect">
              <a:avLst/>
            </a:prstGeom>
            <a:noFill/>
            <a:ln w="9525">
              <a:noFill/>
            </a:ln>
          </p:spPr>
          <p:txBody>
            <a:bodyPr>
              <a:spAutoFit/>
            </a:bodyPr>
            <a:lstStyle>
              <a:lvl1pPr marL="342900" indent="-342900" algn="l" rtl="0" eaLnBrk="0" fontAlgn="base" hangingPunct="0">
                <a:spcBef>
                  <a:spcPct val="20000"/>
                </a:spcBef>
                <a:spcAft>
                  <a:spcPct val="0"/>
                </a:spcAft>
                <a:buChar char="•"/>
                <a:defRPr sz="3200">
                  <a:solidFill>
                    <a:srgbClr val="666699"/>
                  </a:solidFill>
                  <a:latin typeface="+mn-lt"/>
                  <a:ea typeface="+mn-ea"/>
                  <a:cs typeface="+mn-cs"/>
                </a:defRPr>
              </a:lvl1pPr>
              <a:lvl2pPr marL="742950" indent="-285750" algn="l" rtl="0" eaLnBrk="0" fontAlgn="base" hangingPunct="0">
                <a:spcBef>
                  <a:spcPct val="20000"/>
                </a:spcBef>
                <a:spcAft>
                  <a:spcPct val="0"/>
                </a:spcAft>
                <a:buChar char="–"/>
                <a:defRPr sz="2800">
                  <a:solidFill>
                    <a:srgbClr val="666699"/>
                  </a:solidFill>
                  <a:latin typeface="+mn-lt"/>
                  <a:ea typeface="+mn-ea"/>
                </a:defRPr>
              </a:lvl2pPr>
              <a:lvl3pPr marL="1143000" indent="-228600" algn="l" rtl="0" eaLnBrk="0" fontAlgn="base" hangingPunct="0">
                <a:spcBef>
                  <a:spcPct val="20000"/>
                </a:spcBef>
                <a:spcAft>
                  <a:spcPct val="0"/>
                </a:spcAft>
                <a:buChar char="•"/>
                <a:defRPr sz="2400">
                  <a:solidFill>
                    <a:srgbClr val="666699"/>
                  </a:solidFill>
                  <a:latin typeface="+mn-lt"/>
                  <a:ea typeface="+mn-ea"/>
                </a:defRPr>
              </a:lvl3pPr>
              <a:lvl4pPr marL="1600200" indent="-228600" algn="l" rtl="0" eaLnBrk="0" fontAlgn="base" hangingPunct="0">
                <a:spcBef>
                  <a:spcPct val="20000"/>
                </a:spcBef>
                <a:spcAft>
                  <a:spcPct val="0"/>
                </a:spcAft>
                <a:buChar char="–"/>
                <a:defRPr sz="2000">
                  <a:solidFill>
                    <a:srgbClr val="666699"/>
                  </a:solidFill>
                  <a:latin typeface="+mn-lt"/>
                  <a:ea typeface="+mn-ea"/>
                </a:defRPr>
              </a:lvl4pPr>
              <a:lvl5pPr marL="2057400" indent="-228600" algn="l" rtl="0" eaLnBrk="0" fontAlgn="base" hangingPunct="0">
                <a:spcBef>
                  <a:spcPct val="20000"/>
                </a:spcBef>
                <a:spcAft>
                  <a:spcPct val="0"/>
                </a:spcAft>
                <a:buChar char="»"/>
                <a:defRPr sz="2000">
                  <a:solidFill>
                    <a:srgbClr val="666699"/>
                  </a:solidFill>
                  <a:latin typeface="+mn-lt"/>
                  <a:ea typeface="+mn-ea"/>
                </a:defRPr>
              </a:lvl5pPr>
            </a:lstStyle>
            <a:p>
              <a:pPr marL="0" lvl="0" indent="0" eaLnBrk="1" hangingPunct="1">
                <a:spcBef>
                  <a:spcPct val="50000"/>
                </a:spcBef>
                <a:buNone/>
              </a:pPr>
              <a:r>
                <a:rPr lang="zh-CN" altLang="en-US" sz="1800" dirty="0">
                  <a:solidFill>
                    <a:schemeClr val="tx1"/>
                  </a:solidFill>
                  <a:latin typeface="Tahoma" panose="020B0604030504040204" pitchFamily="34" charset="0"/>
                </a:rPr>
                <a:t>减除数</a:t>
              </a:r>
              <a:endParaRPr lang="zh-CN" altLang="en-US" sz="1800" dirty="0">
                <a:solidFill>
                  <a:schemeClr val="tx1"/>
                </a:solidFill>
                <a:latin typeface="Tahoma" panose="020B0604030504040204" pitchFamily="34" charset="0"/>
              </a:endParaRPr>
            </a:p>
          </p:txBody>
        </p:sp>
        <p:sp>
          <p:nvSpPr>
            <p:cNvPr id="59438" name="Text Box 45"/>
            <p:cNvSpPr txBox="1"/>
            <p:nvPr/>
          </p:nvSpPr>
          <p:spPr>
            <a:xfrm>
              <a:off x="3552" y="1930"/>
              <a:ext cx="1008" cy="231"/>
            </a:xfrm>
            <a:prstGeom prst="rect">
              <a:avLst/>
            </a:prstGeom>
            <a:noFill/>
            <a:ln w="9525">
              <a:noFill/>
            </a:ln>
          </p:spPr>
          <p:txBody>
            <a:bodyPr>
              <a:spAutoFit/>
            </a:bodyPr>
            <a:lstStyle>
              <a:lvl1pPr marL="342900" indent="-342900" algn="l" rtl="0" eaLnBrk="0" fontAlgn="base" hangingPunct="0">
                <a:spcBef>
                  <a:spcPct val="20000"/>
                </a:spcBef>
                <a:spcAft>
                  <a:spcPct val="0"/>
                </a:spcAft>
                <a:buChar char="•"/>
                <a:defRPr sz="3200">
                  <a:solidFill>
                    <a:srgbClr val="666699"/>
                  </a:solidFill>
                  <a:latin typeface="+mn-lt"/>
                  <a:ea typeface="+mn-ea"/>
                  <a:cs typeface="+mn-cs"/>
                </a:defRPr>
              </a:lvl1pPr>
              <a:lvl2pPr marL="742950" indent="-285750" algn="l" rtl="0" eaLnBrk="0" fontAlgn="base" hangingPunct="0">
                <a:spcBef>
                  <a:spcPct val="20000"/>
                </a:spcBef>
                <a:spcAft>
                  <a:spcPct val="0"/>
                </a:spcAft>
                <a:buChar char="–"/>
                <a:defRPr sz="2800">
                  <a:solidFill>
                    <a:srgbClr val="666699"/>
                  </a:solidFill>
                  <a:latin typeface="+mn-lt"/>
                  <a:ea typeface="+mn-ea"/>
                </a:defRPr>
              </a:lvl2pPr>
              <a:lvl3pPr marL="1143000" indent="-228600" algn="l" rtl="0" eaLnBrk="0" fontAlgn="base" hangingPunct="0">
                <a:spcBef>
                  <a:spcPct val="20000"/>
                </a:spcBef>
                <a:spcAft>
                  <a:spcPct val="0"/>
                </a:spcAft>
                <a:buChar char="•"/>
                <a:defRPr sz="2400">
                  <a:solidFill>
                    <a:srgbClr val="666699"/>
                  </a:solidFill>
                  <a:latin typeface="+mn-lt"/>
                  <a:ea typeface="+mn-ea"/>
                </a:defRPr>
              </a:lvl3pPr>
              <a:lvl4pPr marL="1600200" indent="-228600" algn="l" rtl="0" eaLnBrk="0" fontAlgn="base" hangingPunct="0">
                <a:spcBef>
                  <a:spcPct val="20000"/>
                </a:spcBef>
                <a:spcAft>
                  <a:spcPct val="0"/>
                </a:spcAft>
                <a:buChar char="–"/>
                <a:defRPr sz="2000">
                  <a:solidFill>
                    <a:srgbClr val="666699"/>
                  </a:solidFill>
                  <a:latin typeface="+mn-lt"/>
                  <a:ea typeface="+mn-ea"/>
                </a:defRPr>
              </a:lvl4pPr>
              <a:lvl5pPr marL="2057400" indent="-228600" algn="l" rtl="0" eaLnBrk="0" fontAlgn="base" hangingPunct="0">
                <a:spcBef>
                  <a:spcPct val="20000"/>
                </a:spcBef>
                <a:spcAft>
                  <a:spcPct val="0"/>
                </a:spcAft>
                <a:buChar char="»"/>
                <a:defRPr sz="2000">
                  <a:solidFill>
                    <a:srgbClr val="666699"/>
                  </a:solidFill>
                  <a:latin typeface="+mn-lt"/>
                  <a:ea typeface="+mn-ea"/>
                </a:defRPr>
              </a:lvl5pPr>
            </a:lstStyle>
            <a:p>
              <a:pPr marL="0" lvl="0" indent="0" eaLnBrk="1" hangingPunct="1">
                <a:spcBef>
                  <a:spcPct val="50000"/>
                </a:spcBef>
                <a:buNone/>
              </a:pPr>
              <a:r>
                <a:rPr lang="zh-CN" altLang="en-US" sz="1800" dirty="0">
                  <a:solidFill>
                    <a:schemeClr val="tx1"/>
                  </a:solidFill>
                  <a:latin typeface="Tahoma" panose="020B0604030504040204" pitchFamily="34" charset="0"/>
                </a:rPr>
                <a:t>加除数</a:t>
              </a:r>
              <a:endParaRPr lang="zh-CN" altLang="en-US" sz="1800" dirty="0">
                <a:solidFill>
                  <a:schemeClr val="tx1"/>
                </a:solidFill>
                <a:latin typeface="Tahoma" panose="020B0604030504040204" pitchFamily="34" charset="0"/>
              </a:endParaRPr>
            </a:p>
          </p:txBody>
        </p:sp>
        <p:sp>
          <p:nvSpPr>
            <p:cNvPr id="59439" name="Text Box 46"/>
            <p:cNvSpPr txBox="1"/>
            <p:nvPr/>
          </p:nvSpPr>
          <p:spPr>
            <a:xfrm>
              <a:off x="3552" y="298"/>
              <a:ext cx="1392" cy="231"/>
            </a:xfrm>
            <a:prstGeom prst="rect">
              <a:avLst/>
            </a:prstGeom>
            <a:noFill/>
            <a:ln w="9525">
              <a:noFill/>
            </a:ln>
          </p:spPr>
          <p:txBody>
            <a:bodyPr>
              <a:spAutoFit/>
            </a:bodyPr>
            <a:lstStyle>
              <a:lvl1pPr marL="342900" indent="-342900" algn="l" rtl="0" eaLnBrk="0" fontAlgn="base" hangingPunct="0">
                <a:spcBef>
                  <a:spcPct val="20000"/>
                </a:spcBef>
                <a:spcAft>
                  <a:spcPct val="0"/>
                </a:spcAft>
                <a:buChar char="•"/>
                <a:defRPr sz="3200">
                  <a:solidFill>
                    <a:srgbClr val="666699"/>
                  </a:solidFill>
                  <a:latin typeface="+mn-lt"/>
                  <a:ea typeface="+mn-ea"/>
                  <a:cs typeface="+mn-cs"/>
                </a:defRPr>
              </a:lvl1pPr>
              <a:lvl2pPr marL="742950" indent="-285750" algn="l" rtl="0" eaLnBrk="0" fontAlgn="base" hangingPunct="0">
                <a:spcBef>
                  <a:spcPct val="20000"/>
                </a:spcBef>
                <a:spcAft>
                  <a:spcPct val="0"/>
                </a:spcAft>
                <a:buChar char="–"/>
                <a:defRPr sz="2800">
                  <a:solidFill>
                    <a:srgbClr val="666699"/>
                  </a:solidFill>
                  <a:latin typeface="+mn-lt"/>
                  <a:ea typeface="+mn-ea"/>
                </a:defRPr>
              </a:lvl2pPr>
              <a:lvl3pPr marL="1143000" indent="-228600" algn="l" rtl="0" eaLnBrk="0" fontAlgn="base" hangingPunct="0">
                <a:spcBef>
                  <a:spcPct val="20000"/>
                </a:spcBef>
                <a:spcAft>
                  <a:spcPct val="0"/>
                </a:spcAft>
                <a:buChar char="•"/>
                <a:defRPr sz="2400">
                  <a:solidFill>
                    <a:srgbClr val="666699"/>
                  </a:solidFill>
                  <a:latin typeface="+mn-lt"/>
                  <a:ea typeface="+mn-ea"/>
                </a:defRPr>
              </a:lvl3pPr>
              <a:lvl4pPr marL="1600200" indent="-228600" algn="l" rtl="0" eaLnBrk="0" fontAlgn="base" hangingPunct="0">
                <a:spcBef>
                  <a:spcPct val="20000"/>
                </a:spcBef>
                <a:spcAft>
                  <a:spcPct val="0"/>
                </a:spcAft>
                <a:buChar char="–"/>
                <a:defRPr sz="2000">
                  <a:solidFill>
                    <a:srgbClr val="666699"/>
                  </a:solidFill>
                  <a:latin typeface="+mn-lt"/>
                  <a:ea typeface="+mn-ea"/>
                </a:defRPr>
              </a:lvl4pPr>
              <a:lvl5pPr marL="2057400" indent="-228600" algn="l" rtl="0" eaLnBrk="0" fontAlgn="base" hangingPunct="0">
                <a:spcBef>
                  <a:spcPct val="20000"/>
                </a:spcBef>
                <a:spcAft>
                  <a:spcPct val="0"/>
                </a:spcAft>
                <a:buChar char="»"/>
                <a:defRPr sz="2000">
                  <a:solidFill>
                    <a:srgbClr val="666699"/>
                  </a:solidFill>
                  <a:latin typeface="+mn-lt"/>
                  <a:ea typeface="+mn-ea"/>
                </a:defRPr>
              </a:lvl5pPr>
            </a:lstStyle>
            <a:p>
              <a:pPr marL="0" lvl="0" indent="0" eaLnBrk="1" hangingPunct="1">
                <a:spcBef>
                  <a:spcPct val="50000"/>
                </a:spcBef>
                <a:buNone/>
              </a:pPr>
              <a:r>
                <a:rPr lang="zh-CN" altLang="en-US" sz="1800" dirty="0">
                  <a:solidFill>
                    <a:schemeClr val="tx1"/>
                  </a:solidFill>
                  <a:latin typeface="Tahoma" panose="020B0604030504040204" pitchFamily="34" charset="0"/>
                </a:rPr>
                <a:t>余数和除数异号</a:t>
              </a:r>
              <a:endParaRPr lang="zh-CN" altLang="en-US" sz="1800" dirty="0">
                <a:solidFill>
                  <a:schemeClr val="tx1"/>
                </a:solidFill>
                <a:latin typeface="Tahoma" panose="020B0604030504040204" pitchFamily="34" charset="0"/>
              </a:endParaRPr>
            </a:p>
          </p:txBody>
        </p:sp>
        <p:sp>
          <p:nvSpPr>
            <p:cNvPr id="59440" name="Text Box 47"/>
            <p:cNvSpPr txBox="1"/>
            <p:nvPr/>
          </p:nvSpPr>
          <p:spPr>
            <a:xfrm>
              <a:off x="3552" y="739"/>
              <a:ext cx="1392" cy="231"/>
            </a:xfrm>
            <a:prstGeom prst="rect">
              <a:avLst/>
            </a:prstGeom>
            <a:noFill/>
            <a:ln w="9525">
              <a:noFill/>
            </a:ln>
          </p:spPr>
          <p:txBody>
            <a:bodyPr>
              <a:spAutoFit/>
            </a:bodyPr>
            <a:lstStyle>
              <a:lvl1pPr marL="342900" indent="-342900" algn="l" rtl="0" eaLnBrk="0" fontAlgn="base" hangingPunct="0">
                <a:spcBef>
                  <a:spcPct val="20000"/>
                </a:spcBef>
                <a:spcAft>
                  <a:spcPct val="0"/>
                </a:spcAft>
                <a:buChar char="•"/>
                <a:defRPr sz="3200">
                  <a:solidFill>
                    <a:srgbClr val="666699"/>
                  </a:solidFill>
                  <a:latin typeface="+mn-lt"/>
                  <a:ea typeface="+mn-ea"/>
                  <a:cs typeface="+mn-cs"/>
                </a:defRPr>
              </a:lvl1pPr>
              <a:lvl2pPr marL="742950" indent="-285750" algn="l" rtl="0" eaLnBrk="0" fontAlgn="base" hangingPunct="0">
                <a:spcBef>
                  <a:spcPct val="20000"/>
                </a:spcBef>
                <a:spcAft>
                  <a:spcPct val="0"/>
                </a:spcAft>
                <a:buChar char="–"/>
                <a:defRPr sz="2800">
                  <a:solidFill>
                    <a:srgbClr val="666699"/>
                  </a:solidFill>
                  <a:latin typeface="+mn-lt"/>
                  <a:ea typeface="+mn-ea"/>
                </a:defRPr>
              </a:lvl2pPr>
              <a:lvl3pPr marL="1143000" indent="-228600" algn="l" rtl="0" eaLnBrk="0" fontAlgn="base" hangingPunct="0">
                <a:spcBef>
                  <a:spcPct val="20000"/>
                </a:spcBef>
                <a:spcAft>
                  <a:spcPct val="0"/>
                </a:spcAft>
                <a:buChar char="•"/>
                <a:defRPr sz="2400">
                  <a:solidFill>
                    <a:srgbClr val="666699"/>
                  </a:solidFill>
                  <a:latin typeface="+mn-lt"/>
                  <a:ea typeface="+mn-ea"/>
                </a:defRPr>
              </a:lvl3pPr>
              <a:lvl4pPr marL="1600200" indent="-228600" algn="l" rtl="0" eaLnBrk="0" fontAlgn="base" hangingPunct="0">
                <a:spcBef>
                  <a:spcPct val="20000"/>
                </a:spcBef>
                <a:spcAft>
                  <a:spcPct val="0"/>
                </a:spcAft>
                <a:buChar char="–"/>
                <a:defRPr sz="2000">
                  <a:solidFill>
                    <a:srgbClr val="666699"/>
                  </a:solidFill>
                  <a:latin typeface="+mn-lt"/>
                  <a:ea typeface="+mn-ea"/>
                </a:defRPr>
              </a:lvl4pPr>
              <a:lvl5pPr marL="2057400" indent="-228600" algn="l" rtl="0" eaLnBrk="0" fontAlgn="base" hangingPunct="0">
                <a:spcBef>
                  <a:spcPct val="20000"/>
                </a:spcBef>
                <a:spcAft>
                  <a:spcPct val="0"/>
                </a:spcAft>
                <a:buChar char="»"/>
                <a:defRPr sz="2000">
                  <a:solidFill>
                    <a:srgbClr val="666699"/>
                  </a:solidFill>
                  <a:latin typeface="+mn-lt"/>
                  <a:ea typeface="+mn-ea"/>
                </a:defRPr>
              </a:lvl5pPr>
            </a:lstStyle>
            <a:p>
              <a:pPr marL="0" lvl="0" indent="0" eaLnBrk="1" hangingPunct="1">
                <a:spcBef>
                  <a:spcPct val="50000"/>
                </a:spcBef>
                <a:buNone/>
              </a:pPr>
              <a:r>
                <a:rPr lang="zh-CN" altLang="en-US" sz="1800" dirty="0">
                  <a:solidFill>
                    <a:schemeClr val="tx1"/>
                  </a:solidFill>
                  <a:latin typeface="Tahoma" panose="020B0604030504040204" pitchFamily="34" charset="0"/>
                </a:rPr>
                <a:t>余数和除数同号</a:t>
              </a:r>
              <a:endParaRPr lang="zh-CN" altLang="en-US" sz="1800" dirty="0">
                <a:solidFill>
                  <a:schemeClr val="tx1"/>
                </a:solidFill>
                <a:latin typeface="Tahoma" panose="020B0604030504040204" pitchFamily="34" charset="0"/>
              </a:endParaRPr>
            </a:p>
          </p:txBody>
        </p:sp>
        <p:sp>
          <p:nvSpPr>
            <p:cNvPr id="59441" name="Text Box 48"/>
            <p:cNvSpPr txBox="1"/>
            <p:nvPr/>
          </p:nvSpPr>
          <p:spPr>
            <a:xfrm>
              <a:off x="3552" y="1210"/>
              <a:ext cx="1392" cy="231"/>
            </a:xfrm>
            <a:prstGeom prst="rect">
              <a:avLst/>
            </a:prstGeom>
            <a:noFill/>
            <a:ln w="9525">
              <a:noFill/>
            </a:ln>
          </p:spPr>
          <p:txBody>
            <a:bodyPr>
              <a:spAutoFit/>
            </a:bodyPr>
            <a:lstStyle>
              <a:lvl1pPr marL="342900" indent="-342900" algn="l" rtl="0" eaLnBrk="0" fontAlgn="base" hangingPunct="0">
                <a:spcBef>
                  <a:spcPct val="20000"/>
                </a:spcBef>
                <a:spcAft>
                  <a:spcPct val="0"/>
                </a:spcAft>
                <a:buChar char="•"/>
                <a:defRPr sz="3200">
                  <a:solidFill>
                    <a:srgbClr val="666699"/>
                  </a:solidFill>
                  <a:latin typeface="+mn-lt"/>
                  <a:ea typeface="+mn-ea"/>
                  <a:cs typeface="+mn-cs"/>
                </a:defRPr>
              </a:lvl1pPr>
              <a:lvl2pPr marL="742950" indent="-285750" algn="l" rtl="0" eaLnBrk="0" fontAlgn="base" hangingPunct="0">
                <a:spcBef>
                  <a:spcPct val="20000"/>
                </a:spcBef>
                <a:spcAft>
                  <a:spcPct val="0"/>
                </a:spcAft>
                <a:buChar char="–"/>
                <a:defRPr sz="2800">
                  <a:solidFill>
                    <a:srgbClr val="666699"/>
                  </a:solidFill>
                  <a:latin typeface="+mn-lt"/>
                  <a:ea typeface="+mn-ea"/>
                </a:defRPr>
              </a:lvl2pPr>
              <a:lvl3pPr marL="1143000" indent="-228600" algn="l" rtl="0" eaLnBrk="0" fontAlgn="base" hangingPunct="0">
                <a:spcBef>
                  <a:spcPct val="20000"/>
                </a:spcBef>
                <a:spcAft>
                  <a:spcPct val="0"/>
                </a:spcAft>
                <a:buChar char="•"/>
                <a:defRPr sz="2400">
                  <a:solidFill>
                    <a:srgbClr val="666699"/>
                  </a:solidFill>
                  <a:latin typeface="+mn-lt"/>
                  <a:ea typeface="+mn-ea"/>
                </a:defRPr>
              </a:lvl3pPr>
              <a:lvl4pPr marL="1600200" indent="-228600" algn="l" rtl="0" eaLnBrk="0" fontAlgn="base" hangingPunct="0">
                <a:spcBef>
                  <a:spcPct val="20000"/>
                </a:spcBef>
                <a:spcAft>
                  <a:spcPct val="0"/>
                </a:spcAft>
                <a:buChar char="–"/>
                <a:defRPr sz="2000">
                  <a:solidFill>
                    <a:srgbClr val="666699"/>
                  </a:solidFill>
                  <a:latin typeface="+mn-lt"/>
                  <a:ea typeface="+mn-ea"/>
                </a:defRPr>
              </a:lvl4pPr>
              <a:lvl5pPr marL="2057400" indent="-228600" algn="l" rtl="0" eaLnBrk="0" fontAlgn="base" hangingPunct="0">
                <a:spcBef>
                  <a:spcPct val="20000"/>
                </a:spcBef>
                <a:spcAft>
                  <a:spcPct val="0"/>
                </a:spcAft>
                <a:buChar char="»"/>
                <a:defRPr sz="2000">
                  <a:solidFill>
                    <a:srgbClr val="666699"/>
                  </a:solidFill>
                  <a:latin typeface="+mn-lt"/>
                  <a:ea typeface="+mn-ea"/>
                </a:defRPr>
              </a:lvl5pPr>
            </a:lstStyle>
            <a:p>
              <a:pPr marL="0" lvl="0" indent="0" eaLnBrk="1" hangingPunct="1">
                <a:spcBef>
                  <a:spcPct val="50000"/>
                </a:spcBef>
                <a:buNone/>
              </a:pPr>
              <a:r>
                <a:rPr lang="zh-CN" altLang="en-US" sz="1800" dirty="0">
                  <a:solidFill>
                    <a:schemeClr val="tx1"/>
                  </a:solidFill>
                  <a:latin typeface="Tahoma" panose="020B0604030504040204" pitchFamily="34" charset="0"/>
                </a:rPr>
                <a:t>余数和除数同号</a:t>
              </a:r>
              <a:endParaRPr lang="zh-CN" altLang="en-US" sz="1800" dirty="0">
                <a:solidFill>
                  <a:schemeClr val="tx1"/>
                </a:solidFill>
                <a:latin typeface="Tahoma" panose="020B0604030504040204" pitchFamily="34" charset="0"/>
              </a:endParaRPr>
            </a:p>
          </p:txBody>
        </p:sp>
        <p:sp>
          <p:nvSpPr>
            <p:cNvPr id="59442" name="Text Box 49"/>
            <p:cNvSpPr txBox="1"/>
            <p:nvPr/>
          </p:nvSpPr>
          <p:spPr>
            <a:xfrm>
              <a:off x="3552" y="1642"/>
              <a:ext cx="1392" cy="231"/>
            </a:xfrm>
            <a:prstGeom prst="rect">
              <a:avLst/>
            </a:prstGeom>
            <a:noFill/>
            <a:ln w="9525">
              <a:noFill/>
            </a:ln>
          </p:spPr>
          <p:txBody>
            <a:bodyPr>
              <a:spAutoFit/>
            </a:bodyPr>
            <a:lstStyle>
              <a:lvl1pPr marL="342900" indent="-342900" algn="l" rtl="0" eaLnBrk="0" fontAlgn="base" hangingPunct="0">
                <a:spcBef>
                  <a:spcPct val="20000"/>
                </a:spcBef>
                <a:spcAft>
                  <a:spcPct val="0"/>
                </a:spcAft>
                <a:buChar char="•"/>
                <a:defRPr sz="3200">
                  <a:solidFill>
                    <a:srgbClr val="666699"/>
                  </a:solidFill>
                  <a:latin typeface="+mn-lt"/>
                  <a:ea typeface="+mn-ea"/>
                  <a:cs typeface="+mn-cs"/>
                </a:defRPr>
              </a:lvl1pPr>
              <a:lvl2pPr marL="742950" indent="-285750" algn="l" rtl="0" eaLnBrk="0" fontAlgn="base" hangingPunct="0">
                <a:spcBef>
                  <a:spcPct val="20000"/>
                </a:spcBef>
                <a:spcAft>
                  <a:spcPct val="0"/>
                </a:spcAft>
                <a:buChar char="–"/>
                <a:defRPr sz="2800">
                  <a:solidFill>
                    <a:srgbClr val="666699"/>
                  </a:solidFill>
                  <a:latin typeface="+mn-lt"/>
                  <a:ea typeface="+mn-ea"/>
                </a:defRPr>
              </a:lvl2pPr>
              <a:lvl3pPr marL="1143000" indent="-228600" algn="l" rtl="0" eaLnBrk="0" fontAlgn="base" hangingPunct="0">
                <a:spcBef>
                  <a:spcPct val="20000"/>
                </a:spcBef>
                <a:spcAft>
                  <a:spcPct val="0"/>
                </a:spcAft>
                <a:buChar char="•"/>
                <a:defRPr sz="2400">
                  <a:solidFill>
                    <a:srgbClr val="666699"/>
                  </a:solidFill>
                  <a:latin typeface="+mn-lt"/>
                  <a:ea typeface="+mn-ea"/>
                </a:defRPr>
              </a:lvl3pPr>
              <a:lvl4pPr marL="1600200" indent="-228600" algn="l" rtl="0" eaLnBrk="0" fontAlgn="base" hangingPunct="0">
                <a:spcBef>
                  <a:spcPct val="20000"/>
                </a:spcBef>
                <a:spcAft>
                  <a:spcPct val="0"/>
                </a:spcAft>
                <a:buChar char="–"/>
                <a:defRPr sz="2000">
                  <a:solidFill>
                    <a:srgbClr val="666699"/>
                  </a:solidFill>
                  <a:latin typeface="+mn-lt"/>
                  <a:ea typeface="+mn-ea"/>
                </a:defRPr>
              </a:lvl4pPr>
              <a:lvl5pPr marL="2057400" indent="-228600" algn="l" rtl="0" eaLnBrk="0" fontAlgn="base" hangingPunct="0">
                <a:spcBef>
                  <a:spcPct val="20000"/>
                </a:spcBef>
                <a:spcAft>
                  <a:spcPct val="0"/>
                </a:spcAft>
                <a:buChar char="»"/>
                <a:defRPr sz="2000">
                  <a:solidFill>
                    <a:srgbClr val="666699"/>
                  </a:solidFill>
                  <a:latin typeface="+mn-lt"/>
                  <a:ea typeface="+mn-ea"/>
                </a:defRPr>
              </a:lvl5pPr>
            </a:lstStyle>
            <a:p>
              <a:pPr marL="0" lvl="0" indent="0" eaLnBrk="1" hangingPunct="1">
                <a:spcBef>
                  <a:spcPct val="50000"/>
                </a:spcBef>
                <a:buNone/>
              </a:pPr>
              <a:r>
                <a:rPr lang="zh-CN" altLang="en-US" sz="1800" dirty="0">
                  <a:solidFill>
                    <a:schemeClr val="tx1"/>
                  </a:solidFill>
                  <a:latin typeface="Tahoma" panose="020B0604030504040204" pitchFamily="34" charset="0"/>
                </a:rPr>
                <a:t>余数和除数异号</a:t>
              </a:r>
              <a:endParaRPr lang="zh-CN" altLang="en-US" sz="1800" dirty="0">
                <a:solidFill>
                  <a:schemeClr val="tx1"/>
                </a:solidFill>
                <a:latin typeface="Tahoma" panose="020B0604030504040204" pitchFamily="34" charset="0"/>
              </a:endParaRPr>
            </a:p>
          </p:txBody>
        </p:sp>
        <p:sp>
          <p:nvSpPr>
            <p:cNvPr id="59443" name="Text Box 50"/>
            <p:cNvSpPr txBox="1"/>
            <p:nvPr/>
          </p:nvSpPr>
          <p:spPr>
            <a:xfrm>
              <a:off x="3552" y="2131"/>
              <a:ext cx="1392" cy="231"/>
            </a:xfrm>
            <a:prstGeom prst="rect">
              <a:avLst/>
            </a:prstGeom>
            <a:noFill/>
            <a:ln w="9525">
              <a:noFill/>
            </a:ln>
          </p:spPr>
          <p:txBody>
            <a:bodyPr>
              <a:spAutoFit/>
            </a:bodyPr>
            <a:lstStyle>
              <a:lvl1pPr marL="342900" indent="-342900" algn="l" rtl="0" eaLnBrk="0" fontAlgn="base" hangingPunct="0">
                <a:spcBef>
                  <a:spcPct val="20000"/>
                </a:spcBef>
                <a:spcAft>
                  <a:spcPct val="0"/>
                </a:spcAft>
                <a:buChar char="•"/>
                <a:defRPr sz="3200">
                  <a:solidFill>
                    <a:srgbClr val="666699"/>
                  </a:solidFill>
                  <a:latin typeface="+mn-lt"/>
                  <a:ea typeface="+mn-ea"/>
                  <a:cs typeface="+mn-cs"/>
                </a:defRPr>
              </a:lvl1pPr>
              <a:lvl2pPr marL="742950" indent="-285750" algn="l" rtl="0" eaLnBrk="0" fontAlgn="base" hangingPunct="0">
                <a:spcBef>
                  <a:spcPct val="20000"/>
                </a:spcBef>
                <a:spcAft>
                  <a:spcPct val="0"/>
                </a:spcAft>
                <a:buChar char="–"/>
                <a:defRPr sz="2800">
                  <a:solidFill>
                    <a:srgbClr val="666699"/>
                  </a:solidFill>
                  <a:latin typeface="+mn-lt"/>
                  <a:ea typeface="+mn-ea"/>
                </a:defRPr>
              </a:lvl2pPr>
              <a:lvl3pPr marL="1143000" indent="-228600" algn="l" rtl="0" eaLnBrk="0" fontAlgn="base" hangingPunct="0">
                <a:spcBef>
                  <a:spcPct val="20000"/>
                </a:spcBef>
                <a:spcAft>
                  <a:spcPct val="0"/>
                </a:spcAft>
                <a:buChar char="•"/>
                <a:defRPr sz="2400">
                  <a:solidFill>
                    <a:srgbClr val="666699"/>
                  </a:solidFill>
                  <a:latin typeface="+mn-lt"/>
                  <a:ea typeface="+mn-ea"/>
                </a:defRPr>
              </a:lvl3pPr>
              <a:lvl4pPr marL="1600200" indent="-228600" algn="l" rtl="0" eaLnBrk="0" fontAlgn="base" hangingPunct="0">
                <a:spcBef>
                  <a:spcPct val="20000"/>
                </a:spcBef>
                <a:spcAft>
                  <a:spcPct val="0"/>
                </a:spcAft>
                <a:buChar char="–"/>
                <a:defRPr sz="2000">
                  <a:solidFill>
                    <a:srgbClr val="666699"/>
                  </a:solidFill>
                  <a:latin typeface="+mn-lt"/>
                  <a:ea typeface="+mn-ea"/>
                </a:defRPr>
              </a:lvl4pPr>
              <a:lvl5pPr marL="2057400" indent="-228600" algn="l" rtl="0" eaLnBrk="0" fontAlgn="base" hangingPunct="0">
                <a:spcBef>
                  <a:spcPct val="20000"/>
                </a:spcBef>
                <a:spcAft>
                  <a:spcPct val="0"/>
                </a:spcAft>
                <a:buChar char="»"/>
                <a:defRPr sz="2000">
                  <a:solidFill>
                    <a:srgbClr val="666699"/>
                  </a:solidFill>
                  <a:latin typeface="+mn-lt"/>
                  <a:ea typeface="+mn-ea"/>
                </a:defRPr>
              </a:lvl5pPr>
            </a:lstStyle>
            <a:p>
              <a:pPr marL="0" lvl="0" indent="0" eaLnBrk="1" hangingPunct="1">
                <a:spcBef>
                  <a:spcPct val="50000"/>
                </a:spcBef>
                <a:buNone/>
              </a:pPr>
              <a:r>
                <a:rPr lang="zh-CN" altLang="en-US" sz="1800" dirty="0">
                  <a:solidFill>
                    <a:schemeClr val="tx1"/>
                  </a:solidFill>
                  <a:latin typeface="Tahoma" panose="020B0604030504040204" pitchFamily="34" charset="0"/>
                </a:rPr>
                <a:t>余数和除数同号</a:t>
              </a:r>
              <a:endParaRPr lang="zh-CN" altLang="en-US" sz="1800" dirty="0">
                <a:solidFill>
                  <a:schemeClr val="tx1"/>
                </a:solidFill>
                <a:latin typeface="Tahoma" panose="020B0604030504040204" pitchFamily="34" charset="0"/>
              </a:endParaRPr>
            </a:p>
          </p:txBody>
        </p:sp>
        <p:sp>
          <p:nvSpPr>
            <p:cNvPr id="59444" name="Text Box 51"/>
            <p:cNvSpPr txBox="1"/>
            <p:nvPr/>
          </p:nvSpPr>
          <p:spPr>
            <a:xfrm>
              <a:off x="3552" y="874"/>
              <a:ext cx="1200" cy="231"/>
            </a:xfrm>
            <a:prstGeom prst="rect">
              <a:avLst/>
            </a:prstGeom>
            <a:noFill/>
            <a:ln w="9525">
              <a:noFill/>
            </a:ln>
          </p:spPr>
          <p:txBody>
            <a:bodyPr>
              <a:spAutoFit/>
            </a:bodyPr>
            <a:lstStyle>
              <a:lvl1pPr marL="342900" indent="-342900" algn="l" rtl="0" eaLnBrk="0" fontAlgn="base" hangingPunct="0">
                <a:spcBef>
                  <a:spcPct val="20000"/>
                </a:spcBef>
                <a:spcAft>
                  <a:spcPct val="0"/>
                </a:spcAft>
                <a:buChar char="•"/>
                <a:defRPr sz="3200">
                  <a:solidFill>
                    <a:srgbClr val="666699"/>
                  </a:solidFill>
                  <a:latin typeface="+mn-lt"/>
                  <a:ea typeface="+mn-ea"/>
                  <a:cs typeface="+mn-cs"/>
                </a:defRPr>
              </a:lvl1pPr>
              <a:lvl2pPr marL="742950" indent="-285750" algn="l" rtl="0" eaLnBrk="0" fontAlgn="base" hangingPunct="0">
                <a:spcBef>
                  <a:spcPct val="20000"/>
                </a:spcBef>
                <a:spcAft>
                  <a:spcPct val="0"/>
                </a:spcAft>
                <a:buChar char="–"/>
                <a:defRPr sz="2800">
                  <a:solidFill>
                    <a:srgbClr val="666699"/>
                  </a:solidFill>
                  <a:latin typeface="+mn-lt"/>
                  <a:ea typeface="+mn-ea"/>
                </a:defRPr>
              </a:lvl2pPr>
              <a:lvl3pPr marL="1143000" indent="-228600" algn="l" rtl="0" eaLnBrk="0" fontAlgn="base" hangingPunct="0">
                <a:spcBef>
                  <a:spcPct val="20000"/>
                </a:spcBef>
                <a:spcAft>
                  <a:spcPct val="0"/>
                </a:spcAft>
                <a:buChar char="•"/>
                <a:defRPr sz="2400">
                  <a:solidFill>
                    <a:srgbClr val="666699"/>
                  </a:solidFill>
                  <a:latin typeface="+mn-lt"/>
                  <a:ea typeface="+mn-ea"/>
                </a:defRPr>
              </a:lvl3pPr>
              <a:lvl4pPr marL="1600200" indent="-228600" algn="l" rtl="0" eaLnBrk="0" fontAlgn="base" hangingPunct="0">
                <a:spcBef>
                  <a:spcPct val="20000"/>
                </a:spcBef>
                <a:spcAft>
                  <a:spcPct val="0"/>
                </a:spcAft>
                <a:buChar char="–"/>
                <a:defRPr sz="2000">
                  <a:solidFill>
                    <a:srgbClr val="666699"/>
                  </a:solidFill>
                  <a:latin typeface="+mn-lt"/>
                  <a:ea typeface="+mn-ea"/>
                </a:defRPr>
              </a:lvl4pPr>
              <a:lvl5pPr marL="2057400" indent="-228600" algn="l" rtl="0" eaLnBrk="0" fontAlgn="base" hangingPunct="0">
                <a:spcBef>
                  <a:spcPct val="20000"/>
                </a:spcBef>
                <a:spcAft>
                  <a:spcPct val="0"/>
                </a:spcAft>
                <a:buChar char="»"/>
                <a:defRPr sz="2000">
                  <a:solidFill>
                    <a:srgbClr val="666699"/>
                  </a:solidFill>
                  <a:latin typeface="+mn-lt"/>
                  <a:ea typeface="+mn-ea"/>
                </a:defRPr>
              </a:lvl5pPr>
            </a:lstStyle>
            <a:p>
              <a:pPr marL="0" lvl="0" indent="0" eaLnBrk="1" hangingPunct="1">
                <a:spcBef>
                  <a:spcPct val="50000"/>
                </a:spcBef>
                <a:buNone/>
              </a:pPr>
              <a:r>
                <a:rPr lang="zh-CN" altLang="en-US" sz="1800" dirty="0">
                  <a:solidFill>
                    <a:schemeClr val="tx1"/>
                  </a:solidFill>
                  <a:latin typeface="Tahoma" panose="020B0604030504040204" pitchFamily="34" charset="0"/>
                </a:rPr>
                <a:t>商1，左移1位</a:t>
              </a:r>
              <a:endParaRPr lang="zh-CN" altLang="en-US" sz="1800" dirty="0">
                <a:solidFill>
                  <a:schemeClr val="tx1"/>
                </a:solidFill>
                <a:latin typeface="Tahoma" panose="020B0604030504040204" pitchFamily="34" charset="0"/>
              </a:endParaRPr>
            </a:p>
          </p:txBody>
        </p:sp>
        <p:sp>
          <p:nvSpPr>
            <p:cNvPr id="59445" name="Text Box 52"/>
            <p:cNvSpPr txBox="1"/>
            <p:nvPr/>
          </p:nvSpPr>
          <p:spPr>
            <a:xfrm>
              <a:off x="3552" y="1354"/>
              <a:ext cx="1200" cy="231"/>
            </a:xfrm>
            <a:prstGeom prst="rect">
              <a:avLst/>
            </a:prstGeom>
            <a:noFill/>
            <a:ln w="9525">
              <a:noFill/>
            </a:ln>
          </p:spPr>
          <p:txBody>
            <a:bodyPr>
              <a:spAutoFit/>
            </a:bodyPr>
            <a:lstStyle>
              <a:lvl1pPr marL="342900" indent="-342900" algn="l" rtl="0" eaLnBrk="0" fontAlgn="base" hangingPunct="0">
                <a:spcBef>
                  <a:spcPct val="20000"/>
                </a:spcBef>
                <a:spcAft>
                  <a:spcPct val="0"/>
                </a:spcAft>
                <a:buChar char="•"/>
                <a:defRPr sz="3200">
                  <a:solidFill>
                    <a:srgbClr val="666699"/>
                  </a:solidFill>
                  <a:latin typeface="+mn-lt"/>
                  <a:ea typeface="+mn-ea"/>
                  <a:cs typeface="+mn-cs"/>
                </a:defRPr>
              </a:lvl1pPr>
              <a:lvl2pPr marL="742950" indent="-285750" algn="l" rtl="0" eaLnBrk="0" fontAlgn="base" hangingPunct="0">
                <a:spcBef>
                  <a:spcPct val="20000"/>
                </a:spcBef>
                <a:spcAft>
                  <a:spcPct val="0"/>
                </a:spcAft>
                <a:buChar char="–"/>
                <a:defRPr sz="2800">
                  <a:solidFill>
                    <a:srgbClr val="666699"/>
                  </a:solidFill>
                  <a:latin typeface="+mn-lt"/>
                  <a:ea typeface="+mn-ea"/>
                </a:defRPr>
              </a:lvl2pPr>
              <a:lvl3pPr marL="1143000" indent="-228600" algn="l" rtl="0" eaLnBrk="0" fontAlgn="base" hangingPunct="0">
                <a:spcBef>
                  <a:spcPct val="20000"/>
                </a:spcBef>
                <a:spcAft>
                  <a:spcPct val="0"/>
                </a:spcAft>
                <a:buChar char="•"/>
                <a:defRPr sz="2400">
                  <a:solidFill>
                    <a:srgbClr val="666699"/>
                  </a:solidFill>
                  <a:latin typeface="+mn-lt"/>
                  <a:ea typeface="+mn-ea"/>
                </a:defRPr>
              </a:lvl3pPr>
              <a:lvl4pPr marL="1600200" indent="-228600" algn="l" rtl="0" eaLnBrk="0" fontAlgn="base" hangingPunct="0">
                <a:spcBef>
                  <a:spcPct val="20000"/>
                </a:spcBef>
                <a:spcAft>
                  <a:spcPct val="0"/>
                </a:spcAft>
                <a:buChar char="–"/>
                <a:defRPr sz="2000">
                  <a:solidFill>
                    <a:srgbClr val="666699"/>
                  </a:solidFill>
                  <a:latin typeface="+mn-lt"/>
                  <a:ea typeface="+mn-ea"/>
                </a:defRPr>
              </a:lvl4pPr>
              <a:lvl5pPr marL="2057400" indent="-228600" algn="l" rtl="0" eaLnBrk="0" fontAlgn="base" hangingPunct="0">
                <a:spcBef>
                  <a:spcPct val="20000"/>
                </a:spcBef>
                <a:spcAft>
                  <a:spcPct val="0"/>
                </a:spcAft>
                <a:buChar char="»"/>
                <a:defRPr sz="2000">
                  <a:solidFill>
                    <a:srgbClr val="666699"/>
                  </a:solidFill>
                  <a:latin typeface="+mn-lt"/>
                  <a:ea typeface="+mn-ea"/>
                </a:defRPr>
              </a:lvl5pPr>
            </a:lstStyle>
            <a:p>
              <a:pPr marL="0" lvl="0" indent="0" eaLnBrk="1" hangingPunct="1">
                <a:spcBef>
                  <a:spcPct val="50000"/>
                </a:spcBef>
                <a:buNone/>
              </a:pPr>
              <a:r>
                <a:rPr lang="zh-CN" altLang="en-US" sz="1800" dirty="0">
                  <a:solidFill>
                    <a:schemeClr val="tx1"/>
                  </a:solidFill>
                  <a:latin typeface="Tahoma" panose="020B0604030504040204" pitchFamily="34" charset="0"/>
                </a:rPr>
                <a:t>商1，左移1位</a:t>
              </a:r>
              <a:endParaRPr lang="zh-CN" altLang="en-US" sz="1800" dirty="0">
                <a:solidFill>
                  <a:schemeClr val="tx1"/>
                </a:solidFill>
                <a:latin typeface="Tahoma" panose="020B0604030504040204" pitchFamily="34" charset="0"/>
              </a:endParaRPr>
            </a:p>
          </p:txBody>
        </p:sp>
        <p:sp>
          <p:nvSpPr>
            <p:cNvPr id="59446" name="Text Box 53"/>
            <p:cNvSpPr txBox="1"/>
            <p:nvPr/>
          </p:nvSpPr>
          <p:spPr>
            <a:xfrm>
              <a:off x="3552" y="1786"/>
              <a:ext cx="1200" cy="231"/>
            </a:xfrm>
            <a:prstGeom prst="rect">
              <a:avLst/>
            </a:prstGeom>
            <a:noFill/>
            <a:ln w="9525">
              <a:noFill/>
            </a:ln>
          </p:spPr>
          <p:txBody>
            <a:bodyPr>
              <a:spAutoFit/>
            </a:bodyPr>
            <a:lstStyle>
              <a:lvl1pPr marL="342900" indent="-342900" algn="l" rtl="0" eaLnBrk="0" fontAlgn="base" hangingPunct="0">
                <a:spcBef>
                  <a:spcPct val="20000"/>
                </a:spcBef>
                <a:spcAft>
                  <a:spcPct val="0"/>
                </a:spcAft>
                <a:buChar char="•"/>
                <a:defRPr sz="3200">
                  <a:solidFill>
                    <a:srgbClr val="666699"/>
                  </a:solidFill>
                  <a:latin typeface="+mn-lt"/>
                  <a:ea typeface="+mn-ea"/>
                  <a:cs typeface="+mn-cs"/>
                </a:defRPr>
              </a:lvl1pPr>
              <a:lvl2pPr marL="742950" indent="-285750" algn="l" rtl="0" eaLnBrk="0" fontAlgn="base" hangingPunct="0">
                <a:spcBef>
                  <a:spcPct val="20000"/>
                </a:spcBef>
                <a:spcAft>
                  <a:spcPct val="0"/>
                </a:spcAft>
                <a:buChar char="–"/>
                <a:defRPr sz="2800">
                  <a:solidFill>
                    <a:srgbClr val="666699"/>
                  </a:solidFill>
                  <a:latin typeface="+mn-lt"/>
                  <a:ea typeface="+mn-ea"/>
                </a:defRPr>
              </a:lvl2pPr>
              <a:lvl3pPr marL="1143000" indent="-228600" algn="l" rtl="0" eaLnBrk="0" fontAlgn="base" hangingPunct="0">
                <a:spcBef>
                  <a:spcPct val="20000"/>
                </a:spcBef>
                <a:spcAft>
                  <a:spcPct val="0"/>
                </a:spcAft>
                <a:buChar char="•"/>
                <a:defRPr sz="2400">
                  <a:solidFill>
                    <a:srgbClr val="666699"/>
                  </a:solidFill>
                  <a:latin typeface="+mn-lt"/>
                  <a:ea typeface="+mn-ea"/>
                </a:defRPr>
              </a:lvl3pPr>
              <a:lvl4pPr marL="1600200" indent="-228600" algn="l" rtl="0" eaLnBrk="0" fontAlgn="base" hangingPunct="0">
                <a:spcBef>
                  <a:spcPct val="20000"/>
                </a:spcBef>
                <a:spcAft>
                  <a:spcPct val="0"/>
                </a:spcAft>
                <a:buChar char="–"/>
                <a:defRPr sz="2000">
                  <a:solidFill>
                    <a:srgbClr val="666699"/>
                  </a:solidFill>
                  <a:latin typeface="+mn-lt"/>
                  <a:ea typeface="+mn-ea"/>
                </a:defRPr>
              </a:lvl4pPr>
              <a:lvl5pPr marL="2057400" indent="-228600" algn="l" rtl="0" eaLnBrk="0" fontAlgn="base" hangingPunct="0">
                <a:spcBef>
                  <a:spcPct val="20000"/>
                </a:spcBef>
                <a:spcAft>
                  <a:spcPct val="0"/>
                </a:spcAft>
                <a:buChar char="»"/>
                <a:defRPr sz="2000">
                  <a:solidFill>
                    <a:srgbClr val="666699"/>
                  </a:solidFill>
                  <a:latin typeface="+mn-lt"/>
                  <a:ea typeface="+mn-ea"/>
                </a:defRPr>
              </a:lvl5pPr>
            </a:lstStyle>
            <a:p>
              <a:pPr marL="0" lvl="0" indent="0" eaLnBrk="1" hangingPunct="1">
                <a:spcBef>
                  <a:spcPct val="50000"/>
                </a:spcBef>
                <a:buNone/>
              </a:pPr>
              <a:r>
                <a:rPr lang="zh-CN" altLang="en-US" sz="1800" dirty="0">
                  <a:solidFill>
                    <a:schemeClr val="tx1"/>
                  </a:solidFill>
                  <a:latin typeface="Tahoma" panose="020B0604030504040204" pitchFamily="34" charset="0"/>
                </a:rPr>
                <a:t>商0，左移1位</a:t>
              </a:r>
              <a:endParaRPr lang="zh-CN" altLang="en-US" sz="1800" dirty="0">
                <a:solidFill>
                  <a:schemeClr val="tx1"/>
                </a:solidFill>
                <a:latin typeface="Tahoma" panose="020B0604030504040204" pitchFamily="34" charset="0"/>
              </a:endParaRPr>
            </a:p>
          </p:txBody>
        </p:sp>
        <p:sp>
          <p:nvSpPr>
            <p:cNvPr id="59447" name="Text Box 54"/>
            <p:cNvSpPr txBox="1"/>
            <p:nvPr/>
          </p:nvSpPr>
          <p:spPr>
            <a:xfrm>
              <a:off x="3552" y="2266"/>
              <a:ext cx="1200" cy="231"/>
            </a:xfrm>
            <a:prstGeom prst="rect">
              <a:avLst/>
            </a:prstGeom>
            <a:noFill/>
            <a:ln w="9525">
              <a:noFill/>
            </a:ln>
          </p:spPr>
          <p:txBody>
            <a:bodyPr>
              <a:spAutoFit/>
            </a:bodyPr>
            <a:lstStyle>
              <a:lvl1pPr marL="342900" indent="-342900" algn="l" rtl="0" eaLnBrk="0" fontAlgn="base" hangingPunct="0">
                <a:spcBef>
                  <a:spcPct val="20000"/>
                </a:spcBef>
                <a:spcAft>
                  <a:spcPct val="0"/>
                </a:spcAft>
                <a:buChar char="•"/>
                <a:defRPr sz="3200">
                  <a:solidFill>
                    <a:srgbClr val="666699"/>
                  </a:solidFill>
                  <a:latin typeface="+mn-lt"/>
                  <a:ea typeface="+mn-ea"/>
                  <a:cs typeface="+mn-cs"/>
                </a:defRPr>
              </a:lvl1pPr>
              <a:lvl2pPr marL="742950" indent="-285750" algn="l" rtl="0" eaLnBrk="0" fontAlgn="base" hangingPunct="0">
                <a:spcBef>
                  <a:spcPct val="20000"/>
                </a:spcBef>
                <a:spcAft>
                  <a:spcPct val="0"/>
                </a:spcAft>
                <a:buChar char="–"/>
                <a:defRPr sz="2800">
                  <a:solidFill>
                    <a:srgbClr val="666699"/>
                  </a:solidFill>
                  <a:latin typeface="+mn-lt"/>
                  <a:ea typeface="+mn-ea"/>
                </a:defRPr>
              </a:lvl2pPr>
              <a:lvl3pPr marL="1143000" indent="-228600" algn="l" rtl="0" eaLnBrk="0" fontAlgn="base" hangingPunct="0">
                <a:spcBef>
                  <a:spcPct val="20000"/>
                </a:spcBef>
                <a:spcAft>
                  <a:spcPct val="0"/>
                </a:spcAft>
                <a:buChar char="•"/>
                <a:defRPr sz="2400">
                  <a:solidFill>
                    <a:srgbClr val="666699"/>
                  </a:solidFill>
                  <a:latin typeface="+mn-lt"/>
                  <a:ea typeface="+mn-ea"/>
                </a:defRPr>
              </a:lvl3pPr>
              <a:lvl4pPr marL="1600200" indent="-228600" algn="l" rtl="0" eaLnBrk="0" fontAlgn="base" hangingPunct="0">
                <a:spcBef>
                  <a:spcPct val="20000"/>
                </a:spcBef>
                <a:spcAft>
                  <a:spcPct val="0"/>
                </a:spcAft>
                <a:buChar char="–"/>
                <a:defRPr sz="2000">
                  <a:solidFill>
                    <a:srgbClr val="666699"/>
                  </a:solidFill>
                  <a:latin typeface="+mn-lt"/>
                  <a:ea typeface="+mn-ea"/>
                </a:defRPr>
              </a:lvl4pPr>
              <a:lvl5pPr marL="2057400" indent="-228600" algn="l" rtl="0" eaLnBrk="0" fontAlgn="base" hangingPunct="0">
                <a:spcBef>
                  <a:spcPct val="20000"/>
                </a:spcBef>
                <a:spcAft>
                  <a:spcPct val="0"/>
                </a:spcAft>
                <a:buChar char="»"/>
                <a:defRPr sz="2000">
                  <a:solidFill>
                    <a:srgbClr val="666699"/>
                  </a:solidFill>
                  <a:latin typeface="+mn-lt"/>
                  <a:ea typeface="+mn-ea"/>
                </a:defRPr>
              </a:lvl5pPr>
            </a:lstStyle>
            <a:p>
              <a:pPr marL="0" lvl="0" indent="0" eaLnBrk="1" hangingPunct="1">
                <a:spcBef>
                  <a:spcPct val="50000"/>
                </a:spcBef>
                <a:buNone/>
              </a:pPr>
              <a:r>
                <a:rPr lang="zh-CN" altLang="en-US" sz="1800" dirty="0">
                  <a:solidFill>
                    <a:schemeClr val="tx1"/>
                  </a:solidFill>
                  <a:latin typeface="Tahoma" panose="020B0604030504040204" pitchFamily="34" charset="0"/>
                </a:rPr>
                <a:t>商1，最后不移位</a:t>
              </a:r>
              <a:endParaRPr lang="zh-CN" altLang="en-US" sz="1800" dirty="0">
                <a:solidFill>
                  <a:schemeClr val="tx1"/>
                </a:solidFill>
                <a:latin typeface="Tahoma" panose="020B0604030504040204" pitchFamily="34" charset="0"/>
              </a:endParaRPr>
            </a:p>
          </p:txBody>
        </p:sp>
        <p:sp>
          <p:nvSpPr>
            <p:cNvPr id="59448" name="Text Box 55"/>
            <p:cNvSpPr txBox="1"/>
            <p:nvPr/>
          </p:nvSpPr>
          <p:spPr>
            <a:xfrm>
              <a:off x="3552" y="442"/>
              <a:ext cx="1200" cy="231"/>
            </a:xfrm>
            <a:prstGeom prst="rect">
              <a:avLst/>
            </a:prstGeom>
            <a:noFill/>
            <a:ln w="9525">
              <a:noFill/>
            </a:ln>
          </p:spPr>
          <p:txBody>
            <a:bodyPr>
              <a:spAutoFit/>
            </a:bodyPr>
            <a:lstStyle>
              <a:lvl1pPr marL="342900" indent="-342900" algn="l" rtl="0" eaLnBrk="0" fontAlgn="base" hangingPunct="0">
                <a:spcBef>
                  <a:spcPct val="20000"/>
                </a:spcBef>
                <a:spcAft>
                  <a:spcPct val="0"/>
                </a:spcAft>
                <a:buChar char="•"/>
                <a:defRPr sz="3200">
                  <a:solidFill>
                    <a:srgbClr val="666699"/>
                  </a:solidFill>
                  <a:latin typeface="+mn-lt"/>
                  <a:ea typeface="+mn-ea"/>
                  <a:cs typeface="+mn-cs"/>
                </a:defRPr>
              </a:lvl1pPr>
              <a:lvl2pPr marL="742950" indent="-285750" algn="l" rtl="0" eaLnBrk="0" fontAlgn="base" hangingPunct="0">
                <a:spcBef>
                  <a:spcPct val="20000"/>
                </a:spcBef>
                <a:spcAft>
                  <a:spcPct val="0"/>
                </a:spcAft>
                <a:buChar char="–"/>
                <a:defRPr sz="2800">
                  <a:solidFill>
                    <a:srgbClr val="666699"/>
                  </a:solidFill>
                  <a:latin typeface="+mn-lt"/>
                  <a:ea typeface="+mn-ea"/>
                </a:defRPr>
              </a:lvl2pPr>
              <a:lvl3pPr marL="1143000" indent="-228600" algn="l" rtl="0" eaLnBrk="0" fontAlgn="base" hangingPunct="0">
                <a:spcBef>
                  <a:spcPct val="20000"/>
                </a:spcBef>
                <a:spcAft>
                  <a:spcPct val="0"/>
                </a:spcAft>
                <a:buChar char="•"/>
                <a:defRPr sz="2400">
                  <a:solidFill>
                    <a:srgbClr val="666699"/>
                  </a:solidFill>
                  <a:latin typeface="+mn-lt"/>
                  <a:ea typeface="+mn-ea"/>
                </a:defRPr>
              </a:lvl3pPr>
              <a:lvl4pPr marL="1600200" indent="-228600" algn="l" rtl="0" eaLnBrk="0" fontAlgn="base" hangingPunct="0">
                <a:spcBef>
                  <a:spcPct val="20000"/>
                </a:spcBef>
                <a:spcAft>
                  <a:spcPct val="0"/>
                </a:spcAft>
                <a:buChar char="–"/>
                <a:defRPr sz="2000">
                  <a:solidFill>
                    <a:srgbClr val="666699"/>
                  </a:solidFill>
                  <a:latin typeface="+mn-lt"/>
                  <a:ea typeface="+mn-ea"/>
                </a:defRPr>
              </a:lvl4pPr>
              <a:lvl5pPr marL="2057400" indent="-228600" algn="l" rtl="0" eaLnBrk="0" fontAlgn="base" hangingPunct="0">
                <a:spcBef>
                  <a:spcPct val="20000"/>
                </a:spcBef>
                <a:spcAft>
                  <a:spcPct val="0"/>
                </a:spcAft>
                <a:buChar char="»"/>
                <a:defRPr sz="2000">
                  <a:solidFill>
                    <a:srgbClr val="666699"/>
                  </a:solidFill>
                  <a:latin typeface="+mn-lt"/>
                  <a:ea typeface="+mn-ea"/>
                </a:defRPr>
              </a:lvl5pPr>
            </a:lstStyle>
            <a:p>
              <a:pPr marL="0" lvl="0" indent="0" eaLnBrk="1" hangingPunct="1">
                <a:spcBef>
                  <a:spcPct val="50000"/>
                </a:spcBef>
                <a:buNone/>
              </a:pPr>
              <a:r>
                <a:rPr lang="zh-CN" altLang="en-US" sz="1800" dirty="0">
                  <a:solidFill>
                    <a:schemeClr val="tx1"/>
                  </a:solidFill>
                  <a:latin typeface="Tahoma" panose="020B0604030504040204" pitchFamily="34" charset="0"/>
                </a:rPr>
                <a:t>商0，左移1位</a:t>
              </a:r>
              <a:endParaRPr lang="zh-CN" altLang="en-US" sz="1800" dirty="0">
                <a:solidFill>
                  <a:schemeClr val="tx1"/>
                </a:solidFill>
                <a:latin typeface="Tahoma" panose="020B0604030504040204" pitchFamily="34" charset="0"/>
              </a:endParaRPr>
            </a:p>
          </p:txBody>
        </p:sp>
      </p:grpSp>
      <p:sp>
        <p:nvSpPr>
          <p:cNvPr id="59397" name="Text Box 56"/>
          <p:cNvSpPr txBox="1"/>
          <p:nvPr/>
        </p:nvSpPr>
        <p:spPr>
          <a:xfrm>
            <a:off x="107950" y="6283325"/>
            <a:ext cx="8929688" cy="519113"/>
          </a:xfrm>
          <a:prstGeom prst="rect">
            <a:avLst/>
          </a:prstGeom>
          <a:noFill/>
          <a:ln w="9525">
            <a:noFill/>
          </a:ln>
        </p:spPr>
        <p:txBody>
          <a:bodyPr>
            <a:spAutoFit/>
          </a:bodyPr>
          <a:lstStyle>
            <a:lvl1pPr marL="342900" indent="-342900" algn="l" rtl="0" eaLnBrk="0" fontAlgn="base" hangingPunct="0">
              <a:spcBef>
                <a:spcPct val="20000"/>
              </a:spcBef>
              <a:spcAft>
                <a:spcPct val="0"/>
              </a:spcAft>
              <a:buChar char="•"/>
              <a:defRPr sz="3200">
                <a:solidFill>
                  <a:srgbClr val="666699"/>
                </a:solidFill>
                <a:latin typeface="+mn-lt"/>
                <a:ea typeface="+mn-ea"/>
                <a:cs typeface="+mn-cs"/>
              </a:defRPr>
            </a:lvl1pPr>
            <a:lvl2pPr marL="742950" indent="-285750" algn="l" rtl="0" eaLnBrk="0" fontAlgn="base" hangingPunct="0">
              <a:spcBef>
                <a:spcPct val="20000"/>
              </a:spcBef>
              <a:spcAft>
                <a:spcPct val="0"/>
              </a:spcAft>
              <a:buChar char="–"/>
              <a:defRPr sz="2800">
                <a:solidFill>
                  <a:srgbClr val="666699"/>
                </a:solidFill>
                <a:latin typeface="+mn-lt"/>
                <a:ea typeface="+mn-ea"/>
              </a:defRPr>
            </a:lvl2pPr>
            <a:lvl3pPr marL="1143000" indent="-228600" algn="l" rtl="0" eaLnBrk="0" fontAlgn="base" hangingPunct="0">
              <a:spcBef>
                <a:spcPct val="20000"/>
              </a:spcBef>
              <a:spcAft>
                <a:spcPct val="0"/>
              </a:spcAft>
              <a:buChar char="•"/>
              <a:defRPr sz="2400">
                <a:solidFill>
                  <a:srgbClr val="666699"/>
                </a:solidFill>
                <a:latin typeface="+mn-lt"/>
                <a:ea typeface="+mn-ea"/>
              </a:defRPr>
            </a:lvl3pPr>
            <a:lvl4pPr marL="1600200" indent="-228600" algn="l" rtl="0" eaLnBrk="0" fontAlgn="base" hangingPunct="0">
              <a:spcBef>
                <a:spcPct val="20000"/>
              </a:spcBef>
              <a:spcAft>
                <a:spcPct val="0"/>
              </a:spcAft>
              <a:buChar char="–"/>
              <a:defRPr sz="2000">
                <a:solidFill>
                  <a:srgbClr val="666699"/>
                </a:solidFill>
                <a:latin typeface="+mn-lt"/>
                <a:ea typeface="+mn-ea"/>
              </a:defRPr>
            </a:lvl4pPr>
            <a:lvl5pPr marL="2057400" indent="-228600" algn="l" rtl="0" eaLnBrk="0" fontAlgn="base" hangingPunct="0">
              <a:spcBef>
                <a:spcPct val="20000"/>
              </a:spcBef>
              <a:spcAft>
                <a:spcPct val="0"/>
              </a:spcAft>
              <a:buChar char="»"/>
              <a:defRPr sz="2000">
                <a:solidFill>
                  <a:srgbClr val="666699"/>
                </a:solidFill>
                <a:latin typeface="+mn-lt"/>
                <a:ea typeface="+mn-ea"/>
              </a:defRPr>
            </a:lvl5pPr>
          </a:lstStyle>
          <a:p>
            <a:pPr marL="0" lvl="0" indent="0" eaLnBrk="1" hangingPunct="1">
              <a:spcBef>
                <a:spcPct val="0"/>
              </a:spcBef>
              <a:buNone/>
            </a:pPr>
            <a:r>
              <a:rPr lang="zh-CN" altLang="en-US" sz="2400" dirty="0">
                <a:solidFill>
                  <a:schemeClr val="tx1"/>
                </a:solidFill>
              </a:rPr>
              <a:t>商和余数都不需要校正，结果：[Q]</a:t>
            </a:r>
            <a:r>
              <a:rPr lang="zh-CN" altLang="en-US" sz="2400" baseline="-25000" dirty="0">
                <a:solidFill>
                  <a:schemeClr val="tx1"/>
                </a:solidFill>
              </a:rPr>
              <a:t>补</a:t>
            </a:r>
            <a:r>
              <a:rPr lang="zh-CN" altLang="en-US" sz="2400" dirty="0">
                <a:solidFill>
                  <a:schemeClr val="tx1"/>
                </a:solidFill>
              </a:rPr>
              <a:t>=0.1101，[R]</a:t>
            </a:r>
            <a:r>
              <a:rPr lang="zh-CN" altLang="en-US" sz="2400" baseline="-25000" dirty="0">
                <a:solidFill>
                  <a:schemeClr val="tx1"/>
                </a:solidFill>
              </a:rPr>
              <a:t>补</a:t>
            </a:r>
            <a:r>
              <a:rPr lang="zh-CN" altLang="en-US" sz="2400" dirty="0">
                <a:solidFill>
                  <a:schemeClr val="tx1"/>
                </a:solidFill>
              </a:rPr>
              <a:t>=2</a:t>
            </a:r>
            <a:r>
              <a:rPr lang="zh-CN" altLang="en-US" sz="2400" b="1" baseline="30000" dirty="0">
                <a:solidFill>
                  <a:schemeClr val="tx1"/>
                </a:solidFill>
              </a:rPr>
              <a:t>- 4</a:t>
            </a:r>
            <a:r>
              <a:rPr lang="zh-CN" altLang="en-US" sz="2400" dirty="0">
                <a:solidFill>
                  <a:schemeClr val="tx1"/>
                </a:solidFill>
              </a:rPr>
              <a:t>×0.0001</a:t>
            </a:r>
            <a:endParaRPr lang="zh-CN" altLang="en-US" sz="2400" dirty="0">
              <a:solidFill>
                <a:schemeClr val="tx1"/>
              </a:solidFill>
            </a:endParaRPr>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0418" name="Rectangle 2"/>
          <p:cNvSpPr>
            <a:spLocks noGrp="1"/>
          </p:cNvSpPr>
          <p:nvPr>
            <p:ph type="title"/>
          </p:nvPr>
        </p:nvSpPr>
        <p:spPr>
          <a:xfrm>
            <a:off x="250825" y="117475"/>
            <a:ext cx="7772400" cy="838200"/>
          </a:xfrm>
          <a:ln/>
        </p:spPr>
        <p:txBody>
          <a:bodyPr vert="horz" wrap="square" lIns="91440" tIns="45720" rIns="91440" bIns="45720" anchor="ctr" anchorCtr="0"/>
          <a:p>
            <a:pPr algn="l" eaLnBrk="1" hangingPunct="1"/>
            <a:r>
              <a:rPr lang="zh-CN" altLang="en-US" sz="3200" dirty="0"/>
              <a:t>定点补码除法运算例2：</a:t>
            </a:r>
            <a:endParaRPr lang="zh-CN" altLang="en-US" sz="3200" dirty="0"/>
          </a:p>
        </p:txBody>
      </p:sp>
      <p:sp>
        <p:nvSpPr>
          <p:cNvPr id="60419" name="Rectangle 3"/>
          <p:cNvSpPr>
            <a:spLocks noGrp="1"/>
          </p:cNvSpPr>
          <p:nvPr>
            <p:ph type="body"/>
          </p:nvPr>
        </p:nvSpPr>
        <p:spPr>
          <a:xfrm>
            <a:off x="327025" y="819150"/>
            <a:ext cx="7772400" cy="4343400"/>
          </a:xfrm>
          <a:ln/>
        </p:spPr>
        <p:txBody>
          <a:bodyPr vert="horz" wrap="square" lIns="91440" tIns="45720" rIns="91440" bIns="45720" anchor="t" anchorCtr="0"/>
          <a:p>
            <a:pPr marL="0" indent="0" eaLnBrk="1" hangingPunct="1">
              <a:buNone/>
            </a:pPr>
            <a:r>
              <a:rPr lang="zh-CN" altLang="en-US" sz="2400" b="1" dirty="0">
                <a:solidFill>
                  <a:srgbClr val="0000FF"/>
                </a:solidFill>
              </a:rPr>
              <a:t>例:X=0.100,Y=-0.101,求[X/Y]</a:t>
            </a:r>
            <a:r>
              <a:rPr lang="zh-CN" altLang="en-US" sz="2400" b="1" baseline="-25000" dirty="0">
                <a:solidFill>
                  <a:srgbClr val="0000FF"/>
                </a:solidFill>
                <a:latin typeface="Tahoma" panose="020B0604030504040204" pitchFamily="34" charset="0"/>
              </a:rPr>
              <a:t>补</a:t>
            </a:r>
            <a:endParaRPr lang="zh-CN" altLang="en-US" sz="2400" b="1" baseline="-25000" dirty="0">
              <a:solidFill>
                <a:srgbClr val="0000FF"/>
              </a:solidFill>
              <a:latin typeface="Tahoma" panose="020B0604030504040204" pitchFamily="34" charset="0"/>
            </a:endParaRPr>
          </a:p>
          <a:p>
            <a:pPr marL="0" indent="0" eaLnBrk="1" hangingPunct="1">
              <a:lnSpc>
                <a:spcPct val="120000"/>
              </a:lnSpc>
              <a:buNone/>
            </a:pPr>
            <a:r>
              <a:rPr lang="zh-CN" altLang="en-US" sz="2400" b="1" dirty="0">
                <a:solidFill>
                  <a:srgbClr val="0000FF"/>
                </a:solidFill>
              </a:rPr>
              <a:t>解:  [X]</a:t>
            </a:r>
            <a:r>
              <a:rPr lang="zh-CN" altLang="en-US" sz="2400" b="1" baseline="-25000" dirty="0">
                <a:solidFill>
                  <a:srgbClr val="0000FF"/>
                </a:solidFill>
                <a:latin typeface="Tahoma" panose="020B0604030504040204" pitchFamily="34" charset="0"/>
              </a:rPr>
              <a:t>补</a:t>
            </a:r>
            <a:r>
              <a:rPr lang="zh-CN" altLang="en-US" sz="2400" b="1" dirty="0">
                <a:solidFill>
                  <a:srgbClr val="0000FF"/>
                </a:solidFill>
              </a:rPr>
              <a:t>=0.100,   [Y]</a:t>
            </a:r>
            <a:r>
              <a:rPr lang="zh-CN" altLang="en-US" sz="2400" b="1" baseline="-25000" dirty="0">
                <a:solidFill>
                  <a:srgbClr val="0000FF"/>
                </a:solidFill>
                <a:latin typeface="Tahoma" panose="020B0604030504040204" pitchFamily="34" charset="0"/>
              </a:rPr>
              <a:t>补</a:t>
            </a:r>
            <a:r>
              <a:rPr lang="zh-CN" altLang="en-US" sz="2400" b="1" dirty="0">
                <a:solidFill>
                  <a:srgbClr val="0000FF"/>
                </a:solidFill>
              </a:rPr>
              <a:t>=1. 011,   [-Y]</a:t>
            </a:r>
            <a:r>
              <a:rPr lang="zh-CN" altLang="en-US" sz="2400" b="1" baseline="-25000" dirty="0">
                <a:solidFill>
                  <a:srgbClr val="0000FF"/>
                </a:solidFill>
                <a:latin typeface="Tahoma" panose="020B0604030504040204" pitchFamily="34" charset="0"/>
              </a:rPr>
              <a:t>补</a:t>
            </a:r>
            <a:r>
              <a:rPr lang="zh-CN" altLang="en-US" sz="2400" b="1" dirty="0">
                <a:solidFill>
                  <a:srgbClr val="0000FF"/>
                </a:solidFill>
              </a:rPr>
              <a:t>=0.101</a:t>
            </a:r>
            <a:endParaRPr lang="zh-CN" altLang="en-US" sz="1800" b="1" dirty="0">
              <a:solidFill>
                <a:srgbClr val="0000FF"/>
              </a:solidFill>
            </a:endParaRPr>
          </a:p>
          <a:p>
            <a:pPr marL="0" indent="0" eaLnBrk="1" hangingPunct="1">
              <a:lnSpc>
                <a:spcPct val="120000"/>
              </a:lnSpc>
              <a:buNone/>
            </a:pPr>
            <a:r>
              <a:rPr lang="zh-CN" altLang="en-US" sz="2400" b="1" dirty="0">
                <a:solidFill>
                  <a:srgbClr val="0000FF"/>
                </a:solidFill>
              </a:rPr>
              <a:t>  操作              被除数/余数             商数                 说明</a:t>
            </a:r>
            <a:r>
              <a:rPr lang="zh-CN" altLang="en-US" sz="2400" dirty="0">
                <a:solidFill>
                  <a:srgbClr val="0000FF"/>
                </a:solidFill>
              </a:rPr>
              <a:t> </a:t>
            </a:r>
            <a:endParaRPr lang="zh-CN" altLang="en-US" sz="2400" dirty="0">
              <a:solidFill>
                <a:srgbClr val="0000FF"/>
              </a:solidFill>
            </a:endParaRPr>
          </a:p>
        </p:txBody>
      </p:sp>
      <p:grpSp>
        <p:nvGrpSpPr>
          <p:cNvPr id="60420" name="Group 4"/>
          <p:cNvGrpSpPr/>
          <p:nvPr/>
        </p:nvGrpSpPr>
        <p:grpSpPr>
          <a:xfrm>
            <a:off x="457200" y="2303463"/>
            <a:ext cx="8229600" cy="3789362"/>
            <a:chOff x="0" y="0"/>
            <a:chExt cx="5136" cy="1980"/>
          </a:xfrm>
        </p:grpSpPr>
        <p:sp>
          <p:nvSpPr>
            <p:cNvPr id="60421" name="Text Box 5"/>
            <p:cNvSpPr txBox="1"/>
            <p:nvPr/>
          </p:nvSpPr>
          <p:spPr>
            <a:xfrm>
              <a:off x="1248" y="0"/>
              <a:ext cx="1056" cy="210"/>
            </a:xfrm>
            <a:prstGeom prst="rect">
              <a:avLst/>
            </a:prstGeom>
            <a:noFill/>
            <a:ln w="9525">
              <a:noFill/>
            </a:ln>
          </p:spPr>
          <p:txBody>
            <a:bodyPr>
              <a:spAutoFit/>
            </a:bodyPr>
            <a:lstStyle>
              <a:lvl1pPr marL="342900" indent="-342900" algn="l" rtl="0" eaLnBrk="0" fontAlgn="base" hangingPunct="0">
                <a:spcBef>
                  <a:spcPct val="20000"/>
                </a:spcBef>
                <a:spcAft>
                  <a:spcPct val="0"/>
                </a:spcAft>
                <a:buChar char="•"/>
                <a:defRPr sz="3200">
                  <a:solidFill>
                    <a:srgbClr val="666699"/>
                  </a:solidFill>
                  <a:latin typeface="+mn-lt"/>
                  <a:ea typeface="+mn-ea"/>
                  <a:cs typeface="+mn-cs"/>
                </a:defRPr>
              </a:lvl1pPr>
              <a:lvl2pPr marL="742950" indent="-285750" algn="l" rtl="0" eaLnBrk="0" fontAlgn="base" hangingPunct="0">
                <a:spcBef>
                  <a:spcPct val="20000"/>
                </a:spcBef>
                <a:spcAft>
                  <a:spcPct val="0"/>
                </a:spcAft>
                <a:buChar char="–"/>
                <a:defRPr sz="2800">
                  <a:solidFill>
                    <a:srgbClr val="666699"/>
                  </a:solidFill>
                  <a:latin typeface="+mn-lt"/>
                  <a:ea typeface="+mn-ea"/>
                </a:defRPr>
              </a:lvl2pPr>
              <a:lvl3pPr marL="1143000" indent="-228600" algn="l" rtl="0" eaLnBrk="0" fontAlgn="base" hangingPunct="0">
                <a:spcBef>
                  <a:spcPct val="20000"/>
                </a:spcBef>
                <a:spcAft>
                  <a:spcPct val="0"/>
                </a:spcAft>
                <a:buChar char="•"/>
                <a:defRPr sz="2400">
                  <a:solidFill>
                    <a:srgbClr val="666699"/>
                  </a:solidFill>
                  <a:latin typeface="+mn-lt"/>
                  <a:ea typeface="+mn-ea"/>
                </a:defRPr>
              </a:lvl3pPr>
              <a:lvl4pPr marL="1600200" indent="-228600" algn="l" rtl="0" eaLnBrk="0" fontAlgn="base" hangingPunct="0">
                <a:spcBef>
                  <a:spcPct val="20000"/>
                </a:spcBef>
                <a:spcAft>
                  <a:spcPct val="0"/>
                </a:spcAft>
                <a:buChar char="–"/>
                <a:defRPr sz="2000">
                  <a:solidFill>
                    <a:srgbClr val="666699"/>
                  </a:solidFill>
                  <a:latin typeface="+mn-lt"/>
                  <a:ea typeface="+mn-ea"/>
                </a:defRPr>
              </a:lvl4pPr>
              <a:lvl5pPr marL="2057400" indent="-228600" algn="l" rtl="0" eaLnBrk="0" fontAlgn="base" hangingPunct="0">
                <a:spcBef>
                  <a:spcPct val="20000"/>
                </a:spcBef>
                <a:spcAft>
                  <a:spcPct val="0"/>
                </a:spcAft>
                <a:buChar char="»"/>
                <a:defRPr sz="2000">
                  <a:solidFill>
                    <a:srgbClr val="666699"/>
                  </a:solidFill>
                  <a:latin typeface="+mn-lt"/>
                  <a:ea typeface="+mn-ea"/>
                </a:defRPr>
              </a:lvl5pPr>
            </a:lstStyle>
            <a:p>
              <a:pPr marL="0" lvl="0" indent="0" eaLnBrk="1" hangingPunct="1">
                <a:spcBef>
                  <a:spcPct val="50000"/>
                </a:spcBef>
                <a:buNone/>
              </a:pPr>
              <a:r>
                <a:rPr lang="zh-CN" altLang="en-US" sz="2000" dirty="0">
                  <a:solidFill>
                    <a:schemeClr val="tx1"/>
                  </a:solidFill>
                  <a:latin typeface="Tahoma" panose="020B0604030504040204" pitchFamily="34" charset="0"/>
                </a:rPr>
                <a:t>0 0 . 1 0 0 </a:t>
              </a:r>
              <a:endParaRPr lang="zh-CN" altLang="en-US" sz="2000" dirty="0">
                <a:solidFill>
                  <a:schemeClr val="tx1"/>
                </a:solidFill>
                <a:latin typeface="Tahoma" panose="020B0604030504040204" pitchFamily="34" charset="0"/>
              </a:endParaRPr>
            </a:p>
          </p:txBody>
        </p:sp>
        <p:sp>
          <p:nvSpPr>
            <p:cNvPr id="60422" name="Text Box 6"/>
            <p:cNvSpPr txBox="1"/>
            <p:nvPr/>
          </p:nvSpPr>
          <p:spPr>
            <a:xfrm>
              <a:off x="1248" y="144"/>
              <a:ext cx="1056" cy="210"/>
            </a:xfrm>
            <a:prstGeom prst="rect">
              <a:avLst/>
            </a:prstGeom>
            <a:noFill/>
            <a:ln w="9525">
              <a:noFill/>
            </a:ln>
          </p:spPr>
          <p:txBody>
            <a:bodyPr>
              <a:spAutoFit/>
            </a:bodyPr>
            <a:lstStyle>
              <a:lvl1pPr marL="342900" indent="-342900" algn="l" rtl="0" eaLnBrk="0" fontAlgn="base" hangingPunct="0">
                <a:spcBef>
                  <a:spcPct val="20000"/>
                </a:spcBef>
                <a:spcAft>
                  <a:spcPct val="0"/>
                </a:spcAft>
                <a:buChar char="•"/>
                <a:defRPr sz="3200">
                  <a:solidFill>
                    <a:srgbClr val="666699"/>
                  </a:solidFill>
                  <a:latin typeface="+mn-lt"/>
                  <a:ea typeface="+mn-ea"/>
                  <a:cs typeface="+mn-cs"/>
                </a:defRPr>
              </a:lvl1pPr>
              <a:lvl2pPr marL="742950" indent="-285750" algn="l" rtl="0" eaLnBrk="0" fontAlgn="base" hangingPunct="0">
                <a:spcBef>
                  <a:spcPct val="20000"/>
                </a:spcBef>
                <a:spcAft>
                  <a:spcPct val="0"/>
                </a:spcAft>
                <a:buChar char="–"/>
                <a:defRPr sz="2800">
                  <a:solidFill>
                    <a:srgbClr val="666699"/>
                  </a:solidFill>
                  <a:latin typeface="+mn-lt"/>
                  <a:ea typeface="+mn-ea"/>
                </a:defRPr>
              </a:lvl2pPr>
              <a:lvl3pPr marL="1143000" indent="-228600" algn="l" rtl="0" eaLnBrk="0" fontAlgn="base" hangingPunct="0">
                <a:spcBef>
                  <a:spcPct val="20000"/>
                </a:spcBef>
                <a:spcAft>
                  <a:spcPct val="0"/>
                </a:spcAft>
                <a:buChar char="•"/>
                <a:defRPr sz="2400">
                  <a:solidFill>
                    <a:srgbClr val="666699"/>
                  </a:solidFill>
                  <a:latin typeface="+mn-lt"/>
                  <a:ea typeface="+mn-ea"/>
                </a:defRPr>
              </a:lvl3pPr>
              <a:lvl4pPr marL="1600200" indent="-228600" algn="l" rtl="0" eaLnBrk="0" fontAlgn="base" hangingPunct="0">
                <a:spcBef>
                  <a:spcPct val="20000"/>
                </a:spcBef>
                <a:spcAft>
                  <a:spcPct val="0"/>
                </a:spcAft>
                <a:buChar char="–"/>
                <a:defRPr sz="2000">
                  <a:solidFill>
                    <a:srgbClr val="666699"/>
                  </a:solidFill>
                  <a:latin typeface="+mn-lt"/>
                  <a:ea typeface="+mn-ea"/>
                </a:defRPr>
              </a:lvl4pPr>
              <a:lvl5pPr marL="2057400" indent="-228600" algn="l" rtl="0" eaLnBrk="0" fontAlgn="base" hangingPunct="0">
                <a:spcBef>
                  <a:spcPct val="20000"/>
                </a:spcBef>
                <a:spcAft>
                  <a:spcPct val="0"/>
                </a:spcAft>
                <a:buChar char="»"/>
                <a:defRPr sz="2000">
                  <a:solidFill>
                    <a:srgbClr val="666699"/>
                  </a:solidFill>
                  <a:latin typeface="+mn-lt"/>
                  <a:ea typeface="+mn-ea"/>
                </a:defRPr>
              </a:lvl5pPr>
            </a:lstStyle>
            <a:p>
              <a:pPr marL="0" lvl="0" indent="0" eaLnBrk="1" hangingPunct="1">
                <a:spcBef>
                  <a:spcPct val="50000"/>
                </a:spcBef>
                <a:buNone/>
              </a:pPr>
              <a:r>
                <a:rPr lang="zh-CN" altLang="en-US" sz="2000" dirty="0">
                  <a:solidFill>
                    <a:schemeClr val="tx1"/>
                  </a:solidFill>
                  <a:latin typeface="Tahoma" panose="020B0604030504040204" pitchFamily="34" charset="0"/>
                </a:rPr>
                <a:t>1 1 . 0 1 1</a:t>
              </a:r>
              <a:endParaRPr lang="zh-CN" altLang="en-US" sz="2000" dirty="0">
                <a:solidFill>
                  <a:schemeClr val="tx1"/>
                </a:solidFill>
                <a:latin typeface="Tahoma" panose="020B0604030504040204" pitchFamily="34" charset="0"/>
              </a:endParaRPr>
            </a:p>
          </p:txBody>
        </p:sp>
        <p:sp>
          <p:nvSpPr>
            <p:cNvPr id="60423" name="Text Box 7"/>
            <p:cNvSpPr txBox="1"/>
            <p:nvPr/>
          </p:nvSpPr>
          <p:spPr>
            <a:xfrm>
              <a:off x="1248" y="288"/>
              <a:ext cx="1056" cy="210"/>
            </a:xfrm>
            <a:prstGeom prst="rect">
              <a:avLst/>
            </a:prstGeom>
            <a:noFill/>
            <a:ln w="9525">
              <a:noFill/>
            </a:ln>
          </p:spPr>
          <p:txBody>
            <a:bodyPr>
              <a:spAutoFit/>
            </a:bodyPr>
            <a:lstStyle>
              <a:lvl1pPr marL="342900" indent="-342900" algn="l" rtl="0" eaLnBrk="0" fontAlgn="base" hangingPunct="0">
                <a:spcBef>
                  <a:spcPct val="20000"/>
                </a:spcBef>
                <a:spcAft>
                  <a:spcPct val="0"/>
                </a:spcAft>
                <a:buChar char="•"/>
                <a:defRPr sz="3200">
                  <a:solidFill>
                    <a:srgbClr val="666699"/>
                  </a:solidFill>
                  <a:latin typeface="+mn-lt"/>
                  <a:ea typeface="+mn-ea"/>
                  <a:cs typeface="+mn-cs"/>
                </a:defRPr>
              </a:lvl1pPr>
              <a:lvl2pPr marL="742950" indent="-285750" algn="l" rtl="0" eaLnBrk="0" fontAlgn="base" hangingPunct="0">
                <a:spcBef>
                  <a:spcPct val="20000"/>
                </a:spcBef>
                <a:spcAft>
                  <a:spcPct val="0"/>
                </a:spcAft>
                <a:buChar char="–"/>
                <a:defRPr sz="2800">
                  <a:solidFill>
                    <a:srgbClr val="666699"/>
                  </a:solidFill>
                  <a:latin typeface="+mn-lt"/>
                  <a:ea typeface="+mn-ea"/>
                </a:defRPr>
              </a:lvl2pPr>
              <a:lvl3pPr marL="1143000" indent="-228600" algn="l" rtl="0" eaLnBrk="0" fontAlgn="base" hangingPunct="0">
                <a:spcBef>
                  <a:spcPct val="20000"/>
                </a:spcBef>
                <a:spcAft>
                  <a:spcPct val="0"/>
                </a:spcAft>
                <a:buChar char="•"/>
                <a:defRPr sz="2400">
                  <a:solidFill>
                    <a:srgbClr val="666699"/>
                  </a:solidFill>
                  <a:latin typeface="+mn-lt"/>
                  <a:ea typeface="+mn-ea"/>
                </a:defRPr>
              </a:lvl3pPr>
              <a:lvl4pPr marL="1600200" indent="-228600" algn="l" rtl="0" eaLnBrk="0" fontAlgn="base" hangingPunct="0">
                <a:spcBef>
                  <a:spcPct val="20000"/>
                </a:spcBef>
                <a:spcAft>
                  <a:spcPct val="0"/>
                </a:spcAft>
                <a:buChar char="–"/>
                <a:defRPr sz="2000">
                  <a:solidFill>
                    <a:srgbClr val="666699"/>
                  </a:solidFill>
                  <a:latin typeface="+mn-lt"/>
                  <a:ea typeface="+mn-ea"/>
                </a:defRPr>
              </a:lvl4pPr>
              <a:lvl5pPr marL="2057400" indent="-228600" algn="l" rtl="0" eaLnBrk="0" fontAlgn="base" hangingPunct="0">
                <a:spcBef>
                  <a:spcPct val="20000"/>
                </a:spcBef>
                <a:spcAft>
                  <a:spcPct val="0"/>
                </a:spcAft>
                <a:buChar char="»"/>
                <a:defRPr sz="2000">
                  <a:solidFill>
                    <a:srgbClr val="666699"/>
                  </a:solidFill>
                  <a:latin typeface="+mn-lt"/>
                  <a:ea typeface="+mn-ea"/>
                </a:defRPr>
              </a:lvl5pPr>
            </a:lstStyle>
            <a:p>
              <a:pPr marL="0" lvl="0" indent="0" eaLnBrk="1" hangingPunct="1">
                <a:spcBef>
                  <a:spcPct val="50000"/>
                </a:spcBef>
                <a:buNone/>
              </a:pPr>
              <a:r>
                <a:rPr lang="zh-CN" altLang="en-US" sz="2000" dirty="0">
                  <a:solidFill>
                    <a:schemeClr val="tx1"/>
                  </a:solidFill>
                  <a:latin typeface="Tahoma" panose="020B0604030504040204" pitchFamily="34" charset="0"/>
                </a:rPr>
                <a:t>1 1 . 1 1 1</a:t>
              </a:r>
              <a:endParaRPr lang="zh-CN" altLang="en-US" sz="2000" dirty="0">
                <a:solidFill>
                  <a:schemeClr val="tx1"/>
                </a:solidFill>
                <a:latin typeface="Tahoma" panose="020B0604030504040204" pitchFamily="34" charset="0"/>
              </a:endParaRPr>
            </a:p>
          </p:txBody>
        </p:sp>
        <p:sp>
          <p:nvSpPr>
            <p:cNvPr id="60424" name="Text Box 8"/>
            <p:cNvSpPr txBox="1"/>
            <p:nvPr/>
          </p:nvSpPr>
          <p:spPr>
            <a:xfrm>
              <a:off x="1248" y="442"/>
              <a:ext cx="1056" cy="210"/>
            </a:xfrm>
            <a:prstGeom prst="rect">
              <a:avLst/>
            </a:prstGeom>
            <a:noFill/>
            <a:ln w="9525">
              <a:noFill/>
            </a:ln>
          </p:spPr>
          <p:txBody>
            <a:bodyPr>
              <a:spAutoFit/>
            </a:bodyPr>
            <a:lstStyle>
              <a:lvl1pPr marL="342900" indent="-342900" algn="l" rtl="0" eaLnBrk="0" fontAlgn="base" hangingPunct="0">
                <a:spcBef>
                  <a:spcPct val="20000"/>
                </a:spcBef>
                <a:spcAft>
                  <a:spcPct val="0"/>
                </a:spcAft>
                <a:buChar char="•"/>
                <a:defRPr sz="3200">
                  <a:solidFill>
                    <a:srgbClr val="666699"/>
                  </a:solidFill>
                  <a:latin typeface="+mn-lt"/>
                  <a:ea typeface="+mn-ea"/>
                  <a:cs typeface="+mn-cs"/>
                </a:defRPr>
              </a:lvl1pPr>
              <a:lvl2pPr marL="742950" indent="-285750" algn="l" rtl="0" eaLnBrk="0" fontAlgn="base" hangingPunct="0">
                <a:spcBef>
                  <a:spcPct val="20000"/>
                </a:spcBef>
                <a:spcAft>
                  <a:spcPct val="0"/>
                </a:spcAft>
                <a:buChar char="–"/>
                <a:defRPr sz="2800">
                  <a:solidFill>
                    <a:srgbClr val="666699"/>
                  </a:solidFill>
                  <a:latin typeface="+mn-lt"/>
                  <a:ea typeface="+mn-ea"/>
                </a:defRPr>
              </a:lvl2pPr>
              <a:lvl3pPr marL="1143000" indent="-228600" algn="l" rtl="0" eaLnBrk="0" fontAlgn="base" hangingPunct="0">
                <a:spcBef>
                  <a:spcPct val="20000"/>
                </a:spcBef>
                <a:spcAft>
                  <a:spcPct val="0"/>
                </a:spcAft>
                <a:buChar char="•"/>
                <a:defRPr sz="2400">
                  <a:solidFill>
                    <a:srgbClr val="666699"/>
                  </a:solidFill>
                  <a:latin typeface="+mn-lt"/>
                  <a:ea typeface="+mn-ea"/>
                </a:defRPr>
              </a:lvl3pPr>
              <a:lvl4pPr marL="1600200" indent="-228600" algn="l" rtl="0" eaLnBrk="0" fontAlgn="base" hangingPunct="0">
                <a:spcBef>
                  <a:spcPct val="20000"/>
                </a:spcBef>
                <a:spcAft>
                  <a:spcPct val="0"/>
                </a:spcAft>
                <a:buChar char="–"/>
                <a:defRPr sz="2000">
                  <a:solidFill>
                    <a:srgbClr val="666699"/>
                  </a:solidFill>
                  <a:latin typeface="+mn-lt"/>
                  <a:ea typeface="+mn-ea"/>
                </a:defRPr>
              </a:lvl4pPr>
              <a:lvl5pPr marL="2057400" indent="-228600" algn="l" rtl="0" eaLnBrk="0" fontAlgn="base" hangingPunct="0">
                <a:spcBef>
                  <a:spcPct val="20000"/>
                </a:spcBef>
                <a:spcAft>
                  <a:spcPct val="0"/>
                </a:spcAft>
                <a:buChar char="»"/>
                <a:defRPr sz="2000">
                  <a:solidFill>
                    <a:srgbClr val="666699"/>
                  </a:solidFill>
                  <a:latin typeface="+mn-lt"/>
                  <a:ea typeface="+mn-ea"/>
                </a:defRPr>
              </a:lvl5pPr>
            </a:lstStyle>
            <a:p>
              <a:pPr marL="0" lvl="0" indent="0" eaLnBrk="1" hangingPunct="1">
                <a:spcBef>
                  <a:spcPct val="50000"/>
                </a:spcBef>
                <a:buNone/>
              </a:pPr>
              <a:r>
                <a:rPr lang="zh-CN" altLang="en-US" sz="2000" dirty="0">
                  <a:solidFill>
                    <a:schemeClr val="tx1"/>
                  </a:solidFill>
                  <a:latin typeface="Tahoma" panose="020B0604030504040204" pitchFamily="34" charset="0"/>
                </a:rPr>
                <a:t>1 1 . 1 1 0</a:t>
              </a:r>
              <a:endParaRPr lang="zh-CN" altLang="en-US" sz="2000" dirty="0">
                <a:solidFill>
                  <a:schemeClr val="tx1"/>
                </a:solidFill>
                <a:latin typeface="Tahoma" panose="020B0604030504040204" pitchFamily="34" charset="0"/>
              </a:endParaRPr>
            </a:p>
          </p:txBody>
        </p:sp>
        <p:sp>
          <p:nvSpPr>
            <p:cNvPr id="60425" name="Text Box 9"/>
            <p:cNvSpPr txBox="1"/>
            <p:nvPr/>
          </p:nvSpPr>
          <p:spPr>
            <a:xfrm>
              <a:off x="1248" y="586"/>
              <a:ext cx="1056" cy="210"/>
            </a:xfrm>
            <a:prstGeom prst="rect">
              <a:avLst/>
            </a:prstGeom>
            <a:noFill/>
            <a:ln w="9525">
              <a:noFill/>
            </a:ln>
          </p:spPr>
          <p:txBody>
            <a:bodyPr>
              <a:spAutoFit/>
            </a:bodyPr>
            <a:lstStyle>
              <a:lvl1pPr marL="342900" indent="-342900" algn="l" rtl="0" eaLnBrk="0" fontAlgn="base" hangingPunct="0">
                <a:spcBef>
                  <a:spcPct val="20000"/>
                </a:spcBef>
                <a:spcAft>
                  <a:spcPct val="0"/>
                </a:spcAft>
                <a:buChar char="•"/>
                <a:defRPr sz="3200">
                  <a:solidFill>
                    <a:srgbClr val="666699"/>
                  </a:solidFill>
                  <a:latin typeface="+mn-lt"/>
                  <a:ea typeface="+mn-ea"/>
                  <a:cs typeface="+mn-cs"/>
                </a:defRPr>
              </a:lvl1pPr>
              <a:lvl2pPr marL="742950" indent="-285750" algn="l" rtl="0" eaLnBrk="0" fontAlgn="base" hangingPunct="0">
                <a:spcBef>
                  <a:spcPct val="20000"/>
                </a:spcBef>
                <a:spcAft>
                  <a:spcPct val="0"/>
                </a:spcAft>
                <a:buChar char="–"/>
                <a:defRPr sz="2800">
                  <a:solidFill>
                    <a:srgbClr val="666699"/>
                  </a:solidFill>
                  <a:latin typeface="+mn-lt"/>
                  <a:ea typeface="+mn-ea"/>
                </a:defRPr>
              </a:lvl2pPr>
              <a:lvl3pPr marL="1143000" indent="-228600" algn="l" rtl="0" eaLnBrk="0" fontAlgn="base" hangingPunct="0">
                <a:spcBef>
                  <a:spcPct val="20000"/>
                </a:spcBef>
                <a:spcAft>
                  <a:spcPct val="0"/>
                </a:spcAft>
                <a:buChar char="•"/>
                <a:defRPr sz="2400">
                  <a:solidFill>
                    <a:srgbClr val="666699"/>
                  </a:solidFill>
                  <a:latin typeface="+mn-lt"/>
                  <a:ea typeface="+mn-ea"/>
                </a:defRPr>
              </a:lvl3pPr>
              <a:lvl4pPr marL="1600200" indent="-228600" algn="l" rtl="0" eaLnBrk="0" fontAlgn="base" hangingPunct="0">
                <a:spcBef>
                  <a:spcPct val="20000"/>
                </a:spcBef>
                <a:spcAft>
                  <a:spcPct val="0"/>
                </a:spcAft>
                <a:buChar char="–"/>
                <a:defRPr sz="2000">
                  <a:solidFill>
                    <a:srgbClr val="666699"/>
                  </a:solidFill>
                  <a:latin typeface="+mn-lt"/>
                  <a:ea typeface="+mn-ea"/>
                </a:defRPr>
              </a:lvl4pPr>
              <a:lvl5pPr marL="2057400" indent="-228600" algn="l" rtl="0" eaLnBrk="0" fontAlgn="base" hangingPunct="0">
                <a:spcBef>
                  <a:spcPct val="20000"/>
                </a:spcBef>
                <a:spcAft>
                  <a:spcPct val="0"/>
                </a:spcAft>
                <a:buChar char="»"/>
                <a:defRPr sz="2000">
                  <a:solidFill>
                    <a:srgbClr val="666699"/>
                  </a:solidFill>
                  <a:latin typeface="+mn-lt"/>
                  <a:ea typeface="+mn-ea"/>
                </a:defRPr>
              </a:lvl5pPr>
            </a:lstStyle>
            <a:p>
              <a:pPr marL="0" lvl="0" indent="0" eaLnBrk="1" hangingPunct="1">
                <a:spcBef>
                  <a:spcPct val="50000"/>
                </a:spcBef>
                <a:buNone/>
              </a:pPr>
              <a:r>
                <a:rPr lang="zh-CN" altLang="en-US" sz="2000" dirty="0">
                  <a:solidFill>
                    <a:schemeClr val="tx1"/>
                  </a:solidFill>
                  <a:latin typeface="Tahoma" panose="020B0604030504040204" pitchFamily="34" charset="0"/>
                </a:rPr>
                <a:t>0 0 . 1 0 1</a:t>
              </a:r>
              <a:endParaRPr lang="zh-CN" altLang="en-US" sz="2000" dirty="0">
                <a:solidFill>
                  <a:schemeClr val="tx1"/>
                </a:solidFill>
                <a:latin typeface="Tahoma" panose="020B0604030504040204" pitchFamily="34" charset="0"/>
              </a:endParaRPr>
            </a:p>
          </p:txBody>
        </p:sp>
        <p:sp>
          <p:nvSpPr>
            <p:cNvPr id="60426" name="Text Box 10"/>
            <p:cNvSpPr txBox="1"/>
            <p:nvPr/>
          </p:nvSpPr>
          <p:spPr>
            <a:xfrm>
              <a:off x="1248" y="768"/>
              <a:ext cx="1056" cy="210"/>
            </a:xfrm>
            <a:prstGeom prst="rect">
              <a:avLst/>
            </a:prstGeom>
            <a:noFill/>
            <a:ln w="9525">
              <a:noFill/>
            </a:ln>
          </p:spPr>
          <p:txBody>
            <a:bodyPr>
              <a:spAutoFit/>
            </a:bodyPr>
            <a:lstStyle>
              <a:lvl1pPr marL="342900" indent="-342900" algn="l" rtl="0" eaLnBrk="0" fontAlgn="base" hangingPunct="0">
                <a:spcBef>
                  <a:spcPct val="20000"/>
                </a:spcBef>
                <a:spcAft>
                  <a:spcPct val="0"/>
                </a:spcAft>
                <a:buChar char="•"/>
                <a:defRPr sz="3200">
                  <a:solidFill>
                    <a:srgbClr val="666699"/>
                  </a:solidFill>
                  <a:latin typeface="+mn-lt"/>
                  <a:ea typeface="+mn-ea"/>
                  <a:cs typeface="+mn-cs"/>
                </a:defRPr>
              </a:lvl1pPr>
              <a:lvl2pPr marL="742950" indent="-285750" algn="l" rtl="0" eaLnBrk="0" fontAlgn="base" hangingPunct="0">
                <a:spcBef>
                  <a:spcPct val="20000"/>
                </a:spcBef>
                <a:spcAft>
                  <a:spcPct val="0"/>
                </a:spcAft>
                <a:buChar char="–"/>
                <a:defRPr sz="2800">
                  <a:solidFill>
                    <a:srgbClr val="666699"/>
                  </a:solidFill>
                  <a:latin typeface="+mn-lt"/>
                  <a:ea typeface="+mn-ea"/>
                </a:defRPr>
              </a:lvl2pPr>
              <a:lvl3pPr marL="1143000" indent="-228600" algn="l" rtl="0" eaLnBrk="0" fontAlgn="base" hangingPunct="0">
                <a:spcBef>
                  <a:spcPct val="20000"/>
                </a:spcBef>
                <a:spcAft>
                  <a:spcPct val="0"/>
                </a:spcAft>
                <a:buChar char="•"/>
                <a:defRPr sz="2400">
                  <a:solidFill>
                    <a:srgbClr val="666699"/>
                  </a:solidFill>
                  <a:latin typeface="+mn-lt"/>
                  <a:ea typeface="+mn-ea"/>
                </a:defRPr>
              </a:lvl3pPr>
              <a:lvl4pPr marL="1600200" indent="-228600" algn="l" rtl="0" eaLnBrk="0" fontAlgn="base" hangingPunct="0">
                <a:spcBef>
                  <a:spcPct val="20000"/>
                </a:spcBef>
                <a:spcAft>
                  <a:spcPct val="0"/>
                </a:spcAft>
                <a:buChar char="–"/>
                <a:defRPr sz="2000">
                  <a:solidFill>
                    <a:srgbClr val="666699"/>
                  </a:solidFill>
                  <a:latin typeface="+mn-lt"/>
                  <a:ea typeface="+mn-ea"/>
                </a:defRPr>
              </a:lvl4pPr>
              <a:lvl5pPr marL="2057400" indent="-228600" algn="l" rtl="0" eaLnBrk="0" fontAlgn="base" hangingPunct="0">
                <a:spcBef>
                  <a:spcPct val="20000"/>
                </a:spcBef>
                <a:spcAft>
                  <a:spcPct val="0"/>
                </a:spcAft>
                <a:buChar char="»"/>
                <a:defRPr sz="2000">
                  <a:solidFill>
                    <a:srgbClr val="666699"/>
                  </a:solidFill>
                  <a:latin typeface="+mn-lt"/>
                  <a:ea typeface="+mn-ea"/>
                </a:defRPr>
              </a:lvl5pPr>
            </a:lstStyle>
            <a:p>
              <a:pPr marL="0" lvl="0" indent="0" eaLnBrk="1" hangingPunct="1">
                <a:spcBef>
                  <a:spcPct val="50000"/>
                </a:spcBef>
                <a:buNone/>
              </a:pPr>
              <a:r>
                <a:rPr lang="zh-CN" altLang="en-US" sz="2000" dirty="0">
                  <a:solidFill>
                    <a:schemeClr val="tx1"/>
                  </a:solidFill>
                  <a:latin typeface="Tahoma" panose="020B0604030504040204" pitchFamily="34" charset="0"/>
                </a:rPr>
                <a:t>0 0 . 0 1 1</a:t>
              </a:r>
              <a:endParaRPr lang="zh-CN" altLang="en-US" sz="2000" dirty="0">
                <a:solidFill>
                  <a:schemeClr val="tx1"/>
                </a:solidFill>
                <a:latin typeface="Tahoma" panose="020B0604030504040204" pitchFamily="34" charset="0"/>
              </a:endParaRPr>
            </a:p>
          </p:txBody>
        </p:sp>
        <p:sp>
          <p:nvSpPr>
            <p:cNvPr id="60427" name="Text Box 11"/>
            <p:cNvSpPr txBox="1"/>
            <p:nvPr/>
          </p:nvSpPr>
          <p:spPr>
            <a:xfrm>
              <a:off x="1248" y="922"/>
              <a:ext cx="1056" cy="210"/>
            </a:xfrm>
            <a:prstGeom prst="rect">
              <a:avLst/>
            </a:prstGeom>
            <a:noFill/>
            <a:ln w="9525">
              <a:noFill/>
            </a:ln>
          </p:spPr>
          <p:txBody>
            <a:bodyPr>
              <a:spAutoFit/>
            </a:bodyPr>
            <a:lstStyle>
              <a:lvl1pPr marL="342900" indent="-342900" algn="l" rtl="0" eaLnBrk="0" fontAlgn="base" hangingPunct="0">
                <a:spcBef>
                  <a:spcPct val="20000"/>
                </a:spcBef>
                <a:spcAft>
                  <a:spcPct val="0"/>
                </a:spcAft>
                <a:buChar char="•"/>
                <a:defRPr sz="3200">
                  <a:solidFill>
                    <a:srgbClr val="666699"/>
                  </a:solidFill>
                  <a:latin typeface="+mn-lt"/>
                  <a:ea typeface="+mn-ea"/>
                  <a:cs typeface="+mn-cs"/>
                </a:defRPr>
              </a:lvl1pPr>
              <a:lvl2pPr marL="742950" indent="-285750" algn="l" rtl="0" eaLnBrk="0" fontAlgn="base" hangingPunct="0">
                <a:spcBef>
                  <a:spcPct val="20000"/>
                </a:spcBef>
                <a:spcAft>
                  <a:spcPct val="0"/>
                </a:spcAft>
                <a:buChar char="–"/>
                <a:defRPr sz="2800">
                  <a:solidFill>
                    <a:srgbClr val="666699"/>
                  </a:solidFill>
                  <a:latin typeface="+mn-lt"/>
                  <a:ea typeface="+mn-ea"/>
                </a:defRPr>
              </a:lvl2pPr>
              <a:lvl3pPr marL="1143000" indent="-228600" algn="l" rtl="0" eaLnBrk="0" fontAlgn="base" hangingPunct="0">
                <a:spcBef>
                  <a:spcPct val="20000"/>
                </a:spcBef>
                <a:spcAft>
                  <a:spcPct val="0"/>
                </a:spcAft>
                <a:buChar char="•"/>
                <a:defRPr sz="2400">
                  <a:solidFill>
                    <a:srgbClr val="666699"/>
                  </a:solidFill>
                  <a:latin typeface="+mn-lt"/>
                  <a:ea typeface="+mn-ea"/>
                </a:defRPr>
              </a:lvl3pPr>
              <a:lvl4pPr marL="1600200" indent="-228600" algn="l" rtl="0" eaLnBrk="0" fontAlgn="base" hangingPunct="0">
                <a:spcBef>
                  <a:spcPct val="20000"/>
                </a:spcBef>
                <a:spcAft>
                  <a:spcPct val="0"/>
                </a:spcAft>
                <a:buChar char="–"/>
                <a:defRPr sz="2000">
                  <a:solidFill>
                    <a:srgbClr val="666699"/>
                  </a:solidFill>
                  <a:latin typeface="+mn-lt"/>
                  <a:ea typeface="+mn-ea"/>
                </a:defRPr>
              </a:lvl4pPr>
              <a:lvl5pPr marL="2057400" indent="-228600" algn="l" rtl="0" eaLnBrk="0" fontAlgn="base" hangingPunct="0">
                <a:spcBef>
                  <a:spcPct val="20000"/>
                </a:spcBef>
                <a:spcAft>
                  <a:spcPct val="0"/>
                </a:spcAft>
                <a:buChar char="»"/>
                <a:defRPr sz="2000">
                  <a:solidFill>
                    <a:srgbClr val="666699"/>
                  </a:solidFill>
                  <a:latin typeface="+mn-lt"/>
                  <a:ea typeface="+mn-ea"/>
                </a:defRPr>
              </a:lvl5pPr>
            </a:lstStyle>
            <a:p>
              <a:pPr marL="0" lvl="0" indent="0" eaLnBrk="1" hangingPunct="1">
                <a:spcBef>
                  <a:spcPct val="50000"/>
                </a:spcBef>
                <a:buNone/>
              </a:pPr>
              <a:r>
                <a:rPr lang="zh-CN" altLang="en-US" sz="2000" dirty="0">
                  <a:solidFill>
                    <a:schemeClr val="tx1"/>
                  </a:solidFill>
                  <a:latin typeface="Tahoma" panose="020B0604030504040204" pitchFamily="34" charset="0"/>
                </a:rPr>
                <a:t>0 0 . 1 1 0</a:t>
              </a:r>
              <a:endParaRPr lang="zh-CN" altLang="en-US" sz="2000" dirty="0">
                <a:solidFill>
                  <a:schemeClr val="tx1"/>
                </a:solidFill>
                <a:latin typeface="Tahoma" panose="020B0604030504040204" pitchFamily="34" charset="0"/>
              </a:endParaRPr>
            </a:p>
          </p:txBody>
        </p:sp>
        <p:sp>
          <p:nvSpPr>
            <p:cNvPr id="60428" name="Text Box 12"/>
            <p:cNvSpPr txBox="1"/>
            <p:nvPr/>
          </p:nvSpPr>
          <p:spPr>
            <a:xfrm>
              <a:off x="1248" y="1066"/>
              <a:ext cx="1056" cy="210"/>
            </a:xfrm>
            <a:prstGeom prst="rect">
              <a:avLst/>
            </a:prstGeom>
            <a:noFill/>
            <a:ln w="9525">
              <a:noFill/>
            </a:ln>
          </p:spPr>
          <p:txBody>
            <a:bodyPr>
              <a:spAutoFit/>
            </a:bodyPr>
            <a:lstStyle>
              <a:lvl1pPr marL="342900" indent="-342900" algn="l" rtl="0" eaLnBrk="0" fontAlgn="base" hangingPunct="0">
                <a:spcBef>
                  <a:spcPct val="20000"/>
                </a:spcBef>
                <a:spcAft>
                  <a:spcPct val="0"/>
                </a:spcAft>
                <a:buChar char="•"/>
                <a:defRPr sz="3200">
                  <a:solidFill>
                    <a:srgbClr val="666699"/>
                  </a:solidFill>
                  <a:latin typeface="+mn-lt"/>
                  <a:ea typeface="+mn-ea"/>
                  <a:cs typeface="+mn-cs"/>
                </a:defRPr>
              </a:lvl1pPr>
              <a:lvl2pPr marL="742950" indent="-285750" algn="l" rtl="0" eaLnBrk="0" fontAlgn="base" hangingPunct="0">
                <a:spcBef>
                  <a:spcPct val="20000"/>
                </a:spcBef>
                <a:spcAft>
                  <a:spcPct val="0"/>
                </a:spcAft>
                <a:buChar char="–"/>
                <a:defRPr sz="2800">
                  <a:solidFill>
                    <a:srgbClr val="666699"/>
                  </a:solidFill>
                  <a:latin typeface="+mn-lt"/>
                  <a:ea typeface="+mn-ea"/>
                </a:defRPr>
              </a:lvl2pPr>
              <a:lvl3pPr marL="1143000" indent="-228600" algn="l" rtl="0" eaLnBrk="0" fontAlgn="base" hangingPunct="0">
                <a:spcBef>
                  <a:spcPct val="20000"/>
                </a:spcBef>
                <a:spcAft>
                  <a:spcPct val="0"/>
                </a:spcAft>
                <a:buChar char="•"/>
                <a:defRPr sz="2400">
                  <a:solidFill>
                    <a:srgbClr val="666699"/>
                  </a:solidFill>
                  <a:latin typeface="+mn-lt"/>
                  <a:ea typeface="+mn-ea"/>
                </a:defRPr>
              </a:lvl3pPr>
              <a:lvl4pPr marL="1600200" indent="-228600" algn="l" rtl="0" eaLnBrk="0" fontAlgn="base" hangingPunct="0">
                <a:spcBef>
                  <a:spcPct val="20000"/>
                </a:spcBef>
                <a:spcAft>
                  <a:spcPct val="0"/>
                </a:spcAft>
                <a:buChar char="–"/>
                <a:defRPr sz="2000">
                  <a:solidFill>
                    <a:srgbClr val="666699"/>
                  </a:solidFill>
                  <a:latin typeface="+mn-lt"/>
                  <a:ea typeface="+mn-ea"/>
                </a:defRPr>
              </a:lvl4pPr>
              <a:lvl5pPr marL="2057400" indent="-228600" algn="l" rtl="0" eaLnBrk="0" fontAlgn="base" hangingPunct="0">
                <a:spcBef>
                  <a:spcPct val="20000"/>
                </a:spcBef>
                <a:spcAft>
                  <a:spcPct val="0"/>
                </a:spcAft>
                <a:buChar char="»"/>
                <a:defRPr sz="2000">
                  <a:solidFill>
                    <a:srgbClr val="666699"/>
                  </a:solidFill>
                  <a:latin typeface="+mn-lt"/>
                  <a:ea typeface="+mn-ea"/>
                </a:defRPr>
              </a:lvl5pPr>
            </a:lstStyle>
            <a:p>
              <a:pPr marL="0" lvl="0" indent="0" eaLnBrk="1" hangingPunct="1">
                <a:spcBef>
                  <a:spcPct val="50000"/>
                </a:spcBef>
                <a:buNone/>
              </a:pPr>
              <a:r>
                <a:rPr lang="zh-CN" altLang="en-US" sz="2000" dirty="0">
                  <a:solidFill>
                    <a:schemeClr val="tx1"/>
                  </a:solidFill>
                  <a:latin typeface="Tahoma" panose="020B0604030504040204" pitchFamily="34" charset="0"/>
                </a:rPr>
                <a:t>1 1 . 0 1 1</a:t>
              </a:r>
              <a:endParaRPr lang="zh-CN" altLang="en-US" sz="2000" dirty="0">
                <a:solidFill>
                  <a:schemeClr val="tx1"/>
                </a:solidFill>
                <a:latin typeface="Tahoma" panose="020B0604030504040204" pitchFamily="34" charset="0"/>
              </a:endParaRPr>
            </a:p>
          </p:txBody>
        </p:sp>
        <p:sp>
          <p:nvSpPr>
            <p:cNvPr id="60429" name="Text Box 13"/>
            <p:cNvSpPr txBox="1"/>
            <p:nvPr/>
          </p:nvSpPr>
          <p:spPr>
            <a:xfrm>
              <a:off x="1248" y="1200"/>
              <a:ext cx="1056" cy="210"/>
            </a:xfrm>
            <a:prstGeom prst="rect">
              <a:avLst/>
            </a:prstGeom>
            <a:noFill/>
            <a:ln w="9525">
              <a:noFill/>
            </a:ln>
          </p:spPr>
          <p:txBody>
            <a:bodyPr>
              <a:spAutoFit/>
            </a:bodyPr>
            <a:lstStyle>
              <a:lvl1pPr marL="342900" indent="-342900" algn="l" rtl="0" eaLnBrk="0" fontAlgn="base" hangingPunct="0">
                <a:spcBef>
                  <a:spcPct val="20000"/>
                </a:spcBef>
                <a:spcAft>
                  <a:spcPct val="0"/>
                </a:spcAft>
                <a:buChar char="•"/>
                <a:defRPr sz="3200">
                  <a:solidFill>
                    <a:srgbClr val="666699"/>
                  </a:solidFill>
                  <a:latin typeface="+mn-lt"/>
                  <a:ea typeface="+mn-ea"/>
                  <a:cs typeface="+mn-cs"/>
                </a:defRPr>
              </a:lvl1pPr>
              <a:lvl2pPr marL="742950" indent="-285750" algn="l" rtl="0" eaLnBrk="0" fontAlgn="base" hangingPunct="0">
                <a:spcBef>
                  <a:spcPct val="20000"/>
                </a:spcBef>
                <a:spcAft>
                  <a:spcPct val="0"/>
                </a:spcAft>
                <a:buChar char="–"/>
                <a:defRPr sz="2800">
                  <a:solidFill>
                    <a:srgbClr val="666699"/>
                  </a:solidFill>
                  <a:latin typeface="+mn-lt"/>
                  <a:ea typeface="+mn-ea"/>
                </a:defRPr>
              </a:lvl2pPr>
              <a:lvl3pPr marL="1143000" indent="-228600" algn="l" rtl="0" eaLnBrk="0" fontAlgn="base" hangingPunct="0">
                <a:spcBef>
                  <a:spcPct val="20000"/>
                </a:spcBef>
                <a:spcAft>
                  <a:spcPct val="0"/>
                </a:spcAft>
                <a:buChar char="•"/>
                <a:defRPr sz="2400">
                  <a:solidFill>
                    <a:srgbClr val="666699"/>
                  </a:solidFill>
                  <a:latin typeface="+mn-lt"/>
                  <a:ea typeface="+mn-ea"/>
                </a:defRPr>
              </a:lvl3pPr>
              <a:lvl4pPr marL="1600200" indent="-228600" algn="l" rtl="0" eaLnBrk="0" fontAlgn="base" hangingPunct="0">
                <a:spcBef>
                  <a:spcPct val="20000"/>
                </a:spcBef>
                <a:spcAft>
                  <a:spcPct val="0"/>
                </a:spcAft>
                <a:buChar char="–"/>
                <a:defRPr sz="2000">
                  <a:solidFill>
                    <a:srgbClr val="666699"/>
                  </a:solidFill>
                  <a:latin typeface="+mn-lt"/>
                  <a:ea typeface="+mn-ea"/>
                </a:defRPr>
              </a:lvl4pPr>
              <a:lvl5pPr marL="2057400" indent="-228600" algn="l" rtl="0" eaLnBrk="0" fontAlgn="base" hangingPunct="0">
                <a:spcBef>
                  <a:spcPct val="20000"/>
                </a:spcBef>
                <a:spcAft>
                  <a:spcPct val="0"/>
                </a:spcAft>
                <a:buChar char="»"/>
                <a:defRPr sz="2000">
                  <a:solidFill>
                    <a:srgbClr val="666699"/>
                  </a:solidFill>
                  <a:latin typeface="+mn-lt"/>
                  <a:ea typeface="+mn-ea"/>
                </a:defRPr>
              </a:lvl5pPr>
            </a:lstStyle>
            <a:p>
              <a:pPr marL="0" lvl="0" indent="0" eaLnBrk="1" hangingPunct="1">
                <a:spcBef>
                  <a:spcPct val="50000"/>
                </a:spcBef>
                <a:buNone/>
              </a:pPr>
              <a:r>
                <a:rPr lang="zh-CN" altLang="en-US" sz="2000" dirty="0">
                  <a:solidFill>
                    <a:schemeClr val="tx1"/>
                  </a:solidFill>
                  <a:latin typeface="Tahoma" panose="020B0604030504040204" pitchFamily="34" charset="0"/>
                </a:rPr>
                <a:t>0 0 . 0 0 1</a:t>
              </a:r>
              <a:endParaRPr lang="zh-CN" altLang="en-US" sz="2000" dirty="0">
                <a:solidFill>
                  <a:schemeClr val="tx1"/>
                </a:solidFill>
                <a:latin typeface="Tahoma" panose="020B0604030504040204" pitchFamily="34" charset="0"/>
              </a:endParaRPr>
            </a:p>
          </p:txBody>
        </p:sp>
        <p:sp>
          <p:nvSpPr>
            <p:cNvPr id="60430" name="Text Box 14"/>
            <p:cNvSpPr txBox="1"/>
            <p:nvPr/>
          </p:nvSpPr>
          <p:spPr>
            <a:xfrm>
              <a:off x="1248" y="1354"/>
              <a:ext cx="1056" cy="210"/>
            </a:xfrm>
            <a:prstGeom prst="rect">
              <a:avLst/>
            </a:prstGeom>
            <a:noFill/>
            <a:ln w="9525">
              <a:noFill/>
            </a:ln>
          </p:spPr>
          <p:txBody>
            <a:bodyPr>
              <a:spAutoFit/>
            </a:bodyPr>
            <a:lstStyle>
              <a:lvl1pPr marL="342900" indent="-342900" algn="l" rtl="0" eaLnBrk="0" fontAlgn="base" hangingPunct="0">
                <a:spcBef>
                  <a:spcPct val="20000"/>
                </a:spcBef>
                <a:spcAft>
                  <a:spcPct val="0"/>
                </a:spcAft>
                <a:buChar char="•"/>
                <a:defRPr sz="3200">
                  <a:solidFill>
                    <a:srgbClr val="666699"/>
                  </a:solidFill>
                  <a:latin typeface="+mn-lt"/>
                  <a:ea typeface="+mn-ea"/>
                  <a:cs typeface="+mn-cs"/>
                </a:defRPr>
              </a:lvl1pPr>
              <a:lvl2pPr marL="742950" indent="-285750" algn="l" rtl="0" eaLnBrk="0" fontAlgn="base" hangingPunct="0">
                <a:spcBef>
                  <a:spcPct val="20000"/>
                </a:spcBef>
                <a:spcAft>
                  <a:spcPct val="0"/>
                </a:spcAft>
                <a:buChar char="–"/>
                <a:defRPr sz="2800">
                  <a:solidFill>
                    <a:srgbClr val="666699"/>
                  </a:solidFill>
                  <a:latin typeface="+mn-lt"/>
                  <a:ea typeface="+mn-ea"/>
                </a:defRPr>
              </a:lvl2pPr>
              <a:lvl3pPr marL="1143000" indent="-228600" algn="l" rtl="0" eaLnBrk="0" fontAlgn="base" hangingPunct="0">
                <a:spcBef>
                  <a:spcPct val="20000"/>
                </a:spcBef>
                <a:spcAft>
                  <a:spcPct val="0"/>
                </a:spcAft>
                <a:buChar char="•"/>
                <a:defRPr sz="2400">
                  <a:solidFill>
                    <a:srgbClr val="666699"/>
                  </a:solidFill>
                  <a:latin typeface="+mn-lt"/>
                  <a:ea typeface="+mn-ea"/>
                </a:defRPr>
              </a:lvl3pPr>
              <a:lvl4pPr marL="1600200" indent="-228600" algn="l" rtl="0" eaLnBrk="0" fontAlgn="base" hangingPunct="0">
                <a:spcBef>
                  <a:spcPct val="20000"/>
                </a:spcBef>
                <a:spcAft>
                  <a:spcPct val="0"/>
                </a:spcAft>
                <a:buChar char="–"/>
                <a:defRPr sz="2000">
                  <a:solidFill>
                    <a:srgbClr val="666699"/>
                  </a:solidFill>
                  <a:latin typeface="+mn-lt"/>
                  <a:ea typeface="+mn-ea"/>
                </a:defRPr>
              </a:lvl4pPr>
              <a:lvl5pPr marL="2057400" indent="-228600" algn="l" rtl="0" eaLnBrk="0" fontAlgn="base" hangingPunct="0">
                <a:spcBef>
                  <a:spcPct val="20000"/>
                </a:spcBef>
                <a:spcAft>
                  <a:spcPct val="0"/>
                </a:spcAft>
                <a:buChar char="»"/>
                <a:defRPr sz="2000">
                  <a:solidFill>
                    <a:srgbClr val="666699"/>
                  </a:solidFill>
                  <a:latin typeface="+mn-lt"/>
                  <a:ea typeface="+mn-ea"/>
                </a:defRPr>
              </a:lvl5pPr>
            </a:lstStyle>
            <a:p>
              <a:pPr marL="0" lvl="0" indent="0" eaLnBrk="1" hangingPunct="1">
                <a:spcBef>
                  <a:spcPct val="50000"/>
                </a:spcBef>
                <a:buNone/>
              </a:pPr>
              <a:r>
                <a:rPr lang="zh-CN" altLang="en-US" sz="2000" dirty="0">
                  <a:solidFill>
                    <a:schemeClr val="tx1"/>
                  </a:solidFill>
                  <a:latin typeface="Tahoma" panose="020B0604030504040204" pitchFamily="34" charset="0"/>
                </a:rPr>
                <a:t>0 0 . 0 1 0</a:t>
              </a:r>
              <a:endParaRPr lang="zh-CN" altLang="en-US" sz="2000" dirty="0">
                <a:solidFill>
                  <a:schemeClr val="tx1"/>
                </a:solidFill>
                <a:latin typeface="Tahoma" panose="020B0604030504040204" pitchFamily="34" charset="0"/>
              </a:endParaRPr>
            </a:p>
          </p:txBody>
        </p:sp>
        <p:sp>
          <p:nvSpPr>
            <p:cNvPr id="60431" name="Text Box 15"/>
            <p:cNvSpPr txBox="1"/>
            <p:nvPr/>
          </p:nvSpPr>
          <p:spPr>
            <a:xfrm>
              <a:off x="1248" y="1488"/>
              <a:ext cx="1056" cy="210"/>
            </a:xfrm>
            <a:prstGeom prst="rect">
              <a:avLst/>
            </a:prstGeom>
            <a:noFill/>
            <a:ln w="9525">
              <a:noFill/>
            </a:ln>
          </p:spPr>
          <p:txBody>
            <a:bodyPr>
              <a:spAutoFit/>
            </a:bodyPr>
            <a:lstStyle>
              <a:lvl1pPr marL="342900" indent="-342900" algn="l" rtl="0" eaLnBrk="0" fontAlgn="base" hangingPunct="0">
                <a:spcBef>
                  <a:spcPct val="20000"/>
                </a:spcBef>
                <a:spcAft>
                  <a:spcPct val="0"/>
                </a:spcAft>
                <a:buChar char="•"/>
                <a:defRPr sz="3200">
                  <a:solidFill>
                    <a:srgbClr val="666699"/>
                  </a:solidFill>
                  <a:latin typeface="+mn-lt"/>
                  <a:ea typeface="+mn-ea"/>
                  <a:cs typeface="+mn-cs"/>
                </a:defRPr>
              </a:lvl1pPr>
              <a:lvl2pPr marL="742950" indent="-285750" algn="l" rtl="0" eaLnBrk="0" fontAlgn="base" hangingPunct="0">
                <a:spcBef>
                  <a:spcPct val="20000"/>
                </a:spcBef>
                <a:spcAft>
                  <a:spcPct val="0"/>
                </a:spcAft>
                <a:buChar char="–"/>
                <a:defRPr sz="2800">
                  <a:solidFill>
                    <a:srgbClr val="666699"/>
                  </a:solidFill>
                  <a:latin typeface="+mn-lt"/>
                  <a:ea typeface="+mn-ea"/>
                </a:defRPr>
              </a:lvl2pPr>
              <a:lvl3pPr marL="1143000" indent="-228600" algn="l" rtl="0" eaLnBrk="0" fontAlgn="base" hangingPunct="0">
                <a:spcBef>
                  <a:spcPct val="20000"/>
                </a:spcBef>
                <a:spcAft>
                  <a:spcPct val="0"/>
                </a:spcAft>
                <a:buChar char="•"/>
                <a:defRPr sz="2400">
                  <a:solidFill>
                    <a:srgbClr val="666699"/>
                  </a:solidFill>
                  <a:latin typeface="+mn-lt"/>
                  <a:ea typeface="+mn-ea"/>
                </a:defRPr>
              </a:lvl3pPr>
              <a:lvl4pPr marL="1600200" indent="-228600" algn="l" rtl="0" eaLnBrk="0" fontAlgn="base" hangingPunct="0">
                <a:spcBef>
                  <a:spcPct val="20000"/>
                </a:spcBef>
                <a:spcAft>
                  <a:spcPct val="0"/>
                </a:spcAft>
                <a:buChar char="–"/>
                <a:defRPr sz="2000">
                  <a:solidFill>
                    <a:srgbClr val="666699"/>
                  </a:solidFill>
                  <a:latin typeface="+mn-lt"/>
                  <a:ea typeface="+mn-ea"/>
                </a:defRPr>
              </a:lvl4pPr>
              <a:lvl5pPr marL="2057400" indent="-228600" algn="l" rtl="0" eaLnBrk="0" fontAlgn="base" hangingPunct="0">
                <a:spcBef>
                  <a:spcPct val="20000"/>
                </a:spcBef>
                <a:spcAft>
                  <a:spcPct val="0"/>
                </a:spcAft>
                <a:buChar char="»"/>
                <a:defRPr sz="2000">
                  <a:solidFill>
                    <a:srgbClr val="666699"/>
                  </a:solidFill>
                  <a:latin typeface="+mn-lt"/>
                  <a:ea typeface="+mn-ea"/>
                </a:defRPr>
              </a:lvl5pPr>
            </a:lstStyle>
            <a:p>
              <a:pPr marL="0" lvl="0" indent="0" eaLnBrk="1" hangingPunct="1">
                <a:spcBef>
                  <a:spcPct val="50000"/>
                </a:spcBef>
                <a:buNone/>
              </a:pPr>
              <a:r>
                <a:rPr lang="zh-CN" altLang="en-US" sz="2000" dirty="0">
                  <a:solidFill>
                    <a:schemeClr val="tx1"/>
                  </a:solidFill>
                  <a:latin typeface="Tahoma" panose="020B0604030504040204" pitchFamily="34" charset="0"/>
                </a:rPr>
                <a:t>1 1 . 0 1 1</a:t>
              </a:r>
              <a:endParaRPr lang="zh-CN" altLang="en-US" sz="2000" dirty="0">
                <a:solidFill>
                  <a:schemeClr val="tx1"/>
                </a:solidFill>
                <a:latin typeface="Tahoma" panose="020B0604030504040204" pitchFamily="34" charset="0"/>
              </a:endParaRPr>
            </a:p>
          </p:txBody>
        </p:sp>
        <p:sp>
          <p:nvSpPr>
            <p:cNvPr id="60432" name="Text Box 16"/>
            <p:cNvSpPr txBox="1"/>
            <p:nvPr/>
          </p:nvSpPr>
          <p:spPr>
            <a:xfrm>
              <a:off x="1248" y="1632"/>
              <a:ext cx="1056" cy="210"/>
            </a:xfrm>
            <a:prstGeom prst="rect">
              <a:avLst/>
            </a:prstGeom>
            <a:noFill/>
            <a:ln w="9525">
              <a:noFill/>
            </a:ln>
          </p:spPr>
          <p:txBody>
            <a:bodyPr>
              <a:spAutoFit/>
            </a:bodyPr>
            <a:lstStyle>
              <a:lvl1pPr marL="342900" indent="-342900" algn="l" rtl="0" eaLnBrk="0" fontAlgn="base" hangingPunct="0">
                <a:spcBef>
                  <a:spcPct val="20000"/>
                </a:spcBef>
                <a:spcAft>
                  <a:spcPct val="0"/>
                </a:spcAft>
                <a:buChar char="•"/>
                <a:defRPr sz="3200">
                  <a:solidFill>
                    <a:srgbClr val="666699"/>
                  </a:solidFill>
                  <a:latin typeface="+mn-lt"/>
                  <a:ea typeface="+mn-ea"/>
                  <a:cs typeface="+mn-cs"/>
                </a:defRPr>
              </a:lvl1pPr>
              <a:lvl2pPr marL="742950" indent="-285750" algn="l" rtl="0" eaLnBrk="0" fontAlgn="base" hangingPunct="0">
                <a:spcBef>
                  <a:spcPct val="20000"/>
                </a:spcBef>
                <a:spcAft>
                  <a:spcPct val="0"/>
                </a:spcAft>
                <a:buChar char="–"/>
                <a:defRPr sz="2800">
                  <a:solidFill>
                    <a:srgbClr val="666699"/>
                  </a:solidFill>
                  <a:latin typeface="+mn-lt"/>
                  <a:ea typeface="+mn-ea"/>
                </a:defRPr>
              </a:lvl2pPr>
              <a:lvl3pPr marL="1143000" indent="-228600" algn="l" rtl="0" eaLnBrk="0" fontAlgn="base" hangingPunct="0">
                <a:spcBef>
                  <a:spcPct val="20000"/>
                </a:spcBef>
                <a:spcAft>
                  <a:spcPct val="0"/>
                </a:spcAft>
                <a:buChar char="•"/>
                <a:defRPr sz="2400">
                  <a:solidFill>
                    <a:srgbClr val="666699"/>
                  </a:solidFill>
                  <a:latin typeface="+mn-lt"/>
                  <a:ea typeface="+mn-ea"/>
                </a:defRPr>
              </a:lvl3pPr>
              <a:lvl4pPr marL="1600200" indent="-228600" algn="l" rtl="0" eaLnBrk="0" fontAlgn="base" hangingPunct="0">
                <a:spcBef>
                  <a:spcPct val="20000"/>
                </a:spcBef>
                <a:spcAft>
                  <a:spcPct val="0"/>
                </a:spcAft>
                <a:buChar char="–"/>
                <a:defRPr sz="2000">
                  <a:solidFill>
                    <a:srgbClr val="666699"/>
                  </a:solidFill>
                  <a:latin typeface="+mn-lt"/>
                  <a:ea typeface="+mn-ea"/>
                </a:defRPr>
              </a:lvl4pPr>
              <a:lvl5pPr marL="2057400" indent="-228600" algn="l" rtl="0" eaLnBrk="0" fontAlgn="base" hangingPunct="0">
                <a:spcBef>
                  <a:spcPct val="20000"/>
                </a:spcBef>
                <a:spcAft>
                  <a:spcPct val="0"/>
                </a:spcAft>
                <a:buChar char="»"/>
                <a:defRPr sz="2000">
                  <a:solidFill>
                    <a:srgbClr val="666699"/>
                  </a:solidFill>
                  <a:latin typeface="+mn-lt"/>
                  <a:ea typeface="+mn-ea"/>
                </a:defRPr>
              </a:lvl5pPr>
            </a:lstStyle>
            <a:p>
              <a:pPr marL="0" lvl="0" indent="0" eaLnBrk="1" hangingPunct="1">
                <a:spcBef>
                  <a:spcPct val="50000"/>
                </a:spcBef>
                <a:buNone/>
              </a:pPr>
              <a:r>
                <a:rPr lang="zh-CN" altLang="en-US" sz="2000" dirty="0">
                  <a:solidFill>
                    <a:schemeClr val="tx1"/>
                  </a:solidFill>
                  <a:latin typeface="Tahoma" panose="020B0604030504040204" pitchFamily="34" charset="0"/>
                </a:rPr>
                <a:t>1 1 . 1 0 1</a:t>
              </a:r>
              <a:endParaRPr lang="zh-CN" altLang="en-US" sz="2000" dirty="0">
                <a:solidFill>
                  <a:schemeClr val="tx1"/>
                </a:solidFill>
                <a:latin typeface="Tahoma" panose="020B0604030504040204" pitchFamily="34" charset="0"/>
              </a:endParaRPr>
            </a:p>
          </p:txBody>
        </p:sp>
        <p:sp>
          <p:nvSpPr>
            <p:cNvPr id="60433" name="Line 17"/>
            <p:cNvSpPr/>
            <p:nvPr/>
          </p:nvSpPr>
          <p:spPr>
            <a:xfrm>
              <a:off x="48" y="346"/>
              <a:ext cx="3216" cy="0"/>
            </a:xfrm>
            <a:prstGeom prst="line">
              <a:avLst/>
            </a:prstGeom>
            <a:ln w="9525" cap="flat" cmpd="sng">
              <a:solidFill>
                <a:schemeClr val="tx1"/>
              </a:solidFill>
              <a:prstDash val="solid"/>
              <a:headEnd type="none" w="med" len="med"/>
              <a:tailEnd type="none" w="med" len="med"/>
            </a:ln>
          </p:spPr>
        </p:sp>
        <p:sp>
          <p:nvSpPr>
            <p:cNvPr id="60434" name="Line 18"/>
            <p:cNvSpPr/>
            <p:nvPr/>
          </p:nvSpPr>
          <p:spPr>
            <a:xfrm>
              <a:off x="48" y="826"/>
              <a:ext cx="3312" cy="0"/>
            </a:xfrm>
            <a:prstGeom prst="line">
              <a:avLst/>
            </a:prstGeom>
            <a:ln w="9525" cap="flat" cmpd="sng">
              <a:solidFill>
                <a:schemeClr val="tx1"/>
              </a:solidFill>
              <a:prstDash val="solid"/>
              <a:headEnd type="none" w="med" len="med"/>
              <a:tailEnd type="none" w="med" len="med"/>
            </a:ln>
          </p:spPr>
        </p:sp>
        <p:sp>
          <p:nvSpPr>
            <p:cNvPr id="60435" name="Line 19"/>
            <p:cNvSpPr/>
            <p:nvPr/>
          </p:nvSpPr>
          <p:spPr>
            <a:xfrm>
              <a:off x="96" y="1258"/>
              <a:ext cx="3264" cy="0"/>
            </a:xfrm>
            <a:prstGeom prst="line">
              <a:avLst/>
            </a:prstGeom>
            <a:ln w="9525" cap="flat" cmpd="sng">
              <a:solidFill>
                <a:schemeClr val="tx1"/>
              </a:solidFill>
              <a:prstDash val="solid"/>
              <a:headEnd type="none" w="med" len="med"/>
              <a:tailEnd type="none" w="med" len="med"/>
            </a:ln>
          </p:spPr>
        </p:sp>
        <p:sp>
          <p:nvSpPr>
            <p:cNvPr id="60436" name="Line 20"/>
            <p:cNvSpPr/>
            <p:nvPr/>
          </p:nvSpPr>
          <p:spPr>
            <a:xfrm>
              <a:off x="48" y="1690"/>
              <a:ext cx="3312" cy="0"/>
            </a:xfrm>
            <a:prstGeom prst="line">
              <a:avLst/>
            </a:prstGeom>
            <a:ln w="9525" cap="flat" cmpd="sng">
              <a:solidFill>
                <a:schemeClr val="tx1"/>
              </a:solidFill>
              <a:prstDash val="solid"/>
              <a:headEnd type="none" w="med" len="med"/>
              <a:tailEnd type="none" w="med" len="med"/>
            </a:ln>
          </p:spPr>
        </p:sp>
        <p:sp>
          <p:nvSpPr>
            <p:cNvPr id="60437" name="Text Box 21"/>
            <p:cNvSpPr txBox="1"/>
            <p:nvPr/>
          </p:nvSpPr>
          <p:spPr>
            <a:xfrm>
              <a:off x="0" y="106"/>
              <a:ext cx="912" cy="210"/>
            </a:xfrm>
            <a:prstGeom prst="rect">
              <a:avLst/>
            </a:prstGeom>
            <a:noFill/>
            <a:ln w="9525">
              <a:noFill/>
            </a:ln>
          </p:spPr>
          <p:txBody>
            <a:bodyPr>
              <a:spAutoFit/>
            </a:bodyPr>
            <a:lstStyle>
              <a:lvl1pPr marL="342900" indent="-342900" algn="l" rtl="0" eaLnBrk="0" fontAlgn="base" hangingPunct="0">
                <a:spcBef>
                  <a:spcPct val="20000"/>
                </a:spcBef>
                <a:spcAft>
                  <a:spcPct val="0"/>
                </a:spcAft>
                <a:buChar char="•"/>
                <a:defRPr sz="3200">
                  <a:solidFill>
                    <a:srgbClr val="666699"/>
                  </a:solidFill>
                  <a:latin typeface="+mn-lt"/>
                  <a:ea typeface="+mn-ea"/>
                  <a:cs typeface="+mn-cs"/>
                </a:defRPr>
              </a:lvl1pPr>
              <a:lvl2pPr marL="742950" indent="-285750" algn="l" rtl="0" eaLnBrk="0" fontAlgn="base" hangingPunct="0">
                <a:spcBef>
                  <a:spcPct val="20000"/>
                </a:spcBef>
                <a:spcAft>
                  <a:spcPct val="0"/>
                </a:spcAft>
                <a:buChar char="–"/>
                <a:defRPr sz="2800">
                  <a:solidFill>
                    <a:srgbClr val="666699"/>
                  </a:solidFill>
                  <a:latin typeface="+mn-lt"/>
                  <a:ea typeface="+mn-ea"/>
                </a:defRPr>
              </a:lvl2pPr>
              <a:lvl3pPr marL="1143000" indent="-228600" algn="l" rtl="0" eaLnBrk="0" fontAlgn="base" hangingPunct="0">
                <a:spcBef>
                  <a:spcPct val="20000"/>
                </a:spcBef>
                <a:spcAft>
                  <a:spcPct val="0"/>
                </a:spcAft>
                <a:buChar char="•"/>
                <a:defRPr sz="2400">
                  <a:solidFill>
                    <a:srgbClr val="666699"/>
                  </a:solidFill>
                  <a:latin typeface="+mn-lt"/>
                  <a:ea typeface="+mn-ea"/>
                </a:defRPr>
              </a:lvl3pPr>
              <a:lvl4pPr marL="1600200" indent="-228600" algn="l" rtl="0" eaLnBrk="0" fontAlgn="base" hangingPunct="0">
                <a:spcBef>
                  <a:spcPct val="20000"/>
                </a:spcBef>
                <a:spcAft>
                  <a:spcPct val="0"/>
                </a:spcAft>
                <a:buChar char="–"/>
                <a:defRPr sz="2000">
                  <a:solidFill>
                    <a:srgbClr val="666699"/>
                  </a:solidFill>
                  <a:latin typeface="+mn-lt"/>
                  <a:ea typeface="+mn-ea"/>
                </a:defRPr>
              </a:lvl4pPr>
              <a:lvl5pPr marL="2057400" indent="-228600" algn="l" rtl="0" eaLnBrk="0" fontAlgn="base" hangingPunct="0">
                <a:spcBef>
                  <a:spcPct val="20000"/>
                </a:spcBef>
                <a:spcAft>
                  <a:spcPct val="0"/>
                </a:spcAft>
                <a:buChar char="»"/>
                <a:defRPr sz="2000">
                  <a:solidFill>
                    <a:srgbClr val="666699"/>
                  </a:solidFill>
                  <a:latin typeface="+mn-lt"/>
                  <a:ea typeface="+mn-ea"/>
                </a:defRPr>
              </a:lvl5pPr>
            </a:lstStyle>
            <a:p>
              <a:pPr marL="0" lvl="0" indent="0" eaLnBrk="1" hangingPunct="1">
                <a:spcBef>
                  <a:spcPct val="50000"/>
                </a:spcBef>
                <a:buNone/>
              </a:pPr>
              <a:r>
                <a:rPr lang="zh-CN" altLang="en-US" sz="2000" dirty="0">
                  <a:solidFill>
                    <a:schemeClr val="tx1"/>
                  </a:solidFill>
                  <a:latin typeface="Tahoma" panose="020B0604030504040204" pitchFamily="34" charset="0"/>
                </a:rPr>
                <a:t>+[Y]</a:t>
              </a:r>
              <a:r>
                <a:rPr lang="zh-CN" altLang="en-US" sz="2000" baseline="-25000" dirty="0">
                  <a:solidFill>
                    <a:schemeClr val="tx1"/>
                  </a:solidFill>
                  <a:latin typeface="Tahoma" panose="020B0604030504040204" pitchFamily="34" charset="0"/>
                </a:rPr>
                <a:t>补</a:t>
              </a:r>
              <a:endParaRPr lang="zh-CN" altLang="en-US" sz="2000" baseline="-25000" dirty="0">
                <a:solidFill>
                  <a:schemeClr val="tx1"/>
                </a:solidFill>
                <a:latin typeface="Tahoma" panose="020B0604030504040204" pitchFamily="34" charset="0"/>
              </a:endParaRPr>
            </a:p>
          </p:txBody>
        </p:sp>
        <p:sp>
          <p:nvSpPr>
            <p:cNvPr id="60438" name="Text Box 22"/>
            <p:cNvSpPr txBox="1"/>
            <p:nvPr/>
          </p:nvSpPr>
          <p:spPr>
            <a:xfrm>
              <a:off x="0" y="576"/>
              <a:ext cx="912" cy="210"/>
            </a:xfrm>
            <a:prstGeom prst="rect">
              <a:avLst/>
            </a:prstGeom>
            <a:noFill/>
            <a:ln w="9525">
              <a:noFill/>
            </a:ln>
          </p:spPr>
          <p:txBody>
            <a:bodyPr>
              <a:spAutoFit/>
            </a:bodyPr>
            <a:lstStyle>
              <a:lvl1pPr marL="342900" indent="-342900" algn="l" rtl="0" eaLnBrk="0" fontAlgn="base" hangingPunct="0">
                <a:spcBef>
                  <a:spcPct val="20000"/>
                </a:spcBef>
                <a:spcAft>
                  <a:spcPct val="0"/>
                </a:spcAft>
                <a:buChar char="•"/>
                <a:defRPr sz="3200">
                  <a:solidFill>
                    <a:srgbClr val="666699"/>
                  </a:solidFill>
                  <a:latin typeface="+mn-lt"/>
                  <a:ea typeface="+mn-ea"/>
                  <a:cs typeface="+mn-cs"/>
                </a:defRPr>
              </a:lvl1pPr>
              <a:lvl2pPr marL="742950" indent="-285750" algn="l" rtl="0" eaLnBrk="0" fontAlgn="base" hangingPunct="0">
                <a:spcBef>
                  <a:spcPct val="20000"/>
                </a:spcBef>
                <a:spcAft>
                  <a:spcPct val="0"/>
                </a:spcAft>
                <a:buChar char="–"/>
                <a:defRPr sz="2800">
                  <a:solidFill>
                    <a:srgbClr val="666699"/>
                  </a:solidFill>
                  <a:latin typeface="+mn-lt"/>
                  <a:ea typeface="+mn-ea"/>
                </a:defRPr>
              </a:lvl2pPr>
              <a:lvl3pPr marL="1143000" indent="-228600" algn="l" rtl="0" eaLnBrk="0" fontAlgn="base" hangingPunct="0">
                <a:spcBef>
                  <a:spcPct val="20000"/>
                </a:spcBef>
                <a:spcAft>
                  <a:spcPct val="0"/>
                </a:spcAft>
                <a:buChar char="•"/>
                <a:defRPr sz="2400">
                  <a:solidFill>
                    <a:srgbClr val="666699"/>
                  </a:solidFill>
                  <a:latin typeface="+mn-lt"/>
                  <a:ea typeface="+mn-ea"/>
                </a:defRPr>
              </a:lvl3pPr>
              <a:lvl4pPr marL="1600200" indent="-228600" algn="l" rtl="0" eaLnBrk="0" fontAlgn="base" hangingPunct="0">
                <a:spcBef>
                  <a:spcPct val="20000"/>
                </a:spcBef>
                <a:spcAft>
                  <a:spcPct val="0"/>
                </a:spcAft>
                <a:buChar char="–"/>
                <a:defRPr sz="2000">
                  <a:solidFill>
                    <a:srgbClr val="666699"/>
                  </a:solidFill>
                  <a:latin typeface="+mn-lt"/>
                  <a:ea typeface="+mn-ea"/>
                </a:defRPr>
              </a:lvl4pPr>
              <a:lvl5pPr marL="2057400" indent="-228600" algn="l" rtl="0" eaLnBrk="0" fontAlgn="base" hangingPunct="0">
                <a:spcBef>
                  <a:spcPct val="20000"/>
                </a:spcBef>
                <a:spcAft>
                  <a:spcPct val="0"/>
                </a:spcAft>
                <a:buChar char="»"/>
                <a:defRPr sz="2000">
                  <a:solidFill>
                    <a:srgbClr val="666699"/>
                  </a:solidFill>
                  <a:latin typeface="+mn-lt"/>
                  <a:ea typeface="+mn-ea"/>
                </a:defRPr>
              </a:lvl5pPr>
            </a:lstStyle>
            <a:p>
              <a:pPr marL="0" lvl="0" indent="0" eaLnBrk="1" hangingPunct="1">
                <a:spcBef>
                  <a:spcPct val="50000"/>
                </a:spcBef>
                <a:buNone/>
              </a:pPr>
              <a:r>
                <a:rPr lang="zh-CN" altLang="en-US" sz="2000" dirty="0">
                  <a:solidFill>
                    <a:schemeClr val="tx1"/>
                  </a:solidFill>
                  <a:latin typeface="Tahoma" panose="020B0604030504040204" pitchFamily="34" charset="0"/>
                </a:rPr>
                <a:t>+[-Y]</a:t>
              </a:r>
              <a:r>
                <a:rPr lang="zh-CN" altLang="en-US" sz="2000" baseline="-25000" dirty="0">
                  <a:solidFill>
                    <a:schemeClr val="tx1"/>
                  </a:solidFill>
                  <a:latin typeface="Tahoma" panose="020B0604030504040204" pitchFamily="34" charset="0"/>
                </a:rPr>
                <a:t>补</a:t>
              </a:r>
              <a:endParaRPr lang="zh-CN" altLang="en-US" sz="2000" baseline="-25000" dirty="0">
                <a:solidFill>
                  <a:schemeClr val="tx1"/>
                </a:solidFill>
                <a:latin typeface="Tahoma" panose="020B0604030504040204" pitchFamily="34" charset="0"/>
              </a:endParaRPr>
            </a:p>
          </p:txBody>
        </p:sp>
        <p:sp>
          <p:nvSpPr>
            <p:cNvPr id="60439" name="Text Box 23"/>
            <p:cNvSpPr txBox="1"/>
            <p:nvPr/>
          </p:nvSpPr>
          <p:spPr>
            <a:xfrm>
              <a:off x="0" y="1008"/>
              <a:ext cx="912" cy="210"/>
            </a:xfrm>
            <a:prstGeom prst="rect">
              <a:avLst/>
            </a:prstGeom>
            <a:noFill/>
            <a:ln w="9525">
              <a:noFill/>
            </a:ln>
          </p:spPr>
          <p:txBody>
            <a:bodyPr>
              <a:spAutoFit/>
            </a:bodyPr>
            <a:lstStyle>
              <a:lvl1pPr marL="342900" indent="-342900" algn="l" rtl="0" eaLnBrk="0" fontAlgn="base" hangingPunct="0">
                <a:spcBef>
                  <a:spcPct val="20000"/>
                </a:spcBef>
                <a:spcAft>
                  <a:spcPct val="0"/>
                </a:spcAft>
                <a:buChar char="•"/>
                <a:defRPr sz="3200">
                  <a:solidFill>
                    <a:srgbClr val="666699"/>
                  </a:solidFill>
                  <a:latin typeface="+mn-lt"/>
                  <a:ea typeface="+mn-ea"/>
                  <a:cs typeface="+mn-cs"/>
                </a:defRPr>
              </a:lvl1pPr>
              <a:lvl2pPr marL="742950" indent="-285750" algn="l" rtl="0" eaLnBrk="0" fontAlgn="base" hangingPunct="0">
                <a:spcBef>
                  <a:spcPct val="20000"/>
                </a:spcBef>
                <a:spcAft>
                  <a:spcPct val="0"/>
                </a:spcAft>
                <a:buChar char="–"/>
                <a:defRPr sz="2800">
                  <a:solidFill>
                    <a:srgbClr val="666699"/>
                  </a:solidFill>
                  <a:latin typeface="+mn-lt"/>
                  <a:ea typeface="+mn-ea"/>
                </a:defRPr>
              </a:lvl2pPr>
              <a:lvl3pPr marL="1143000" indent="-228600" algn="l" rtl="0" eaLnBrk="0" fontAlgn="base" hangingPunct="0">
                <a:spcBef>
                  <a:spcPct val="20000"/>
                </a:spcBef>
                <a:spcAft>
                  <a:spcPct val="0"/>
                </a:spcAft>
                <a:buChar char="•"/>
                <a:defRPr sz="2400">
                  <a:solidFill>
                    <a:srgbClr val="666699"/>
                  </a:solidFill>
                  <a:latin typeface="+mn-lt"/>
                  <a:ea typeface="+mn-ea"/>
                </a:defRPr>
              </a:lvl3pPr>
              <a:lvl4pPr marL="1600200" indent="-228600" algn="l" rtl="0" eaLnBrk="0" fontAlgn="base" hangingPunct="0">
                <a:spcBef>
                  <a:spcPct val="20000"/>
                </a:spcBef>
                <a:spcAft>
                  <a:spcPct val="0"/>
                </a:spcAft>
                <a:buChar char="–"/>
                <a:defRPr sz="2000">
                  <a:solidFill>
                    <a:srgbClr val="666699"/>
                  </a:solidFill>
                  <a:latin typeface="+mn-lt"/>
                  <a:ea typeface="+mn-ea"/>
                </a:defRPr>
              </a:lvl4pPr>
              <a:lvl5pPr marL="2057400" indent="-228600" algn="l" rtl="0" eaLnBrk="0" fontAlgn="base" hangingPunct="0">
                <a:spcBef>
                  <a:spcPct val="20000"/>
                </a:spcBef>
                <a:spcAft>
                  <a:spcPct val="0"/>
                </a:spcAft>
                <a:buChar char="»"/>
                <a:defRPr sz="2000">
                  <a:solidFill>
                    <a:srgbClr val="666699"/>
                  </a:solidFill>
                  <a:latin typeface="+mn-lt"/>
                  <a:ea typeface="+mn-ea"/>
                </a:defRPr>
              </a:lvl5pPr>
            </a:lstStyle>
            <a:p>
              <a:pPr marL="0" lvl="0" indent="0" eaLnBrk="1" hangingPunct="1">
                <a:spcBef>
                  <a:spcPct val="50000"/>
                </a:spcBef>
                <a:buNone/>
              </a:pPr>
              <a:r>
                <a:rPr lang="zh-CN" altLang="en-US" sz="2000" dirty="0">
                  <a:solidFill>
                    <a:schemeClr val="tx1"/>
                  </a:solidFill>
                  <a:latin typeface="Tahoma" panose="020B0604030504040204" pitchFamily="34" charset="0"/>
                </a:rPr>
                <a:t>+[Y]</a:t>
              </a:r>
              <a:r>
                <a:rPr lang="zh-CN" altLang="en-US" sz="2000" baseline="-25000" dirty="0">
                  <a:solidFill>
                    <a:schemeClr val="tx1"/>
                  </a:solidFill>
                  <a:latin typeface="Tahoma" panose="020B0604030504040204" pitchFamily="34" charset="0"/>
                </a:rPr>
                <a:t>补</a:t>
              </a:r>
              <a:endParaRPr lang="zh-CN" altLang="en-US" sz="2000" baseline="-25000" dirty="0">
                <a:solidFill>
                  <a:schemeClr val="tx1"/>
                </a:solidFill>
                <a:latin typeface="Tahoma" panose="020B0604030504040204" pitchFamily="34" charset="0"/>
              </a:endParaRPr>
            </a:p>
          </p:txBody>
        </p:sp>
        <p:sp>
          <p:nvSpPr>
            <p:cNvPr id="60440" name="Text Box 24"/>
            <p:cNvSpPr txBox="1"/>
            <p:nvPr/>
          </p:nvSpPr>
          <p:spPr>
            <a:xfrm>
              <a:off x="0" y="1440"/>
              <a:ext cx="912" cy="210"/>
            </a:xfrm>
            <a:prstGeom prst="rect">
              <a:avLst/>
            </a:prstGeom>
            <a:noFill/>
            <a:ln w="9525">
              <a:noFill/>
            </a:ln>
          </p:spPr>
          <p:txBody>
            <a:bodyPr>
              <a:spAutoFit/>
            </a:bodyPr>
            <a:lstStyle>
              <a:lvl1pPr marL="342900" indent="-342900" algn="l" rtl="0" eaLnBrk="0" fontAlgn="base" hangingPunct="0">
                <a:spcBef>
                  <a:spcPct val="20000"/>
                </a:spcBef>
                <a:spcAft>
                  <a:spcPct val="0"/>
                </a:spcAft>
                <a:buChar char="•"/>
                <a:defRPr sz="3200">
                  <a:solidFill>
                    <a:srgbClr val="666699"/>
                  </a:solidFill>
                  <a:latin typeface="+mn-lt"/>
                  <a:ea typeface="+mn-ea"/>
                  <a:cs typeface="+mn-cs"/>
                </a:defRPr>
              </a:lvl1pPr>
              <a:lvl2pPr marL="742950" indent="-285750" algn="l" rtl="0" eaLnBrk="0" fontAlgn="base" hangingPunct="0">
                <a:spcBef>
                  <a:spcPct val="20000"/>
                </a:spcBef>
                <a:spcAft>
                  <a:spcPct val="0"/>
                </a:spcAft>
                <a:buChar char="–"/>
                <a:defRPr sz="2800">
                  <a:solidFill>
                    <a:srgbClr val="666699"/>
                  </a:solidFill>
                  <a:latin typeface="+mn-lt"/>
                  <a:ea typeface="+mn-ea"/>
                </a:defRPr>
              </a:lvl2pPr>
              <a:lvl3pPr marL="1143000" indent="-228600" algn="l" rtl="0" eaLnBrk="0" fontAlgn="base" hangingPunct="0">
                <a:spcBef>
                  <a:spcPct val="20000"/>
                </a:spcBef>
                <a:spcAft>
                  <a:spcPct val="0"/>
                </a:spcAft>
                <a:buChar char="•"/>
                <a:defRPr sz="2400">
                  <a:solidFill>
                    <a:srgbClr val="666699"/>
                  </a:solidFill>
                  <a:latin typeface="+mn-lt"/>
                  <a:ea typeface="+mn-ea"/>
                </a:defRPr>
              </a:lvl3pPr>
              <a:lvl4pPr marL="1600200" indent="-228600" algn="l" rtl="0" eaLnBrk="0" fontAlgn="base" hangingPunct="0">
                <a:spcBef>
                  <a:spcPct val="20000"/>
                </a:spcBef>
                <a:spcAft>
                  <a:spcPct val="0"/>
                </a:spcAft>
                <a:buChar char="–"/>
                <a:defRPr sz="2000">
                  <a:solidFill>
                    <a:srgbClr val="666699"/>
                  </a:solidFill>
                  <a:latin typeface="+mn-lt"/>
                  <a:ea typeface="+mn-ea"/>
                </a:defRPr>
              </a:lvl4pPr>
              <a:lvl5pPr marL="2057400" indent="-228600" algn="l" rtl="0" eaLnBrk="0" fontAlgn="base" hangingPunct="0">
                <a:spcBef>
                  <a:spcPct val="20000"/>
                </a:spcBef>
                <a:spcAft>
                  <a:spcPct val="0"/>
                </a:spcAft>
                <a:buChar char="»"/>
                <a:defRPr sz="2000">
                  <a:solidFill>
                    <a:srgbClr val="666699"/>
                  </a:solidFill>
                  <a:latin typeface="+mn-lt"/>
                  <a:ea typeface="+mn-ea"/>
                </a:defRPr>
              </a:lvl5pPr>
            </a:lstStyle>
            <a:p>
              <a:pPr marL="0" lvl="0" indent="0" eaLnBrk="1" hangingPunct="1">
                <a:spcBef>
                  <a:spcPct val="50000"/>
                </a:spcBef>
                <a:buNone/>
              </a:pPr>
              <a:r>
                <a:rPr lang="zh-CN" altLang="en-US" sz="2000" dirty="0">
                  <a:solidFill>
                    <a:schemeClr val="tx1"/>
                  </a:solidFill>
                  <a:latin typeface="Tahoma" panose="020B0604030504040204" pitchFamily="34" charset="0"/>
                </a:rPr>
                <a:t>+[Y]</a:t>
              </a:r>
              <a:r>
                <a:rPr lang="zh-CN" altLang="en-US" sz="2000" baseline="-25000" dirty="0">
                  <a:solidFill>
                    <a:schemeClr val="tx1"/>
                  </a:solidFill>
                  <a:latin typeface="Tahoma" panose="020B0604030504040204" pitchFamily="34" charset="0"/>
                </a:rPr>
                <a:t>补</a:t>
              </a:r>
              <a:endParaRPr lang="zh-CN" altLang="en-US" sz="2000" baseline="-25000" dirty="0">
                <a:solidFill>
                  <a:schemeClr val="tx1"/>
                </a:solidFill>
                <a:latin typeface="Tahoma" panose="020B0604030504040204" pitchFamily="34" charset="0"/>
              </a:endParaRPr>
            </a:p>
          </p:txBody>
        </p:sp>
        <p:sp>
          <p:nvSpPr>
            <p:cNvPr id="60441" name="Text Box 25"/>
            <p:cNvSpPr txBox="1"/>
            <p:nvPr/>
          </p:nvSpPr>
          <p:spPr>
            <a:xfrm>
              <a:off x="768" y="442"/>
              <a:ext cx="336" cy="210"/>
            </a:xfrm>
            <a:prstGeom prst="rect">
              <a:avLst/>
            </a:prstGeom>
            <a:noFill/>
            <a:ln w="9525">
              <a:noFill/>
            </a:ln>
          </p:spPr>
          <p:txBody>
            <a:bodyPr>
              <a:spAutoFit/>
            </a:bodyPr>
            <a:lstStyle>
              <a:lvl1pPr marL="342900" indent="-342900" algn="l" rtl="0" eaLnBrk="0" fontAlgn="base" hangingPunct="0">
                <a:spcBef>
                  <a:spcPct val="20000"/>
                </a:spcBef>
                <a:spcAft>
                  <a:spcPct val="0"/>
                </a:spcAft>
                <a:buChar char="•"/>
                <a:defRPr sz="3200">
                  <a:solidFill>
                    <a:srgbClr val="666699"/>
                  </a:solidFill>
                  <a:latin typeface="+mn-lt"/>
                  <a:ea typeface="+mn-ea"/>
                  <a:cs typeface="+mn-cs"/>
                </a:defRPr>
              </a:lvl1pPr>
              <a:lvl2pPr marL="742950" indent="-285750" algn="l" rtl="0" eaLnBrk="0" fontAlgn="base" hangingPunct="0">
                <a:spcBef>
                  <a:spcPct val="20000"/>
                </a:spcBef>
                <a:spcAft>
                  <a:spcPct val="0"/>
                </a:spcAft>
                <a:buChar char="–"/>
                <a:defRPr sz="2800">
                  <a:solidFill>
                    <a:srgbClr val="666699"/>
                  </a:solidFill>
                  <a:latin typeface="+mn-lt"/>
                  <a:ea typeface="+mn-ea"/>
                </a:defRPr>
              </a:lvl2pPr>
              <a:lvl3pPr marL="1143000" indent="-228600" algn="l" rtl="0" eaLnBrk="0" fontAlgn="base" hangingPunct="0">
                <a:spcBef>
                  <a:spcPct val="20000"/>
                </a:spcBef>
                <a:spcAft>
                  <a:spcPct val="0"/>
                </a:spcAft>
                <a:buChar char="•"/>
                <a:defRPr sz="2400">
                  <a:solidFill>
                    <a:srgbClr val="666699"/>
                  </a:solidFill>
                  <a:latin typeface="+mn-lt"/>
                  <a:ea typeface="+mn-ea"/>
                </a:defRPr>
              </a:lvl3pPr>
              <a:lvl4pPr marL="1600200" indent="-228600" algn="l" rtl="0" eaLnBrk="0" fontAlgn="base" hangingPunct="0">
                <a:spcBef>
                  <a:spcPct val="20000"/>
                </a:spcBef>
                <a:spcAft>
                  <a:spcPct val="0"/>
                </a:spcAft>
                <a:buChar char="–"/>
                <a:defRPr sz="2000">
                  <a:solidFill>
                    <a:srgbClr val="666699"/>
                  </a:solidFill>
                  <a:latin typeface="+mn-lt"/>
                  <a:ea typeface="+mn-ea"/>
                </a:defRPr>
              </a:lvl4pPr>
              <a:lvl5pPr marL="2057400" indent="-228600" algn="l" rtl="0" eaLnBrk="0" fontAlgn="base" hangingPunct="0">
                <a:spcBef>
                  <a:spcPct val="20000"/>
                </a:spcBef>
                <a:spcAft>
                  <a:spcPct val="0"/>
                </a:spcAft>
                <a:buChar char="»"/>
                <a:defRPr sz="2000">
                  <a:solidFill>
                    <a:srgbClr val="666699"/>
                  </a:solidFill>
                  <a:latin typeface="+mn-lt"/>
                  <a:ea typeface="+mn-ea"/>
                </a:defRPr>
              </a:lvl5pPr>
            </a:lstStyle>
            <a:p>
              <a:pPr marL="0" lvl="0" indent="0" eaLnBrk="1" hangingPunct="1">
                <a:spcBef>
                  <a:spcPct val="50000"/>
                </a:spcBef>
                <a:buNone/>
              </a:pPr>
              <a:r>
                <a:rPr lang="zh-CN" altLang="en-US" sz="2000" dirty="0">
                  <a:solidFill>
                    <a:schemeClr val="tx1"/>
                  </a:solidFill>
                  <a:latin typeface="Tahoma" panose="020B0604030504040204" pitchFamily="34" charset="0"/>
                </a:rPr>
                <a:t>←</a:t>
              </a:r>
              <a:endParaRPr lang="zh-CN" altLang="en-US" sz="2000" dirty="0">
                <a:solidFill>
                  <a:schemeClr val="tx1"/>
                </a:solidFill>
                <a:latin typeface="Tahoma" panose="020B0604030504040204" pitchFamily="34" charset="0"/>
              </a:endParaRPr>
            </a:p>
          </p:txBody>
        </p:sp>
        <p:sp>
          <p:nvSpPr>
            <p:cNvPr id="60442" name="Text Box 26"/>
            <p:cNvSpPr txBox="1"/>
            <p:nvPr/>
          </p:nvSpPr>
          <p:spPr>
            <a:xfrm>
              <a:off x="768" y="912"/>
              <a:ext cx="336" cy="210"/>
            </a:xfrm>
            <a:prstGeom prst="rect">
              <a:avLst/>
            </a:prstGeom>
            <a:noFill/>
            <a:ln w="9525">
              <a:noFill/>
            </a:ln>
          </p:spPr>
          <p:txBody>
            <a:bodyPr>
              <a:spAutoFit/>
            </a:bodyPr>
            <a:lstStyle>
              <a:lvl1pPr marL="342900" indent="-342900" algn="l" rtl="0" eaLnBrk="0" fontAlgn="base" hangingPunct="0">
                <a:spcBef>
                  <a:spcPct val="20000"/>
                </a:spcBef>
                <a:spcAft>
                  <a:spcPct val="0"/>
                </a:spcAft>
                <a:buChar char="•"/>
                <a:defRPr sz="3200">
                  <a:solidFill>
                    <a:srgbClr val="666699"/>
                  </a:solidFill>
                  <a:latin typeface="+mn-lt"/>
                  <a:ea typeface="+mn-ea"/>
                  <a:cs typeface="+mn-cs"/>
                </a:defRPr>
              </a:lvl1pPr>
              <a:lvl2pPr marL="742950" indent="-285750" algn="l" rtl="0" eaLnBrk="0" fontAlgn="base" hangingPunct="0">
                <a:spcBef>
                  <a:spcPct val="20000"/>
                </a:spcBef>
                <a:spcAft>
                  <a:spcPct val="0"/>
                </a:spcAft>
                <a:buChar char="–"/>
                <a:defRPr sz="2800">
                  <a:solidFill>
                    <a:srgbClr val="666699"/>
                  </a:solidFill>
                  <a:latin typeface="+mn-lt"/>
                  <a:ea typeface="+mn-ea"/>
                </a:defRPr>
              </a:lvl2pPr>
              <a:lvl3pPr marL="1143000" indent="-228600" algn="l" rtl="0" eaLnBrk="0" fontAlgn="base" hangingPunct="0">
                <a:spcBef>
                  <a:spcPct val="20000"/>
                </a:spcBef>
                <a:spcAft>
                  <a:spcPct val="0"/>
                </a:spcAft>
                <a:buChar char="•"/>
                <a:defRPr sz="2400">
                  <a:solidFill>
                    <a:srgbClr val="666699"/>
                  </a:solidFill>
                  <a:latin typeface="+mn-lt"/>
                  <a:ea typeface="+mn-ea"/>
                </a:defRPr>
              </a:lvl3pPr>
              <a:lvl4pPr marL="1600200" indent="-228600" algn="l" rtl="0" eaLnBrk="0" fontAlgn="base" hangingPunct="0">
                <a:spcBef>
                  <a:spcPct val="20000"/>
                </a:spcBef>
                <a:spcAft>
                  <a:spcPct val="0"/>
                </a:spcAft>
                <a:buChar char="–"/>
                <a:defRPr sz="2000">
                  <a:solidFill>
                    <a:srgbClr val="666699"/>
                  </a:solidFill>
                  <a:latin typeface="+mn-lt"/>
                  <a:ea typeface="+mn-ea"/>
                </a:defRPr>
              </a:lvl4pPr>
              <a:lvl5pPr marL="2057400" indent="-228600" algn="l" rtl="0" eaLnBrk="0" fontAlgn="base" hangingPunct="0">
                <a:spcBef>
                  <a:spcPct val="20000"/>
                </a:spcBef>
                <a:spcAft>
                  <a:spcPct val="0"/>
                </a:spcAft>
                <a:buChar char="»"/>
                <a:defRPr sz="2000">
                  <a:solidFill>
                    <a:srgbClr val="666699"/>
                  </a:solidFill>
                  <a:latin typeface="+mn-lt"/>
                  <a:ea typeface="+mn-ea"/>
                </a:defRPr>
              </a:lvl5pPr>
            </a:lstStyle>
            <a:p>
              <a:pPr marL="0" lvl="0" indent="0" eaLnBrk="1" hangingPunct="1">
                <a:spcBef>
                  <a:spcPct val="50000"/>
                </a:spcBef>
                <a:buNone/>
              </a:pPr>
              <a:r>
                <a:rPr lang="zh-CN" altLang="en-US" sz="2000" dirty="0">
                  <a:solidFill>
                    <a:schemeClr val="tx1"/>
                  </a:solidFill>
                  <a:latin typeface="Tahoma" panose="020B0604030504040204" pitchFamily="34" charset="0"/>
                </a:rPr>
                <a:t>←</a:t>
              </a:r>
              <a:endParaRPr lang="zh-CN" altLang="en-US" sz="2000" dirty="0">
                <a:solidFill>
                  <a:schemeClr val="tx1"/>
                </a:solidFill>
                <a:latin typeface="Tahoma" panose="020B0604030504040204" pitchFamily="34" charset="0"/>
              </a:endParaRPr>
            </a:p>
          </p:txBody>
        </p:sp>
        <p:sp>
          <p:nvSpPr>
            <p:cNvPr id="60443" name="Text Box 27"/>
            <p:cNvSpPr txBox="1"/>
            <p:nvPr/>
          </p:nvSpPr>
          <p:spPr>
            <a:xfrm>
              <a:off x="768" y="1354"/>
              <a:ext cx="336" cy="210"/>
            </a:xfrm>
            <a:prstGeom prst="rect">
              <a:avLst/>
            </a:prstGeom>
            <a:noFill/>
            <a:ln w="9525">
              <a:noFill/>
            </a:ln>
          </p:spPr>
          <p:txBody>
            <a:bodyPr>
              <a:spAutoFit/>
            </a:bodyPr>
            <a:lstStyle>
              <a:lvl1pPr marL="342900" indent="-342900" algn="l" rtl="0" eaLnBrk="0" fontAlgn="base" hangingPunct="0">
                <a:spcBef>
                  <a:spcPct val="20000"/>
                </a:spcBef>
                <a:spcAft>
                  <a:spcPct val="0"/>
                </a:spcAft>
                <a:buChar char="•"/>
                <a:defRPr sz="3200">
                  <a:solidFill>
                    <a:srgbClr val="666699"/>
                  </a:solidFill>
                  <a:latin typeface="+mn-lt"/>
                  <a:ea typeface="+mn-ea"/>
                  <a:cs typeface="+mn-cs"/>
                </a:defRPr>
              </a:lvl1pPr>
              <a:lvl2pPr marL="742950" indent="-285750" algn="l" rtl="0" eaLnBrk="0" fontAlgn="base" hangingPunct="0">
                <a:spcBef>
                  <a:spcPct val="20000"/>
                </a:spcBef>
                <a:spcAft>
                  <a:spcPct val="0"/>
                </a:spcAft>
                <a:buChar char="–"/>
                <a:defRPr sz="2800">
                  <a:solidFill>
                    <a:srgbClr val="666699"/>
                  </a:solidFill>
                  <a:latin typeface="+mn-lt"/>
                  <a:ea typeface="+mn-ea"/>
                </a:defRPr>
              </a:lvl2pPr>
              <a:lvl3pPr marL="1143000" indent="-228600" algn="l" rtl="0" eaLnBrk="0" fontAlgn="base" hangingPunct="0">
                <a:spcBef>
                  <a:spcPct val="20000"/>
                </a:spcBef>
                <a:spcAft>
                  <a:spcPct val="0"/>
                </a:spcAft>
                <a:buChar char="•"/>
                <a:defRPr sz="2400">
                  <a:solidFill>
                    <a:srgbClr val="666699"/>
                  </a:solidFill>
                  <a:latin typeface="+mn-lt"/>
                  <a:ea typeface="+mn-ea"/>
                </a:defRPr>
              </a:lvl3pPr>
              <a:lvl4pPr marL="1600200" indent="-228600" algn="l" rtl="0" eaLnBrk="0" fontAlgn="base" hangingPunct="0">
                <a:spcBef>
                  <a:spcPct val="20000"/>
                </a:spcBef>
                <a:spcAft>
                  <a:spcPct val="0"/>
                </a:spcAft>
                <a:buChar char="–"/>
                <a:defRPr sz="2000">
                  <a:solidFill>
                    <a:srgbClr val="666699"/>
                  </a:solidFill>
                  <a:latin typeface="+mn-lt"/>
                  <a:ea typeface="+mn-ea"/>
                </a:defRPr>
              </a:lvl4pPr>
              <a:lvl5pPr marL="2057400" indent="-228600" algn="l" rtl="0" eaLnBrk="0" fontAlgn="base" hangingPunct="0">
                <a:spcBef>
                  <a:spcPct val="20000"/>
                </a:spcBef>
                <a:spcAft>
                  <a:spcPct val="0"/>
                </a:spcAft>
                <a:buChar char="»"/>
                <a:defRPr sz="2000">
                  <a:solidFill>
                    <a:srgbClr val="666699"/>
                  </a:solidFill>
                  <a:latin typeface="+mn-lt"/>
                  <a:ea typeface="+mn-ea"/>
                </a:defRPr>
              </a:lvl5pPr>
            </a:lstStyle>
            <a:p>
              <a:pPr marL="0" lvl="0" indent="0" eaLnBrk="1" hangingPunct="1">
                <a:spcBef>
                  <a:spcPct val="50000"/>
                </a:spcBef>
                <a:buNone/>
              </a:pPr>
              <a:r>
                <a:rPr lang="zh-CN" altLang="en-US" sz="2000" dirty="0">
                  <a:solidFill>
                    <a:schemeClr val="tx1"/>
                  </a:solidFill>
                  <a:latin typeface="Tahoma" panose="020B0604030504040204" pitchFamily="34" charset="0"/>
                </a:rPr>
                <a:t>←</a:t>
              </a:r>
              <a:endParaRPr lang="zh-CN" altLang="en-US" sz="2000" dirty="0">
                <a:solidFill>
                  <a:schemeClr val="tx1"/>
                </a:solidFill>
                <a:latin typeface="Tahoma" panose="020B0604030504040204" pitchFamily="34" charset="0"/>
              </a:endParaRPr>
            </a:p>
          </p:txBody>
        </p:sp>
        <p:sp>
          <p:nvSpPr>
            <p:cNvPr id="60444" name="Text Box 28"/>
            <p:cNvSpPr txBox="1"/>
            <p:nvPr/>
          </p:nvSpPr>
          <p:spPr>
            <a:xfrm>
              <a:off x="2880" y="442"/>
              <a:ext cx="720" cy="210"/>
            </a:xfrm>
            <a:prstGeom prst="rect">
              <a:avLst/>
            </a:prstGeom>
            <a:noFill/>
            <a:ln w="9525">
              <a:noFill/>
            </a:ln>
          </p:spPr>
          <p:txBody>
            <a:bodyPr>
              <a:spAutoFit/>
            </a:bodyPr>
            <a:lstStyle>
              <a:lvl1pPr marL="342900" indent="-342900" algn="l" rtl="0" eaLnBrk="0" fontAlgn="base" hangingPunct="0">
                <a:spcBef>
                  <a:spcPct val="20000"/>
                </a:spcBef>
                <a:spcAft>
                  <a:spcPct val="0"/>
                </a:spcAft>
                <a:buChar char="•"/>
                <a:defRPr sz="3200">
                  <a:solidFill>
                    <a:srgbClr val="666699"/>
                  </a:solidFill>
                  <a:latin typeface="+mn-lt"/>
                  <a:ea typeface="+mn-ea"/>
                  <a:cs typeface="+mn-cs"/>
                </a:defRPr>
              </a:lvl1pPr>
              <a:lvl2pPr marL="742950" indent="-285750" algn="l" rtl="0" eaLnBrk="0" fontAlgn="base" hangingPunct="0">
                <a:spcBef>
                  <a:spcPct val="20000"/>
                </a:spcBef>
                <a:spcAft>
                  <a:spcPct val="0"/>
                </a:spcAft>
                <a:buChar char="–"/>
                <a:defRPr sz="2800">
                  <a:solidFill>
                    <a:srgbClr val="666699"/>
                  </a:solidFill>
                  <a:latin typeface="+mn-lt"/>
                  <a:ea typeface="+mn-ea"/>
                </a:defRPr>
              </a:lvl2pPr>
              <a:lvl3pPr marL="1143000" indent="-228600" algn="l" rtl="0" eaLnBrk="0" fontAlgn="base" hangingPunct="0">
                <a:spcBef>
                  <a:spcPct val="20000"/>
                </a:spcBef>
                <a:spcAft>
                  <a:spcPct val="0"/>
                </a:spcAft>
                <a:buChar char="•"/>
                <a:defRPr sz="2400">
                  <a:solidFill>
                    <a:srgbClr val="666699"/>
                  </a:solidFill>
                  <a:latin typeface="+mn-lt"/>
                  <a:ea typeface="+mn-ea"/>
                </a:defRPr>
              </a:lvl3pPr>
              <a:lvl4pPr marL="1600200" indent="-228600" algn="l" rtl="0" eaLnBrk="0" fontAlgn="base" hangingPunct="0">
                <a:spcBef>
                  <a:spcPct val="20000"/>
                </a:spcBef>
                <a:spcAft>
                  <a:spcPct val="0"/>
                </a:spcAft>
                <a:buChar char="–"/>
                <a:defRPr sz="2000">
                  <a:solidFill>
                    <a:srgbClr val="666699"/>
                  </a:solidFill>
                  <a:latin typeface="+mn-lt"/>
                  <a:ea typeface="+mn-ea"/>
                </a:defRPr>
              </a:lvl4pPr>
              <a:lvl5pPr marL="2057400" indent="-228600" algn="l" rtl="0" eaLnBrk="0" fontAlgn="base" hangingPunct="0">
                <a:spcBef>
                  <a:spcPct val="20000"/>
                </a:spcBef>
                <a:spcAft>
                  <a:spcPct val="0"/>
                </a:spcAft>
                <a:buChar char="»"/>
                <a:defRPr sz="2000">
                  <a:solidFill>
                    <a:srgbClr val="666699"/>
                  </a:solidFill>
                  <a:latin typeface="+mn-lt"/>
                  <a:ea typeface="+mn-ea"/>
                </a:defRPr>
              </a:lvl5pPr>
            </a:lstStyle>
            <a:p>
              <a:pPr marL="0" lvl="0" indent="0" eaLnBrk="1" hangingPunct="1">
                <a:spcBef>
                  <a:spcPct val="50000"/>
                </a:spcBef>
                <a:buNone/>
              </a:pPr>
              <a:r>
                <a:rPr lang="zh-CN" altLang="en-US" sz="2000" dirty="0">
                  <a:solidFill>
                    <a:schemeClr val="tx1"/>
                  </a:solidFill>
                  <a:latin typeface="Tahoma" panose="020B0604030504040204" pitchFamily="34" charset="0"/>
                </a:rPr>
                <a:t>1</a:t>
              </a:r>
              <a:endParaRPr lang="zh-CN" altLang="en-US" sz="2000" dirty="0">
                <a:solidFill>
                  <a:schemeClr val="tx1"/>
                </a:solidFill>
                <a:latin typeface="Tahoma" panose="020B0604030504040204" pitchFamily="34" charset="0"/>
              </a:endParaRPr>
            </a:p>
          </p:txBody>
        </p:sp>
        <p:sp>
          <p:nvSpPr>
            <p:cNvPr id="60445" name="Text Box 29"/>
            <p:cNvSpPr txBox="1"/>
            <p:nvPr/>
          </p:nvSpPr>
          <p:spPr>
            <a:xfrm>
              <a:off x="2784" y="912"/>
              <a:ext cx="720" cy="210"/>
            </a:xfrm>
            <a:prstGeom prst="rect">
              <a:avLst/>
            </a:prstGeom>
            <a:noFill/>
            <a:ln w="9525">
              <a:noFill/>
            </a:ln>
          </p:spPr>
          <p:txBody>
            <a:bodyPr>
              <a:spAutoFit/>
            </a:bodyPr>
            <a:lstStyle>
              <a:lvl1pPr marL="342900" indent="-342900" algn="l" rtl="0" eaLnBrk="0" fontAlgn="base" hangingPunct="0">
                <a:spcBef>
                  <a:spcPct val="20000"/>
                </a:spcBef>
                <a:spcAft>
                  <a:spcPct val="0"/>
                </a:spcAft>
                <a:buChar char="•"/>
                <a:defRPr sz="3200">
                  <a:solidFill>
                    <a:srgbClr val="666699"/>
                  </a:solidFill>
                  <a:latin typeface="+mn-lt"/>
                  <a:ea typeface="+mn-ea"/>
                  <a:cs typeface="+mn-cs"/>
                </a:defRPr>
              </a:lvl1pPr>
              <a:lvl2pPr marL="742950" indent="-285750" algn="l" rtl="0" eaLnBrk="0" fontAlgn="base" hangingPunct="0">
                <a:spcBef>
                  <a:spcPct val="20000"/>
                </a:spcBef>
                <a:spcAft>
                  <a:spcPct val="0"/>
                </a:spcAft>
                <a:buChar char="–"/>
                <a:defRPr sz="2800">
                  <a:solidFill>
                    <a:srgbClr val="666699"/>
                  </a:solidFill>
                  <a:latin typeface="+mn-lt"/>
                  <a:ea typeface="+mn-ea"/>
                </a:defRPr>
              </a:lvl2pPr>
              <a:lvl3pPr marL="1143000" indent="-228600" algn="l" rtl="0" eaLnBrk="0" fontAlgn="base" hangingPunct="0">
                <a:spcBef>
                  <a:spcPct val="20000"/>
                </a:spcBef>
                <a:spcAft>
                  <a:spcPct val="0"/>
                </a:spcAft>
                <a:buChar char="•"/>
                <a:defRPr sz="2400">
                  <a:solidFill>
                    <a:srgbClr val="666699"/>
                  </a:solidFill>
                  <a:latin typeface="+mn-lt"/>
                  <a:ea typeface="+mn-ea"/>
                </a:defRPr>
              </a:lvl3pPr>
              <a:lvl4pPr marL="1600200" indent="-228600" algn="l" rtl="0" eaLnBrk="0" fontAlgn="base" hangingPunct="0">
                <a:spcBef>
                  <a:spcPct val="20000"/>
                </a:spcBef>
                <a:spcAft>
                  <a:spcPct val="0"/>
                </a:spcAft>
                <a:buChar char="–"/>
                <a:defRPr sz="2000">
                  <a:solidFill>
                    <a:srgbClr val="666699"/>
                  </a:solidFill>
                  <a:latin typeface="+mn-lt"/>
                  <a:ea typeface="+mn-ea"/>
                </a:defRPr>
              </a:lvl4pPr>
              <a:lvl5pPr marL="2057400" indent="-228600" algn="l" rtl="0" eaLnBrk="0" fontAlgn="base" hangingPunct="0">
                <a:spcBef>
                  <a:spcPct val="20000"/>
                </a:spcBef>
                <a:spcAft>
                  <a:spcPct val="0"/>
                </a:spcAft>
                <a:buChar char="»"/>
                <a:defRPr sz="2000">
                  <a:solidFill>
                    <a:srgbClr val="666699"/>
                  </a:solidFill>
                  <a:latin typeface="+mn-lt"/>
                  <a:ea typeface="+mn-ea"/>
                </a:defRPr>
              </a:lvl5pPr>
            </a:lstStyle>
            <a:p>
              <a:pPr marL="0" lvl="0" indent="0" eaLnBrk="1" hangingPunct="1">
                <a:spcBef>
                  <a:spcPct val="50000"/>
                </a:spcBef>
                <a:buNone/>
              </a:pPr>
              <a:r>
                <a:rPr lang="zh-CN" altLang="en-US" sz="2000" dirty="0">
                  <a:solidFill>
                    <a:schemeClr val="tx1"/>
                  </a:solidFill>
                  <a:latin typeface="Tahoma" panose="020B0604030504040204" pitchFamily="34" charset="0"/>
                </a:rPr>
                <a:t>1.0</a:t>
              </a:r>
              <a:endParaRPr lang="zh-CN" altLang="en-US" sz="2000" dirty="0">
                <a:solidFill>
                  <a:schemeClr val="tx1"/>
                </a:solidFill>
                <a:latin typeface="Tahoma" panose="020B0604030504040204" pitchFamily="34" charset="0"/>
              </a:endParaRPr>
            </a:p>
          </p:txBody>
        </p:sp>
        <p:sp>
          <p:nvSpPr>
            <p:cNvPr id="60446" name="Text Box 30"/>
            <p:cNvSpPr txBox="1"/>
            <p:nvPr/>
          </p:nvSpPr>
          <p:spPr>
            <a:xfrm>
              <a:off x="2688" y="1354"/>
              <a:ext cx="720" cy="210"/>
            </a:xfrm>
            <a:prstGeom prst="rect">
              <a:avLst/>
            </a:prstGeom>
            <a:noFill/>
            <a:ln w="9525">
              <a:noFill/>
            </a:ln>
          </p:spPr>
          <p:txBody>
            <a:bodyPr>
              <a:spAutoFit/>
            </a:bodyPr>
            <a:lstStyle>
              <a:lvl1pPr marL="342900" indent="-342900" algn="l" rtl="0" eaLnBrk="0" fontAlgn="base" hangingPunct="0">
                <a:spcBef>
                  <a:spcPct val="20000"/>
                </a:spcBef>
                <a:spcAft>
                  <a:spcPct val="0"/>
                </a:spcAft>
                <a:buChar char="•"/>
                <a:defRPr sz="3200">
                  <a:solidFill>
                    <a:srgbClr val="666699"/>
                  </a:solidFill>
                  <a:latin typeface="+mn-lt"/>
                  <a:ea typeface="+mn-ea"/>
                  <a:cs typeface="+mn-cs"/>
                </a:defRPr>
              </a:lvl1pPr>
              <a:lvl2pPr marL="742950" indent="-285750" algn="l" rtl="0" eaLnBrk="0" fontAlgn="base" hangingPunct="0">
                <a:spcBef>
                  <a:spcPct val="20000"/>
                </a:spcBef>
                <a:spcAft>
                  <a:spcPct val="0"/>
                </a:spcAft>
                <a:buChar char="–"/>
                <a:defRPr sz="2800">
                  <a:solidFill>
                    <a:srgbClr val="666699"/>
                  </a:solidFill>
                  <a:latin typeface="+mn-lt"/>
                  <a:ea typeface="+mn-ea"/>
                </a:defRPr>
              </a:lvl2pPr>
              <a:lvl3pPr marL="1143000" indent="-228600" algn="l" rtl="0" eaLnBrk="0" fontAlgn="base" hangingPunct="0">
                <a:spcBef>
                  <a:spcPct val="20000"/>
                </a:spcBef>
                <a:spcAft>
                  <a:spcPct val="0"/>
                </a:spcAft>
                <a:buChar char="•"/>
                <a:defRPr sz="2400">
                  <a:solidFill>
                    <a:srgbClr val="666699"/>
                  </a:solidFill>
                  <a:latin typeface="+mn-lt"/>
                  <a:ea typeface="+mn-ea"/>
                </a:defRPr>
              </a:lvl3pPr>
              <a:lvl4pPr marL="1600200" indent="-228600" algn="l" rtl="0" eaLnBrk="0" fontAlgn="base" hangingPunct="0">
                <a:spcBef>
                  <a:spcPct val="20000"/>
                </a:spcBef>
                <a:spcAft>
                  <a:spcPct val="0"/>
                </a:spcAft>
                <a:buChar char="–"/>
                <a:defRPr sz="2000">
                  <a:solidFill>
                    <a:srgbClr val="666699"/>
                  </a:solidFill>
                  <a:latin typeface="+mn-lt"/>
                  <a:ea typeface="+mn-ea"/>
                </a:defRPr>
              </a:lvl4pPr>
              <a:lvl5pPr marL="2057400" indent="-228600" algn="l" rtl="0" eaLnBrk="0" fontAlgn="base" hangingPunct="0">
                <a:spcBef>
                  <a:spcPct val="20000"/>
                </a:spcBef>
                <a:spcAft>
                  <a:spcPct val="0"/>
                </a:spcAft>
                <a:buChar char="»"/>
                <a:defRPr sz="2000">
                  <a:solidFill>
                    <a:srgbClr val="666699"/>
                  </a:solidFill>
                  <a:latin typeface="+mn-lt"/>
                  <a:ea typeface="+mn-ea"/>
                </a:defRPr>
              </a:lvl5pPr>
            </a:lstStyle>
            <a:p>
              <a:pPr marL="0" lvl="0" indent="0" eaLnBrk="1" hangingPunct="1">
                <a:spcBef>
                  <a:spcPct val="50000"/>
                </a:spcBef>
                <a:buNone/>
              </a:pPr>
              <a:r>
                <a:rPr lang="zh-CN" altLang="en-US" sz="2000" dirty="0">
                  <a:solidFill>
                    <a:schemeClr val="tx1"/>
                  </a:solidFill>
                  <a:latin typeface="Tahoma" panose="020B0604030504040204" pitchFamily="34" charset="0"/>
                </a:rPr>
                <a:t>1.00</a:t>
              </a:r>
              <a:endParaRPr lang="zh-CN" altLang="en-US" sz="2000" dirty="0">
                <a:solidFill>
                  <a:schemeClr val="tx1"/>
                </a:solidFill>
                <a:latin typeface="Tahoma" panose="020B0604030504040204" pitchFamily="34" charset="0"/>
              </a:endParaRPr>
            </a:p>
          </p:txBody>
        </p:sp>
        <p:sp>
          <p:nvSpPr>
            <p:cNvPr id="60447" name="Text Box 31"/>
            <p:cNvSpPr txBox="1"/>
            <p:nvPr/>
          </p:nvSpPr>
          <p:spPr>
            <a:xfrm>
              <a:off x="3552" y="10"/>
              <a:ext cx="1584" cy="194"/>
            </a:xfrm>
            <a:prstGeom prst="rect">
              <a:avLst/>
            </a:prstGeom>
            <a:noFill/>
            <a:ln w="9525">
              <a:noFill/>
            </a:ln>
          </p:spPr>
          <p:txBody>
            <a:bodyPr>
              <a:spAutoFit/>
            </a:bodyPr>
            <a:lstStyle>
              <a:lvl1pPr marL="342900" indent="-342900" algn="l" rtl="0" eaLnBrk="0" fontAlgn="base" hangingPunct="0">
                <a:spcBef>
                  <a:spcPct val="20000"/>
                </a:spcBef>
                <a:spcAft>
                  <a:spcPct val="0"/>
                </a:spcAft>
                <a:buChar char="•"/>
                <a:defRPr sz="3200">
                  <a:solidFill>
                    <a:srgbClr val="666699"/>
                  </a:solidFill>
                  <a:latin typeface="+mn-lt"/>
                  <a:ea typeface="+mn-ea"/>
                  <a:cs typeface="+mn-cs"/>
                </a:defRPr>
              </a:lvl1pPr>
              <a:lvl2pPr marL="742950" indent="-285750" algn="l" rtl="0" eaLnBrk="0" fontAlgn="base" hangingPunct="0">
                <a:spcBef>
                  <a:spcPct val="20000"/>
                </a:spcBef>
                <a:spcAft>
                  <a:spcPct val="0"/>
                </a:spcAft>
                <a:buChar char="–"/>
                <a:defRPr sz="2800">
                  <a:solidFill>
                    <a:srgbClr val="666699"/>
                  </a:solidFill>
                  <a:latin typeface="+mn-lt"/>
                  <a:ea typeface="+mn-ea"/>
                </a:defRPr>
              </a:lvl2pPr>
              <a:lvl3pPr marL="1143000" indent="-228600" algn="l" rtl="0" eaLnBrk="0" fontAlgn="base" hangingPunct="0">
                <a:spcBef>
                  <a:spcPct val="20000"/>
                </a:spcBef>
                <a:spcAft>
                  <a:spcPct val="0"/>
                </a:spcAft>
                <a:buChar char="•"/>
                <a:defRPr sz="2400">
                  <a:solidFill>
                    <a:srgbClr val="666699"/>
                  </a:solidFill>
                  <a:latin typeface="+mn-lt"/>
                  <a:ea typeface="+mn-ea"/>
                </a:defRPr>
              </a:lvl3pPr>
              <a:lvl4pPr marL="1600200" indent="-228600" algn="l" rtl="0" eaLnBrk="0" fontAlgn="base" hangingPunct="0">
                <a:spcBef>
                  <a:spcPct val="20000"/>
                </a:spcBef>
                <a:spcAft>
                  <a:spcPct val="0"/>
                </a:spcAft>
                <a:buChar char="–"/>
                <a:defRPr sz="2000">
                  <a:solidFill>
                    <a:srgbClr val="666699"/>
                  </a:solidFill>
                  <a:latin typeface="+mn-lt"/>
                  <a:ea typeface="+mn-ea"/>
                </a:defRPr>
              </a:lvl4pPr>
              <a:lvl5pPr marL="2057400" indent="-228600" algn="l" rtl="0" eaLnBrk="0" fontAlgn="base" hangingPunct="0">
                <a:spcBef>
                  <a:spcPct val="20000"/>
                </a:spcBef>
                <a:spcAft>
                  <a:spcPct val="0"/>
                </a:spcAft>
                <a:buChar char="»"/>
                <a:defRPr sz="2000">
                  <a:solidFill>
                    <a:srgbClr val="666699"/>
                  </a:solidFill>
                  <a:latin typeface="+mn-lt"/>
                  <a:ea typeface="+mn-ea"/>
                </a:defRPr>
              </a:lvl5pPr>
            </a:lstStyle>
            <a:p>
              <a:pPr marL="0" lvl="0" indent="0" eaLnBrk="1" hangingPunct="1">
                <a:spcBef>
                  <a:spcPct val="50000"/>
                </a:spcBef>
                <a:buNone/>
              </a:pPr>
              <a:r>
                <a:rPr lang="zh-CN" altLang="en-US" sz="1800" dirty="0">
                  <a:solidFill>
                    <a:schemeClr val="tx1"/>
                  </a:solidFill>
                  <a:latin typeface="Tahoma" panose="020B0604030504040204" pitchFamily="34" charset="0"/>
                </a:rPr>
                <a:t>[X]</a:t>
              </a:r>
              <a:r>
                <a:rPr lang="zh-CN" altLang="en-US" sz="1800" baseline="-25000" dirty="0">
                  <a:solidFill>
                    <a:schemeClr val="tx1"/>
                  </a:solidFill>
                  <a:latin typeface="Tahoma" panose="020B0604030504040204" pitchFamily="34" charset="0"/>
                </a:rPr>
                <a:t>补</a:t>
              </a:r>
              <a:r>
                <a:rPr lang="zh-CN" altLang="en-US" sz="1800" dirty="0">
                  <a:solidFill>
                    <a:schemeClr val="tx1"/>
                  </a:solidFill>
                  <a:latin typeface="Tahoma" panose="020B0604030504040204" pitchFamily="34" charset="0"/>
                </a:rPr>
                <a:t>和[Y]</a:t>
              </a:r>
              <a:r>
                <a:rPr lang="zh-CN" altLang="en-US" sz="1800" baseline="-25000" dirty="0">
                  <a:solidFill>
                    <a:schemeClr val="tx1"/>
                  </a:solidFill>
                  <a:latin typeface="Tahoma" panose="020B0604030504040204" pitchFamily="34" charset="0"/>
                </a:rPr>
                <a:t>补</a:t>
              </a:r>
              <a:r>
                <a:rPr lang="zh-CN" altLang="en-US" sz="1800" dirty="0">
                  <a:solidFill>
                    <a:schemeClr val="tx1"/>
                  </a:solidFill>
                  <a:latin typeface="Tahoma" panose="020B0604030504040204" pitchFamily="34" charset="0"/>
                </a:rPr>
                <a:t>异号,加除数</a:t>
              </a:r>
              <a:endParaRPr lang="zh-CN" altLang="en-US" sz="1800" dirty="0">
                <a:solidFill>
                  <a:schemeClr val="tx1"/>
                </a:solidFill>
                <a:latin typeface="Tahoma" panose="020B0604030504040204" pitchFamily="34" charset="0"/>
              </a:endParaRPr>
            </a:p>
          </p:txBody>
        </p:sp>
        <p:sp>
          <p:nvSpPr>
            <p:cNvPr id="60448" name="Text Box 32"/>
            <p:cNvSpPr txBox="1"/>
            <p:nvPr/>
          </p:nvSpPr>
          <p:spPr>
            <a:xfrm>
              <a:off x="3552" y="154"/>
              <a:ext cx="1008" cy="194"/>
            </a:xfrm>
            <a:prstGeom prst="rect">
              <a:avLst/>
            </a:prstGeom>
            <a:noFill/>
            <a:ln w="9525">
              <a:noFill/>
            </a:ln>
          </p:spPr>
          <p:txBody>
            <a:bodyPr>
              <a:spAutoFit/>
            </a:bodyPr>
            <a:lstStyle>
              <a:lvl1pPr marL="342900" indent="-342900" algn="l" rtl="0" eaLnBrk="0" fontAlgn="base" hangingPunct="0">
                <a:spcBef>
                  <a:spcPct val="20000"/>
                </a:spcBef>
                <a:spcAft>
                  <a:spcPct val="0"/>
                </a:spcAft>
                <a:buChar char="•"/>
                <a:defRPr sz="3200">
                  <a:solidFill>
                    <a:srgbClr val="666699"/>
                  </a:solidFill>
                  <a:latin typeface="+mn-lt"/>
                  <a:ea typeface="+mn-ea"/>
                  <a:cs typeface="+mn-cs"/>
                </a:defRPr>
              </a:lvl1pPr>
              <a:lvl2pPr marL="742950" indent="-285750" algn="l" rtl="0" eaLnBrk="0" fontAlgn="base" hangingPunct="0">
                <a:spcBef>
                  <a:spcPct val="20000"/>
                </a:spcBef>
                <a:spcAft>
                  <a:spcPct val="0"/>
                </a:spcAft>
                <a:buChar char="–"/>
                <a:defRPr sz="2800">
                  <a:solidFill>
                    <a:srgbClr val="666699"/>
                  </a:solidFill>
                  <a:latin typeface="+mn-lt"/>
                  <a:ea typeface="+mn-ea"/>
                </a:defRPr>
              </a:lvl2pPr>
              <a:lvl3pPr marL="1143000" indent="-228600" algn="l" rtl="0" eaLnBrk="0" fontAlgn="base" hangingPunct="0">
                <a:spcBef>
                  <a:spcPct val="20000"/>
                </a:spcBef>
                <a:spcAft>
                  <a:spcPct val="0"/>
                </a:spcAft>
                <a:buChar char="•"/>
                <a:defRPr sz="2400">
                  <a:solidFill>
                    <a:srgbClr val="666699"/>
                  </a:solidFill>
                  <a:latin typeface="+mn-lt"/>
                  <a:ea typeface="+mn-ea"/>
                </a:defRPr>
              </a:lvl3pPr>
              <a:lvl4pPr marL="1600200" indent="-228600" algn="l" rtl="0" eaLnBrk="0" fontAlgn="base" hangingPunct="0">
                <a:spcBef>
                  <a:spcPct val="20000"/>
                </a:spcBef>
                <a:spcAft>
                  <a:spcPct val="0"/>
                </a:spcAft>
                <a:buChar char="–"/>
                <a:defRPr sz="2000">
                  <a:solidFill>
                    <a:srgbClr val="666699"/>
                  </a:solidFill>
                  <a:latin typeface="+mn-lt"/>
                  <a:ea typeface="+mn-ea"/>
                </a:defRPr>
              </a:lvl4pPr>
              <a:lvl5pPr marL="2057400" indent="-228600" algn="l" rtl="0" eaLnBrk="0" fontAlgn="base" hangingPunct="0">
                <a:spcBef>
                  <a:spcPct val="20000"/>
                </a:spcBef>
                <a:spcAft>
                  <a:spcPct val="0"/>
                </a:spcAft>
                <a:buChar char="»"/>
                <a:defRPr sz="2000">
                  <a:solidFill>
                    <a:srgbClr val="666699"/>
                  </a:solidFill>
                  <a:latin typeface="+mn-lt"/>
                  <a:ea typeface="+mn-ea"/>
                </a:defRPr>
              </a:lvl5pPr>
            </a:lstStyle>
            <a:p>
              <a:pPr marL="0" lvl="0" indent="0" eaLnBrk="1" hangingPunct="1">
                <a:spcBef>
                  <a:spcPct val="50000"/>
                </a:spcBef>
                <a:buNone/>
              </a:pPr>
              <a:endParaRPr lang="zh-CN" altLang="en-US" sz="1800" dirty="0">
                <a:solidFill>
                  <a:schemeClr val="tx1"/>
                </a:solidFill>
                <a:latin typeface="Tahoma" panose="020B0604030504040204" pitchFamily="34" charset="0"/>
              </a:endParaRPr>
            </a:p>
          </p:txBody>
        </p:sp>
        <p:sp>
          <p:nvSpPr>
            <p:cNvPr id="60449" name="Text Box 33"/>
            <p:cNvSpPr txBox="1"/>
            <p:nvPr/>
          </p:nvSpPr>
          <p:spPr>
            <a:xfrm>
              <a:off x="3552" y="595"/>
              <a:ext cx="1008" cy="194"/>
            </a:xfrm>
            <a:prstGeom prst="rect">
              <a:avLst/>
            </a:prstGeom>
            <a:noFill/>
            <a:ln w="9525">
              <a:noFill/>
            </a:ln>
          </p:spPr>
          <p:txBody>
            <a:bodyPr>
              <a:spAutoFit/>
            </a:bodyPr>
            <a:lstStyle>
              <a:lvl1pPr marL="342900" indent="-342900" algn="l" rtl="0" eaLnBrk="0" fontAlgn="base" hangingPunct="0">
                <a:spcBef>
                  <a:spcPct val="20000"/>
                </a:spcBef>
                <a:spcAft>
                  <a:spcPct val="0"/>
                </a:spcAft>
                <a:buChar char="•"/>
                <a:defRPr sz="3200">
                  <a:solidFill>
                    <a:srgbClr val="666699"/>
                  </a:solidFill>
                  <a:latin typeface="+mn-lt"/>
                  <a:ea typeface="+mn-ea"/>
                  <a:cs typeface="+mn-cs"/>
                </a:defRPr>
              </a:lvl1pPr>
              <a:lvl2pPr marL="742950" indent="-285750" algn="l" rtl="0" eaLnBrk="0" fontAlgn="base" hangingPunct="0">
                <a:spcBef>
                  <a:spcPct val="20000"/>
                </a:spcBef>
                <a:spcAft>
                  <a:spcPct val="0"/>
                </a:spcAft>
                <a:buChar char="–"/>
                <a:defRPr sz="2800">
                  <a:solidFill>
                    <a:srgbClr val="666699"/>
                  </a:solidFill>
                  <a:latin typeface="+mn-lt"/>
                  <a:ea typeface="+mn-ea"/>
                </a:defRPr>
              </a:lvl2pPr>
              <a:lvl3pPr marL="1143000" indent="-228600" algn="l" rtl="0" eaLnBrk="0" fontAlgn="base" hangingPunct="0">
                <a:spcBef>
                  <a:spcPct val="20000"/>
                </a:spcBef>
                <a:spcAft>
                  <a:spcPct val="0"/>
                </a:spcAft>
                <a:buChar char="•"/>
                <a:defRPr sz="2400">
                  <a:solidFill>
                    <a:srgbClr val="666699"/>
                  </a:solidFill>
                  <a:latin typeface="+mn-lt"/>
                  <a:ea typeface="+mn-ea"/>
                </a:defRPr>
              </a:lvl3pPr>
              <a:lvl4pPr marL="1600200" indent="-228600" algn="l" rtl="0" eaLnBrk="0" fontAlgn="base" hangingPunct="0">
                <a:spcBef>
                  <a:spcPct val="20000"/>
                </a:spcBef>
                <a:spcAft>
                  <a:spcPct val="0"/>
                </a:spcAft>
                <a:buChar char="–"/>
                <a:defRPr sz="2000">
                  <a:solidFill>
                    <a:srgbClr val="666699"/>
                  </a:solidFill>
                  <a:latin typeface="+mn-lt"/>
                  <a:ea typeface="+mn-ea"/>
                </a:defRPr>
              </a:lvl4pPr>
              <a:lvl5pPr marL="2057400" indent="-228600" algn="l" rtl="0" eaLnBrk="0" fontAlgn="base" hangingPunct="0">
                <a:spcBef>
                  <a:spcPct val="20000"/>
                </a:spcBef>
                <a:spcAft>
                  <a:spcPct val="0"/>
                </a:spcAft>
                <a:buChar char="»"/>
                <a:defRPr sz="2000">
                  <a:solidFill>
                    <a:srgbClr val="666699"/>
                  </a:solidFill>
                  <a:latin typeface="+mn-lt"/>
                  <a:ea typeface="+mn-ea"/>
                </a:defRPr>
              </a:lvl5pPr>
            </a:lstStyle>
            <a:p>
              <a:pPr marL="0" lvl="0" indent="0" eaLnBrk="1" hangingPunct="1">
                <a:spcBef>
                  <a:spcPct val="50000"/>
                </a:spcBef>
                <a:buNone/>
              </a:pPr>
              <a:r>
                <a:rPr lang="zh-CN" altLang="en-US" sz="1800" dirty="0">
                  <a:solidFill>
                    <a:schemeClr val="tx1"/>
                  </a:solidFill>
                  <a:latin typeface="Tahoma" panose="020B0604030504040204" pitchFamily="34" charset="0"/>
                </a:rPr>
                <a:t>减除数</a:t>
              </a:r>
              <a:endParaRPr lang="zh-CN" altLang="en-US" sz="1800" dirty="0">
                <a:solidFill>
                  <a:schemeClr val="tx1"/>
                </a:solidFill>
                <a:latin typeface="Tahoma" panose="020B0604030504040204" pitchFamily="34" charset="0"/>
              </a:endParaRPr>
            </a:p>
          </p:txBody>
        </p:sp>
        <p:sp>
          <p:nvSpPr>
            <p:cNvPr id="60450" name="Text Box 34"/>
            <p:cNvSpPr txBox="1"/>
            <p:nvPr/>
          </p:nvSpPr>
          <p:spPr>
            <a:xfrm>
              <a:off x="3552" y="1027"/>
              <a:ext cx="1008" cy="194"/>
            </a:xfrm>
            <a:prstGeom prst="rect">
              <a:avLst/>
            </a:prstGeom>
            <a:noFill/>
            <a:ln w="9525">
              <a:noFill/>
            </a:ln>
          </p:spPr>
          <p:txBody>
            <a:bodyPr>
              <a:spAutoFit/>
            </a:bodyPr>
            <a:lstStyle>
              <a:lvl1pPr marL="342900" indent="-342900" algn="l" rtl="0" eaLnBrk="0" fontAlgn="base" hangingPunct="0">
                <a:spcBef>
                  <a:spcPct val="20000"/>
                </a:spcBef>
                <a:spcAft>
                  <a:spcPct val="0"/>
                </a:spcAft>
                <a:buChar char="•"/>
                <a:defRPr sz="3200">
                  <a:solidFill>
                    <a:srgbClr val="666699"/>
                  </a:solidFill>
                  <a:latin typeface="+mn-lt"/>
                  <a:ea typeface="+mn-ea"/>
                  <a:cs typeface="+mn-cs"/>
                </a:defRPr>
              </a:lvl1pPr>
              <a:lvl2pPr marL="742950" indent="-285750" algn="l" rtl="0" eaLnBrk="0" fontAlgn="base" hangingPunct="0">
                <a:spcBef>
                  <a:spcPct val="20000"/>
                </a:spcBef>
                <a:spcAft>
                  <a:spcPct val="0"/>
                </a:spcAft>
                <a:buChar char="–"/>
                <a:defRPr sz="2800">
                  <a:solidFill>
                    <a:srgbClr val="666699"/>
                  </a:solidFill>
                  <a:latin typeface="+mn-lt"/>
                  <a:ea typeface="+mn-ea"/>
                </a:defRPr>
              </a:lvl2pPr>
              <a:lvl3pPr marL="1143000" indent="-228600" algn="l" rtl="0" eaLnBrk="0" fontAlgn="base" hangingPunct="0">
                <a:spcBef>
                  <a:spcPct val="20000"/>
                </a:spcBef>
                <a:spcAft>
                  <a:spcPct val="0"/>
                </a:spcAft>
                <a:buChar char="•"/>
                <a:defRPr sz="2400">
                  <a:solidFill>
                    <a:srgbClr val="666699"/>
                  </a:solidFill>
                  <a:latin typeface="+mn-lt"/>
                  <a:ea typeface="+mn-ea"/>
                </a:defRPr>
              </a:lvl3pPr>
              <a:lvl4pPr marL="1600200" indent="-228600" algn="l" rtl="0" eaLnBrk="0" fontAlgn="base" hangingPunct="0">
                <a:spcBef>
                  <a:spcPct val="20000"/>
                </a:spcBef>
                <a:spcAft>
                  <a:spcPct val="0"/>
                </a:spcAft>
                <a:buChar char="–"/>
                <a:defRPr sz="2000">
                  <a:solidFill>
                    <a:srgbClr val="666699"/>
                  </a:solidFill>
                  <a:latin typeface="+mn-lt"/>
                  <a:ea typeface="+mn-ea"/>
                </a:defRPr>
              </a:lvl4pPr>
              <a:lvl5pPr marL="2057400" indent="-228600" algn="l" rtl="0" eaLnBrk="0" fontAlgn="base" hangingPunct="0">
                <a:spcBef>
                  <a:spcPct val="20000"/>
                </a:spcBef>
                <a:spcAft>
                  <a:spcPct val="0"/>
                </a:spcAft>
                <a:buChar char="»"/>
                <a:defRPr sz="2000">
                  <a:solidFill>
                    <a:srgbClr val="666699"/>
                  </a:solidFill>
                  <a:latin typeface="+mn-lt"/>
                  <a:ea typeface="+mn-ea"/>
                </a:defRPr>
              </a:lvl5pPr>
            </a:lstStyle>
            <a:p>
              <a:pPr marL="0" lvl="0" indent="0" eaLnBrk="1" hangingPunct="1">
                <a:spcBef>
                  <a:spcPct val="50000"/>
                </a:spcBef>
                <a:buNone/>
              </a:pPr>
              <a:r>
                <a:rPr lang="zh-CN" altLang="en-US" sz="1800" dirty="0">
                  <a:solidFill>
                    <a:schemeClr val="tx1"/>
                  </a:solidFill>
                  <a:latin typeface="Tahoma" panose="020B0604030504040204" pitchFamily="34" charset="0"/>
                </a:rPr>
                <a:t>加除数</a:t>
              </a:r>
              <a:endParaRPr lang="zh-CN" altLang="en-US" sz="1800" dirty="0">
                <a:solidFill>
                  <a:schemeClr val="tx1"/>
                </a:solidFill>
                <a:latin typeface="Tahoma" panose="020B0604030504040204" pitchFamily="34" charset="0"/>
              </a:endParaRPr>
            </a:p>
          </p:txBody>
        </p:sp>
        <p:sp>
          <p:nvSpPr>
            <p:cNvPr id="60451" name="Text Box 35"/>
            <p:cNvSpPr txBox="1"/>
            <p:nvPr/>
          </p:nvSpPr>
          <p:spPr>
            <a:xfrm>
              <a:off x="3552" y="1498"/>
              <a:ext cx="1008" cy="194"/>
            </a:xfrm>
            <a:prstGeom prst="rect">
              <a:avLst/>
            </a:prstGeom>
            <a:noFill/>
            <a:ln w="9525">
              <a:noFill/>
            </a:ln>
          </p:spPr>
          <p:txBody>
            <a:bodyPr>
              <a:spAutoFit/>
            </a:bodyPr>
            <a:lstStyle>
              <a:lvl1pPr marL="342900" indent="-342900" algn="l" rtl="0" eaLnBrk="0" fontAlgn="base" hangingPunct="0">
                <a:spcBef>
                  <a:spcPct val="20000"/>
                </a:spcBef>
                <a:spcAft>
                  <a:spcPct val="0"/>
                </a:spcAft>
                <a:buChar char="•"/>
                <a:defRPr sz="3200">
                  <a:solidFill>
                    <a:srgbClr val="666699"/>
                  </a:solidFill>
                  <a:latin typeface="+mn-lt"/>
                  <a:ea typeface="+mn-ea"/>
                  <a:cs typeface="+mn-cs"/>
                </a:defRPr>
              </a:lvl1pPr>
              <a:lvl2pPr marL="742950" indent="-285750" algn="l" rtl="0" eaLnBrk="0" fontAlgn="base" hangingPunct="0">
                <a:spcBef>
                  <a:spcPct val="20000"/>
                </a:spcBef>
                <a:spcAft>
                  <a:spcPct val="0"/>
                </a:spcAft>
                <a:buChar char="–"/>
                <a:defRPr sz="2800">
                  <a:solidFill>
                    <a:srgbClr val="666699"/>
                  </a:solidFill>
                  <a:latin typeface="+mn-lt"/>
                  <a:ea typeface="+mn-ea"/>
                </a:defRPr>
              </a:lvl2pPr>
              <a:lvl3pPr marL="1143000" indent="-228600" algn="l" rtl="0" eaLnBrk="0" fontAlgn="base" hangingPunct="0">
                <a:spcBef>
                  <a:spcPct val="20000"/>
                </a:spcBef>
                <a:spcAft>
                  <a:spcPct val="0"/>
                </a:spcAft>
                <a:buChar char="•"/>
                <a:defRPr sz="2400">
                  <a:solidFill>
                    <a:srgbClr val="666699"/>
                  </a:solidFill>
                  <a:latin typeface="+mn-lt"/>
                  <a:ea typeface="+mn-ea"/>
                </a:defRPr>
              </a:lvl3pPr>
              <a:lvl4pPr marL="1600200" indent="-228600" algn="l" rtl="0" eaLnBrk="0" fontAlgn="base" hangingPunct="0">
                <a:spcBef>
                  <a:spcPct val="20000"/>
                </a:spcBef>
                <a:spcAft>
                  <a:spcPct val="0"/>
                </a:spcAft>
                <a:buChar char="–"/>
                <a:defRPr sz="2000">
                  <a:solidFill>
                    <a:srgbClr val="666699"/>
                  </a:solidFill>
                  <a:latin typeface="+mn-lt"/>
                  <a:ea typeface="+mn-ea"/>
                </a:defRPr>
              </a:lvl4pPr>
              <a:lvl5pPr marL="2057400" indent="-228600" algn="l" rtl="0" eaLnBrk="0" fontAlgn="base" hangingPunct="0">
                <a:spcBef>
                  <a:spcPct val="20000"/>
                </a:spcBef>
                <a:spcAft>
                  <a:spcPct val="0"/>
                </a:spcAft>
                <a:buChar char="»"/>
                <a:defRPr sz="2000">
                  <a:solidFill>
                    <a:srgbClr val="666699"/>
                  </a:solidFill>
                  <a:latin typeface="+mn-lt"/>
                  <a:ea typeface="+mn-ea"/>
                </a:defRPr>
              </a:lvl5pPr>
            </a:lstStyle>
            <a:p>
              <a:pPr marL="0" lvl="0" indent="0" eaLnBrk="1" hangingPunct="1">
                <a:spcBef>
                  <a:spcPct val="50000"/>
                </a:spcBef>
                <a:buNone/>
              </a:pPr>
              <a:r>
                <a:rPr lang="zh-CN" altLang="en-US" sz="1800" dirty="0">
                  <a:solidFill>
                    <a:schemeClr val="tx1"/>
                  </a:solidFill>
                  <a:latin typeface="Tahoma" panose="020B0604030504040204" pitchFamily="34" charset="0"/>
                </a:rPr>
                <a:t>加除数</a:t>
              </a:r>
              <a:endParaRPr lang="zh-CN" altLang="en-US" sz="1800" dirty="0">
                <a:solidFill>
                  <a:schemeClr val="tx1"/>
                </a:solidFill>
                <a:latin typeface="Tahoma" panose="020B0604030504040204" pitchFamily="34" charset="0"/>
              </a:endParaRPr>
            </a:p>
          </p:txBody>
        </p:sp>
        <p:sp>
          <p:nvSpPr>
            <p:cNvPr id="60452" name="Text Box 36"/>
            <p:cNvSpPr txBox="1"/>
            <p:nvPr/>
          </p:nvSpPr>
          <p:spPr>
            <a:xfrm>
              <a:off x="3552" y="298"/>
              <a:ext cx="1392" cy="194"/>
            </a:xfrm>
            <a:prstGeom prst="rect">
              <a:avLst/>
            </a:prstGeom>
            <a:noFill/>
            <a:ln w="9525">
              <a:noFill/>
            </a:ln>
          </p:spPr>
          <p:txBody>
            <a:bodyPr>
              <a:spAutoFit/>
            </a:bodyPr>
            <a:lstStyle>
              <a:lvl1pPr marL="342900" indent="-342900" algn="l" rtl="0" eaLnBrk="0" fontAlgn="base" hangingPunct="0">
                <a:spcBef>
                  <a:spcPct val="20000"/>
                </a:spcBef>
                <a:spcAft>
                  <a:spcPct val="0"/>
                </a:spcAft>
                <a:buChar char="•"/>
                <a:defRPr sz="3200">
                  <a:solidFill>
                    <a:srgbClr val="666699"/>
                  </a:solidFill>
                  <a:latin typeface="+mn-lt"/>
                  <a:ea typeface="+mn-ea"/>
                  <a:cs typeface="+mn-cs"/>
                </a:defRPr>
              </a:lvl1pPr>
              <a:lvl2pPr marL="742950" indent="-285750" algn="l" rtl="0" eaLnBrk="0" fontAlgn="base" hangingPunct="0">
                <a:spcBef>
                  <a:spcPct val="20000"/>
                </a:spcBef>
                <a:spcAft>
                  <a:spcPct val="0"/>
                </a:spcAft>
                <a:buChar char="–"/>
                <a:defRPr sz="2800">
                  <a:solidFill>
                    <a:srgbClr val="666699"/>
                  </a:solidFill>
                  <a:latin typeface="+mn-lt"/>
                  <a:ea typeface="+mn-ea"/>
                </a:defRPr>
              </a:lvl2pPr>
              <a:lvl3pPr marL="1143000" indent="-228600" algn="l" rtl="0" eaLnBrk="0" fontAlgn="base" hangingPunct="0">
                <a:spcBef>
                  <a:spcPct val="20000"/>
                </a:spcBef>
                <a:spcAft>
                  <a:spcPct val="0"/>
                </a:spcAft>
                <a:buChar char="•"/>
                <a:defRPr sz="2400">
                  <a:solidFill>
                    <a:srgbClr val="666699"/>
                  </a:solidFill>
                  <a:latin typeface="+mn-lt"/>
                  <a:ea typeface="+mn-ea"/>
                </a:defRPr>
              </a:lvl3pPr>
              <a:lvl4pPr marL="1600200" indent="-228600" algn="l" rtl="0" eaLnBrk="0" fontAlgn="base" hangingPunct="0">
                <a:spcBef>
                  <a:spcPct val="20000"/>
                </a:spcBef>
                <a:spcAft>
                  <a:spcPct val="0"/>
                </a:spcAft>
                <a:buChar char="–"/>
                <a:defRPr sz="2000">
                  <a:solidFill>
                    <a:srgbClr val="666699"/>
                  </a:solidFill>
                  <a:latin typeface="+mn-lt"/>
                  <a:ea typeface="+mn-ea"/>
                </a:defRPr>
              </a:lvl4pPr>
              <a:lvl5pPr marL="2057400" indent="-228600" algn="l" rtl="0" eaLnBrk="0" fontAlgn="base" hangingPunct="0">
                <a:spcBef>
                  <a:spcPct val="20000"/>
                </a:spcBef>
                <a:spcAft>
                  <a:spcPct val="0"/>
                </a:spcAft>
                <a:buChar char="»"/>
                <a:defRPr sz="2000">
                  <a:solidFill>
                    <a:srgbClr val="666699"/>
                  </a:solidFill>
                  <a:latin typeface="+mn-lt"/>
                  <a:ea typeface="+mn-ea"/>
                </a:defRPr>
              </a:lvl5pPr>
            </a:lstStyle>
            <a:p>
              <a:pPr marL="0" lvl="0" indent="0" eaLnBrk="1" hangingPunct="1">
                <a:spcBef>
                  <a:spcPct val="50000"/>
                </a:spcBef>
                <a:buNone/>
              </a:pPr>
              <a:r>
                <a:rPr lang="zh-CN" altLang="en-US" sz="1800" dirty="0">
                  <a:solidFill>
                    <a:schemeClr val="tx1"/>
                  </a:solidFill>
                  <a:latin typeface="Tahoma" panose="020B0604030504040204" pitchFamily="34" charset="0"/>
                </a:rPr>
                <a:t>余数和除数同号</a:t>
              </a:r>
              <a:endParaRPr lang="zh-CN" altLang="en-US" sz="1800" dirty="0">
                <a:solidFill>
                  <a:schemeClr val="tx1"/>
                </a:solidFill>
                <a:latin typeface="Tahoma" panose="020B0604030504040204" pitchFamily="34" charset="0"/>
              </a:endParaRPr>
            </a:p>
          </p:txBody>
        </p:sp>
        <p:sp>
          <p:nvSpPr>
            <p:cNvPr id="60453" name="Text Box 37"/>
            <p:cNvSpPr txBox="1"/>
            <p:nvPr/>
          </p:nvSpPr>
          <p:spPr>
            <a:xfrm>
              <a:off x="3552" y="739"/>
              <a:ext cx="1392" cy="194"/>
            </a:xfrm>
            <a:prstGeom prst="rect">
              <a:avLst/>
            </a:prstGeom>
            <a:noFill/>
            <a:ln w="9525">
              <a:noFill/>
            </a:ln>
          </p:spPr>
          <p:txBody>
            <a:bodyPr>
              <a:spAutoFit/>
            </a:bodyPr>
            <a:lstStyle>
              <a:lvl1pPr marL="342900" indent="-342900" algn="l" rtl="0" eaLnBrk="0" fontAlgn="base" hangingPunct="0">
                <a:spcBef>
                  <a:spcPct val="20000"/>
                </a:spcBef>
                <a:spcAft>
                  <a:spcPct val="0"/>
                </a:spcAft>
                <a:buChar char="•"/>
                <a:defRPr sz="3200">
                  <a:solidFill>
                    <a:srgbClr val="666699"/>
                  </a:solidFill>
                  <a:latin typeface="+mn-lt"/>
                  <a:ea typeface="+mn-ea"/>
                  <a:cs typeface="+mn-cs"/>
                </a:defRPr>
              </a:lvl1pPr>
              <a:lvl2pPr marL="742950" indent="-285750" algn="l" rtl="0" eaLnBrk="0" fontAlgn="base" hangingPunct="0">
                <a:spcBef>
                  <a:spcPct val="20000"/>
                </a:spcBef>
                <a:spcAft>
                  <a:spcPct val="0"/>
                </a:spcAft>
                <a:buChar char="–"/>
                <a:defRPr sz="2800">
                  <a:solidFill>
                    <a:srgbClr val="666699"/>
                  </a:solidFill>
                  <a:latin typeface="+mn-lt"/>
                  <a:ea typeface="+mn-ea"/>
                </a:defRPr>
              </a:lvl2pPr>
              <a:lvl3pPr marL="1143000" indent="-228600" algn="l" rtl="0" eaLnBrk="0" fontAlgn="base" hangingPunct="0">
                <a:spcBef>
                  <a:spcPct val="20000"/>
                </a:spcBef>
                <a:spcAft>
                  <a:spcPct val="0"/>
                </a:spcAft>
                <a:buChar char="•"/>
                <a:defRPr sz="2400">
                  <a:solidFill>
                    <a:srgbClr val="666699"/>
                  </a:solidFill>
                  <a:latin typeface="+mn-lt"/>
                  <a:ea typeface="+mn-ea"/>
                </a:defRPr>
              </a:lvl3pPr>
              <a:lvl4pPr marL="1600200" indent="-228600" algn="l" rtl="0" eaLnBrk="0" fontAlgn="base" hangingPunct="0">
                <a:spcBef>
                  <a:spcPct val="20000"/>
                </a:spcBef>
                <a:spcAft>
                  <a:spcPct val="0"/>
                </a:spcAft>
                <a:buChar char="–"/>
                <a:defRPr sz="2000">
                  <a:solidFill>
                    <a:srgbClr val="666699"/>
                  </a:solidFill>
                  <a:latin typeface="+mn-lt"/>
                  <a:ea typeface="+mn-ea"/>
                </a:defRPr>
              </a:lvl4pPr>
              <a:lvl5pPr marL="2057400" indent="-228600" algn="l" rtl="0" eaLnBrk="0" fontAlgn="base" hangingPunct="0">
                <a:spcBef>
                  <a:spcPct val="20000"/>
                </a:spcBef>
                <a:spcAft>
                  <a:spcPct val="0"/>
                </a:spcAft>
                <a:buChar char="»"/>
                <a:defRPr sz="2000">
                  <a:solidFill>
                    <a:srgbClr val="666699"/>
                  </a:solidFill>
                  <a:latin typeface="+mn-lt"/>
                  <a:ea typeface="+mn-ea"/>
                </a:defRPr>
              </a:lvl5pPr>
            </a:lstStyle>
            <a:p>
              <a:pPr marL="0" lvl="0" indent="0" eaLnBrk="1" hangingPunct="1">
                <a:spcBef>
                  <a:spcPct val="50000"/>
                </a:spcBef>
                <a:buNone/>
              </a:pPr>
              <a:r>
                <a:rPr lang="zh-CN" altLang="en-US" sz="1800" dirty="0">
                  <a:solidFill>
                    <a:schemeClr val="tx1"/>
                  </a:solidFill>
                  <a:latin typeface="Tahoma" panose="020B0604030504040204" pitchFamily="34" charset="0"/>
                </a:rPr>
                <a:t>余数和除数异号</a:t>
              </a:r>
              <a:endParaRPr lang="zh-CN" altLang="en-US" sz="1800" dirty="0">
                <a:solidFill>
                  <a:schemeClr val="tx1"/>
                </a:solidFill>
                <a:latin typeface="Tahoma" panose="020B0604030504040204" pitchFamily="34" charset="0"/>
              </a:endParaRPr>
            </a:p>
          </p:txBody>
        </p:sp>
        <p:sp>
          <p:nvSpPr>
            <p:cNvPr id="60454" name="Text Box 38"/>
            <p:cNvSpPr txBox="1"/>
            <p:nvPr/>
          </p:nvSpPr>
          <p:spPr>
            <a:xfrm>
              <a:off x="3552" y="1210"/>
              <a:ext cx="1392" cy="194"/>
            </a:xfrm>
            <a:prstGeom prst="rect">
              <a:avLst/>
            </a:prstGeom>
            <a:noFill/>
            <a:ln w="9525">
              <a:noFill/>
            </a:ln>
          </p:spPr>
          <p:txBody>
            <a:bodyPr>
              <a:spAutoFit/>
            </a:bodyPr>
            <a:lstStyle>
              <a:lvl1pPr marL="342900" indent="-342900" algn="l" rtl="0" eaLnBrk="0" fontAlgn="base" hangingPunct="0">
                <a:spcBef>
                  <a:spcPct val="20000"/>
                </a:spcBef>
                <a:spcAft>
                  <a:spcPct val="0"/>
                </a:spcAft>
                <a:buChar char="•"/>
                <a:defRPr sz="3200">
                  <a:solidFill>
                    <a:srgbClr val="666699"/>
                  </a:solidFill>
                  <a:latin typeface="+mn-lt"/>
                  <a:ea typeface="+mn-ea"/>
                  <a:cs typeface="+mn-cs"/>
                </a:defRPr>
              </a:lvl1pPr>
              <a:lvl2pPr marL="742950" indent="-285750" algn="l" rtl="0" eaLnBrk="0" fontAlgn="base" hangingPunct="0">
                <a:spcBef>
                  <a:spcPct val="20000"/>
                </a:spcBef>
                <a:spcAft>
                  <a:spcPct val="0"/>
                </a:spcAft>
                <a:buChar char="–"/>
                <a:defRPr sz="2800">
                  <a:solidFill>
                    <a:srgbClr val="666699"/>
                  </a:solidFill>
                  <a:latin typeface="+mn-lt"/>
                  <a:ea typeface="+mn-ea"/>
                </a:defRPr>
              </a:lvl2pPr>
              <a:lvl3pPr marL="1143000" indent="-228600" algn="l" rtl="0" eaLnBrk="0" fontAlgn="base" hangingPunct="0">
                <a:spcBef>
                  <a:spcPct val="20000"/>
                </a:spcBef>
                <a:spcAft>
                  <a:spcPct val="0"/>
                </a:spcAft>
                <a:buChar char="•"/>
                <a:defRPr sz="2400">
                  <a:solidFill>
                    <a:srgbClr val="666699"/>
                  </a:solidFill>
                  <a:latin typeface="+mn-lt"/>
                  <a:ea typeface="+mn-ea"/>
                </a:defRPr>
              </a:lvl3pPr>
              <a:lvl4pPr marL="1600200" indent="-228600" algn="l" rtl="0" eaLnBrk="0" fontAlgn="base" hangingPunct="0">
                <a:spcBef>
                  <a:spcPct val="20000"/>
                </a:spcBef>
                <a:spcAft>
                  <a:spcPct val="0"/>
                </a:spcAft>
                <a:buChar char="–"/>
                <a:defRPr sz="2000">
                  <a:solidFill>
                    <a:srgbClr val="666699"/>
                  </a:solidFill>
                  <a:latin typeface="+mn-lt"/>
                  <a:ea typeface="+mn-ea"/>
                </a:defRPr>
              </a:lvl4pPr>
              <a:lvl5pPr marL="2057400" indent="-228600" algn="l" rtl="0" eaLnBrk="0" fontAlgn="base" hangingPunct="0">
                <a:spcBef>
                  <a:spcPct val="20000"/>
                </a:spcBef>
                <a:spcAft>
                  <a:spcPct val="0"/>
                </a:spcAft>
                <a:buChar char="»"/>
                <a:defRPr sz="2000">
                  <a:solidFill>
                    <a:srgbClr val="666699"/>
                  </a:solidFill>
                  <a:latin typeface="+mn-lt"/>
                  <a:ea typeface="+mn-ea"/>
                </a:defRPr>
              </a:lvl5pPr>
            </a:lstStyle>
            <a:p>
              <a:pPr marL="0" lvl="0" indent="0" eaLnBrk="1" hangingPunct="1">
                <a:spcBef>
                  <a:spcPct val="50000"/>
                </a:spcBef>
                <a:buNone/>
              </a:pPr>
              <a:r>
                <a:rPr lang="zh-CN" altLang="en-US" sz="1800" dirty="0">
                  <a:solidFill>
                    <a:schemeClr val="tx1"/>
                  </a:solidFill>
                  <a:latin typeface="Tahoma" panose="020B0604030504040204" pitchFamily="34" charset="0"/>
                </a:rPr>
                <a:t>余数和除数异号</a:t>
              </a:r>
              <a:endParaRPr lang="zh-CN" altLang="en-US" sz="1800" dirty="0">
                <a:solidFill>
                  <a:schemeClr val="tx1"/>
                </a:solidFill>
                <a:latin typeface="Tahoma" panose="020B0604030504040204" pitchFamily="34" charset="0"/>
              </a:endParaRPr>
            </a:p>
          </p:txBody>
        </p:sp>
        <p:sp>
          <p:nvSpPr>
            <p:cNvPr id="60455" name="Text Box 39"/>
            <p:cNvSpPr txBox="1"/>
            <p:nvPr/>
          </p:nvSpPr>
          <p:spPr>
            <a:xfrm>
              <a:off x="3552" y="1642"/>
              <a:ext cx="1392" cy="194"/>
            </a:xfrm>
            <a:prstGeom prst="rect">
              <a:avLst/>
            </a:prstGeom>
            <a:noFill/>
            <a:ln w="9525">
              <a:noFill/>
            </a:ln>
          </p:spPr>
          <p:txBody>
            <a:bodyPr>
              <a:spAutoFit/>
            </a:bodyPr>
            <a:lstStyle>
              <a:lvl1pPr marL="342900" indent="-342900" algn="l" rtl="0" eaLnBrk="0" fontAlgn="base" hangingPunct="0">
                <a:spcBef>
                  <a:spcPct val="20000"/>
                </a:spcBef>
                <a:spcAft>
                  <a:spcPct val="0"/>
                </a:spcAft>
                <a:buChar char="•"/>
                <a:defRPr sz="3200">
                  <a:solidFill>
                    <a:srgbClr val="666699"/>
                  </a:solidFill>
                  <a:latin typeface="+mn-lt"/>
                  <a:ea typeface="+mn-ea"/>
                  <a:cs typeface="+mn-cs"/>
                </a:defRPr>
              </a:lvl1pPr>
              <a:lvl2pPr marL="742950" indent="-285750" algn="l" rtl="0" eaLnBrk="0" fontAlgn="base" hangingPunct="0">
                <a:spcBef>
                  <a:spcPct val="20000"/>
                </a:spcBef>
                <a:spcAft>
                  <a:spcPct val="0"/>
                </a:spcAft>
                <a:buChar char="–"/>
                <a:defRPr sz="2800">
                  <a:solidFill>
                    <a:srgbClr val="666699"/>
                  </a:solidFill>
                  <a:latin typeface="+mn-lt"/>
                  <a:ea typeface="+mn-ea"/>
                </a:defRPr>
              </a:lvl2pPr>
              <a:lvl3pPr marL="1143000" indent="-228600" algn="l" rtl="0" eaLnBrk="0" fontAlgn="base" hangingPunct="0">
                <a:spcBef>
                  <a:spcPct val="20000"/>
                </a:spcBef>
                <a:spcAft>
                  <a:spcPct val="0"/>
                </a:spcAft>
                <a:buChar char="•"/>
                <a:defRPr sz="2400">
                  <a:solidFill>
                    <a:srgbClr val="666699"/>
                  </a:solidFill>
                  <a:latin typeface="+mn-lt"/>
                  <a:ea typeface="+mn-ea"/>
                </a:defRPr>
              </a:lvl3pPr>
              <a:lvl4pPr marL="1600200" indent="-228600" algn="l" rtl="0" eaLnBrk="0" fontAlgn="base" hangingPunct="0">
                <a:spcBef>
                  <a:spcPct val="20000"/>
                </a:spcBef>
                <a:spcAft>
                  <a:spcPct val="0"/>
                </a:spcAft>
                <a:buChar char="–"/>
                <a:defRPr sz="2000">
                  <a:solidFill>
                    <a:srgbClr val="666699"/>
                  </a:solidFill>
                  <a:latin typeface="+mn-lt"/>
                  <a:ea typeface="+mn-ea"/>
                </a:defRPr>
              </a:lvl4pPr>
              <a:lvl5pPr marL="2057400" indent="-228600" algn="l" rtl="0" eaLnBrk="0" fontAlgn="base" hangingPunct="0">
                <a:spcBef>
                  <a:spcPct val="20000"/>
                </a:spcBef>
                <a:spcAft>
                  <a:spcPct val="0"/>
                </a:spcAft>
                <a:buChar char="»"/>
                <a:defRPr sz="2000">
                  <a:solidFill>
                    <a:srgbClr val="666699"/>
                  </a:solidFill>
                  <a:latin typeface="+mn-lt"/>
                  <a:ea typeface="+mn-ea"/>
                </a:defRPr>
              </a:lvl5pPr>
            </a:lstStyle>
            <a:p>
              <a:pPr marL="0" lvl="0" indent="0" eaLnBrk="1" hangingPunct="1">
                <a:spcBef>
                  <a:spcPct val="50000"/>
                </a:spcBef>
                <a:buNone/>
              </a:pPr>
              <a:r>
                <a:rPr lang="zh-CN" altLang="en-US" sz="1800" dirty="0">
                  <a:solidFill>
                    <a:schemeClr val="tx1"/>
                  </a:solidFill>
                  <a:latin typeface="Tahoma" panose="020B0604030504040204" pitchFamily="34" charset="0"/>
                </a:rPr>
                <a:t>余数和除数同号</a:t>
              </a:r>
              <a:endParaRPr lang="zh-CN" altLang="en-US" sz="1800" dirty="0">
                <a:solidFill>
                  <a:schemeClr val="tx1"/>
                </a:solidFill>
                <a:latin typeface="Tahoma" panose="020B0604030504040204" pitchFamily="34" charset="0"/>
              </a:endParaRPr>
            </a:p>
          </p:txBody>
        </p:sp>
        <p:sp>
          <p:nvSpPr>
            <p:cNvPr id="60456" name="Text Box 40"/>
            <p:cNvSpPr txBox="1"/>
            <p:nvPr/>
          </p:nvSpPr>
          <p:spPr>
            <a:xfrm>
              <a:off x="3552" y="874"/>
              <a:ext cx="1200" cy="194"/>
            </a:xfrm>
            <a:prstGeom prst="rect">
              <a:avLst/>
            </a:prstGeom>
            <a:noFill/>
            <a:ln w="9525">
              <a:noFill/>
            </a:ln>
          </p:spPr>
          <p:txBody>
            <a:bodyPr>
              <a:spAutoFit/>
            </a:bodyPr>
            <a:lstStyle>
              <a:lvl1pPr marL="342900" indent="-342900" algn="l" rtl="0" eaLnBrk="0" fontAlgn="base" hangingPunct="0">
                <a:spcBef>
                  <a:spcPct val="20000"/>
                </a:spcBef>
                <a:spcAft>
                  <a:spcPct val="0"/>
                </a:spcAft>
                <a:buChar char="•"/>
                <a:defRPr sz="3200">
                  <a:solidFill>
                    <a:srgbClr val="666699"/>
                  </a:solidFill>
                  <a:latin typeface="+mn-lt"/>
                  <a:ea typeface="+mn-ea"/>
                  <a:cs typeface="+mn-cs"/>
                </a:defRPr>
              </a:lvl1pPr>
              <a:lvl2pPr marL="742950" indent="-285750" algn="l" rtl="0" eaLnBrk="0" fontAlgn="base" hangingPunct="0">
                <a:spcBef>
                  <a:spcPct val="20000"/>
                </a:spcBef>
                <a:spcAft>
                  <a:spcPct val="0"/>
                </a:spcAft>
                <a:buChar char="–"/>
                <a:defRPr sz="2800">
                  <a:solidFill>
                    <a:srgbClr val="666699"/>
                  </a:solidFill>
                  <a:latin typeface="+mn-lt"/>
                  <a:ea typeface="+mn-ea"/>
                </a:defRPr>
              </a:lvl2pPr>
              <a:lvl3pPr marL="1143000" indent="-228600" algn="l" rtl="0" eaLnBrk="0" fontAlgn="base" hangingPunct="0">
                <a:spcBef>
                  <a:spcPct val="20000"/>
                </a:spcBef>
                <a:spcAft>
                  <a:spcPct val="0"/>
                </a:spcAft>
                <a:buChar char="•"/>
                <a:defRPr sz="2400">
                  <a:solidFill>
                    <a:srgbClr val="666699"/>
                  </a:solidFill>
                  <a:latin typeface="+mn-lt"/>
                  <a:ea typeface="+mn-ea"/>
                </a:defRPr>
              </a:lvl3pPr>
              <a:lvl4pPr marL="1600200" indent="-228600" algn="l" rtl="0" eaLnBrk="0" fontAlgn="base" hangingPunct="0">
                <a:spcBef>
                  <a:spcPct val="20000"/>
                </a:spcBef>
                <a:spcAft>
                  <a:spcPct val="0"/>
                </a:spcAft>
                <a:buChar char="–"/>
                <a:defRPr sz="2000">
                  <a:solidFill>
                    <a:srgbClr val="666699"/>
                  </a:solidFill>
                  <a:latin typeface="+mn-lt"/>
                  <a:ea typeface="+mn-ea"/>
                </a:defRPr>
              </a:lvl4pPr>
              <a:lvl5pPr marL="2057400" indent="-228600" algn="l" rtl="0" eaLnBrk="0" fontAlgn="base" hangingPunct="0">
                <a:spcBef>
                  <a:spcPct val="20000"/>
                </a:spcBef>
                <a:spcAft>
                  <a:spcPct val="0"/>
                </a:spcAft>
                <a:buChar char="»"/>
                <a:defRPr sz="2000">
                  <a:solidFill>
                    <a:srgbClr val="666699"/>
                  </a:solidFill>
                  <a:latin typeface="+mn-lt"/>
                  <a:ea typeface="+mn-ea"/>
                </a:defRPr>
              </a:lvl5pPr>
            </a:lstStyle>
            <a:p>
              <a:pPr marL="0" lvl="0" indent="0" eaLnBrk="1" hangingPunct="1">
                <a:spcBef>
                  <a:spcPct val="50000"/>
                </a:spcBef>
                <a:buNone/>
              </a:pPr>
              <a:r>
                <a:rPr lang="zh-CN" altLang="en-US" sz="1800" dirty="0">
                  <a:solidFill>
                    <a:schemeClr val="tx1"/>
                  </a:solidFill>
                  <a:latin typeface="Tahoma" panose="020B0604030504040204" pitchFamily="34" charset="0"/>
                </a:rPr>
                <a:t>商0，左移1位</a:t>
              </a:r>
              <a:endParaRPr lang="zh-CN" altLang="en-US" sz="1800" dirty="0">
                <a:solidFill>
                  <a:schemeClr val="tx1"/>
                </a:solidFill>
                <a:latin typeface="Tahoma" panose="020B0604030504040204" pitchFamily="34" charset="0"/>
              </a:endParaRPr>
            </a:p>
          </p:txBody>
        </p:sp>
        <p:sp>
          <p:nvSpPr>
            <p:cNvPr id="60457" name="Text Box 41"/>
            <p:cNvSpPr txBox="1"/>
            <p:nvPr/>
          </p:nvSpPr>
          <p:spPr>
            <a:xfrm>
              <a:off x="3552" y="1354"/>
              <a:ext cx="1200" cy="194"/>
            </a:xfrm>
            <a:prstGeom prst="rect">
              <a:avLst/>
            </a:prstGeom>
            <a:noFill/>
            <a:ln w="9525">
              <a:noFill/>
            </a:ln>
          </p:spPr>
          <p:txBody>
            <a:bodyPr>
              <a:spAutoFit/>
            </a:bodyPr>
            <a:lstStyle>
              <a:lvl1pPr marL="342900" indent="-342900" algn="l" rtl="0" eaLnBrk="0" fontAlgn="base" hangingPunct="0">
                <a:spcBef>
                  <a:spcPct val="20000"/>
                </a:spcBef>
                <a:spcAft>
                  <a:spcPct val="0"/>
                </a:spcAft>
                <a:buChar char="•"/>
                <a:defRPr sz="3200">
                  <a:solidFill>
                    <a:srgbClr val="666699"/>
                  </a:solidFill>
                  <a:latin typeface="+mn-lt"/>
                  <a:ea typeface="+mn-ea"/>
                  <a:cs typeface="+mn-cs"/>
                </a:defRPr>
              </a:lvl1pPr>
              <a:lvl2pPr marL="742950" indent="-285750" algn="l" rtl="0" eaLnBrk="0" fontAlgn="base" hangingPunct="0">
                <a:spcBef>
                  <a:spcPct val="20000"/>
                </a:spcBef>
                <a:spcAft>
                  <a:spcPct val="0"/>
                </a:spcAft>
                <a:buChar char="–"/>
                <a:defRPr sz="2800">
                  <a:solidFill>
                    <a:srgbClr val="666699"/>
                  </a:solidFill>
                  <a:latin typeface="+mn-lt"/>
                  <a:ea typeface="+mn-ea"/>
                </a:defRPr>
              </a:lvl2pPr>
              <a:lvl3pPr marL="1143000" indent="-228600" algn="l" rtl="0" eaLnBrk="0" fontAlgn="base" hangingPunct="0">
                <a:spcBef>
                  <a:spcPct val="20000"/>
                </a:spcBef>
                <a:spcAft>
                  <a:spcPct val="0"/>
                </a:spcAft>
                <a:buChar char="•"/>
                <a:defRPr sz="2400">
                  <a:solidFill>
                    <a:srgbClr val="666699"/>
                  </a:solidFill>
                  <a:latin typeface="+mn-lt"/>
                  <a:ea typeface="+mn-ea"/>
                </a:defRPr>
              </a:lvl3pPr>
              <a:lvl4pPr marL="1600200" indent="-228600" algn="l" rtl="0" eaLnBrk="0" fontAlgn="base" hangingPunct="0">
                <a:spcBef>
                  <a:spcPct val="20000"/>
                </a:spcBef>
                <a:spcAft>
                  <a:spcPct val="0"/>
                </a:spcAft>
                <a:buChar char="–"/>
                <a:defRPr sz="2000">
                  <a:solidFill>
                    <a:srgbClr val="666699"/>
                  </a:solidFill>
                  <a:latin typeface="+mn-lt"/>
                  <a:ea typeface="+mn-ea"/>
                </a:defRPr>
              </a:lvl4pPr>
              <a:lvl5pPr marL="2057400" indent="-228600" algn="l" rtl="0" eaLnBrk="0" fontAlgn="base" hangingPunct="0">
                <a:spcBef>
                  <a:spcPct val="20000"/>
                </a:spcBef>
                <a:spcAft>
                  <a:spcPct val="0"/>
                </a:spcAft>
                <a:buChar char="»"/>
                <a:defRPr sz="2000">
                  <a:solidFill>
                    <a:srgbClr val="666699"/>
                  </a:solidFill>
                  <a:latin typeface="+mn-lt"/>
                  <a:ea typeface="+mn-ea"/>
                </a:defRPr>
              </a:lvl5pPr>
            </a:lstStyle>
            <a:p>
              <a:pPr marL="0" lvl="0" indent="0" eaLnBrk="1" hangingPunct="1">
                <a:spcBef>
                  <a:spcPct val="50000"/>
                </a:spcBef>
                <a:buNone/>
              </a:pPr>
              <a:r>
                <a:rPr lang="zh-CN" altLang="en-US" sz="1800" dirty="0">
                  <a:solidFill>
                    <a:schemeClr val="tx1"/>
                  </a:solidFill>
                  <a:latin typeface="Tahoma" panose="020B0604030504040204" pitchFamily="34" charset="0"/>
                </a:rPr>
                <a:t>商0，左移1位</a:t>
              </a:r>
              <a:endParaRPr lang="zh-CN" altLang="en-US" sz="1800" dirty="0">
                <a:solidFill>
                  <a:schemeClr val="tx1"/>
                </a:solidFill>
                <a:latin typeface="Tahoma" panose="020B0604030504040204" pitchFamily="34" charset="0"/>
              </a:endParaRPr>
            </a:p>
          </p:txBody>
        </p:sp>
        <p:sp>
          <p:nvSpPr>
            <p:cNvPr id="60458" name="Text Box 42"/>
            <p:cNvSpPr txBox="1"/>
            <p:nvPr/>
          </p:nvSpPr>
          <p:spPr>
            <a:xfrm>
              <a:off x="3552" y="1786"/>
              <a:ext cx="1200" cy="194"/>
            </a:xfrm>
            <a:prstGeom prst="rect">
              <a:avLst/>
            </a:prstGeom>
            <a:noFill/>
            <a:ln w="9525">
              <a:noFill/>
            </a:ln>
          </p:spPr>
          <p:txBody>
            <a:bodyPr>
              <a:spAutoFit/>
            </a:bodyPr>
            <a:lstStyle>
              <a:lvl1pPr marL="342900" indent="-342900" algn="l" rtl="0" eaLnBrk="0" fontAlgn="base" hangingPunct="0">
                <a:spcBef>
                  <a:spcPct val="20000"/>
                </a:spcBef>
                <a:spcAft>
                  <a:spcPct val="0"/>
                </a:spcAft>
                <a:buChar char="•"/>
                <a:defRPr sz="3200">
                  <a:solidFill>
                    <a:srgbClr val="666699"/>
                  </a:solidFill>
                  <a:latin typeface="+mn-lt"/>
                  <a:ea typeface="+mn-ea"/>
                  <a:cs typeface="+mn-cs"/>
                </a:defRPr>
              </a:lvl1pPr>
              <a:lvl2pPr marL="742950" indent="-285750" algn="l" rtl="0" eaLnBrk="0" fontAlgn="base" hangingPunct="0">
                <a:spcBef>
                  <a:spcPct val="20000"/>
                </a:spcBef>
                <a:spcAft>
                  <a:spcPct val="0"/>
                </a:spcAft>
                <a:buChar char="–"/>
                <a:defRPr sz="2800">
                  <a:solidFill>
                    <a:srgbClr val="666699"/>
                  </a:solidFill>
                  <a:latin typeface="+mn-lt"/>
                  <a:ea typeface="+mn-ea"/>
                </a:defRPr>
              </a:lvl2pPr>
              <a:lvl3pPr marL="1143000" indent="-228600" algn="l" rtl="0" eaLnBrk="0" fontAlgn="base" hangingPunct="0">
                <a:spcBef>
                  <a:spcPct val="20000"/>
                </a:spcBef>
                <a:spcAft>
                  <a:spcPct val="0"/>
                </a:spcAft>
                <a:buChar char="•"/>
                <a:defRPr sz="2400">
                  <a:solidFill>
                    <a:srgbClr val="666699"/>
                  </a:solidFill>
                  <a:latin typeface="+mn-lt"/>
                  <a:ea typeface="+mn-ea"/>
                </a:defRPr>
              </a:lvl3pPr>
              <a:lvl4pPr marL="1600200" indent="-228600" algn="l" rtl="0" eaLnBrk="0" fontAlgn="base" hangingPunct="0">
                <a:spcBef>
                  <a:spcPct val="20000"/>
                </a:spcBef>
                <a:spcAft>
                  <a:spcPct val="0"/>
                </a:spcAft>
                <a:buChar char="–"/>
                <a:defRPr sz="2000">
                  <a:solidFill>
                    <a:srgbClr val="666699"/>
                  </a:solidFill>
                  <a:latin typeface="+mn-lt"/>
                  <a:ea typeface="+mn-ea"/>
                </a:defRPr>
              </a:lvl4pPr>
              <a:lvl5pPr marL="2057400" indent="-228600" algn="l" rtl="0" eaLnBrk="0" fontAlgn="base" hangingPunct="0">
                <a:spcBef>
                  <a:spcPct val="20000"/>
                </a:spcBef>
                <a:spcAft>
                  <a:spcPct val="0"/>
                </a:spcAft>
                <a:buChar char="»"/>
                <a:defRPr sz="2000">
                  <a:solidFill>
                    <a:srgbClr val="666699"/>
                  </a:solidFill>
                  <a:latin typeface="+mn-lt"/>
                  <a:ea typeface="+mn-ea"/>
                </a:defRPr>
              </a:lvl5pPr>
            </a:lstStyle>
            <a:p>
              <a:pPr marL="0" lvl="0" indent="0" eaLnBrk="1" hangingPunct="1">
                <a:spcBef>
                  <a:spcPct val="50000"/>
                </a:spcBef>
                <a:buNone/>
              </a:pPr>
              <a:r>
                <a:rPr lang="zh-CN" altLang="en-US" sz="1800" dirty="0">
                  <a:solidFill>
                    <a:schemeClr val="tx1"/>
                  </a:solidFill>
                  <a:latin typeface="Tahoma" panose="020B0604030504040204" pitchFamily="34" charset="0"/>
                </a:rPr>
                <a:t>商1</a:t>
              </a:r>
              <a:endParaRPr lang="zh-CN" altLang="en-US" sz="1800" dirty="0">
                <a:solidFill>
                  <a:schemeClr val="tx1"/>
                </a:solidFill>
                <a:latin typeface="Tahoma" panose="020B0604030504040204" pitchFamily="34" charset="0"/>
              </a:endParaRPr>
            </a:p>
          </p:txBody>
        </p:sp>
        <p:sp>
          <p:nvSpPr>
            <p:cNvPr id="60459" name="Text Box 43"/>
            <p:cNvSpPr txBox="1"/>
            <p:nvPr/>
          </p:nvSpPr>
          <p:spPr>
            <a:xfrm>
              <a:off x="3552" y="442"/>
              <a:ext cx="1200" cy="194"/>
            </a:xfrm>
            <a:prstGeom prst="rect">
              <a:avLst/>
            </a:prstGeom>
            <a:noFill/>
            <a:ln w="9525">
              <a:noFill/>
            </a:ln>
          </p:spPr>
          <p:txBody>
            <a:bodyPr>
              <a:spAutoFit/>
            </a:bodyPr>
            <a:lstStyle>
              <a:lvl1pPr marL="342900" indent="-342900" algn="l" rtl="0" eaLnBrk="0" fontAlgn="base" hangingPunct="0">
                <a:spcBef>
                  <a:spcPct val="20000"/>
                </a:spcBef>
                <a:spcAft>
                  <a:spcPct val="0"/>
                </a:spcAft>
                <a:buChar char="•"/>
                <a:defRPr sz="3200">
                  <a:solidFill>
                    <a:srgbClr val="666699"/>
                  </a:solidFill>
                  <a:latin typeface="+mn-lt"/>
                  <a:ea typeface="+mn-ea"/>
                  <a:cs typeface="+mn-cs"/>
                </a:defRPr>
              </a:lvl1pPr>
              <a:lvl2pPr marL="742950" indent="-285750" algn="l" rtl="0" eaLnBrk="0" fontAlgn="base" hangingPunct="0">
                <a:spcBef>
                  <a:spcPct val="20000"/>
                </a:spcBef>
                <a:spcAft>
                  <a:spcPct val="0"/>
                </a:spcAft>
                <a:buChar char="–"/>
                <a:defRPr sz="2800">
                  <a:solidFill>
                    <a:srgbClr val="666699"/>
                  </a:solidFill>
                  <a:latin typeface="+mn-lt"/>
                  <a:ea typeface="+mn-ea"/>
                </a:defRPr>
              </a:lvl2pPr>
              <a:lvl3pPr marL="1143000" indent="-228600" algn="l" rtl="0" eaLnBrk="0" fontAlgn="base" hangingPunct="0">
                <a:spcBef>
                  <a:spcPct val="20000"/>
                </a:spcBef>
                <a:spcAft>
                  <a:spcPct val="0"/>
                </a:spcAft>
                <a:buChar char="•"/>
                <a:defRPr sz="2400">
                  <a:solidFill>
                    <a:srgbClr val="666699"/>
                  </a:solidFill>
                  <a:latin typeface="+mn-lt"/>
                  <a:ea typeface="+mn-ea"/>
                </a:defRPr>
              </a:lvl3pPr>
              <a:lvl4pPr marL="1600200" indent="-228600" algn="l" rtl="0" eaLnBrk="0" fontAlgn="base" hangingPunct="0">
                <a:spcBef>
                  <a:spcPct val="20000"/>
                </a:spcBef>
                <a:spcAft>
                  <a:spcPct val="0"/>
                </a:spcAft>
                <a:buChar char="–"/>
                <a:defRPr sz="2000">
                  <a:solidFill>
                    <a:srgbClr val="666699"/>
                  </a:solidFill>
                  <a:latin typeface="+mn-lt"/>
                  <a:ea typeface="+mn-ea"/>
                </a:defRPr>
              </a:lvl4pPr>
              <a:lvl5pPr marL="2057400" indent="-228600" algn="l" rtl="0" eaLnBrk="0" fontAlgn="base" hangingPunct="0">
                <a:spcBef>
                  <a:spcPct val="20000"/>
                </a:spcBef>
                <a:spcAft>
                  <a:spcPct val="0"/>
                </a:spcAft>
                <a:buChar char="»"/>
                <a:defRPr sz="2000">
                  <a:solidFill>
                    <a:srgbClr val="666699"/>
                  </a:solidFill>
                  <a:latin typeface="+mn-lt"/>
                  <a:ea typeface="+mn-ea"/>
                </a:defRPr>
              </a:lvl5pPr>
            </a:lstStyle>
            <a:p>
              <a:pPr marL="0" lvl="0" indent="0" eaLnBrk="1" hangingPunct="1">
                <a:spcBef>
                  <a:spcPct val="50000"/>
                </a:spcBef>
                <a:buNone/>
              </a:pPr>
              <a:r>
                <a:rPr lang="zh-CN" altLang="en-US" sz="1800" dirty="0">
                  <a:solidFill>
                    <a:schemeClr val="tx1"/>
                  </a:solidFill>
                  <a:latin typeface="Tahoma" panose="020B0604030504040204" pitchFamily="34" charset="0"/>
                </a:rPr>
                <a:t>商1，左移1位</a:t>
              </a:r>
              <a:endParaRPr lang="zh-CN" altLang="en-US" sz="1800" dirty="0">
                <a:solidFill>
                  <a:schemeClr val="tx1"/>
                </a:solidFill>
                <a:latin typeface="Tahoma" panose="020B0604030504040204" pitchFamily="34" charset="0"/>
              </a:endParaRPr>
            </a:p>
          </p:txBody>
        </p:sp>
        <p:sp>
          <p:nvSpPr>
            <p:cNvPr id="60460" name="Text Box 44"/>
            <p:cNvSpPr txBox="1"/>
            <p:nvPr/>
          </p:nvSpPr>
          <p:spPr>
            <a:xfrm>
              <a:off x="2640" y="1680"/>
              <a:ext cx="720" cy="210"/>
            </a:xfrm>
            <a:prstGeom prst="rect">
              <a:avLst/>
            </a:prstGeom>
            <a:noFill/>
            <a:ln w="9525">
              <a:noFill/>
            </a:ln>
          </p:spPr>
          <p:txBody>
            <a:bodyPr>
              <a:spAutoFit/>
            </a:bodyPr>
            <a:lstStyle>
              <a:lvl1pPr marL="342900" indent="-342900" algn="l" rtl="0" eaLnBrk="0" fontAlgn="base" hangingPunct="0">
                <a:spcBef>
                  <a:spcPct val="20000"/>
                </a:spcBef>
                <a:spcAft>
                  <a:spcPct val="0"/>
                </a:spcAft>
                <a:buChar char="•"/>
                <a:defRPr sz="3200">
                  <a:solidFill>
                    <a:srgbClr val="666699"/>
                  </a:solidFill>
                  <a:latin typeface="+mn-lt"/>
                  <a:ea typeface="+mn-ea"/>
                  <a:cs typeface="+mn-cs"/>
                </a:defRPr>
              </a:lvl1pPr>
              <a:lvl2pPr marL="742950" indent="-285750" algn="l" rtl="0" eaLnBrk="0" fontAlgn="base" hangingPunct="0">
                <a:spcBef>
                  <a:spcPct val="20000"/>
                </a:spcBef>
                <a:spcAft>
                  <a:spcPct val="0"/>
                </a:spcAft>
                <a:buChar char="–"/>
                <a:defRPr sz="2800">
                  <a:solidFill>
                    <a:srgbClr val="666699"/>
                  </a:solidFill>
                  <a:latin typeface="+mn-lt"/>
                  <a:ea typeface="+mn-ea"/>
                </a:defRPr>
              </a:lvl2pPr>
              <a:lvl3pPr marL="1143000" indent="-228600" algn="l" rtl="0" eaLnBrk="0" fontAlgn="base" hangingPunct="0">
                <a:spcBef>
                  <a:spcPct val="20000"/>
                </a:spcBef>
                <a:spcAft>
                  <a:spcPct val="0"/>
                </a:spcAft>
                <a:buChar char="•"/>
                <a:defRPr sz="2400">
                  <a:solidFill>
                    <a:srgbClr val="666699"/>
                  </a:solidFill>
                  <a:latin typeface="+mn-lt"/>
                  <a:ea typeface="+mn-ea"/>
                </a:defRPr>
              </a:lvl3pPr>
              <a:lvl4pPr marL="1600200" indent="-228600" algn="l" rtl="0" eaLnBrk="0" fontAlgn="base" hangingPunct="0">
                <a:spcBef>
                  <a:spcPct val="20000"/>
                </a:spcBef>
                <a:spcAft>
                  <a:spcPct val="0"/>
                </a:spcAft>
                <a:buChar char="–"/>
                <a:defRPr sz="2000">
                  <a:solidFill>
                    <a:srgbClr val="666699"/>
                  </a:solidFill>
                  <a:latin typeface="+mn-lt"/>
                  <a:ea typeface="+mn-ea"/>
                </a:defRPr>
              </a:lvl4pPr>
              <a:lvl5pPr marL="2057400" indent="-228600" algn="l" rtl="0" eaLnBrk="0" fontAlgn="base" hangingPunct="0">
                <a:spcBef>
                  <a:spcPct val="20000"/>
                </a:spcBef>
                <a:spcAft>
                  <a:spcPct val="0"/>
                </a:spcAft>
                <a:buChar char="»"/>
                <a:defRPr sz="2000">
                  <a:solidFill>
                    <a:srgbClr val="666699"/>
                  </a:solidFill>
                  <a:latin typeface="+mn-lt"/>
                  <a:ea typeface="+mn-ea"/>
                </a:defRPr>
              </a:lvl5pPr>
            </a:lstStyle>
            <a:p>
              <a:pPr marL="0" lvl="0" indent="0" eaLnBrk="1" hangingPunct="1">
                <a:spcBef>
                  <a:spcPct val="50000"/>
                </a:spcBef>
                <a:buNone/>
              </a:pPr>
              <a:r>
                <a:rPr lang="zh-CN" altLang="en-US" sz="2000" dirty="0">
                  <a:solidFill>
                    <a:schemeClr val="tx1"/>
                  </a:solidFill>
                  <a:latin typeface="Tahoma" panose="020B0604030504040204" pitchFamily="34" charset="0"/>
                </a:rPr>
                <a:t>1.001</a:t>
              </a:r>
              <a:endParaRPr lang="zh-CN" altLang="en-US" sz="2000" dirty="0">
                <a:solidFill>
                  <a:schemeClr val="tx1"/>
                </a:solidFill>
                <a:latin typeface="Tahoma" panose="020B0604030504040204" pitchFamily="34" charset="0"/>
              </a:endParaRPr>
            </a:p>
          </p:txBody>
        </p:sp>
      </p:gr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1442" name="Rectangle 2"/>
          <p:cNvSpPr>
            <a:spLocks noGrp="1"/>
          </p:cNvSpPr>
          <p:nvPr>
            <p:ph type="title"/>
          </p:nvPr>
        </p:nvSpPr>
        <p:spPr>
          <a:xfrm>
            <a:off x="179388" y="476250"/>
            <a:ext cx="7772400" cy="838200"/>
          </a:xfrm>
          <a:ln/>
        </p:spPr>
        <p:txBody>
          <a:bodyPr vert="horz" wrap="square" lIns="91440" tIns="45720" rIns="91440" bIns="45720" anchor="ctr" anchorCtr="0"/>
          <a:p>
            <a:pPr algn="l" eaLnBrk="1" hangingPunct="1"/>
            <a:r>
              <a:rPr lang="zh-CN" altLang="en-US" dirty="0"/>
              <a:t>定点补码除法运算例2续：</a:t>
            </a:r>
            <a:endParaRPr lang="zh-CN" altLang="en-US" dirty="0"/>
          </a:p>
        </p:txBody>
      </p:sp>
      <p:sp>
        <p:nvSpPr>
          <p:cNvPr id="61443" name="Rectangle 3"/>
          <p:cNvSpPr>
            <a:spLocks noGrp="1"/>
          </p:cNvSpPr>
          <p:nvPr>
            <p:ph type="body"/>
          </p:nvPr>
        </p:nvSpPr>
        <p:spPr>
          <a:xfrm>
            <a:off x="323850" y="4510088"/>
            <a:ext cx="4525963" cy="1335087"/>
          </a:xfrm>
          <a:ln/>
        </p:spPr>
        <p:txBody>
          <a:bodyPr vert="horz" wrap="square" lIns="91440" tIns="45720" rIns="91440" bIns="45720" anchor="t" anchorCtr="0"/>
          <a:p>
            <a:pPr eaLnBrk="1" hangingPunct="1">
              <a:buNone/>
            </a:pPr>
            <a:r>
              <a:rPr lang="zh-CN" altLang="en-US" dirty="0">
                <a:solidFill>
                  <a:srgbClr val="0000FF"/>
                </a:solidFill>
              </a:rPr>
              <a:t>即：[Q]</a:t>
            </a:r>
            <a:r>
              <a:rPr lang="zh-CN" altLang="en-US" sz="2400" baseline="-25000" dirty="0">
                <a:solidFill>
                  <a:srgbClr val="0000FF"/>
                </a:solidFill>
                <a:latin typeface="Tahoma" panose="020B0604030504040204" pitchFamily="34" charset="0"/>
              </a:rPr>
              <a:t>补</a:t>
            </a:r>
            <a:r>
              <a:rPr lang="zh-CN" altLang="en-US" dirty="0">
                <a:solidFill>
                  <a:srgbClr val="0000FF"/>
                </a:solidFill>
              </a:rPr>
              <a:t>=1. 010</a:t>
            </a:r>
            <a:endParaRPr lang="zh-CN" altLang="en-US" dirty="0">
              <a:solidFill>
                <a:srgbClr val="0000FF"/>
              </a:solidFill>
            </a:endParaRPr>
          </a:p>
          <a:p>
            <a:pPr eaLnBrk="1" hangingPunct="1">
              <a:buNone/>
            </a:pPr>
            <a:r>
              <a:rPr lang="zh-CN" altLang="en-US" dirty="0">
                <a:solidFill>
                  <a:srgbClr val="0000FF"/>
                </a:solidFill>
              </a:rPr>
              <a:t>        [R]</a:t>
            </a:r>
            <a:r>
              <a:rPr lang="zh-CN" altLang="en-US" sz="2400" baseline="-25000" dirty="0">
                <a:solidFill>
                  <a:srgbClr val="0000FF"/>
                </a:solidFill>
                <a:latin typeface="Tahoma" panose="020B0604030504040204" pitchFamily="34" charset="0"/>
              </a:rPr>
              <a:t>补</a:t>
            </a:r>
            <a:r>
              <a:rPr lang="zh-CN" altLang="en-US" dirty="0">
                <a:solidFill>
                  <a:srgbClr val="0000FF"/>
                </a:solidFill>
              </a:rPr>
              <a:t>=0.010×2</a:t>
            </a:r>
            <a:r>
              <a:rPr lang="zh-CN" altLang="en-US" baseline="30000" dirty="0">
                <a:solidFill>
                  <a:srgbClr val="0000FF"/>
                </a:solidFill>
              </a:rPr>
              <a:t>-3</a:t>
            </a:r>
            <a:endParaRPr lang="zh-CN" altLang="en-US" baseline="30000" dirty="0">
              <a:solidFill>
                <a:srgbClr val="0000FF"/>
              </a:solidFill>
            </a:endParaRPr>
          </a:p>
        </p:txBody>
      </p:sp>
      <p:sp>
        <p:nvSpPr>
          <p:cNvPr id="61444" name="Text Box 4"/>
          <p:cNvSpPr txBox="1"/>
          <p:nvPr/>
        </p:nvSpPr>
        <p:spPr>
          <a:xfrm>
            <a:off x="762000" y="1752600"/>
            <a:ext cx="6781800" cy="2738438"/>
          </a:xfrm>
          <a:prstGeom prst="rect">
            <a:avLst/>
          </a:prstGeom>
          <a:noFill/>
          <a:ln w="9525">
            <a:noFill/>
          </a:ln>
        </p:spPr>
        <p:txBody>
          <a:bodyPr>
            <a:spAutoFit/>
          </a:bodyPr>
          <a:lstStyle>
            <a:lvl1pPr marL="342900" indent="-342900" algn="l" rtl="0" eaLnBrk="0" fontAlgn="base" hangingPunct="0">
              <a:spcBef>
                <a:spcPct val="20000"/>
              </a:spcBef>
              <a:spcAft>
                <a:spcPct val="0"/>
              </a:spcAft>
              <a:buChar char="•"/>
              <a:defRPr sz="3200">
                <a:solidFill>
                  <a:srgbClr val="666699"/>
                </a:solidFill>
                <a:latin typeface="+mn-lt"/>
                <a:ea typeface="+mn-ea"/>
                <a:cs typeface="+mn-cs"/>
              </a:defRPr>
            </a:lvl1pPr>
            <a:lvl2pPr marL="742950" indent="-285750" algn="l" rtl="0" eaLnBrk="0" fontAlgn="base" hangingPunct="0">
              <a:spcBef>
                <a:spcPct val="20000"/>
              </a:spcBef>
              <a:spcAft>
                <a:spcPct val="0"/>
              </a:spcAft>
              <a:buChar char="–"/>
              <a:defRPr sz="2800">
                <a:solidFill>
                  <a:srgbClr val="666699"/>
                </a:solidFill>
                <a:latin typeface="+mn-lt"/>
                <a:ea typeface="+mn-ea"/>
              </a:defRPr>
            </a:lvl2pPr>
            <a:lvl3pPr marL="1143000" indent="-228600" algn="l" rtl="0" eaLnBrk="0" fontAlgn="base" hangingPunct="0">
              <a:spcBef>
                <a:spcPct val="20000"/>
              </a:spcBef>
              <a:spcAft>
                <a:spcPct val="0"/>
              </a:spcAft>
              <a:buChar char="•"/>
              <a:defRPr sz="2400">
                <a:solidFill>
                  <a:srgbClr val="666699"/>
                </a:solidFill>
                <a:latin typeface="+mn-lt"/>
                <a:ea typeface="+mn-ea"/>
              </a:defRPr>
            </a:lvl3pPr>
            <a:lvl4pPr marL="1600200" indent="-228600" algn="l" rtl="0" eaLnBrk="0" fontAlgn="base" hangingPunct="0">
              <a:spcBef>
                <a:spcPct val="20000"/>
              </a:spcBef>
              <a:spcAft>
                <a:spcPct val="0"/>
              </a:spcAft>
              <a:buChar char="–"/>
              <a:defRPr sz="2000">
                <a:solidFill>
                  <a:srgbClr val="666699"/>
                </a:solidFill>
                <a:latin typeface="+mn-lt"/>
                <a:ea typeface="+mn-ea"/>
              </a:defRPr>
            </a:lvl4pPr>
            <a:lvl5pPr marL="2057400" indent="-228600" algn="l" rtl="0" eaLnBrk="0" fontAlgn="base" hangingPunct="0">
              <a:spcBef>
                <a:spcPct val="20000"/>
              </a:spcBef>
              <a:spcAft>
                <a:spcPct val="0"/>
              </a:spcAft>
              <a:buChar char="»"/>
              <a:defRPr sz="2000">
                <a:solidFill>
                  <a:srgbClr val="666699"/>
                </a:solidFill>
                <a:latin typeface="+mn-lt"/>
                <a:ea typeface="+mn-ea"/>
              </a:defRPr>
            </a:lvl5pPr>
          </a:lstStyle>
          <a:p>
            <a:pPr marL="0" lvl="0" indent="0" eaLnBrk="1" hangingPunct="1">
              <a:spcBef>
                <a:spcPct val="50000"/>
              </a:spcBef>
            </a:pPr>
            <a:r>
              <a:rPr lang="zh-CN" altLang="en-US" sz="2800" dirty="0">
                <a:solidFill>
                  <a:schemeClr val="tx1"/>
                </a:solidFill>
                <a:latin typeface="Tahoma" panose="020B0604030504040204" pitchFamily="34" charset="0"/>
              </a:rPr>
              <a:t>结果</a:t>
            </a:r>
            <a:r>
              <a:rPr lang="zh-CN" altLang="en-US" sz="2400" dirty="0">
                <a:solidFill>
                  <a:schemeClr val="tx1"/>
                </a:solidFill>
                <a:latin typeface="Tahoma" panose="020B0604030504040204" pitchFamily="34" charset="0"/>
              </a:rPr>
              <a:t>:</a:t>
            </a:r>
            <a:endParaRPr lang="zh-CN" altLang="en-US" sz="2400" dirty="0">
              <a:solidFill>
                <a:schemeClr val="tx1"/>
              </a:solidFill>
              <a:latin typeface="Tahoma" panose="020B0604030504040204" pitchFamily="34" charset="0"/>
            </a:endParaRPr>
          </a:p>
          <a:p>
            <a:pPr marL="0" lvl="0" indent="0" eaLnBrk="1" hangingPunct="1">
              <a:spcBef>
                <a:spcPct val="50000"/>
              </a:spcBef>
            </a:pPr>
            <a:r>
              <a:rPr lang="zh-CN" altLang="en-US" sz="2400" dirty="0">
                <a:solidFill>
                  <a:schemeClr val="tx1"/>
                </a:solidFill>
                <a:latin typeface="Tahoma" panose="020B0604030504040204" pitchFamily="34" charset="0"/>
              </a:rPr>
              <a:t>不能除尽，商为负，需校正</a:t>
            </a:r>
            <a:endParaRPr lang="zh-CN" altLang="en-US" sz="2400" dirty="0">
              <a:solidFill>
                <a:schemeClr val="tx1"/>
              </a:solidFill>
              <a:latin typeface="Tahoma" panose="020B0604030504040204" pitchFamily="34" charset="0"/>
            </a:endParaRPr>
          </a:p>
          <a:p>
            <a:pPr marL="0" lvl="0" indent="0" eaLnBrk="1" hangingPunct="1">
              <a:spcBef>
                <a:spcPct val="50000"/>
              </a:spcBef>
              <a:buNone/>
            </a:pPr>
            <a:r>
              <a:rPr lang="zh-CN" altLang="en-US" sz="2400" dirty="0">
                <a:solidFill>
                  <a:schemeClr val="tx1"/>
                </a:solidFill>
                <a:latin typeface="Tahoma" panose="020B0604030504040204" pitchFamily="34" charset="0"/>
              </a:rPr>
              <a:t>商[x/y]</a:t>
            </a:r>
            <a:r>
              <a:rPr lang="zh-CN" altLang="en-US" sz="2400" baseline="-25000" dirty="0">
                <a:solidFill>
                  <a:schemeClr val="tx1"/>
                </a:solidFill>
                <a:latin typeface="Tahoma" panose="020B0604030504040204" pitchFamily="34" charset="0"/>
              </a:rPr>
              <a:t>补</a:t>
            </a:r>
            <a:r>
              <a:rPr lang="zh-CN" altLang="en-US" sz="2400" dirty="0">
                <a:solidFill>
                  <a:schemeClr val="tx1"/>
                </a:solidFill>
                <a:latin typeface="Tahoma" panose="020B0604030504040204" pitchFamily="34" charset="0"/>
              </a:rPr>
              <a:t>=1.001+0.001=1.010</a:t>
            </a:r>
            <a:endParaRPr lang="zh-CN" altLang="en-US" sz="2400" dirty="0">
              <a:solidFill>
                <a:schemeClr val="tx1"/>
              </a:solidFill>
              <a:latin typeface="Tahoma" panose="020B0604030504040204" pitchFamily="34" charset="0"/>
            </a:endParaRPr>
          </a:p>
          <a:p>
            <a:pPr marL="0" lvl="0" indent="0" eaLnBrk="1" hangingPunct="1">
              <a:spcBef>
                <a:spcPct val="50000"/>
              </a:spcBef>
            </a:pPr>
            <a:r>
              <a:rPr lang="zh-CN" altLang="en-US" sz="2400" dirty="0">
                <a:solidFill>
                  <a:schemeClr val="tx1"/>
                </a:solidFill>
                <a:latin typeface="Tahoma" panose="020B0604030504040204" pitchFamily="34" charset="0"/>
              </a:rPr>
              <a:t>余数与被除数异号，需校正：</a:t>
            </a:r>
            <a:endParaRPr lang="zh-CN" altLang="en-US" sz="2400" dirty="0">
              <a:solidFill>
                <a:schemeClr val="tx1"/>
              </a:solidFill>
              <a:latin typeface="Tahoma" panose="020B0604030504040204" pitchFamily="34" charset="0"/>
            </a:endParaRPr>
          </a:p>
          <a:p>
            <a:pPr marL="0" lvl="0" indent="0" eaLnBrk="1" hangingPunct="1">
              <a:spcBef>
                <a:spcPct val="50000"/>
              </a:spcBef>
              <a:buNone/>
            </a:pPr>
            <a:r>
              <a:rPr lang="zh-CN" altLang="en-US" sz="2400" dirty="0">
                <a:solidFill>
                  <a:schemeClr val="tx1"/>
                </a:solidFill>
                <a:latin typeface="Tahoma" panose="020B0604030504040204" pitchFamily="34" charset="0"/>
              </a:rPr>
              <a:t>余数[R]</a:t>
            </a:r>
            <a:r>
              <a:rPr lang="zh-CN" altLang="en-US" sz="2400" baseline="-25000" dirty="0">
                <a:solidFill>
                  <a:schemeClr val="tx1"/>
                </a:solidFill>
                <a:latin typeface="Tahoma" panose="020B0604030504040204" pitchFamily="34" charset="0"/>
              </a:rPr>
              <a:t>补</a:t>
            </a:r>
            <a:r>
              <a:rPr lang="zh-CN" altLang="en-US" sz="2400" baseline="30000" dirty="0">
                <a:solidFill>
                  <a:schemeClr val="tx1"/>
                </a:solidFill>
                <a:latin typeface="Tahoma" panose="020B0604030504040204" pitchFamily="34" charset="0"/>
              </a:rPr>
              <a:t>=</a:t>
            </a:r>
            <a:r>
              <a:rPr lang="zh-CN" altLang="en-US" sz="2400" dirty="0">
                <a:solidFill>
                  <a:schemeClr val="tx1"/>
                </a:solidFill>
                <a:latin typeface="Tahoma" panose="020B0604030504040204" pitchFamily="34" charset="0"/>
              </a:rPr>
              <a:t>（1.101+0.101）×2</a:t>
            </a:r>
            <a:r>
              <a:rPr lang="zh-CN" altLang="en-US" sz="2400" baseline="30000" dirty="0">
                <a:solidFill>
                  <a:schemeClr val="tx1"/>
                </a:solidFill>
                <a:latin typeface="Tahoma" panose="020B0604030504040204" pitchFamily="34" charset="0"/>
              </a:rPr>
              <a:t>-3</a:t>
            </a:r>
            <a:r>
              <a:rPr lang="zh-CN" altLang="en-US" sz="2400" dirty="0">
                <a:solidFill>
                  <a:schemeClr val="tx1"/>
                </a:solidFill>
                <a:latin typeface="Tahoma" panose="020B0604030504040204" pitchFamily="34" charset="0"/>
              </a:rPr>
              <a:t>=0.010×2</a:t>
            </a:r>
            <a:r>
              <a:rPr lang="zh-CN" altLang="en-US" sz="2400" baseline="30000" dirty="0">
                <a:solidFill>
                  <a:schemeClr val="tx1"/>
                </a:solidFill>
                <a:latin typeface="Tahoma" panose="020B0604030504040204" pitchFamily="34" charset="0"/>
              </a:rPr>
              <a:t>-3</a:t>
            </a:r>
            <a:endParaRPr lang="zh-CN" altLang="en-US" sz="2400" baseline="30000" dirty="0">
              <a:solidFill>
                <a:schemeClr val="tx1"/>
              </a:solidFill>
              <a:latin typeface="Tahoma" panose="020B0604030504040204" pitchFamily="34"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6" presetClass="entr" presetSubtype="37" fill="hold" nodeType="afterEffect">
                                  <p:stCondLst>
                                    <p:cond delay="0"/>
                                  </p:stCondLst>
                                  <p:childTnLst>
                                    <p:set>
                                      <p:cBhvr>
                                        <p:cTn id="6" dur="1" fill="hold">
                                          <p:stCondLst>
                                            <p:cond delay="0"/>
                                          </p:stCondLst>
                                        </p:cTn>
                                        <p:tgtEl>
                                          <p:spTgt spid="61444"/>
                                        </p:tgtEl>
                                        <p:attrNameLst>
                                          <p:attrName>style.visibility</p:attrName>
                                        </p:attrNameLst>
                                      </p:cBhvr>
                                      <p:to>
                                        <p:strVal val="visible"/>
                                      </p:to>
                                    </p:set>
                                    <p:animEffect transition="in" filter="barn(outVertical)">
                                      <p:cBhvr>
                                        <p:cTn id="7" dur="500"/>
                                        <p:tgtEl>
                                          <p:spTgt spid="6144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1444" grpId="0"/>
    </p:bld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2466" name="Rectangle 2"/>
          <p:cNvSpPr>
            <a:spLocks noGrp="1"/>
          </p:cNvSpPr>
          <p:nvPr>
            <p:ph type="title"/>
          </p:nvPr>
        </p:nvSpPr>
        <p:spPr>
          <a:xfrm>
            <a:off x="179388" y="260350"/>
            <a:ext cx="7772400" cy="838200"/>
          </a:xfrm>
          <a:ln/>
        </p:spPr>
        <p:txBody>
          <a:bodyPr vert="horz" wrap="square" lIns="91440" tIns="45720" rIns="91440" bIns="45720" anchor="ctr" anchorCtr="0"/>
          <a:p>
            <a:pPr algn="l" eaLnBrk="1" hangingPunct="1"/>
            <a:r>
              <a:rPr lang="zh-CN" altLang="en-US" sz="3200" dirty="0"/>
              <a:t>定点补码除法运算例3：</a:t>
            </a:r>
            <a:endParaRPr lang="zh-CN" altLang="en-US" sz="3200" dirty="0"/>
          </a:p>
        </p:txBody>
      </p:sp>
      <p:sp>
        <p:nvSpPr>
          <p:cNvPr id="62467" name="Rectangle 3"/>
          <p:cNvSpPr>
            <a:spLocks noGrp="1"/>
          </p:cNvSpPr>
          <p:nvPr>
            <p:ph type="body"/>
          </p:nvPr>
        </p:nvSpPr>
        <p:spPr>
          <a:xfrm>
            <a:off x="228600" y="909638"/>
            <a:ext cx="8591550" cy="5114925"/>
          </a:xfrm>
          <a:ln/>
        </p:spPr>
        <p:txBody>
          <a:bodyPr vert="horz" wrap="square" lIns="91440" tIns="45720" rIns="91440" bIns="45720" anchor="t" anchorCtr="0"/>
          <a:p>
            <a:pPr marL="0" indent="0" eaLnBrk="1" hangingPunct="1">
              <a:buNone/>
            </a:pPr>
            <a:r>
              <a:rPr lang="zh-CN" altLang="en-US" sz="2400" b="1" dirty="0">
                <a:solidFill>
                  <a:srgbClr val="0000FF"/>
                </a:solidFill>
              </a:rPr>
              <a:t>例:X=0.1001,Y=-0.1101,求[X/Y]</a:t>
            </a:r>
            <a:r>
              <a:rPr lang="zh-CN" altLang="en-US" sz="2400" b="1" baseline="-25000" dirty="0">
                <a:solidFill>
                  <a:srgbClr val="0000FF"/>
                </a:solidFill>
              </a:rPr>
              <a:t>补</a:t>
            </a:r>
            <a:endParaRPr lang="zh-CN" altLang="en-US" sz="2000" b="1" baseline="-25000" dirty="0">
              <a:solidFill>
                <a:srgbClr val="0000FF"/>
              </a:solidFill>
            </a:endParaRPr>
          </a:p>
          <a:p>
            <a:pPr marL="0" indent="0" eaLnBrk="1" hangingPunct="1">
              <a:buNone/>
            </a:pPr>
            <a:r>
              <a:rPr lang="zh-CN" altLang="en-US" sz="2400" b="1" dirty="0">
                <a:solidFill>
                  <a:srgbClr val="0000FF"/>
                </a:solidFill>
              </a:rPr>
              <a:t>解:[X]</a:t>
            </a:r>
            <a:r>
              <a:rPr lang="zh-CN" altLang="en-US" sz="2400" b="1" baseline="-25000" dirty="0">
                <a:solidFill>
                  <a:srgbClr val="0000FF"/>
                </a:solidFill>
              </a:rPr>
              <a:t>补</a:t>
            </a:r>
            <a:r>
              <a:rPr lang="zh-CN" altLang="en-US" sz="2400" b="1" dirty="0">
                <a:solidFill>
                  <a:srgbClr val="0000FF"/>
                </a:solidFill>
              </a:rPr>
              <a:t>=0.1001,[Y]</a:t>
            </a:r>
            <a:r>
              <a:rPr lang="zh-CN" altLang="en-US" sz="2400" b="1" baseline="-25000" dirty="0">
                <a:solidFill>
                  <a:srgbClr val="0000FF"/>
                </a:solidFill>
              </a:rPr>
              <a:t>补</a:t>
            </a:r>
            <a:r>
              <a:rPr lang="zh-CN" altLang="en-US" sz="2400" b="1" dirty="0">
                <a:solidFill>
                  <a:srgbClr val="0000FF"/>
                </a:solidFill>
              </a:rPr>
              <a:t>=1. 0011,[-Y]</a:t>
            </a:r>
            <a:r>
              <a:rPr lang="zh-CN" altLang="en-US" sz="2400" b="1" baseline="-25000" dirty="0">
                <a:solidFill>
                  <a:srgbClr val="0000FF"/>
                </a:solidFill>
              </a:rPr>
              <a:t>补</a:t>
            </a:r>
            <a:r>
              <a:rPr lang="zh-CN" altLang="en-US" sz="2400" b="1" dirty="0">
                <a:solidFill>
                  <a:srgbClr val="0000FF"/>
                </a:solidFill>
              </a:rPr>
              <a:t>=0. 1101 </a:t>
            </a:r>
            <a:endParaRPr lang="zh-CN" altLang="en-US" sz="2000" b="1" dirty="0">
              <a:solidFill>
                <a:srgbClr val="0000FF"/>
              </a:solidFill>
            </a:endParaRPr>
          </a:p>
          <a:p>
            <a:pPr marL="0" indent="0" eaLnBrk="1" hangingPunct="1">
              <a:buNone/>
            </a:pPr>
            <a:r>
              <a:rPr lang="zh-CN" altLang="en-US" sz="2400" b="1" dirty="0">
                <a:solidFill>
                  <a:srgbClr val="0000FF"/>
                </a:solidFill>
              </a:rPr>
              <a:t>       操作              被除数/余数           商数                 说明 </a:t>
            </a:r>
            <a:endParaRPr lang="zh-CN" altLang="en-US" sz="2400" b="1" dirty="0">
              <a:solidFill>
                <a:srgbClr val="0000FF"/>
              </a:solidFill>
            </a:endParaRPr>
          </a:p>
        </p:txBody>
      </p:sp>
      <p:grpSp>
        <p:nvGrpSpPr>
          <p:cNvPr id="62468" name="Group 4"/>
          <p:cNvGrpSpPr/>
          <p:nvPr/>
        </p:nvGrpSpPr>
        <p:grpSpPr>
          <a:xfrm>
            <a:off x="676275" y="2151063"/>
            <a:ext cx="8153400" cy="4230687"/>
            <a:chOff x="0" y="0"/>
            <a:chExt cx="5136" cy="2516"/>
          </a:xfrm>
        </p:grpSpPr>
        <p:sp>
          <p:nvSpPr>
            <p:cNvPr id="62469" name="Text Box 5"/>
            <p:cNvSpPr txBox="1"/>
            <p:nvPr/>
          </p:nvSpPr>
          <p:spPr>
            <a:xfrm>
              <a:off x="1248" y="0"/>
              <a:ext cx="1056" cy="250"/>
            </a:xfrm>
            <a:prstGeom prst="rect">
              <a:avLst/>
            </a:prstGeom>
            <a:noFill/>
            <a:ln w="9525">
              <a:noFill/>
            </a:ln>
          </p:spPr>
          <p:txBody>
            <a:bodyPr>
              <a:spAutoFit/>
            </a:bodyPr>
            <a:lstStyle>
              <a:lvl1pPr marL="342900" indent="-342900" algn="l" rtl="0" eaLnBrk="0" fontAlgn="base" hangingPunct="0">
                <a:spcBef>
                  <a:spcPct val="20000"/>
                </a:spcBef>
                <a:spcAft>
                  <a:spcPct val="0"/>
                </a:spcAft>
                <a:buChar char="•"/>
                <a:defRPr sz="3200">
                  <a:solidFill>
                    <a:srgbClr val="666699"/>
                  </a:solidFill>
                  <a:latin typeface="+mn-lt"/>
                  <a:ea typeface="+mn-ea"/>
                  <a:cs typeface="+mn-cs"/>
                </a:defRPr>
              </a:lvl1pPr>
              <a:lvl2pPr marL="742950" indent="-285750" algn="l" rtl="0" eaLnBrk="0" fontAlgn="base" hangingPunct="0">
                <a:spcBef>
                  <a:spcPct val="20000"/>
                </a:spcBef>
                <a:spcAft>
                  <a:spcPct val="0"/>
                </a:spcAft>
                <a:buChar char="–"/>
                <a:defRPr sz="2800">
                  <a:solidFill>
                    <a:srgbClr val="666699"/>
                  </a:solidFill>
                  <a:latin typeface="+mn-lt"/>
                  <a:ea typeface="+mn-ea"/>
                </a:defRPr>
              </a:lvl2pPr>
              <a:lvl3pPr marL="1143000" indent="-228600" algn="l" rtl="0" eaLnBrk="0" fontAlgn="base" hangingPunct="0">
                <a:spcBef>
                  <a:spcPct val="20000"/>
                </a:spcBef>
                <a:spcAft>
                  <a:spcPct val="0"/>
                </a:spcAft>
                <a:buChar char="•"/>
                <a:defRPr sz="2400">
                  <a:solidFill>
                    <a:srgbClr val="666699"/>
                  </a:solidFill>
                  <a:latin typeface="+mn-lt"/>
                  <a:ea typeface="+mn-ea"/>
                </a:defRPr>
              </a:lvl3pPr>
              <a:lvl4pPr marL="1600200" indent="-228600" algn="l" rtl="0" eaLnBrk="0" fontAlgn="base" hangingPunct="0">
                <a:spcBef>
                  <a:spcPct val="20000"/>
                </a:spcBef>
                <a:spcAft>
                  <a:spcPct val="0"/>
                </a:spcAft>
                <a:buChar char="–"/>
                <a:defRPr sz="2000">
                  <a:solidFill>
                    <a:srgbClr val="666699"/>
                  </a:solidFill>
                  <a:latin typeface="+mn-lt"/>
                  <a:ea typeface="+mn-ea"/>
                </a:defRPr>
              </a:lvl4pPr>
              <a:lvl5pPr marL="2057400" indent="-228600" algn="l" rtl="0" eaLnBrk="0" fontAlgn="base" hangingPunct="0">
                <a:spcBef>
                  <a:spcPct val="20000"/>
                </a:spcBef>
                <a:spcAft>
                  <a:spcPct val="0"/>
                </a:spcAft>
                <a:buChar char="»"/>
                <a:defRPr sz="2000">
                  <a:solidFill>
                    <a:srgbClr val="666699"/>
                  </a:solidFill>
                  <a:latin typeface="+mn-lt"/>
                  <a:ea typeface="+mn-ea"/>
                </a:defRPr>
              </a:lvl5pPr>
            </a:lstStyle>
            <a:p>
              <a:pPr marL="0" lvl="0" indent="0" eaLnBrk="1" hangingPunct="1">
                <a:spcBef>
                  <a:spcPct val="50000"/>
                </a:spcBef>
                <a:buNone/>
              </a:pPr>
              <a:r>
                <a:rPr lang="zh-CN" altLang="en-US" sz="2000" dirty="0">
                  <a:solidFill>
                    <a:schemeClr val="tx1"/>
                  </a:solidFill>
                  <a:latin typeface="Tahoma" panose="020B0604030504040204" pitchFamily="34" charset="0"/>
                </a:rPr>
                <a:t>0 0 . 1 0 0 1</a:t>
              </a:r>
              <a:endParaRPr lang="zh-CN" altLang="en-US" sz="2000" dirty="0">
                <a:solidFill>
                  <a:schemeClr val="tx1"/>
                </a:solidFill>
                <a:latin typeface="Tahoma" panose="020B0604030504040204" pitchFamily="34" charset="0"/>
              </a:endParaRPr>
            </a:p>
          </p:txBody>
        </p:sp>
        <p:sp>
          <p:nvSpPr>
            <p:cNvPr id="62470" name="Text Box 6"/>
            <p:cNvSpPr txBox="1"/>
            <p:nvPr/>
          </p:nvSpPr>
          <p:spPr>
            <a:xfrm>
              <a:off x="1248" y="144"/>
              <a:ext cx="1056" cy="250"/>
            </a:xfrm>
            <a:prstGeom prst="rect">
              <a:avLst/>
            </a:prstGeom>
            <a:noFill/>
            <a:ln w="9525">
              <a:noFill/>
            </a:ln>
          </p:spPr>
          <p:txBody>
            <a:bodyPr>
              <a:spAutoFit/>
            </a:bodyPr>
            <a:lstStyle>
              <a:lvl1pPr marL="342900" indent="-342900" algn="l" rtl="0" eaLnBrk="0" fontAlgn="base" hangingPunct="0">
                <a:spcBef>
                  <a:spcPct val="20000"/>
                </a:spcBef>
                <a:spcAft>
                  <a:spcPct val="0"/>
                </a:spcAft>
                <a:buChar char="•"/>
                <a:defRPr sz="3200">
                  <a:solidFill>
                    <a:srgbClr val="666699"/>
                  </a:solidFill>
                  <a:latin typeface="+mn-lt"/>
                  <a:ea typeface="+mn-ea"/>
                  <a:cs typeface="+mn-cs"/>
                </a:defRPr>
              </a:lvl1pPr>
              <a:lvl2pPr marL="742950" indent="-285750" algn="l" rtl="0" eaLnBrk="0" fontAlgn="base" hangingPunct="0">
                <a:spcBef>
                  <a:spcPct val="20000"/>
                </a:spcBef>
                <a:spcAft>
                  <a:spcPct val="0"/>
                </a:spcAft>
                <a:buChar char="–"/>
                <a:defRPr sz="2800">
                  <a:solidFill>
                    <a:srgbClr val="666699"/>
                  </a:solidFill>
                  <a:latin typeface="+mn-lt"/>
                  <a:ea typeface="+mn-ea"/>
                </a:defRPr>
              </a:lvl2pPr>
              <a:lvl3pPr marL="1143000" indent="-228600" algn="l" rtl="0" eaLnBrk="0" fontAlgn="base" hangingPunct="0">
                <a:spcBef>
                  <a:spcPct val="20000"/>
                </a:spcBef>
                <a:spcAft>
                  <a:spcPct val="0"/>
                </a:spcAft>
                <a:buChar char="•"/>
                <a:defRPr sz="2400">
                  <a:solidFill>
                    <a:srgbClr val="666699"/>
                  </a:solidFill>
                  <a:latin typeface="+mn-lt"/>
                  <a:ea typeface="+mn-ea"/>
                </a:defRPr>
              </a:lvl3pPr>
              <a:lvl4pPr marL="1600200" indent="-228600" algn="l" rtl="0" eaLnBrk="0" fontAlgn="base" hangingPunct="0">
                <a:spcBef>
                  <a:spcPct val="20000"/>
                </a:spcBef>
                <a:spcAft>
                  <a:spcPct val="0"/>
                </a:spcAft>
                <a:buChar char="–"/>
                <a:defRPr sz="2000">
                  <a:solidFill>
                    <a:srgbClr val="666699"/>
                  </a:solidFill>
                  <a:latin typeface="+mn-lt"/>
                  <a:ea typeface="+mn-ea"/>
                </a:defRPr>
              </a:lvl4pPr>
              <a:lvl5pPr marL="2057400" indent="-228600" algn="l" rtl="0" eaLnBrk="0" fontAlgn="base" hangingPunct="0">
                <a:spcBef>
                  <a:spcPct val="20000"/>
                </a:spcBef>
                <a:spcAft>
                  <a:spcPct val="0"/>
                </a:spcAft>
                <a:buChar char="»"/>
                <a:defRPr sz="2000">
                  <a:solidFill>
                    <a:srgbClr val="666699"/>
                  </a:solidFill>
                  <a:latin typeface="+mn-lt"/>
                  <a:ea typeface="+mn-ea"/>
                </a:defRPr>
              </a:lvl5pPr>
            </a:lstStyle>
            <a:p>
              <a:pPr marL="0" lvl="0" indent="0" eaLnBrk="1" hangingPunct="1">
                <a:spcBef>
                  <a:spcPct val="50000"/>
                </a:spcBef>
                <a:buNone/>
              </a:pPr>
              <a:r>
                <a:rPr lang="zh-CN" altLang="en-US" sz="2000" dirty="0">
                  <a:solidFill>
                    <a:schemeClr val="tx1"/>
                  </a:solidFill>
                  <a:latin typeface="Tahoma" panose="020B0604030504040204" pitchFamily="34" charset="0"/>
                </a:rPr>
                <a:t>1 1 . 0 0 1 1</a:t>
              </a:r>
              <a:endParaRPr lang="zh-CN" altLang="en-US" sz="2000" dirty="0">
                <a:solidFill>
                  <a:schemeClr val="tx1"/>
                </a:solidFill>
                <a:latin typeface="Tahoma" panose="020B0604030504040204" pitchFamily="34" charset="0"/>
              </a:endParaRPr>
            </a:p>
          </p:txBody>
        </p:sp>
        <p:sp>
          <p:nvSpPr>
            <p:cNvPr id="62471" name="Text Box 7"/>
            <p:cNvSpPr txBox="1"/>
            <p:nvPr/>
          </p:nvSpPr>
          <p:spPr>
            <a:xfrm>
              <a:off x="1248" y="288"/>
              <a:ext cx="1056" cy="250"/>
            </a:xfrm>
            <a:prstGeom prst="rect">
              <a:avLst/>
            </a:prstGeom>
            <a:noFill/>
            <a:ln w="9525">
              <a:noFill/>
            </a:ln>
          </p:spPr>
          <p:txBody>
            <a:bodyPr>
              <a:spAutoFit/>
            </a:bodyPr>
            <a:lstStyle>
              <a:lvl1pPr marL="342900" indent="-342900" algn="l" rtl="0" eaLnBrk="0" fontAlgn="base" hangingPunct="0">
                <a:spcBef>
                  <a:spcPct val="20000"/>
                </a:spcBef>
                <a:spcAft>
                  <a:spcPct val="0"/>
                </a:spcAft>
                <a:buChar char="•"/>
                <a:defRPr sz="3200">
                  <a:solidFill>
                    <a:srgbClr val="666699"/>
                  </a:solidFill>
                  <a:latin typeface="+mn-lt"/>
                  <a:ea typeface="+mn-ea"/>
                  <a:cs typeface="+mn-cs"/>
                </a:defRPr>
              </a:lvl1pPr>
              <a:lvl2pPr marL="742950" indent="-285750" algn="l" rtl="0" eaLnBrk="0" fontAlgn="base" hangingPunct="0">
                <a:spcBef>
                  <a:spcPct val="20000"/>
                </a:spcBef>
                <a:spcAft>
                  <a:spcPct val="0"/>
                </a:spcAft>
                <a:buChar char="–"/>
                <a:defRPr sz="2800">
                  <a:solidFill>
                    <a:srgbClr val="666699"/>
                  </a:solidFill>
                  <a:latin typeface="+mn-lt"/>
                  <a:ea typeface="+mn-ea"/>
                </a:defRPr>
              </a:lvl2pPr>
              <a:lvl3pPr marL="1143000" indent="-228600" algn="l" rtl="0" eaLnBrk="0" fontAlgn="base" hangingPunct="0">
                <a:spcBef>
                  <a:spcPct val="20000"/>
                </a:spcBef>
                <a:spcAft>
                  <a:spcPct val="0"/>
                </a:spcAft>
                <a:buChar char="•"/>
                <a:defRPr sz="2400">
                  <a:solidFill>
                    <a:srgbClr val="666699"/>
                  </a:solidFill>
                  <a:latin typeface="+mn-lt"/>
                  <a:ea typeface="+mn-ea"/>
                </a:defRPr>
              </a:lvl3pPr>
              <a:lvl4pPr marL="1600200" indent="-228600" algn="l" rtl="0" eaLnBrk="0" fontAlgn="base" hangingPunct="0">
                <a:spcBef>
                  <a:spcPct val="20000"/>
                </a:spcBef>
                <a:spcAft>
                  <a:spcPct val="0"/>
                </a:spcAft>
                <a:buChar char="–"/>
                <a:defRPr sz="2000">
                  <a:solidFill>
                    <a:srgbClr val="666699"/>
                  </a:solidFill>
                  <a:latin typeface="+mn-lt"/>
                  <a:ea typeface="+mn-ea"/>
                </a:defRPr>
              </a:lvl4pPr>
              <a:lvl5pPr marL="2057400" indent="-228600" algn="l" rtl="0" eaLnBrk="0" fontAlgn="base" hangingPunct="0">
                <a:spcBef>
                  <a:spcPct val="20000"/>
                </a:spcBef>
                <a:spcAft>
                  <a:spcPct val="0"/>
                </a:spcAft>
                <a:buChar char="»"/>
                <a:defRPr sz="2000">
                  <a:solidFill>
                    <a:srgbClr val="666699"/>
                  </a:solidFill>
                  <a:latin typeface="+mn-lt"/>
                  <a:ea typeface="+mn-ea"/>
                </a:defRPr>
              </a:lvl5pPr>
            </a:lstStyle>
            <a:p>
              <a:pPr marL="0" lvl="0" indent="0" eaLnBrk="1" hangingPunct="1">
                <a:spcBef>
                  <a:spcPct val="50000"/>
                </a:spcBef>
                <a:buNone/>
              </a:pPr>
              <a:r>
                <a:rPr lang="zh-CN" altLang="en-US" sz="2000" dirty="0">
                  <a:solidFill>
                    <a:schemeClr val="tx1"/>
                  </a:solidFill>
                  <a:latin typeface="Tahoma" panose="020B0604030504040204" pitchFamily="34" charset="0"/>
                </a:rPr>
                <a:t>1 1 . 1 1 0 0</a:t>
              </a:r>
              <a:endParaRPr lang="zh-CN" altLang="en-US" sz="2000" dirty="0">
                <a:solidFill>
                  <a:schemeClr val="tx1"/>
                </a:solidFill>
                <a:latin typeface="Tahoma" panose="020B0604030504040204" pitchFamily="34" charset="0"/>
              </a:endParaRPr>
            </a:p>
          </p:txBody>
        </p:sp>
        <p:sp>
          <p:nvSpPr>
            <p:cNvPr id="62472" name="Text Box 8"/>
            <p:cNvSpPr txBox="1"/>
            <p:nvPr/>
          </p:nvSpPr>
          <p:spPr>
            <a:xfrm>
              <a:off x="1248" y="442"/>
              <a:ext cx="1056" cy="250"/>
            </a:xfrm>
            <a:prstGeom prst="rect">
              <a:avLst/>
            </a:prstGeom>
            <a:noFill/>
            <a:ln w="9525">
              <a:noFill/>
            </a:ln>
          </p:spPr>
          <p:txBody>
            <a:bodyPr>
              <a:spAutoFit/>
            </a:bodyPr>
            <a:lstStyle>
              <a:lvl1pPr marL="342900" indent="-342900" algn="l" rtl="0" eaLnBrk="0" fontAlgn="base" hangingPunct="0">
                <a:spcBef>
                  <a:spcPct val="20000"/>
                </a:spcBef>
                <a:spcAft>
                  <a:spcPct val="0"/>
                </a:spcAft>
                <a:buChar char="•"/>
                <a:defRPr sz="3200">
                  <a:solidFill>
                    <a:srgbClr val="666699"/>
                  </a:solidFill>
                  <a:latin typeface="+mn-lt"/>
                  <a:ea typeface="+mn-ea"/>
                  <a:cs typeface="+mn-cs"/>
                </a:defRPr>
              </a:lvl1pPr>
              <a:lvl2pPr marL="742950" indent="-285750" algn="l" rtl="0" eaLnBrk="0" fontAlgn="base" hangingPunct="0">
                <a:spcBef>
                  <a:spcPct val="20000"/>
                </a:spcBef>
                <a:spcAft>
                  <a:spcPct val="0"/>
                </a:spcAft>
                <a:buChar char="–"/>
                <a:defRPr sz="2800">
                  <a:solidFill>
                    <a:srgbClr val="666699"/>
                  </a:solidFill>
                  <a:latin typeface="+mn-lt"/>
                  <a:ea typeface="+mn-ea"/>
                </a:defRPr>
              </a:lvl2pPr>
              <a:lvl3pPr marL="1143000" indent="-228600" algn="l" rtl="0" eaLnBrk="0" fontAlgn="base" hangingPunct="0">
                <a:spcBef>
                  <a:spcPct val="20000"/>
                </a:spcBef>
                <a:spcAft>
                  <a:spcPct val="0"/>
                </a:spcAft>
                <a:buChar char="•"/>
                <a:defRPr sz="2400">
                  <a:solidFill>
                    <a:srgbClr val="666699"/>
                  </a:solidFill>
                  <a:latin typeface="+mn-lt"/>
                  <a:ea typeface="+mn-ea"/>
                </a:defRPr>
              </a:lvl3pPr>
              <a:lvl4pPr marL="1600200" indent="-228600" algn="l" rtl="0" eaLnBrk="0" fontAlgn="base" hangingPunct="0">
                <a:spcBef>
                  <a:spcPct val="20000"/>
                </a:spcBef>
                <a:spcAft>
                  <a:spcPct val="0"/>
                </a:spcAft>
                <a:buChar char="–"/>
                <a:defRPr sz="2000">
                  <a:solidFill>
                    <a:srgbClr val="666699"/>
                  </a:solidFill>
                  <a:latin typeface="+mn-lt"/>
                  <a:ea typeface="+mn-ea"/>
                </a:defRPr>
              </a:lvl4pPr>
              <a:lvl5pPr marL="2057400" indent="-228600" algn="l" rtl="0" eaLnBrk="0" fontAlgn="base" hangingPunct="0">
                <a:spcBef>
                  <a:spcPct val="20000"/>
                </a:spcBef>
                <a:spcAft>
                  <a:spcPct val="0"/>
                </a:spcAft>
                <a:buChar char="»"/>
                <a:defRPr sz="2000">
                  <a:solidFill>
                    <a:srgbClr val="666699"/>
                  </a:solidFill>
                  <a:latin typeface="+mn-lt"/>
                  <a:ea typeface="+mn-ea"/>
                </a:defRPr>
              </a:lvl5pPr>
            </a:lstStyle>
            <a:p>
              <a:pPr marL="0" lvl="0" indent="0" eaLnBrk="1" hangingPunct="1">
                <a:spcBef>
                  <a:spcPct val="50000"/>
                </a:spcBef>
                <a:buNone/>
              </a:pPr>
              <a:r>
                <a:rPr lang="zh-CN" altLang="en-US" sz="2000" dirty="0">
                  <a:solidFill>
                    <a:schemeClr val="tx1"/>
                  </a:solidFill>
                  <a:latin typeface="Tahoma" panose="020B0604030504040204" pitchFamily="34" charset="0"/>
                </a:rPr>
                <a:t>1 1 . 1 0 0 0</a:t>
              </a:r>
              <a:endParaRPr lang="zh-CN" altLang="en-US" sz="2000" dirty="0">
                <a:solidFill>
                  <a:schemeClr val="tx1"/>
                </a:solidFill>
                <a:latin typeface="Tahoma" panose="020B0604030504040204" pitchFamily="34" charset="0"/>
              </a:endParaRPr>
            </a:p>
          </p:txBody>
        </p:sp>
        <p:sp>
          <p:nvSpPr>
            <p:cNvPr id="62473" name="Text Box 9"/>
            <p:cNvSpPr txBox="1"/>
            <p:nvPr/>
          </p:nvSpPr>
          <p:spPr>
            <a:xfrm>
              <a:off x="1248" y="586"/>
              <a:ext cx="1056" cy="250"/>
            </a:xfrm>
            <a:prstGeom prst="rect">
              <a:avLst/>
            </a:prstGeom>
            <a:noFill/>
            <a:ln w="9525">
              <a:noFill/>
            </a:ln>
          </p:spPr>
          <p:txBody>
            <a:bodyPr>
              <a:spAutoFit/>
            </a:bodyPr>
            <a:lstStyle>
              <a:lvl1pPr marL="342900" indent="-342900" algn="l" rtl="0" eaLnBrk="0" fontAlgn="base" hangingPunct="0">
                <a:spcBef>
                  <a:spcPct val="20000"/>
                </a:spcBef>
                <a:spcAft>
                  <a:spcPct val="0"/>
                </a:spcAft>
                <a:buChar char="•"/>
                <a:defRPr sz="3200">
                  <a:solidFill>
                    <a:srgbClr val="666699"/>
                  </a:solidFill>
                  <a:latin typeface="+mn-lt"/>
                  <a:ea typeface="+mn-ea"/>
                  <a:cs typeface="+mn-cs"/>
                </a:defRPr>
              </a:lvl1pPr>
              <a:lvl2pPr marL="742950" indent="-285750" algn="l" rtl="0" eaLnBrk="0" fontAlgn="base" hangingPunct="0">
                <a:spcBef>
                  <a:spcPct val="20000"/>
                </a:spcBef>
                <a:spcAft>
                  <a:spcPct val="0"/>
                </a:spcAft>
                <a:buChar char="–"/>
                <a:defRPr sz="2800">
                  <a:solidFill>
                    <a:srgbClr val="666699"/>
                  </a:solidFill>
                  <a:latin typeface="+mn-lt"/>
                  <a:ea typeface="+mn-ea"/>
                </a:defRPr>
              </a:lvl2pPr>
              <a:lvl3pPr marL="1143000" indent="-228600" algn="l" rtl="0" eaLnBrk="0" fontAlgn="base" hangingPunct="0">
                <a:spcBef>
                  <a:spcPct val="20000"/>
                </a:spcBef>
                <a:spcAft>
                  <a:spcPct val="0"/>
                </a:spcAft>
                <a:buChar char="•"/>
                <a:defRPr sz="2400">
                  <a:solidFill>
                    <a:srgbClr val="666699"/>
                  </a:solidFill>
                  <a:latin typeface="+mn-lt"/>
                  <a:ea typeface="+mn-ea"/>
                </a:defRPr>
              </a:lvl3pPr>
              <a:lvl4pPr marL="1600200" indent="-228600" algn="l" rtl="0" eaLnBrk="0" fontAlgn="base" hangingPunct="0">
                <a:spcBef>
                  <a:spcPct val="20000"/>
                </a:spcBef>
                <a:spcAft>
                  <a:spcPct val="0"/>
                </a:spcAft>
                <a:buChar char="–"/>
                <a:defRPr sz="2000">
                  <a:solidFill>
                    <a:srgbClr val="666699"/>
                  </a:solidFill>
                  <a:latin typeface="+mn-lt"/>
                  <a:ea typeface="+mn-ea"/>
                </a:defRPr>
              </a:lvl4pPr>
              <a:lvl5pPr marL="2057400" indent="-228600" algn="l" rtl="0" eaLnBrk="0" fontAlgn="base" hangingPunct="0">
                <a:spcBef>
                  <a:spcPct val="20000"/>
                </a:spcBef>
                <a:spcAft>
                  <a:spcPct val="0"/>
                </a:spcAft>
                <a:buChar char="»"/>
                <a:defRPr sz="2000">
                  <a:solidFill>
                    <a:srgbClr val="666699"/>
                  </a:solidFill>
                  <a:latin typeface="+mn-lt"/>
                  <a:ea typeface="+mn-ea"/>
                </a:defRPr>
              </a:lvl5pPr>
            </a:lstStyle>
            <a:p>
              <a:pPr marL="0" lvl="0" indent="0" eaLnBrk="1" hangingPunct="1">
                <a:spcBef>
                  <a:spcPct val="50000"/>
                </a:spcBef>
                <a:buNone/>
              </a:pPr>
              <a:r>
                <a:rPr lang="zh-CN" altLang="en-US" sz="2000" dirty="0">
                  <a:solidFill>
                    <a:schemeClr val="tx1"/>
                  </a:solidFill>
                  <a:latin typeface="Tahoma" panose="020B0604030504040204" pitchFamily="34" charset="0"/>
                </a:rPr>
                <a:t>0 0 . 1 1 0 1</a:t>
              </a:r>
              <a:endParaRPr lang="zh-CN" altLang="en-US" sz="2000" dirty="0">
                <a:solidFill>
                  <a:schemeClr val="tx1"/>
                </a:solidFill>
                <a:latin typeface="Tahoma" panose="020B0604030504040204" pitchFamily="34" charset="0"/>
              </a:endParaRPr>
            </a:p>
          </p:txBody>
        </p:sp>
        <p:sp>
          <p:nvSpPr>
            <p:cNvPr id="62474" name="Text Box 10"/>
            <p:cNvSpPr txBox="1"/>
            <p:nvPr/>
          </p:nvSpPr>
          <p:spPr>
            <a:xfrm>
              <a:off x="1248" y="768"/>
              <a:ext cx="1056" cy="250"/>
            </a:xfrm>
            <a:prstGeom prst="rect">
              <a:avLst/>
            </a:prstGeom>
            <a:noFill/>
            <a:ln w="9525">
              <a:noFill/>
            </a:ln>
          </p:spPr>
          <p:txBody>
            <a:bodyPr>
              <a:spAutoFit/>
            </a:bodyPr>
            <a:lstStyle>
              <a:lvl1pPr marL="342900" indent="-342900" algn="l" rtl="0" eaLnBrk="0" fontAlgn="base" hangingPunct="0">
                <a:spcBef>
                  <a:spcPct val="20000"/>
                </a:spcBef>
                <a:spcAft>
                  <a:spcPct val="0"/>
                </a:spcAft>
                <a:buChar char="•"/>
                <a:defRPr sz="3200">
                  <a:solidFill>
                    <a:srgbClr val="666699"/>
                  </a:solidFill>
                  <a:latin typeface="+mn-lt"/>
                  <a:ea typeface="+mn-ea"/>
                  <a:cs typeface="+mn-cs"/>
                </a:defRPr>
              </a:lvl1pPr>
              <a:lvl2pPr marL="742950" indent="-285750" algn="l" rtl="0" eaLnBrk="0" fontAlgn="base" hangingPunct="0">
                <a:spcBef>
                  <a:spcPct val="20000"/>
                </a:spcBef>
                <a:spcAft>
                  <a:spcPct val="0"/>
                </a:spcAft>
                <a:buChar char="–"/>
                <a:defRPr sz="2800">
                  <a:solidFill>
                    <a:srgbClr val="666699"/>
                  </a:solidFill>
                  <a:latin typeface="+mn-lt"/>
                  <a:ea typeface="+mn-ea"/>
                </a:defRPr>
              </a:lvl2pPr>
              <a:lvl3pPr marL="1143000" indent="-228600" algn="l" rtl="0" eaLnBrk="0" fontAlgn="base" hangingPunct="0">
                <a:spcBef>
                  <a:spcPct val="20000"/>
                </a:spcBef>
                <a:spcAft>
                  <a:spcPct val="0"/>
                </a:spcAft>
                <a:buChar char="•"/>
                <a:defRPr sz="2400">
                  <a:solidFill>
                    <a:srgbClr val="666699"/>
                  </a:solidFill>
                  <a:latin typeface="+mn-lt"/>
                  <a:ea typeface="+mn-ea"/>
                </a:defRPr>
              </a:lvl3pPr>
              <a:lvl4pPr marL="1600200" indent="-228600" algn="l" rtl="0" eaLnBrk="0" fontAlgn="base" hangingPunct="0">
                <a:spcBef>
                  <a:spcPct val="20000"/>
                </a:spcBef>
                <a:spcAft>
                  <a:spcPct val="0"/>
                </a:spcAft>
                <a:buChar char="–"/>
                <a:defRPr sz="2000">
                  <a:solidFill>
                    <a:srgbClr val="666699"/>
                  </a:solidFill>
                  <a:latin typeface="+mn-lt"/>
                  <a:ea typeface="+mn-ea"/>
                </a:defRPr>
              </a:lvl4pPr>
              <a:lvl5pPr marL="2057400" indent="-228600" algn="l" rtl="0" eaLnBrk="0" fontAlgn="base" hangingPunct="0">
                <a:spcBef>
                  <a:spcPct val="20000"/>
                </a:spcBef>
                <a:spcAft>
                  <a:spcPct val="0"/>
                </a:spcAft>
                <a:buChar char="»"/>
                <a:defRPr sz="2000">
                  <a:solidFill>
                    <a:srgbClr val="666699"/>
                  </a:solidFill>
                  <a:latin typeface="+mn-lt"/>
                  <a:ea typeface="+mn-ea"/>
                </a:defRPr>
              </a:lvl5pPr>
            </a:lstStyle>
            <a:p>
              <a:pPr marL="0" lvl="0" indent="0" eaLnBrk="1" hangingPunct="1">
                <a:spcBef>
                  <a:spcPct val="50000"/>
                </a:spcBef>
                <a:buNone/>
              </a:pPr>
              <a:r>
                <a:rPr lang="zh-CN" altLang="en-US" sz="2000" dirty="0">
                  <a:solidFill>
                    <a:schemeClr val="tx1"/>
                  </a:solidFill>
                  <a:latin typeface="Tahoma" panose="020B0604030504040204" pitchFamily="34" charset="0"/>
                </a:rPr>
                <a:t>0 0 . 0 1 0 1</a:t>
              </a:r>
              <a:endParaRPr lang="zh-CN" altLang="en-US" sz="2000" dirty="0">
                <a:solidFill>
                  <a:schemeClr val="tx1"/>
                </a:solidFill>
                <a:latin typeface="Tahoma" panose="020B0604030504040204" pitchFamily="34" charset="0"/>
              </a:endParaRPr>
            </a:p>
          </p:txBody>
        </p:sp>
        <p:sp>
          <p:nvSpPr>
            <p:cNvPr id="62475" name="Text Box 11"/>
            <p:cNvSpPr txBox="1"/>
            <p:nvPr/>
          </p:nvSpPr>
          <p:spPr>
            <a:xfrm>
              <a:off x="1248" y="922"/>
              <a:ext cx="1056" cy="250"/>
            </a:xfrm>
            <a:prstGeom prst="rect">
              <a:avLst/>
            </a:prstGeom>
            <a:noFill/>
            <a:ln w="9525">
              <a:noFill/>
            </a:ln>
          </p:spPr>
          <p:txBody>
            <a:bodyPr>
              <a:spAutoFit/>
            </a:bodyPr>
            <a:lstStyle>
              <a:lvl1pPr marL="342900" indent="-342900" algn="l" rtl="0" eaLnBrk="0" fontAlgn="base" hangingPunct="0">
                <a:spcBef>
                  <a:spcPct val="20000"/>
                </a:spcBef>
                <a:spcAft>
                  <a:spcPct val="0"/>
                </a:spcAft>
                <a:buChar char="•"/>
                <a:defRPr sz="3200">
                  <a:solidFill>
                    <a:srgbClr val="666699"/>
                  </a:solidFill>
                  <a:latin typeface="+mn-lt"/>
                  <a:ea typeface="+mn-ea"/>
                  <a:cs typeface="+mn-cs"/>
                </a:defRPr>
              </a:lvl1pPr>
              <a:lvl2pPr marL="742950" indent="-285750" algn="l" rtl="0" eaLnBrk="0" fontAlgn="base" hangingPunct="0">
                <a:spcBef>
                  <a:spcPct val="20000"/>
                </a:spcBef>
                <a:spcAft>
                  <a:spcPct val="0"/>
                </a:spcAft>
                <a:buChar char="–"/>
                <a:defRPr sz="2800">
                  <a:solidFill>
                    <a:srgbClr val="666699"/>
                  </a:solidFill>
                  <a:latin typeface="+mn-lt"/>
                  <a:ea typeface="+mn-ea"/>
                </a:defRPr>
              </a:lvl2pPr>
              <a:lvl3pPr marL="1143000" indent="-228600" algn="l" rtl="0" eaLnBrk="0" fontAlgn="base" hangingPunct="0">
                <a:spcBef>
                  <a:spcPct val="20000"/>
                </a:spcBef>
                <a:spcAft>
                  <a:spcPct val="0"/>
                </a:spcAft>
                <a:buChar char="•"/>
                <a:defRPr sz="2400">
                  <a:solidFill>
                    <a:srgbClr val="666699"/>
                  </a:solidFill>
                  <a:latin typeface="+mn-lt"/>
                  <a:ea typeface="+mn-ea"/>
                </a:defRPr>
              </a:lvl3pPr>
              <a:lvl4pPr marL="1600200" indent="-228600" algn="l" rtl="0" eaLnBrk="0" fontAlgn="base" hangingPunct="0">
                <a:spcBef>
                  <a:spcPct val="20000"/>
                </a:spcBef>
                <a:spcAft>
                  <a:spcPct val="0"/>
                </a:spcAft>
                <a:buChar char="–"/>
                <a:defRPr sz="2000">
                  <a:solidFill>
                    <a:srgbClr val="666699"/>
                  </a:solidFill>
                  <a:latin typeface="+mn-lt"/>
                  <a:ea typeface="+mn-ea"/>
                </a:defRPr>
              </a:lvl4pPr>
              <a:lvl5pPr marL="2057400" indent="-228600" algn="l" rtl="0" eaLnBrk="0" fontAlgn="base" hangingPunct="0">
                <a:spcBef>
                  <a:spcPct val="20000"/>
                </a:spcBef>
                <a:spcAft>
                  <a:spcPct val="0"/>
                </a:spcAft>
                <a:buChar char="»"/>
                <a:defRPr sz="2000">
                  <a:solidFill>
                    <a:srgbClr val="666699"/>
                  </a:solidFill>
                  <a:latin typeface="+mn-lt"/>
                  <a:ea typeface="+mn-ea"/>
                </a:defRPr>
              </a:lvl5pPr>
            </a:lstStyle>
            <a:p>
              <a:pPr marL="0" lvl="0" indent="0" eaLnBrk="1" hangingPunct="1">
                <a:spcBef>
                  <a:spcPct val="50000"/>
                </a:spcBef>
                <a:buNone/>
              </a:pPr>
              <a:r>
                <a:rPr lang="zh-CN" altLang="en-US" sz="2000" dirty="0">
                  <a:solidFill>
                    <a:schemeClr val="tx1"/>
                  </a:solidFill>
                  <a:latin typeface="Tahoma" panose="020B0604030504040204" pitchFamily="34" charset="0"/>
                </a:rPr>
                <a:t>0 0 . 1 0 1 0</a:t>
              </a:r>
              <a:endParaRPr lang="zh-CN" altLang="en-US" sz="2000" dirty="0">
                <a:solidFill>
                  <a:schemeClr val="tx1"/>
                </a:solidFill>
                <a:latin typeface="Tahoma" panose="020B0604030504040204" pitchFamily="34" charset="0"/>
              </a:endParaRPr>
            </a:p>
          </p:txBody>
        </p:sp>
        <p:sp>
          <p:nvSpPr>
            <p:cNvPr id="62476" name="Text Box 12"/>
            <p:cNvSpPr txBox="1"/>
            <p:nvPr/>
          </p:nvSpPr>
          <p:spPr>
            <a:xfrm>
              <a:off x="1248" y="1066"/>
              <a:ext cx="1056" cy="250"/>
            </a:xfrm>
            <a:prstGeom prst="rect">
              <a:avLst/>
            </a:prstGeom>
            <a:noFill/>
            <a:ln w="9525">
              <a:noFill/>
            </a:ln>
          </p:spPr>
          <p:txBody>
            <a:bodyPr>
              <a:spAutoFit/>
            </a:bodyPr>
            <a:lstStyle>
              <a:lvl1pPr marL="342900" indent="-342900" algn="l" rtl="0" eaLnBrk="0" fontAlgn="base" hangingPunct="0">
                <a:spcBef>
                  <a:spcPct val="20000"/>
                </a:spcBef>
                <a:spcAft>
                  <a:spcPct val="0"/>
                </a:spcAft>
                <a:buChar char="•"/>
                <a:defRPr sz="3200">
                  <a:solidFill>
                    <a:srgbClr val="666699"/>
                  </a:solidFill>
                  <a:latin typeface="+mn-lt"/>
                  <a:ea typeface="+mn-ea"/>
                  <a:cs typeface="+mn-cs"/>
                </a:defRPr>
              </a:lvl1pPr>
              <a:lvl2pPr marL="742950" indent="-285750" algn="l" rtl="0" eaLnBrk="0" fontAlgn="base" hangingPunct="0">
                <a:spcBef>
                  <a:spcPct val="20000"/>
                </a:spcBef>
                <a:spcAft>
                  <a:spcPct val="0"/>
                </a:spcAft>
                <a:buChar char="–"/>
                <a:defRPr sz="2800">
                  <a:solidFill>
                    <a:srgbClr val="666699"/>
                  </a:solidFill>
                  <a:latin typeface="+mn-lt"/>
                  <a:ea typeface="+mn-ea"/>
                </a:defRPr>
              </a:lvl2pPr>
              <a:lvl3pPr marL="1143000" indent="-228600" algn="l" rtl="0" eaLnBrk="0" fontAlgn="base" hangingPunct="0">
                <a:spcBef>
                  <a:spcPct val="20000"/>
                </a:spcBef>
                <a:spcAft>
                  <a:spcPct val="0"/>
                </a:spcAft>
                <a:buChar char="•"/>
                <a:defRPr sz="2400">
                  <a:solidFill>
                    <a:srgbClr val="666699"/>
                  </a:solidFill>
                  <a:latin typeface="+mn-lt"/>
                  <a:ea typeface="+mn-ea"/>
                </a:defRPr>
              </a:lvl3pPr>
              <a:lvl4pPr marL="1600200" indent="-228600" algn="l" rtl="0" eaLnBrk="0" fontAlgn="base" hangingPunct="0">
                <a:spcBef>
                  <a:spcPct val="20000"/>
                </a:spcBef>
                <a:spcAft>
                  <a:spcPct val="0"/>
                </a:spcAft>
                <a:buChar char="–"/>
                <a:defRPr sz="2000">
                  <a:solidFill>
                    <a:srgbClr val="666699"/>
                  </a:solidFill>
                  <a:latin typeface="+mn-lt"/>
                  <a:ea typeface="+mn-ea"/>
                </a:defRPr>
              </a:lvl4pPr>
              <a:lvl5pPr marL="2057400" indent="-228600" algn="l" rtl="0" eaLnBrk="0" fontAlgn="base" hangingPunct="0">
                <a:spcBef>
                  <a:spcPct val="20000"/>
                </a:spcBef>
                <a:spcAft>
                  <a:spcPct val="0"/>
                </a:spcAft>
                <a:buChar char="»"/>
                <a:defRPr sz="2000">
                  <a:solidFill>
                    <a:srgbClr val="666699"/>
                  </a:solidFill>
                  <a:latin typeface="+mn-lt"/>
                  <a:ea typeface="+mn-ea"/>
                </a:defRPr>
              </a:lvl5pPr>
            </a:lstStyle>
            <a:p>
              <a:pPr marL="0" lvl="0" indent="0" eaLnBrk="1" hangingPunct="1">
                <a:spcBef>
                  <a:spcPct val="50000"/>
                </a:spcBef>
                <a:buNone/>
              </a:pPr>
              <a:r>
                <a:rPr lang="zh-CN" altLang="en-US" sz="2000" dirty="0">
                  <a:solidFill>
                    <a:schemeClr val="tx1"/>
                  </a:solidFill>
                  <a:latin typeface="Tahoma" panose="020B0604030504040204" pitchFamily="34" charset="0"/>
                </a:rPr>
                <a:t>1 1 . 0 0 1 1</a:t>
              </a:r>
              <a:endParaRPr lang="zh-CN" altLang="en-US" sz="2000" dirty="0">
                <a:solidFill>
                  <a:schemeClr val="tx1"/>
                </a:solidFill>
                <a:latin typeface="Tahoma" panose="020B0604030504040204" pitchFamily="34" charset="0"/>
              </a:endParaRPr>
            </a:p>
          </p:txBody>
        </p:sp>
        <p:sp>
          <p:nvSpPr>
            <p:cNvPr id="62477" name="Text Box 13"/>
            <p:cNvSpPr txBox="1"/>
            <p:nvPr/>
          </p:nvSpPr>
          <p:spPr>
            <a:xfrm>
              <a:off x="1248" y="1200"/>
              <a:ext cx="1056" cy="250"/>
            </a:xfrm>
            <a:prstGeom prst="rect">
              <a:avLst/>
            </a:prstGeom>
            <a:noFill/>
            <a:ln w="9525">
              <a:noFill/>
            </a:ln>
          </p:spPr>
          <p:txBody>
            <a:bodyPr>
              <a:spAutoFit/>
            </a:bodyPr>
            <a:lstStyle>
              <a:lvl1pPr marL="342900" indent="-342900" algn="l" rtl="0" eaLnBrk="0" fontAlgn="base" hangingPunct="0">
                <a:spcBef>
                  <a:spcPct val="20000"/>
                </a:spcBef>
                <a:spcAft>
                  <a:spcPct val="0"/>
                </a:spcAft>
                <a:buChar char="•"/>
                <a:defRPr sz="3200">
                  <a:solidFill>
                    <a:srgbClr val="666699"/>
                  </a:solidFill>
                  <a:latin typeface="+mn-lt"/>
                  <a:ea typeface="+mn-ea"/>
                  <a:cs typeface="+mn-cs"/>
                </a:defRPr>
              </a:lvl1pPr>
              <a:lvl2pPr marL="742950" indent="-285750" algn="l" rtl="0" eaLnBrk="0" fontAlgn="base" hangingPunct="0">
                <a:spcBef>
                  <a:spcPct val="20000"/>
                </a:spcBef>
                <a:spcAft>
                  <a:spcPct val="0"/>
                </a:spcAft>
                <a:buChar char="–"/>
                <a:defRPr sz="2800">
                  <a:solidFill>
                    <a:srgbClr val="666699"/>
                  </a:solidFill>
                  <a:latin typeface="+mn-lt"/>
                  <a:ea typeface="+mn-ea"/>
                </a:defRPr>
              </a:lvl2pPr>
              <a:lvl3pPr marL="1143000" indent="-228600" algn="l" rtl="0" eaLnBrk="0" fontAlgn="base" hangingPunct="0">
                <a:spcBef>
                  <a:spcPct val="20000"/>
                </a:spcBef>
                <a:spcAft>
                  <a:spcPct val="0"/>
                </a:spcAft>
                <a:buChar char="•"/>
                <a:defRPr sz="2400">
                  <a:solidFill>
                    <a:srgbClr val="666699"/>
                  </a:solidFill>
                  <a:latin typeface="+mn-lt"/>
                  <a:ea typeface="+mn-ea"/>
                </a:defRPr>
              </a:lvl3pPr>
              <a:lvl4pPr marL="1600200" indent="-228600" algn="l" rtl="0" eaLnBrk="0" fontAlgn="base" hangingPunct="0">
                <a:spcBef>
                  <a:spcPct val="20000"/>
                </a:spcBef>
                <a:spcAft>
                  <a:spcPct val="0"/>
                </a:spcAft>
                <a:buChar char="–"/>
                <a:defRPr sz="2000">
                  <a:solidFill>
                    <a:srgbClr val="666699"/>
                  </a:solidFill>
                  <a:latin typeface="+mn-lt"/>
                  <a:ea typeface="+mn-ea"/>
                </a:defRPr>
              </a:lvl4pPr>
              <a:lvl5pPr marL="2057400" indent="-228600" algn="l" rtl="0" eaLnBrk="0" fontAlgn="base" hangingPunct="0">
                <a:spcBef>
                  <a:spcPct val="20000"/>
                </a:spcBef>
                <a:spcAft>
                  <a:spcPct val="0"/>
                </a:spcAft>
                <a:buChar char="»"/>
                <a:defRPr sz="2000">
                  <a:solidFill>
                    <a:srgbClr val="666699"/>
                  </a:solidFill>
                  <a:latin typeface="+mn-lt"/>
                  <a:ea typeface="+mn-ea"/>
                </a:defRPr>
              </a:lvl5pPr>
            </a:lstStyle>
            <a:p>
              <a:pPr marL="0" lvl="0" indent="0" eaLnBrk="1" hangingPunct="1">
                <a:spcBef>
                  <a:spcPct val="50000"/>
                </a:spcBef>
                <a:buNone/>
              </a:pPr>
              <a:r>
                <a:rPr lang="zh-CN" altLang="en-US" sz="2000" dirty="0">
                  <a:solidFill>
                    <a:schemeClr val="tx1"/>
                  </a:solidFill>
                  <a:latin typeface="Tahoma" panose="020B0604030504040204" pitchFamily="34" charset="0"/>
                </a:rPr>
                <a:t>1 1 . 1 1 0 1</a:t>
              </a:r>
              <a:endParaRPr lang="zh-CN" altLang="en-US" sz="2000" dirty="0">
                <a:solidFill>
                  <a:schemeClr val="tx1"/>
                </a:solidFill>
                <a:latin typeface="Tahoma" panose="020B0604030504040204" pitchFamily="34" charset="0"/>
              </a:endParaRPr>
            </a:p>
          </p:txBody>
        </p:sp>
        <p:sp>
          <p:nvSpPr>
            <p:cNvPr id="62478" name="Text Box 14"/>
            <p:cNvSpPr txBox="1"/>
            <p:nvPr/>
          </p:nvSpPr>
          <p:spPr>
            <a:xfrm>
              <a:off x="1248" y="1354"/>
              <a:ext cx="1056" cy="250"/>
            </a:xfrm>
            <a:prstGeom prst="rect">
              <a:avLst/>
            </a:prstGeom>
            <a:noFill/>
            <a:ln w="9525">
              <a:noFill/>
            </a:ln>
          </p:spPr>
          <p:txBody>
            <a:bodyPr>
              <a:spAutoFit/>
            </a:bodyPr>
            <a:lstStyle>
              <a:lvl1pPr marL="342900" indent="-342900" algn="l" rtl="0" eaLnBrk="0" fontAlgn="base" hangingPunct="0">
                <a:spcBef>
                  <a:spcPct val="20000"/>
                </a:spcBef>
                <a:spcAft>
                  <a:spcPct val="0"/>
                </a:spcAft>
                <a:buChar char="•"/>
                <a:defRPr sz="3200">
                  <a:solidFill>
                    <a:srgbClr val="666699"/>
                  </a:solidFill>
                  <a:latin typeface="+mn-lt"/>
                  <a:ea typeface="+mn-ea"/>
                  <a:cs typeface="+mn-cs"/>
                </a:defRPr>
              </a:lvl1pPr>
              <a:lvl2pPr marL="742950" indent="-285750" algn="l" rtl="0" eaLnBrk="0" fontAlgn="base" hangingPunct="0">
                <a:spcBef>
                  <a:spcPct val="20000"/>
                </a:spcBef>
                <a:spcAft>
                  <a:spcPct val="0"/>
                </a:spcAft>
                <a:buChar char="–"/>
                <a:defRPr sz="2800">
                  <a:solidFill>
                    <a:srgbClr val="666699"/>
                  </a:solidFill>
                  <a:latin typeface="+mn-lt"/>
                  <a:ea typeface="+mn-ea"/>
                </a:defRPr>
              </a:lvl2pPr>
              <a:lvl3pPr marL="1143000" indent="-228600" algn="l" rtl="0" eaLnBrk="0" fontAlgn="base" hangingPunct="0">
                <a:spcBef>
                  <a:spcPct val="20000"/>
                </a:spcBef>
                <a:spcAft>
                  <a:spcPct val="0"/>
                </a:spcAft>
                <a:buChar char="•"/>
                <a:defRPr sz="2400">
                  <a:solidFill>
                    <a:srgbClr val="666699"/>
                  </a:solidFill>
                  <a:latin typeface="+mn-lt"/>
                  <a:ea typeface="+mn-ea"/>
                </a:defRPr>
              </a:lvl3pPr>
              <a:lvl4pPr marL="1600200" indent="-228600" algn="l" rtl="0" eaLnBrk="0" fontAlgn="base" hangingPunct="0">
                <a:spcBef>
                  <a:spcPct val="20000"/>
                </a:spcBef>
                <a:spcAft>
                  <a:spcPct val="0"/>
                </a:spcAft>
                <a:buChar char="–"/>
                <a:defRPr sz="2000">
                  <a:solidFill>
                    <a:srgbClr val="666699"/>
                  </a:solidFill>
                  <a:latin typeface="+mn-lt"/>
                  <a:ea typeface="+mn-ea"/>
                </a:defRPr>
              </a:lvl4pPr>
              <a:lvl5pPr marL="2057400" indent="-228600" algn="l" rtl="0" eaLnBrk="0" fontAlgn="base" hangingPunct="0">
                <a:spcBef>
                  <a:spcPct val="20000"/>
                </a:spcBef>
                <a:spcAft>
                  <a:spcPct val="0"/>
                </a:spcAft>
                <a:buChar char="»"/>
                <a:defRPr sz="2000">
                  <a:solidFill>
                    <a:srgbClr val="666699"/>
                  </a:solidFill>
                  <a:latin typeface="+mn-lt"/>
                  <a:ea typeface="+mn-ea"/>
                </a:defRPr>
              </a:lvl5pPr>
            </a:lstStyle>
            <a:p>
              <a:pPr marL="0" lvl="0" indent="0" eaLnBrk="1" hangingPunct="1">
                <a:spcBef>
                  <a:spcPct val="50000"/>
                </a:spcBef>
                <a:buNone/>
              </a:pPr>
              <a:r>
                <a:rPr lang="zh-CN" altLang="en-US" sz="2000" dirty="0">
                  <a:solidFill>
                    <a:schemeClr val="tx1"/>
                  </a:solidFill>
                  <a:latin typeface="Tahoma" panose="020B0604030504040204" pitchFamily="34" charset="0"/>
                </a:rPr>
                <a:t>1 1 . 1 0 1 0</a:t>
              </a:r>
              <a:endParaRPr lang="zh-CN" altLang="en-US" sz="2000" dirty="0">
                <a:solidFill>
                  <a:schemeClr val="tx1"/>
                </a:solidFill>
                <a:latin typeface="Tahoma" panose="020B0604030504040204" pitchFamily="34" charset="0"/>
              </a:endParaRPr>
            </a:p>
          </p:txBody>
        </p:sp>
        <p:sp>
          <p:nvSpPr>
            <p:cNvPr id="62479" name="Text Box 15"/>
            <p:cNvSpPr txBox="1"/>
            <p:nvPr/>
          </p:nvSpPr>
          <p:spPr>
            <a:xfrm>
              <a:off x="1248" y="1488"/>
              <a:ext cx="1056" cy="250"/>
            </a:xfrm>
            <a:prstGeom prst="rect">
              <a:avLst/>
            </a:prstGeom>
            <a:noFill/>
            <a:ln w="9525">
              <a:noFill/>
            </a:ln>
          </p:spPr>
          <p:txBody>
            <a:bodyPr>
              <a:spAutoFit/>
            </a:bodyPr>
            <a:lstStyle>
              <a:lvl1pPr marL="342900" indent="-342900" algn="l" rtl="0" eaLnBrk="0" fontAlgn="base" hangingPunct="0">
                <a:spcBef>
                  <a:spcPct val="20000"/>
                </a:spcBef>
                <a:spcAft>
                  <a:spcPct val="0"/>
                </a:spcAft>
                <a:buChar char="•"/>
                <a:defRPr sz="3200">
                  <a:solidFill>
                    <a:srgbClr val="666699"/>
                  </a:solidFill>
                  <a:latin typeface="+mn-lt"/>
                  <a:ea typeface="+mn-ea"/>
                  <a:cs typeface="+mn-cs"/>
                </a:defRPr>
              </a:lvl1pPr>
              <a:lvl2pPr marL="742950" indent="-285750" algn="l" rtl="0" eaLnBrk="0" fontAlgn="base" hangingPunct="0">
                <a:spcBef>
                  <a:spcPct val="20000"/>
                </a:spcBef>
                <a:spcAft>
                  <a:spcPct val="0"/>
                </a:spcAft>
                <a:buChar char="–"/>
                <a:defRPr sz="2800">
                  <a:solidFill>
                    <a:srgbClr val="666699"/>
                  </a:solidFill>
                  <a:latin typeface="+mn-lt"/>
                  <a:ea typeface="+mn-ea"/>
                </a:defRPr>
              </a:lvl2pPr>
              <a:lvl3pPr marL="1143000" indent="-228600" algn="l" rtl="0" eaLnBrk="0" fontAlgn="base" hangingPunct="0">
                <a:spcBef>
                  <a:spcPct val="20000"/>
                </a:spcBef>
                <a:spcAft>
                  <a:spcPct val="0"/>
                </a:spcAft>
                <a:buChar char="•"/>
                <a:defRPr sz="2400">
                  <a:solidFill>
                    <a:srgbClr val="666699"/>
                  </a:solidFill>
                  <a:latin typeface="+mn-lt"/>
                  <a:ea typeface="+mn-ea"/>
                </a:defRPr>
              </a:lvl3pPr>
              <a:lvl4pPr marL="1600200" indent="-228600" algn="l" rtl="0" eaLnBrk="0" fontAlgn="base" hangingPunct="0">
                <a:spcBef>
                  <a:spcPct val="20000"/>
                </a:spcBef>
                <a:spcAft>
                  <a:spcPct val="0"/>
                </a:spcAft>
                <a:buChar char="–"/>
                <a:defRPr sz="2000">
                  <a:solidFill>
                    <a:srgbClr val="666699"/>
                  </a:solidFill>
                  <a:latin typeface="+mn-lt"/>
                  <a:ea typeface="+mn-ea"/>
                </a:defRPr>
              </a:lvl4pPr>
              <a:lvl5pPr marL="2057400" indent="-228600" algn="l" rtl="0" eaLnBrk="0" fontAlgn="base" hangingPunct="0">
                <a:spcBef>
                  <a:spcPct val="20000"/>
                </a:spcBef>
                <a:spcAft>
                  <a:spcPct val="0"/>
                </a:spcAft>
                <a:buChar char="»"/>
                <a:defRPr sz="2000">
                  <a:solidFill>
                    <a:srgbClr val="666699"/>
                  </a:solidFill>
                  <a:latin typeface="+mn-lt"/>
                  <a:ea typeface="+mn-ea"/>
                </a:defRPr>
              </a:lvl5pPr>
            </a:lstStyle>
            <a:p>
              <a:pPr marL="0" lvl="0" indent="0" eaLnBrk="1" hangingPunct="1">
                <a:spcBef>
                  <a:spcPct val="50000"/>
                </a:spcBef>
                <a:buNone/>
              </a:pPr>
              <a:r>
                <a:rPr lang="zh-CN" altLang="en-US" sz="2000" dirty="0">
                  <a:solidFill>
                    <a:schemeClr val="tx1"/>
                  </a:solidFill>
                  <a:latin typeface="Tahoma" panose="020B0604030504040204" pitchFamily="34" charset="0"/>
                </a:rPr>
                <a:t>0 0 . 1 1 0 1</a:t>
              </a:r>
              <a:endParaRPr lang="zh-CN" altLang="en-US" sz="2000" dirty="0">
                <a:solidFill>
                  <a:schemeClr val="tx1"/>
                </a:solidFill>
                <a:latin typeface="Tahoma" panose="020B0604030504040204" pitchFamily="34" charset="0"/>
              </a:endParaRPr>
            </a:p>
          </p:txBody>
        </p:sp>
        <p:sp>
          <p:nvSpPr>
            <p:cNvPr id="62480" name="Text Box 16"/>
            <p:cNvSpPr txBox="1"/>
            <p:nvPr/>
          </p:nvSpPr>
          <p:spPr>
            <a:xfrm>
              <a:off x="1248" y="1632"/>
              <a:ext cx="1056" cy="250"/>
            </a:xfrm>
            <a:prstGeom prst="rect">
              <a:avLst/>
            </a:prstGeom>
            <a:noFill/>
            <a:ln w="9525">
              <a:noFill/>
            </a:ln>
          </p:spPr>
          <p:txBody>
            <a:bodyPr>
              <a:spAutoFit/>
            </a:bodyPr>
            <a:lstStyle>
              <a:lvl1pPr marL="342900" indent="-342900" algn="l" rtl="0" eaLnBrk="0" fontAlgn="base" hangingPunct="0">
                <a:spcBef>
                  <a:spcPct val="20000"/>
                </a:spcBef>
                <a:spcAft>
                  <a:spcPct val="0"/>
                </a:spcAft>
                <a:buChar char="•"/>
                <a:defRPr sz="3200">
                  <a:solidFill>
                    <a:srgbClr val="666699"/>
                  </a:solidFill>
                  <a:latin typeface="+mn-lt"/>
                  <a:ea typeface="+mn-ea"/>
                  <a:cs typeface="+mn-cs"/>
                </a:defRPr>
              </a:lvl1pPr>
              <a:lvl2pPr marL="742950" indent="-285750" algn="l" rtl="0" eaLnBrk="0" fontAlgn="base" hangingPunct="0">
                <a:spcBef>
                  <a:spcPct val="20000"/>
                </a:spcBef>
                <a:spcAft>
                  <a:spcPct val="0"/>
                </a:spcAft>
                <a:buChar char="–"/>
                <a:defRPr sz="2800">
                  <a:solidFill>
                    <a:srgbClr val="666699"/>
                  </a:solidFill>
                  <a:latin typeface="+mn-lt"/>
                  <a:ea typeface="+mn-ea"/>
                </a:defRPr>
              </a:lvl2pPr>
              <a:lvl3pPr marL="1143000" indent="-228600" algn="l" rtl="0" eaLnBrk="0" fontAlgn="base" hangingPunct="0">
                <a:spcBef>
                  <a:spcPct val="20000"/>
                </a:spcBef>
                <a:spcAft>
                  <a:spcPct val="0"/>
                </a:spcAft>
                <a:buChar char="•"/>
                <a:defRPr sz="2400">
                  <a:solidFill>
                    <a:srgbClr val="666699"/>
                  </a:solidFill>
                  <a:latin typeface="+mn-lt"/>
                  <a:ea typeface="+mn-ea"/>
                </a:defRPr>
              </a:lvl3pPr>
              <a:lvl4pPr marL="1600200" indent="-228600" algn="l" rtl="0" eaLnBrk="0" fontAlgn="base" hangingPunct="0">
                <a:spcBef>
                  <a:spcPct val="20000"/>
                </a:spcBef>
                <a:spcAft>
                  <a:spcPct val="0"/>
                </a:spcAft>
                <a:buChar char="–"/>
                <a:defRPr sz="2000">
                  <a:solidFill>
                    <a:srgbClr val="666699"/>
                  </a:solidFill>
                  <a:latin typeface="+mn-lt"/>
                  <a:ea typeface="+mn-ea"/>
                </a:defRPr>
              </a:lvl4pPr>
              <a:lvl5pPr marL="2057400" indent="-228600" algn="l" rtl="0" eaLnBrk="0" fontAlgn="base" hangingPunct="0">
                <a:spcBef>
                  <a:spcPct val="20000"/>
                </a:spcBef>
                <a:spcAft>
                  <a:spcPct val="0"/>
                </a:spcAft>
                <a:buChar char="»"/>
                <a:defRPr sz="2000">
                  <a:solidFill>
                    <a:srgbClr val="666699"/>
                  </a:solidFill>
                  <a:latin typeface="+mn-lt"/>
                  <a:ea typeface="+mn-ea"/>
                </a:defRPr>
              </a:lvl5pPr>
            </a:lstStyle>
            <a:p>
              <a:pPr marL="0" lvl="0" indent="0" eaLnBrk="1" hangingPunct="1">
                <a:spcBef>
                  <a:spcPct val="50000"/>
                </a:spcBef>
                <a:buNone/>
              </a:pPr>
              <a:r>
                <a:rPr lang="zh-CN" altLang="en-US" sz="2000" dirty="0">
                  <a:solidFill>
                    <a:schemeClr val="tx1"/>
                  </a:solidFill>
                  <a:latin typeface="Tahoma" panose="020B0604030504040204" pitchFamily="34" charset="0"/>
                </a:rPr>
                <a:t>0 0 . 0 1 1 1</a:t>
              </a:r>
              <a:endParaRPr lang="zh-CN" altLang="en-US" sz="2000" dirty="0">
                <a:solidFill>
                  <a:schemeClr val="tx1"/>
                </a:solidFill>
                <a:latin typeface="Tahoma" panose="020B0604030504040204" pitchFamily="34" charset="0"/>
              </a:endParaRPr>
            </a:p>
          </p:txBody>
        </p:sp>
        <p:sp>
          <p:nvSpPr>
            <p:cNvPr id="62481" name="Text Box 17"/>
            <p:cNvSpPr txBox="1"/>
            <p:nvPr/>
          </p:nvSpPr>
          <p:spPr>
            <a:xfrm>
              <a:off x="1248" y="1776"/>
              <a:ext cx="1056" cy="250"/>
            </a:xfrm>
            <a:prstGeom prst="rect">
              <a:avLst/>
            </a:prstGeom>
            <a:noFill/>
            <a:ln w="9525">
              <a:noFill/>
            </a:ln>
          </p:spPr>
          <p:txBody>
            <a:bodyPr>
              <a:spAutoFit/>
            </a:bodyPr>
            <a:lstStyle>
              <a:lvl1pPr marL="342900" indent="-342900" algn="l" rtl="0" eaLnBrk="0" fontAlgn="base" hangingPunct="0">
                <a:spcBef>
                  <a:spcPct val="20000"/>
                </a:spcBef>
                <a:spcAft>
                  <a:spcPct val="0"/>
                </a:spcAft>
                <a:buChar char="•"/>
                <a:defRPr sz="3200">
                  <a:solidFill>
                    <a:srgbClr val="666699"/>
                  </a:solidFill>
                  <a:latin typeface="+mn-lt"/>
                  <a:ea typeface="+mn-ea"/>
                  <a:cs typeface="+mn-cs"/>
                </a:defRPr>
              </a:lvl1pPr>
              <a:lvl2pPr marL="742950" indent="-285750" algn="l" rtl="0" eaLnBrk="0" fontAlgn="base" hangingPunct="0">
                <a:spcBef>
                  <a:spcPct val="20000"/>
                </a:spcBef>
                <a:spcAft>
                  <a:spcPct val="0"/>
                </a:spcAft>
                <a:buChar char="–"/>
                <a:defRPr sz="2800">
                  <a:solidFill>
                    <a:srgbClr val="666699"/>
                  </a:solidFill>
                  <a:latin typeface="+mn-lt"/>
                  <a:ea typeface="+mn-ea"/>
                </a:defRPr>
              </a:lvl2pPr>
              <a:lvl3pPr marL="1143000" indent="-228600" algn="l" rtl="0" eaLnBrk="0" fontAlgn="base" hangingPunct="0">
                <a:spcBef>
                  <a:spcPct val="20000"/>
                </a:spcBef>
                <a:spcAft>
                  <a:spcPct val="0"/>
                </a:spcAft>
                <a:buChar char="•"/>
                <a:defRPr sz="2400">
                  <a:solidFill>
                    <a:srgbClr val="666699"/>
                  </a:solidFill>
                  <a:latin typeface="+mn-lt"/>
                  <a:ea typeface="+mn-ea"/>
                </a:defRPr>
              </a:lvl3pPr>
              <a:lvl4pPr marL="1600200" indent="-228600" algn="l" rtl="0" eaLnBrk="0" fontAlgn="base" hangingPunct="0">
                <a:spcBef>
                  <a:spcPct val="20000"/>
                </a:spcBef>
                <a:spcAft>
                  <a:spcPct val="0"/>
                </a:spcAft>
                <a:buChar char="–"/>
                <a:defRPr sz="2000">
                  <a:solidFill>
                    <a:srgbClr val="666699"/>
                  </a:solidFill>
                  <a:latin typeface="+mn-lt"/>
                  <a:ea typeface="+mn-ea"/>
                </a:defRPr>
              </a:lvl4pPr>
              <a:lvl5pPr marL="2057400" indent="-228600" algn="l" rtl="0" eaLnBrk="0" fontAlgn="base" hangingPunct="0">
                <a:spcBef>
                  <a:spcPct val="20000"/>
                </a:spcBef>
                <a:spcAft>
                  <a:spcPct val="0"/>
                </a:spcAft>
                <a:buChar char="»"/>
                <a:defRPr sz="2000">
                  <a:solidFill>
                    <a:srgbClr val="666699"/>
                  </a:solidFill>
                  <a:latin typeface="+mn-lt"/>
                  <a:ea typeface="+mn-ea"/>
                </a:defRPr>
              </a:lvl5pPr>
            </a:lstStyle>
            <a:p>
              <a:pPr marL="0" lvl="0" indent="0" eaLnBrk="1" hangingPunct="1">
                <a:spcBef>
                  <a:spcPct val="50000"/>
                </a:spcBef>
                <a:buNone/>
              </a:pPr>
              <a:r>
                <a:rPr lang="zh-CN" altLang="en-US" sz="2000" dirty="0">
                  <a:solidFill>
                    <a:schemeClr val="tx1"/>
                  </a:solidFill>
                  <a:latin typeface="Tahoma" panose="020B0604030504040204" pitchFamily="34" charset="0"/>
                </a:rPr>
                <a:t>0 0 . 1 1 1 0</a:t>
              </a:r>
              <a:endParaRPr lang="zh-CN" altLang="en-US" sz="2000" dirty="0">
                <a:solidFill>
                  <a:schemeClr val="tx1"/>
                </a:solidFill>
                <a:latin typeface="Tahoma" panose="020B0604030504040204" pitchFamily="34" charset="0"/>
              </a:endParaRPr>
            </a:p>
          </p:txBody>
        </p:sp>
        <p:sp>
          <p:nvSpPr>
            <p:cNvPr id="62482" name="Text Box 18"/>
            <p:cNvSpPr txBox="1"/>
            <p:nvPr/>
          </p:nvSpPr>
          <p:spPr>
            <a:xfrm>
              <a:off x="1248" y="1930"/>
              <a:ext cx="1056" cy="250"/>
            </a:xfrm>
            <a:prstGeom prst="rect">
              <a:avLst/>
            </a:prstGeom>
            <a:noFill/>
            <a:ln w="9525">
              <a:noFill/>
            </a:ln>
          </p:spPr>
          <p:txBody>
            <a:bodyPr>
              <a:spAutoFit/>
            </a:bodyPr>
            <a:lstStyle>
              <a:lvl1pPr marL="342900" indent="-342900" algn="l" rtl="0" eaLnBrk="0" fontAlgn="base" hangingPunct="0">
                <a:spcBef>
                  <a:spcPct val="20000"/>
                </a:spcBef>
                <a:spcAft>
                  <a:spcPct val="0"/>
                </a:spcAft>
                <a:buChar char="•"/>
                <a:defRPr sz="3200">
                  <a:solidFill>
                    <a:srgbClr val="666699"/>
                  </a:solidFill>
                  <a:latin typeface="+mn-lt"/>
                  <a:ea typeface="+mn-ea"/>
                  <a:cs typeface="+mn-cs"/>
                </a:defRPr>
              </a:lvl1pPr>
              <a:lvl2pPr marL="742950" indent="-285750" algn="l" rtl="0" eaLnBrk="0" fontAlgn="base" hangingPunct="0">
                <a:spcBef>
                  <a:spcPct val="20000"/>
                </a:spcBef>
                <a:spcAft>
                  <a:spcPct val="0"/>
                </a:spcAft>
                <a:buChar char="–"/>
                <a:defRPr sz="2800">
                  <a:solidFill>
                    <a:srgbClr val="666699"/>
                  </a:solidFill>
                  <a:latin typeface="+mn-lt"/>
                  <a:ea typeface="+mn-ea"/>
                </a:defRPr>
              </a:lvl2pPr>
              <a:lvl3pPr marL="1143000" indent="-228600" algn="l" rtl="0" eaLnBrk="0" fontAlgn="base" hangingPunct="0">
                <a:spcBef>
                  <a:spcPct val="20000"/>
                </a:spcBef>
                <a:spcAft>
                  <a:spcPct val="0"/>
                </a:spcAft>
                <a:buChar char="•"/>
                <a:defRPr sz="2400">
                  <a:solidFill>
                    <a:srgbClr val="666699"/>
                  </a:solidFill>
                  <a:latin typeface="+mn-lt"/>
                  <a:ea typeface="+mn-ea"/>
                </a:defRPr>
              </a:lvl3pPr>
              <a:lvl4pPr marL="1600200" indent="-228600" algn="l" rtl="0" eaLnBrk="0" fontAlgn="base" hangingPunct="0">
                <a:spcBef>
                  <a:spcPct val="20000"/>
                </a:spcBef>
                <a:spcAft>
                  <a:spcPct val="0"/>
                </a:spcAft>
                <a:buChar char="–"/>
                <a:defRPr sz="2000">
                  <a:solidFill>
                    <a:srgbClr val="666699"/>
                  </a:solidFill>
                  <a:latin typeface="+mn-lt"/>
                  <a:ea typeface="+mn-ea"/>
                </a:defRPr>
              </a:lvl4pPr>
              <a:lvl5pPr marL="2057400" indent="-228600" algn="l" rtl="0" eaLnBrk="0" fontAlgn="base" hangingPunct="0">
                <a:spcBef>
                  <a:spcPct val="20000"/>
                </a:spcBef>
                <a:spcAft>
                  <a:spcPct val="0"/>
                </a:spcAft>
                <a:buChar char="»"/>
                <a:defRPr sz="2000">
                  <a:solidFill>
                    <a:srgbClr val="666699"/>
                  </a:solidFill>
                  <a:latin typeface="+mn-lt"/>
                  <a:ea typeface="+mn-ea"/>
                </a:defRPr>
              </a:lvl5pPr>
            </a:lstStyle>
            <a:p>
              <a:pPr marL="0" lvl="0" indent="0" eaLnBrk="1" hangingPunct="1">
                <a:spcBef>
                  <a:spcPct val="50000"/>
                </a:spcBef>
                <a:buNone/>
              </a:pPr>
              <a:r>
                <a:rPr lang="zh-CN" altLang="en-US" sz="2000" dirty="0">
                  <a:solidFill>
                    <a:schemeClr val="tx1"/>
                  </a:solidFill>
                  <a:latin typeface="Tahoma" panose="020B0604030504040204" pitchFamily="34" charset="0"/>
                </a:rPr>
                <a:t>1 1 . 0 0 1 1</a:t>
              </a:r>
              <a:endParaRPr lang="zh-CN" altLang="en-US" sz="2000" dirty="0">
                <a:solidFill>
                  <a:schemeClr val="tx1"/>
                </a:solidFill>
                <a:latin typeface="Tahoma" panose="020B0604030504040204" pitchFamily="34" charset="0"/>
              </a:endParaRPr>
            </a:p>
          </p:txBody>
        </p:sp>
        <p:sp>
          <p:nvSpPr>
            <p:cNvPr id="62483" name="Text Box 19"/>
            <p:cNvSpPr txBox="1"/>
            <p:nvPr/>
          </p:nvSpPr>
          <p:spPr>
            <a:xfrm>
              <a:off x="1248" y="2122"/>
              <a:ext cx="1056" cy="250"/>
            </a:xfrm>
            <a:prstGeom prst="rect">
              <a:avLst/>
            </a:prstGeom>
            <a:noFill/>
            <a:ln w="9525">
              <a:noFill/>
            </a:ln>
          </p:spPr>
          <p:txBody>
            <a:bodyPr>
              <a:spAutoFit/>
            </a:bodyPr>
            <a:lstStyle>
              <a:lvl1pPr marL="342900" indent="-342900" algn="l" rtl="0" eaLnBrk="0" fontAlgn="base" hangingPunct="0">
                <a:spcBef>
                  <a:spcPct val="20000"/>
                </a:spcBef>
                <a:spcAft>
                  <a:spcPct val="0"/>
                </a:spcAft>
                <a:buChar char="•"/>
                <a:defRPr sz="3200">
                  <a:solidFill>
                    <a:srgbClr val="666699"/>
                  </a:solidFill>
                  <a:latin typeface="+mn-lt"/>
                  <a:ea typeface="+mn-ea"/>
                  <a:cs typeface="+mn-cs"/>
                </a:defRPr>
              </a:lvl1pPr>
              <a:lvl2pPr marL="742950" indent="-285750" algn="l" rtl="0" eaLnBrk="0" fontAlgn="base" hangingPunct="0">
                <a:spcBef>
                  <a:spcPct val="20000"/>
                </a:spcBef>
                <a:spcAft>
                  <a:spcPct val="0"/>
                </a:spcAft>
                <a:buChar char="–"/>
                <a:defRPr sz="2800">
                  <a:solidFill>
                    <a:srgbClr val="666699"/>
                  </a:solidFill>
                  <a:latin typeface="+mn-lt"/>
                  <a:ea typeface="+mn-ea"/>
                </a:defRPr>
              </a:lvl2pPr>
              <a:lvl3pPr marL="1143000" indent="-228600" algn="l" rtl="0" eaLnBrk="0" fontAlgn="base" hangingPunct="0">
                <a:spcBef>
                  <a:spcPct val="20000"/>
                </a:spcBef>
                <a:spcAft>
                  <a:spcPct val="0"/>
                </a:spcAft>
                <a:buChar char="•"/>
                <a:defRPr sz="2400">
                  <a:solidFill>
                    <a:srgbClr val="666699"/>
                  </a:solidFill>
                  <a:latin typeface="+mn-lt"/>
                  <a:ea typeface="+mn-ea"/>
                </a:defRPr>
              </a:lvl3pPr>
              <a:lvl4pPr marL="1600200" indent="-228600" algn="l" rtl="0" eaLnBrk="0" fontAlgn="base" hangingPunct="0">
                <a:spcBef>
                  <a:spcPct val="20000"/>
                </a:spcBef>
                <a:spcAft>
                  <a:spcPct val="0"/>
                </a:spcAft>
                <a:buChar char="–"/>
                <a:defRPr sz="2000">
                  <a:solidFill>
                    <a:srgbClr val="666699"/>
                  </a:solidFill>
                  <a:latin typeface="+mn-lt"/>
                  <a:ea typeface="+mn-ea"/>
                </a:defRPr>
              </a:lvl4pPr>
              <a:lvl5pPr marL="2057400" indent="-228600" algn="l" rtl="0" eaLnBrk="0" fontAlgn="base" hangingPunct="0">
                <a:spcBef>
                  <a:spcPct val="20000"/>
                </a:spcBef>
                <a:spcAft>
                  <a:spcPct val="0"/>
                </a:spcAft>
                <a:buChar char="»"/>
                <a:defRPr sz="2000">
                  <a:solidFill>
                    <a:srgbClr val="666699"/>
                  </a:solidFill>
                  <a:latin typeface="+mn-lt"/>
                  <a:ea typeface="+mn-ea"/>
                </a:defRPr>
              </a:lvl5pPr>
            </a:lstStyle>
            <a:p>
              <a:pPr marL="0" lvl="0" indent="0" eaLnBrk="1" hangingPunct="1">
                <a:spcBef>
                  <a:spcPct val="50000"/>
                </a:spcBef>
                <a:buNone/>
              </a:pPr>
              <a:r>
                <a:rPr lang="zh-CN" altLang="en-US" sz="2000" dirty="0">
                  <a:solidFill>
                    <a:schemeClr val="tx1"/>
                  </a:solidFill>
                  <a:latin typeface="Tahoma" panose="020B0604030504040204" pitchFamily="34" charset="0"/>
                </a:rPr>
                <a:t>0 0 . 0 0 0 1</a:t>
              </a:r>
              <a:endParaRPr lang="zh-CN" altLang="en-US" sz="2000" dirty="0">
                <a:solidFill>
                  <a:schemeClr val="tx1"/>
                </a:solidFill>
                <a:latin typeface="Tahoma" panose="020B0604030504040204" pitchFamily="34" charset="0"/>
              </a:endParaRPr>
            </a:p>
          </p:txBody>
        </p:sp>
        <p:sp>
          <p:nvSpPr>
            <p:cNvPr id="62484" name="Text Box 20"/>
            <p:cNvSpPr txBox="1"/>
            <p:nvPr/>
          </p:nvSpPr>
          <p:spPr>
            <a:xfrm>
              <a:off x="1248" y="2266"/>
              <a:ext cx="1056" cy="250"/>
            </a:xfrm>
            <a:prstGeom prst="rect">
              <a:avLst/>
            </a:prstGeom>
            <a:noFill/>
            <a:ln w="9525">
              <a:noFill/>
            </a:ln>
          </p:spPr>
          <p:txBody>
            <a:bodyPr>
              <a:spAutoFit/>
            </a:bodyPr>
            <a:lstStyle>
              <a:lvl1pPr marL="342900" indent="-342900" algn="l" rtl="0" eaLnBrk="0" fontAlgn="base" hangingPunct="0">
                <a:spcBef>
                  <a:spcPct val="20000"/>
                </a:spcBef>
                <a:spcAft>
                  <a:spcPct val="0"/>
                </a:spcAft>
                <a:buChar char="•"/>
                <a:defRPr sz="3200">
                  <a:solidFill>
                    <a:srgbClr val="666699"/>
                  </a:solidFill>
                  <a:latin typeface="+mn-lt"/>
                  <a:ea typeface="+mn-ea"/>
                  <a:cs typeface="+mn-cs"/>
                </a:defRPr>
              </a:lvl1pPr>
              <a:lvl2pPr marL="742950" indent="-285750" algn="l" rtl="0" eaLnBrk="0" fontAlgn="base" hangingPunct="0">
                <a:spcBef>
                  <a:spcPct val="20000"/>
                </a:spcBef>
                <a:spcAft>
                  <a:spcPct val="0"/>
                </a:spcAft>
                <a:buChar char="–"/>
                <a:defRPr sz="2800">
                  <a:solidFill>
                    <a:srgbClr val="666699"/>
                  </a:solidFill>
                  <a:latin typeface="+mn-lt"/>
                  <a:ea typeface="+mn-ea"/>
                </a:defRPr>
              </a:lvl2pPr>
              <a:lvl3pPr marL="1143000" indent="-228600" algn="l" rtl="0" eaLnBrk="0" fontAlgn="base" hangingPunct="0">
                <a:spcBef>
                  <a:spcPct val="20000"/>
                </a:spcBef>
                <a:spcAft>
                  <a:spcPct val="0"/>
                </a:spcAft>
                <a:buChar char="•"/>
                <a:defRPr sz="2400">
                  <a:solidFill>
                    <a:srgbClr val="666699"/>
                  </a:solidFill>
                  <a:latin typeface="+mn-lt"/>
                  <a:ea typeface="+mn-ea"/>
                </a:defRPr>
              </a:lvl3pPr>
              <a:lvl4pPr marL="1600200" indent="-228600" algn="l" rtl="0" eaLnBrk="0" fontAlgn="base" hangingPunct="0">
                <a:spcBef>
                  <a:spcPct val="20000"/>
                </a:spcBef>
                <a:spcAft>
                  <a:spcPct val="0"/>
                </a:spcAft>
                <a:buChar char="–"/>
                <a:defRPr sz="2000">
                  <a:solidFill>
                    <a:srgbClr val="666699"/>
                  </a:solidFill>
                  <a:latin typeface="+mn-lt"/>
                  <a:ea typeface="+mn-ea"/>
                </a:defRPr>
              </a:lvl4pPr>
              <a:lvl5pPr marL="2057400" indent="-228600" algn="l" rtl="0" eaLnBrk="0" fontAlgn="base" hangingPunct="0">
                <a:spcBef>
                  <a:spcPct val="20000"/>
                </a:spcBef>
                <a:spcAft>
                  <a:spcPct val="0"/>
                </a:spcAft>
                <a:buChar char="»"/>
                <a:defRPr sz="2000">
                  <a:solidFill>
                    <a:srgbClr val="666699"/>
                  </a:solidFill>
                  <a:latin typeface="+mn-lt"/>
                  <a:ea typeface="+mn-ea"/>
                </a:defRPr>
              </a:lvl5pPr>
            </a:lstStyle>
            <a:p>
              <a:pPr marL="0" lvl="0" indent="0" eaLnBrk="1" hangingPunct="1">
                <a:spcBef>
                  <a:spcPct val="50000"/>
                </a:spcBef>
                <a:buNone/>
              </a:pPr>
              <a:endParaRPr lang="zh-CN" altLang="en-US" sz="2000" dirty="0">
                <a:solidFill>
                  <a:schemeClr val="tx1"/>
                </a:solidFill>
                <a:latin typeface="Tahoma" panose="020B0604030504040204" pitchFamily="34" charset="0"/>
              </a:endParaRPr>
            </a:p>
          </p:txBody>
        </p:sp>
        <p:sp>
          <p:nvSpPr>
            <p:cNvPr id="62485" name="Line 21"/>
            <p:cNvSpPr/>
            <p:nvPr/>
          </p:nvSpPr>
          <p:spPr>
            <a:xfrm>
              <a:off x="48" y="346"/>
              <a:ext cx="3216" cy="0"/>
            </a:xfrm>
            <a:prstGeom prst="line">
              <a:avLst/>
            </a:prstGeom>
            <a:ln w="9525" cap="flat" cmpd="sng">
              <a:solidFill>
                <a:schemeClr val="tx1"/>
              </a:solidFill>
              <a:prstDash val="solid"/>
              <a:headEnd type="none" w="med" len="med"/>
              <a:tailEnd type="none" w="med" len="med"/>
            </a:ln>
          </p:spPr>
        </p:sp>
        <p:sp>
          <p:nvSpPr>
            <p:cNvPr id="62486" name="Line 22"/>
            <p:cNvSpPr/>
            <p:nvPr/>
          </p:nvSpPr>
          <p:spPr>
            <a:xfrm>
              <a:off x="48" y="826"/>
              <a:ext cx="3312" cy="0"/>
            </a:xfrm>
            <a:prstGeom prst="line">
              <a:avLst/>
            </a:prstGeom>
            <a:ln w="9525" cap="flat" cmpd="sng">
              <a:solidFill>
                <a:schemeClr val="tx1"/>
              </a:solidFill>
              <a:prstDash val="solid"/>
              <a:headEnd type="none" w="med" len="med"/>
              <a:tailEnd type="none" w="med" len="med"/>
            </a:ln>
          </p:spPr>
        </p:sp>
        <p:sp>
          <p:nvSpPr>
            <p:cNvPr id="62487" name="Line 23"/>
            <p:cNvSpPr/>
            <p:nvPr/>
          </p:nvSpPr>
          <p:spPr>
            <a:xfrm>
              <a:off x="96" y="1258"/>
              <a:ext cx="3264" cy="0"/>
            </a:xfrm>
            <a:prstGeom prst="line">
              <a:avLst/>
            </a:prstGeom>
            <a:ln w="9525" cap="flat" cmpd="sng">
              <a:solidFill>
                <a:schemeClr val="tx1"/>
              </a:solidFill>
              <a:prstDash val="solid"/>
              <a:headEnd type="none" w="med" len="med"/>
              <a:tailEnd type="none" w="med" len="med"/>
            </a:ln>
          </p:spPr>
        </p:sp>
        <p:sp>
          <p:nvSpPr>
            <p:cNvPr id="62488" name="Line 24"/>
            <p:cNvSpPr/>
            <p:nvPr/>
          </p:nvSpPr>
          <p:spPr>
            <a:xfrm>
              <a:off x="48" y="1690"/>
              <a:ext cx="3312" cy="0"/>
            </a:xfrm>
            <a:prstGeom prst="line">
              <a:avLst/>
            </a:prstGeom>
            <a:ln w="9525" cap="flat" cmpd="sng">
              <a:solidFill>
                <a:schemeClr val="tx1"/>
              </a:solidFill>
              <a:prstDash val="solid"/>
              <a:headEnd type="none" w="med" len="med"/>
              <a:tailEnd type="none" w="med" len="med"/>
            </a:ln>
          </p:spPr>
        </p:sp>
        <p:sp>
          <p:nvSpPr>
            <p:cNvPr id="62489" name="Line 25"/>
            <p:cNvSpPr/>
            <p:nvPr/>
          </p:nvSpPr>
          <p:spPr>
            <a:xfrm>
              <a:off x="48" y="2170"/>
              <a:ext cx="3360" cy="0"/>
            </a:xfrm>
            <a:prstGeom prst="line">
              <a:avLst/>
            </a:prstGeom>
            <a:ln w="9525" cap="flat" cmpd="sng">
              <a:solidFill>
                <a:schemeClr val="tx1"/>
              </a:solidFill>
              <a:prstDash val="solid"/>
              <a:headEnd type="none" w="med" len="med"/>
              <a:tailEnd type="none" w="med" len="med"/>
            </a:ln>
          </p:spPr>
        </p:sp>
        <p:sp>
          <p:nvSpPr>
            <p:cNvPr id="62490" name="Text Box 26"/>
            <p:cNvSpPr txBox="1"/>
            <p:nvPr/>
          </p:nvSpPr>
          <p:spPr>
            <a:xfrm>
              <a:off x="0" y="106"/>
              <a:ext cx="912" cy="250"/>
            </a:xfrm>
            <a:prstGeom prst="rect">
              <a:avLst/>
            </a:prstGeom>
            <a:noFill/>
            <a:ln w="9525">
              <a:noFill/>
            </a:ln>
          </p:spPr>
          <p:txBody>
            <a:bodyPr>
              <a:spAutoFit/>
            </a:bodyPr>
            <a:lstStyle>
              <a:lvl1pPr marL="342900" indent="-342900" algn="l" rtl="0" eaLnBrk="0" fontAlgn="base" hangingPunct="0">
                <a:spcBef>
                  <a:spcPct val="20000"/>
                </a:spcBef>
                <a:spcAft>
                  <a:spcPct val="0"/>
                </a:spcAft>
                <a:buChar char="•"/>
                <a:defRPr sz="3200">
                  <a:solidFill>
                    <a:srgbClr val="666699"/>
                  </a:solidFill>
                  <a:latin typeface="+mn-lt"/>
                  <a:ea typeface="+mn-ea"/>
                  <a:cs typeface="+mn-cs"/>
                </a:defRPr>
              </a:lvl1pPr>
              <a:lvl2pPr marL="742950" indent="-285750" algn="l" rtl="0" eaLnBrk="0" fontAlgn="base" hangingPunct="0">
                <a:spcBef>
                  <a:spcPct val="20000"/>
                </a:spcBef>
                <a:spcAft>
                  <a:spcPct val="0"/>
                </a:spcAft>
                <a:buChar char="–"/>
                <a:defRPr sz="2800">
                  <a:solidFill>
                    <a:srgbClr val="666699"/>
                  </a:solidFill>
                  <a:latin typeface="+mn-lt"/>
                  <a:ea typeface="+mn-ea"/>
                </a:defRPr>
              </a:lvl2pPr>
              <a:lvl3pPr marL="1143000" indent="-228600" algn="l" rtl="0" eaLnBrk="0" fontAlgn="base" hangingPunct="0">
                <a:spcBef>
                  <a:spcPct val="20000"/>
                </a:spcBef>
                <a:spcAft>
                  <a:spcPct val="0"/>
                </a:spcAft>
                <a:buChar char="•"/>
                <a:defRPr sz="2400">
                  <a:solidFill>
                    <a:srgbClr val="666699"/>
                  </a:solidFill>
                  <a:latin typeface="+mn-lt"/>
                  <a:ea typeface="+mn-ea"/>
                </a:defRPr>
              </a:lvl3pPr>
              <a:lvl4pPr marL="1600200" indent="-228600" algn="l" rtl="0" eaLnBrk="0" fontAlgn="base" hangingPunct="0">
                <a:spcBef>
                  <a:spcPct val="20000"/>
                </a:spcBef>
                <a:spcAft>
                  <a:spcPct val="0"/>
                </a:spcAft>
                <a:buChar char="–"/>
                <a:defRPr sz="2000">
                  <a:solidFill>
                    <a:srgbClr val="666699"/>
                  </a:solidFill>
                  <a:latin typeface="+mn-lt"/>
                  <a:ea typeface="+mn-ea"/>
                </a:defRPr>
              </a:lvl4pPr>
              <a:lvl5pPr marL="2057400" indent="-228600" algn="l" rtl="0" eaLnBrk="0" fontAlgn="base" hangingPunct="0">
                <a:spcBef>
                  <a:spcPct val="20000"/>
                </a:spcBef>
                <a:spcAft>
                  <a:spcPct val="0"/>
                </a:spcAft>
                <a:buChar char="»"/>
                <a:defRPr sz="2000">
                  <a:solidFill>
                    <a:srgbClr val="666699"/>
                  </a:solidFill>
                  <a:latin typeface="+mn-lt"/>
                  <a:ea typeface="+mn-ea"/>
                </a:defRPr>
              </a:lvl5pPr>
            </a:lstStyle>
            <a:p>
              <a:pPr marL="0" lvl="0" indent="0" eaLnBrk="1" hangingPunct="1">
                <a:spcBef>
                  <a:spcPct val="50000"/>
                </a:spcBef>
                <a:buNone/>
              </a:pPr>
              <a:r>
                <a:rPr lang="zh-CN" altLang="en-US" sz="2000" dirty="0">
                  <a:solidFill>
                    <a:schemeClr val="tx1"/>
                  </a:solidFill>
                  <a:latin typeface="Tahoma" panose="020B0604030504040204" pitchFamily="34" charset="0"/>
                </a:rPr>
                <a:t>+[Y]</a:t>
              </a:r>
              <a:r>
                <a:rPr lang="zh-CN" altLang="en-US" sz="2000" baseline="-25000" dirty="0">
                  <a:solidFill>
                    <a:schemeClr val="tx1"/>
                  </a:solidFill>
                  <a:latin typeface="Tahoma" panose="020B0604030504040204" pitchFamily="34" charset="0"/>
                </a:rPr>
                <a:t>补</a:t>
              </a:r>
              <a:endParaRPr lang="zh-CN" altLang="en-US" sz="2000" baseline="-25000" dirty="0">
                <a:solidFill>
                  <a:schemeClr val="tx1"/>
                </a:solidFill>
                <a:latin typeface="Tahoma" panose="020B0604030504040204" pitchFamily="34" charset="0"/>
              </a:endParaRPr>
            </a:p>
          </p:txBody>
        </p:sp>
        <p:sp>
          <p:nvSpPr>
            <p:cNvPr id="62491" name="Text Box 27"/>
            <p:cNvSpPr txBox="1"/>
            <p:nvPr/>
          </p:nvSpPr>
          <p:spPr>
            <a:xfrm>
              <a:off x="0" y="576"/>
              <a:ext cx="912" cy="250"/>
            </a:xfrm>
            <a:prstGeom prst="rect">
              <a:avLst/>
            </a:prstGeom>
            <a:noFill/>
            <a:ln w="9525">
              <a:noFill/>
            </a:ln>
          </p:spPr>
          <p:txBody>
            <a:bodyPr>
              <a:spAutoFit/>
            </a:bodyPr>
            <a:lstStyle>
              <a:lvl1pPr marL="342900" indent="-342900" algn="l" rtl="0" eaLnBrk="0" fontAlgn="base" hangingPunct="0">
                <a:spcBef>
                  <a:spcPct val="20000"/>
                </a:spcBef>
                <a:spcAft>
                  <a:spcPct val="0"/>
                </a:spcAft>
                <a:buChar char="•"/>
                <a:defRPr sz="3200">
                  <a:solidFill>
                    <a:srgbClr val="666699"/>
                  </a:solidFill>
                  <a:latin typeface="+mn-lt"/>
                  <a:ea typeface="+mn-ea"/>
                  <a:cs typeface="+mn-cs"/>
                </a:defRPr>
              </a:lvl1pPr>
              <a:lvl2pPr marL="742950" indent="-285750" algn="l" rtl="0" eaLnBrk="0" fontAlgn="base" hangingPunct="0">
                <a:spcBef>
                  <a:spcPct val="20000"/>
                </a:spcBef>
                <a:spcAft>
                  <a:spcPct val="0"/>
                </a:spcAft>
                <a:buChar char="–"/>
                <a:defRPr sz="2800">
                  <a:solidFill>
                    <a:srgbClr val="666699"/>
                  </a:solidFill>
                  <a:latin typeface="+mn-lt"/>
                  <a:ea typeface="+mn-ea"/>
                </a:defRPr>
              </a:lvl2pPr>
              <a:lvl3pPr marL="1143000" indent="-228600" algn="l" rtl="0" eaLnBrk="0" fontAlgn="base" hangingPunct="0">
                <a:spcBef>
                  <a:spcPct val="20000"/>
                </a:spcBef>
                <a:spcAft>
                  <a:spcPct val="0"/>
                </a:spcAft>
                <a:buChar char="•"/>
                <a:defRPr sz="2400">
                  <a:solidFill>
                    <a:srgbClr val="666699"/>
                  </a:solidFill>
                  <a:latin typeface="+mn-lt"/>
                  <a:ea typeface="+mn-ea"/>
                </a:defRPr>
              </a:lvl3pPr>
              <a:lvl4pPr marL="1600200" indent="-228600" algn="l" rtl="0" eaLnBrk="0" fontAlgn="base" hangingPunct="0">
                <a:spcBef>
                  <a:spcPct val="20000"/>
                </a:spcBef>
                <a:spcAft>
                  <a:spcPct val="0"/>
                </a:spcAft>
                <a:buChar char="–"/>
                <a:defRPr sz="2000">
                  <a:solidFill>
                    <a:srgbClr val="666699"/>
                  </a:solidFill>
                  <a:latin typeface="+mn-lt"/>
                  <a:ea typeface="+mn-ea"/>
                </a:defRPr>
              </a:lvl4pPr>
              <a:lvl5pPr marL="2057400" indent="-228600" algn="l" rtl="0" eaLnBrk="0" fontAlgn="base" hangingPunct="0">
                <a:spcBef>
                  <a:spcPct val="20000"/>
                </a:spcBef>
                <a:spcAft>
                  <a:spcPct val="0"/>
                </a:spcAft>
                <a:buChar char="»"/>
                <a:defRPr sz="2000">
                  <a:solidFill>
                    <a:srgbClr val="666699"/>
                  </a:solidFill>
                  <a:latin typeface="+mn-lt"/>
                  <a:ea typeface="+mn-ea"/>
                </a:defRPr>
              </a:lvl5pPr>
            </a:lstStyle>
            <a:p>
              <a:pPr marL="0" lvl="0" indent="0" eaLnBrk="1" hangingPunct="1">
                <a:spcBef>
                  <a:spcPct val="50000"/>
                </a:spcBef>
                <a:buNone/>
              </a:pPr>
              <a:r>
                <a:rPr lang="zh-CN" altLang="en-US" sz="2000" dirty="0">
                  <a:solidFill>
                    <a:schemeClr val="tx1"/>
                  </a:solidFill>
                  <a:latin typeface="Tahoma" panose="020B0604030504040204" pitchFamily="34" charset="0"/>
                </a:rPr>
                <a:t>+[-Y]</a:t>
              </a:r>
              <a:r>
                <a:rPr lang="zh-CN" altLang="en-US" sz="2000" baseline="-25000" dirty="0">
                  <a:solidFill>
                    <a:schemeClr val="tx1"/>
                  </a:solidFill>
                  <a:latin typeface="Tahoma" panose="020B0604030504040204" pitchFamily="34" charset="0"/>
                </a:rPr>
                <a:t>补</a:t>
              </a:r>
              <a:endParaRPr lang="zh-CN" altLang="en-US" sz="2000" baseline="-25000" dirty="0">
                <a:solidFill>
                  <a:schemeClr val="tx1"/>
                </a:solidFill>
                <a:latin typeface="Tahoma" panose="020B0604030504040204" pitchFamily="34" charset="0"/>
              </a:endParaRPr>
            </a:p>
          </p:txBody>
        </p:sp>
        <p:sp>
          <p:nvSpPr>
            <p:cNvPr id="62492" name="Text Box 28"/>
            <p:cNvSpPr txBox="1"/>
            <p:nvPr/>
          </p:nvSpPr>
          <p:spPr>
            <a:xfrm>
              <a:off x="0" y="1008"/>
              <a:ext cx="912" cy="250"/>
            </a:xfrm>
            <a:prstGeom prst="rect">
              <a:avLst/>
            </a:prstGeom>
            <a:noFill/>
            <a:ln w="9525">
              <a:noFill/>
            </a:ln>
          </p:spPr>
          <p:txBody>
            <a:bodyPr>
              <a:spAutoFit/>
            </a:bodyPr>
            <a:lstStyle>
              <a:lvl1pPr marL="342900" indent="-342900" algn="l" rtl="0" eaLnBrk="0" fontAlgn="base" hangingPunct="0">
                <a:spcBef>
                  <a:spcPct val="20000"/>
                </a:spcBef>
                <a:spcAft>
                  <a:spcPct val="0"/>
                </a:spcAft>
                <a:buChar char="•"/>
                <a:defRPr sz="3200">
                  <a:solidFill>
                    <a:srgbClr val="666699"/>
                  </a:solidFill>
                  <a:latin typeface="+mn-lt"/>
                  <a:ea typeface="+mn-ea"/>
                  <a:cs typeface="+mn-cs"/>
                </a:defRPr>
              </a:lvl1pPr>
              <a:lvl2pPr marL="742950" indent="-285750" algn="l" rtl="0" eaLnBrk="0" fontAlgn="base" hangingPunct="0">
                <a:spcBef>
                  <a:spcPct val="20000"/>
                </a:spcBef>
                <a:spcAft>
                  <a:spcPct val="0"/>
                </a:spcAft>
                <a:buChar char="–"/>
                <a:defRPr sz="2800">
                  <a:solidFill>
                    <a:srgbClr val="666699"/>
                  </a:solidFill>
                  <a:latin typeface="+mn-lt"/>
                  <a:ea typeface="+mn-ea"/>
                </a:defRPr>
              </a:lvl2pPr>
              <a:lvl3pPr marL="1143000" indent="-228600" algn="l" rtl="0" eaLnBrk="0" fontAlgn="base" hangingPunct="0">
                <a:spcBef>
                  <a:spcPct val="20000"/>
                </a:spcBef>
                <a:spcAft>
                  <a:spcPct val="0"/>
                </a:spcAft>
                <a:buChar char="•"/>
                <a:defRPr sz="2400">
                  <a:solidFill>
                    <a:srgbClr val="666699"/>
                  </a:solidFill>
                  <a:latin typeface="+mn-lt"/>
                  <a:ea typeface="+mn-ea"/>
                </a:defRPr>
              </a:lvl3pPr>
              <a:lvl4pPr marL="1600200" indent="-228600" algn="l" rtl="0" eaLnBrk="0" fontAlgn="base" hangingPunct="0">
                <a:spcBef>
                  <a:spcPct val="20000"/>
                </a:spcBef>
                <a:spcAft>
                  <a:spcPct val="0"/>
                </a:spcAft>
                <a:buChar char="–"/>
                <a:defRPr sz="2000">
                  <a:solidFill>
                    <a:srgbClr val="666699"/>
                  </a:solidFill>
                  <a:latin typeface="+mn-lt"/>
                  <a:ea typeface="+mn-ea"/>
                </a:defRPr>
              </a:lvl4pPr>
              <a:lvl5pPr marL="2057400" indent="-228600" algn="l" rtl="0" eaLnBrk="0" fontAlgn="base" hangingPunct="0">
                <a:spcBef>
                  <a:spcPct val="20000"/>
                </a:spcBef>
                <a:spcAft>
                  <a:spcPct val="0"/>
                </a:spcAft>
                <a:buChar char="»"/>
                <a:defRPr sz="2000">
                  <a:solidFill>
                    <a:srgbClr val="666699"/>
                  </a:solidFill>
                  <a:latin typeface="+mn-lt"/>
                  <a:ea typeface="+mn-ea"/>
                </a:defRPr>
              </a:lvl5pPr>
            </a:lstStyle>
            <a:p>
              <a:pPr marL="0" lvl="0" indent="0" eaLnBrk="1" hangingPunct="1">
                <a:spcBef>
                  <a:spcPct val="50000"/>
                </a:spcBef>
                <a:buNone/>
              </a:pPr>
              <a:r>
                <a:rPr lang="zh-CN" altLang="en-US" sz="2000" dirty="0">
                  <a:solidFill>
                    <a:schemeClr val="tx1"/>
                  </a:solidFill>
                  <a:latin typeface="Tahoma" panose="020B0604030504040204" pitchFamily="34" charset="0"/>
                </a:rPr>
                <a:t>+[Y]</a:t>
              </a:r>
              <a:r>
                <a:rPr lang="zh-CN" altLang="en-US" sz="2000" baseline="-25000" dirty="0">
                  <a:solidFill>
                    <a:schemeClr val="tx1"/>
                  </a:solidFill>
                  <a:latin typeface="Tahoma" panose="020B0604030504040204" pitchFamily="34" charset="0"/>
                </a:rPr>
                <a:t>补</a:t>
              </a:r>
              <a:endParaRPr lang="zh-CN" altLang="en-US" sz="2000" baseline="-25000" dirty="0">
                <a:solidFill>
                  <a:schemeClr val="tx1"/>
                </a:solidFill>
                <a:latin typeface="Tahoma" panose="020B0604030504040204" pitchFamily="34" charset="0"/>
              </a:endParaRPr>
            </a:p>
          </p:txBody>
        </p:sp>
        <p:sp>
          <p:nvSpPr>
            <p:cNvPr id="62493" name="Text Box 29"/>
            <p:cNvSpPr txBox="1"/>
            <p:nvPr/>
          </p:nvSpPr>
          <p:spPr>
            <a:xfrm>
              <a:off x="0" y="1440"/>
              <a:ext cx="912" cy="250"/>
            </a:xfrm>
            <a:prstGeom prst="rect">
              <a:avLst/>
            </a:prstGeom>
            <a:noFill/>
            <a:ln w="9525">
              <a:noFill/>
            </a:ln>
          </p:spPr>
          <p:txBody>
            <a:bodyPr>
              <a:spAutoFit/>
            </a:bodyPr>
            <a:lstStyle>
              <a:lvl1pPr marL="342900" indent="-342900" algn="l" rtl="0" eaLnBrk="0" fontAlgn="base" hangingPunct="0">
                <a:spcBef>
                  <a:spcPct val="20000"/>
                </a:spcBef>
                <a:spcAft>
                  <a:spcPct val="0"/>
                </a:spcAft>
                <a:buChar char="•"/>
                <a:defRPr sz="3200">
                  <a:solidFill>
                    <a:srgbClr val="666699"/>
                  </a:solidFill>
                  <a:latin typeface="+mn-lt"/>
                  <a:ea typeface="+mn-ea"/>
                  <a:cs typeface="+mn-cs"/>
                </a:defRPr>
              </a:lvl1pPr>
              <a:lvl2pPr marL="742950" indent="-285750" algn="l" rtl="0" eaLnBrk="0" fontAlgn="base" hangingPunct="0">
                <a:spcBef>
                  <a:spcPct val="20000"/>
                </a:spcBef>
                <a:spcAft>
                  <a:spcPct val="0"/>
                </a:spcAft>
                <a:buChar char="–"/>
                <a:defRPr sz="2800">
                  <a:solidFill>
                    <a:srgbClr val="666699"/>
                  </a:solidFill>
                  <a:latin typeface="+mn-lt"/>
                  <a:ea typeface="+mn-ea"/>
                </a:defRPr>
              </a:lvl2pPr>
              <a:lvl3pPr marL="1143000" indent="-228600" algn="l" rtl="0" eaLnBrk="0" fontAlgn="base" hangingPunct="0">
                <a:spcBef>
                  <a:spcPct val="20000"/>
                </a:spcBef>
                <a:spcAft>
                  <a:spcPct val="0"/>
                </a:spcAft>
                <a:buChar char="•"/>
                <a:defRPr sz="2400">
                  <a:solidFill>
                    <a:srgbClr val="666699"/>
                  </a:solidFill>
                  <a:latin typeface="+mn-lt"/>
                  <a:ea typeface="+mn-ea"/>
                </a:defRPr>
              </a:lvl3pPr>
              <a:lvl4pPr marL="1600200" indent="-228600" algn="l" rtl="0" eaLnBrk="0" fontAlgn="base" hangingPunct="0">
                <a:spcBef>
                  <a:spcPct val="20000"/>
                </a:spcBef>
                <a:spcAft>
                  <a:spcPct val="0"/>
                </a:spcAft>
                <a:buChar char="–"/>
                <a:defRPr sz="2000">
                  <a:solidFill>
                    <a:srgbClr val="666699"/>
                  </a:solidFill>
                  <a:latin typeface="+mn-lt"/>
                  <a:ea typeface="+mn-ea"/>
                </a:defRPr>
              </a:lvl4pPr>
              <a:lvl5pPr marL="2057400" indent="-228600" algn="l" rtl="0" eaLnBrk="0" fontAlgn="base" hangingPunct="0">
                <a:spcBef>
                  <a:spcPct val="20000"/>
                </a:spcBef>
                <a:spcAft>
                  <a:spcPct val="0"/>
                </a:spcAft>
                <a:buChar char="»"/>
                <a:defRPr sz="2000">
                  <a:solidFill>
                    <a:srgbClr val="666699"/>
                  </a:solidFill>
                  <a:latin typeface="+mn-lt"/>
                  <a:ea typeface="+mn-ea"/>
                </a:defRPr>
              </a:lvl5pPr>
            </a:lstStyle>
            <a:p>
              <a:pPr marL="0" lvl="0" indent="0" eaLnBrk="1" hangingPunct="1">
                <a:spcBef>
                  <a:spcPct val="50000"/>
                </a:spcBef>
                <a:buNone/>
              </a:pPr>
              <a:r>
                <a:rPr lang="zh-CN" altLang="en-US" sz="2000" dirty="0">
                  <a:solidFill>
                    <a:schemeClr val="tx1"/>
                  </a:solidFill>
                  <a:latin typeface="Tahoma" panose="020B0604030504040204" pitchFamily="34" charset="0"/>
                </a:rPr>
                <a:t>+[-Y]</a:t>
              </a:r>
              <a:r>
                <a:rPr lang="zh-CN" altLang="en-US" sz="2000" baseline="-25000" dirty="0">
                  <a:solidFill>
                    <a:schemeClr val="tx1"/>
                  </a:solidFill>
                  <a:latin typeface="Tahoma" panose="020B0604030504040204" pitchFamily="34" charset="0"/>
                </a:rPr>
                <a:t>补</a:t>
              </a:r>
              <a:endParaRPr lang="zh-CN" altLang="en-US" sz="2000" baseline="-25000" dirty="0">
                <a:solidFill>
                  <a:schemeClr val="tx1"/>
                </a:solidFill>
                <a:latin typeface="Tahoma" panose="020B0604030504040204" pitchFamily="34" charset="0"/>
              </a:endParaRPr>
            </a:p>
          </p:txBody>
        </p:sp>
        <p:sp>
          <p:nvSpPr>
            <p:cNvPr id="62494" name="Text Box 30"/>
            <p:cNvSpPr txBox="1"/>
            <p:nvPr/>
          </p:nvSpPr>
          <p:spPr>
            <a:xfrm>
              <a:off x="0" y="1920"/>
              <a:ext cx="912" cy="250"/>
            </a:xfrm>
            <a:prstGeom prst="rect">
              <a:avLst/>
            </a:prstGeom>
            <a:noFill/>
            <a:ln w="9525">
              <a:noFill/>
            </a:ln>
          </p:spPr>
          <p:txBody>
            <a:bodyPr>
              <a:spAutoFit/>
            </a:bodyPr>
            <a:lstStyle>
              <a:lvl1pPr marL="342900" indent="-342900" algn="l" rtl="0" eaLnBrk="0" fontAlgn="base" hangingPunct="0">
                <a:spcBef>
                  <a:spcPct val="20000"/>
                </a:spcBef>
                <a:spcAft>
                  <a:spcPct val="0"/>
                </a:spcAft>
                <a:buChar char="•"/>
                <a:defRPr sz="3200">
                  <a:solidFill>
                    <a:srgbClr val="666699"/>
                  </a:solidFill>
                  <a:latin typeface="+mn-lt"/>
                  <a:ea typeface="+mn-ea"/>
                  <a:cs typeface="+mn-cs"/>
                </a:defRPr>
              </a:lvl1pPr>
              <a:lvl2pPr marL="742950" indent="-285750" algn="l" rtl="0" eaLnBrk="0" fontAlgn="base" hangingPunct="0">
                <a:spcBef>
                  <a:spcPct val="20000"/>
                </a:spcBef>
                <a:spcAft>
                  <a:spcPct val="0"/>
                </a:spcAft>
                <a:buChar char="–"/>
                <a:defRPr sz="2800">
                  <a:solidFill>
                    <a:srgbClr val="666699"/>
                  </a:solidFill>
                  <a:latin typeface="+mn-lt"/>
                  <a:ea typeface="+mn-ea"/>
                </a:defRPr>
              </a:lvl2pPr>
              <a:lvl3pPr marL="1143000" indent="-228600" algn="l" rtl="0" eaLnBrk="0" fontAlgn="base" hangingPunct="0">
                <a:spcBef>
                  <a:spcPct val="20000"/>
                </a:spcBef>
                <a:spcAft>
                  <a:spcPct val="0"/>
                </a:spcAft>
                <a:buChar char="•"/>
                <a:defRPr sz="2400">
                  <a:solidFill>
                    <a:srgbClr val="666699"/>
                  </a:solidFill>
                  <a:latin typeface="+mn-lt"/>
                  <a:ea typeface="+mn-ea"/>
                </a:defRPr>
              </a:lvl3pPr>
              <a:lvl4pPr marL="1600200" indent="-228600" algn="l" rtl="0" eaLnBrk="0" fontAlgn="base" hangingPunct="0">
                <a:spcBef>
                  <a:spcPct val="20000"/>
                </a:spcBef>
                <a:spcAft>
                  <a:spcPct val="0"/>
                </a:spcAft>
                <a:buChar char="–"/>
                <a:defRPr sz="2000">
                  <a:solidFill>
                    <a:srgbClr val="666699"/>
                  </a:solidFill>
                  <a:latin typeface="+mn-lt"/>
                  <a:ea typeface="+mn-ea"/>
                </a:defRPr>
              </a:lvl4pPr>
              <a:lvl5pPr marL="2057400" indent="-228600" algn="l" rtl="0" eaLnBrk="0" fontAlgn="base" hangingPunct="0">
                <a:spcBef>
                  <a:spcPct val="20000"/>
                </a:spcBef>
                <a:spcAft>
                  <a:spcPct val="0"/>
                </a:spcAft>
                <a:buChar char="»"/>
                <a:defRPr sz="2000">
                  <a:solidFill>
                    <a:srgbClr val="666699"/>
                  </a:solidFill>
                  <a:latin typeface="+mn-lt"/>
                  <a:ea typeface="+mn-ea"/>
                </a:defRPr>
              </a:lvl5pPr>
            </a:lstStyle>
            <a:p>
              <a:pPr marL="0" lvl="0" indent="0" eaLnBrk="1" hangingPunct="1">
                <a:spcBef>
                  <a:spcPct val="50000"/>
                </a:spcBef>
                <a:buNone/>
              </a:pPr>
              <a:r>
                <a:rPr lang="zh-CN" altLang="en-US" sz="2000" dirty="0">
                  <a:solidFill>
                    <a:schemeClr val="tx1"/>
                  </a:solidFill>
                  <a:latin typeface="Tahoma" panose="020B0604030504040204" pitchFamily="34" charset="0"/>
                </a:rPr>
                <a:t>+[Y]</a:t>
              </a:r>
              <a:r>
                <a:rPr lang="zh-CN" altLang="en-US" sz="2000" baseline="-25000" dirty="0">
                  <a:solidFill>
                    <a:schemeClr val="tx1"/>
                  </a:solidFill>
                  <a:latin typeface="Tahoma" panose="020B0604030504040204" pitchFamily="34" charset="0"/>
                </a:rPr>
                <a:t>补</a:t>
              </a:r>
              <a:endParaRPr lang="zh-CN" altLang="en-US" sz="2000" baseline="-25000" dirty="0">
                <a:solidFill>
                  <a:schemeClr val="tx1"/>
                </a:solidFill>
                <a:latin typeface="Tahoma" panose="020B0604030504040204" pitchFamily="34" charset="0"/>
              </a:endParaRPr>
            </a:p>
          </p:txBody>
        </p:sp>
        <p:sp>
          <p:nvSpPr>
            <p:cNvPr id="62495" name="Text Box 31"/>
            <p:cNvSpPr txBox="1"/>
            <p:nvPr/>
          </p:nvSpPr>
          <p:spPr>
            <a:xfrm>
              <a:off x="768" y="442"/>
              <a:ext cx="336" cy="250"/>
            </a:xfrm>
            <a:prstGeom prst="rect">
              <a:avLst/>
            </a:prstGeom>
            <a:noFill/>
            <a:ln w="9525">
              <a:noFill/>
            </a:ln>
          </p:spPr>
          <p:txBody>
            <a:bodyPr>
              <a:spAutoFit/>
            </a:bodyPr>
            <a:lstStyle>
              <a:lvl1pPr marL="342900" indent="-342900" algn="l" rtl="0" eaLnBrk="0" fontAlgn="base" hangingPunct="0">
                <a:spcBef>
                  <a:spcPct val="20000"/>
                </a:spcBef>
                <a:spcAft>
                  <a:spcPct val="0"/>
                </a:spcAft>
                <a:buChar char="•"/>
                <a:defRPr sz="3200">
                  <a:solidFill>
                    <a:srgbClr val="666699"/>
                  </a:solidFill>
                  <a:latin typeface="+mn-lt"/>
                  <a:ea typeface="+mn-ea"/>
                  <a:cs typeface="+mn-cs"/>
                </a:defRPr>
              </a:lvl1pPr>
              <a:lvl2pPr marL="742950" indent="-285750" algn="l" rtl="0" eaLnBrk="0" fontAlgn="base" hangingPunct="0">
                <a:spcBef>
                  <a:spcPct val="20000"/>
                </a:spcBef>
                <a:spcAft>
                  <a:spcPct val="0"/>
                </a:spcAft>
                <a:buChar char="–"/>
                <a:defRPr sz="2800">
                  <a:solidFill>
                    <a:srgbClr val="666699"/>
                  </a:solidFill>
                  <a:latin typeface="+mn-lt"/>
                  <a:ea typeface="+mn-ea"/>
                </a:defRPr>
              </a:lvl2pPr>
              <a:lvl3pPr marL="1143000" indent="-228600" algn="l" rtl="0" eaLnBrk="0" fontAlgn="base" hangingPunct="0">
                <a:spcBef>
                  <a:spcPct val="20000"/>
                </a:spcBef>
                <a:spcAft>
                  <a:spcPct val="0"/>
                </a:spcAft>
                <a:buChar char="•"/>
                <a:defRPr sz="2400">
                  <a:solidFill>
                    <a:srgbClr val="666699"/>
                  </a:solidFill>
                  <a:latin typeface="+mn-lt"/>
                  <a:ea typeface="+mn-ea"/>
                </a:defRPr>
              </a:lvl3pPr>
              <a:lvl4pPr marL="1600200" indent="-228600" algn="l" rtl="0" eaLnBrk="0" fontAlgn="base" hangingPunct="0">
                <a:spcBef>
                  <a:spcPct val="20000"/>
                </a:spcBef>
                <a:spcAft>
                  <a:spcPct val="0"/>
                </a:spcAft>
                <a:buChar char="–"/>
                <a:defRPr sz="2000">
                  <a:solidFill>
                    <a:srgbClr val="666699"/>
                  </a:solidFill>
                  <a:latin typeface="+mn-lt"/>
                  <a:ea typeface="+mn-ea"/>
                </a:defRPr>
              </a:lvl4pPr>
              <a:lvl5pPr marL="2057400" indent="-228600" algn="l" rtl="0" eaLnBrk="0" fontAlgn="base" hangingPunct="0">
                <a:spcBef>
                  <a:spcPct val="20000"/>
                </a:spcBef>
                <a:spcAft>
                  <a:spcPct val="0"/>
                </a:spcAft>
                <a:buChar char="»"/>
                <a:defRPr sz="2000">
                  <a:solidFill>
                    <a:srgbClr val="666699"/>
                  </a:solidFill>
                  <a:latin typeface="+mn-lt"/>
                  <a:ea typeface="+mn-ea"/>
                </a:defRPr>
              </a:lvl5pPr>
            </a:lstStyle>
            <a:p>
              <a:pPr marL="0" lvl="0" indent="0" eaLnBrk="1" hangingPunct="1">
                <a:spcBef>
                  <a:spcPct val="50000"/>
                </a:spcBef>
                <a:buNone/>
              </a:pPr>
              <a:r>
                <a:rPr lang="zh-CN" altLang="en-US" sz="2000" dirty="0">
                  <a:solidFill>
                    <a:schemeClr val="tx1"/>
                  </a:solidFill>
                  <a:latin typeface="Tahoma" panose="020B0604030504040204" pitchFamily="34" charset="0"/>
                </a:rPr>
                <a:t>←</a:t>
              </a:r>
              <a:endParaRPr lang="zh-CN" altLang="en-US" sz="2000" dirty="0">
                <a:solidFill>
                  <a:schemeClr val="tx1"/>
                </a:solidFill>
                <a:latin typeface="Tahoma" panose="020B0604030504040204" pitchFamily="34" charset="0"/>
              </a:endParaRPr>
            </a:p>
          </p:txBody>
        </p:sp>
        <p:sp>
          <p:nvSpPr>
            <p:cNvPr id="62496" name="Text Box 32"/>
            <p:cNvSpPr txBox="1"/>
            <p:nvPr/>
          </p:nvSpPr>
          <p:spPr>
            <a:xfrm>
              <a:off x="768" y="912"/>
              <a:ext cx="336" cy="250"/>
            </a:xfrm>
            <a:prstGeom prst="rect">
              <a:avLst/>
            </a:prstGeom>
            <a:noFill/>
            <a:ln w="9525">
              <a:noFill/>
            </a:ln>
          </p:spPr>
          <p:txBody>
            <a:bodyPr>
              <a:spAutoFit/>
            </a:bodyPr>
            <a:lstStyle>
              <a:lvl1pPr marL="342900" indent="-342900" algn="l" rtl="0" eaLnBrk="0" fontAlgn="base" hangingPunct="0">
                <a:spcBef>
                  <a:spcPct val="20000"/>
                </a:spcBef>
                <a:spcAft>
                  <a:spcPct val="0"/>
                </a:spcAft>
                <a:buChar char="•"/>
                <a:defRPr sz="3200">
                  <a:solidFill>
                    <a:srgbClr val="666699"/>
                  </a:solidFill>
                  <a:latin typeface="+mn-lt"/>
                  <a:ea typeface="+mn-ea"/>
                  <a:cs typeface="+mn-cs"/>
                </a:defRPr>
              </a:lvl1pPr>
              <a:lvl2pPr marL="742950" indent="-285750" algn="l" rtl="0" eaLnBrk="0" fontAlgn="base" hangingPunct="0">
                <a:spcBef>
                  <a:spcPct val="20000"/>
                </a:spcBef>
                <a:spcAft>
                  <a:spcPct val="0"/>
                </a:spcAft>
                <a:buChar char="–"/>
                <a:defRPr sz="2800">
                  <a:solidFill>
                    <a:srgbClr val="666699"/>
                  </a:solidFill>
                  <a:latin typeface="+mn-lt"/>
                  <a:ea typeface="+mn-ea"/>
                </a:defRPr>
              </a:lvl2pPr>
              <a:lvl3pPr marL="1143000" indent="-228600" algn="l" rtl="0" eaLnBrk="0" fontAlgn="base" hangingPunct="0">
                <a:spcBef>
                  <a:spcPct val="20000"/>
                </a:spcBef>
                <a:spcAft>
                  <a:spcPct val="0"/>
                </a:spcAft>
                <a:buChar char="•"/>
                <a:defRPr sz="2400">
                  <a:solidFill>
                    <a:srgbClr val="666699"/>
                  </a:solidFill>
                  <a:latin typeface="+mn-lt"/>
                  <a:ea typeface="+mn-ea"/>
                </a:defRPr>
              </a:lvl3pPr>
              <a:lvl4pPr marL="1600200" indent="-228600" algn="l" rtl="0" eaLnBrk="0" fontAlgn="base" hangingPunct="0">
                <a:spcBef>
                  <a:spcPct val="20000"/>
                </a:spcBef>
                <a:spcAft>
                  <a:spcPct val="0"/>
                </a:spcAft>
                <a:buChar char="–"/>
                <a:defRPr sz="2000">
                  <a:solidFill>
                    <a:srgbClr val="666699"/>
                  </a:solidFill>
                  <a:latin typeface="+mn-lt"/>
                  <a:ea typeface="+mn-ea"/>
                </a:defRPr>
              </a:lvl4pPr>
              <a:lvl5pPr marL="2057400" indent="-228600" algn="l" rtl="0" eaLnBrk="0" fontAlgn="base" hangingPunct="0">
                <a:spcBef>
                  <a:spcPct val="20000"/>
                </a:spcBef>
                <a:spcAft>
                  <a:spcPct val="0"/>
                </a:spcAft>
                <a:buChar char="»"/>
                <a:defRPr sz="2000">
                  <a:solidFill>
                    <a:srgbClr val="666699"/>
                  </a:solidFill>
                  <a:latin typeface="+mn-lt"/>
                  <a:ea typeface="+mn-ea"/>
                </a:defRPr>
              </a:lvl5pPr>
            </a:lstStyle>
            <a:p>
              <a:pPr marL="0" lvl="0" indent="0" eaLnBrk="1" hangingPunct="1">
                <a:spcBef>
                  <a:spcPct val="50000"/>
                </a:spcBef>
                <a:buNone/>
              </a:pPr>
              <a:r>
                <a:rPr lang="zh-CN" altLang="en-US" sz="2000" dirty="0">
                  <a:solidFill>
                    <a:schemeClr val="tx1"/>
                  </a:solidFill>
                  <a:latin typeface="Tahoma" panose="020B0604030504040204" pitchFamily="34" charset="0"/>
                </a:rPr>
                <a:t>←</a:t>
              </a:r>
              <a:endParaRPr lang="zh-CN" altLang="en-US" sz="2000" dirty="0">
                <a:solidFill>
                  <a:schemeClr val="tx1"/>
                </a:solidFill>
                <a:latin typeface="Tahoma" panose="020B0604030504040204" pitchFamily="34" charset="0"/>
              </a:endParaRPr>
            </a:p>
          </p:txBody>
        </p:sp>
        <p:sp>
          <p:nvSpPr>
            <p:cNvPr id="62497" name="Text Box 33"/>
            <p:cNvSpPr txBox="1"/>
            <p:nvPr/>
          </p:nvSpPr>
          <p:spPr>
            <a:xfrm>
              <a:off x="768" y="1354"/>
              <a:ext cx="336" cy="250"/>
            </a:xfrm>
            <a:prstGeom prst="rect">
              <a:avLst/>
            </a:prstGeom>
            <a:noFill/>
            <a:ln w="9525">
              <a:noFill/>
            </a:ln>
          </p:spPr>
          <p:txBody>
            <a:bodyPr>
              <a:spAutoFit/>
            </a:bodyPr>
            <a:lstStyle>
              <a:lvl1pPr marL="342900" indent="-342900" algn="l" rtl="0" eaLnBrk="0" fontAlgn="base" hangingPunct="0">
                <a:spcBef>
                  <a:spcPct val="20000"/>
                </a:spcBef>
                <a:spcAft>
                  <a:spcPct val="0"/>
                </a:spcAft>
                <a:buChar char="•"/>
                <a:defRPr sz="3200">
                  <a:solidFill>
                    <a:srgbClr val="666699"/>
                  </a:solidFill>
                  <a:latin typeface="+mn-lt"/>
                  <a:ea typeface="+mn-ea"/>
                  <a:cs typeface="+mn-cs"/>
                </a:defRPr>
              </a:lvl1pPr>
              <a:lvl2pPr marL="742950" indent="-285750" algn="l" rtl="0" eaLnBrk="0" fontAlgn="base" hangingPunct="0">
                <a:spcBef>
                  <a:spcPct val="20000"/>
                </a:spcBef>
                <a:spcAft>
                  <a:spcPct val="0"/>
                </a:spcAft>
                <a:buChar char="–"/>
                <a:defRPr sz="2800">
                  <a:solidFill>
                    <a:srgbClr val="666699"/>
                  </a:solidFill>
                  <a:latin typeface="+mn-lt"/>
                  <a:ea typeface="+mn-ea"/>
                </a:defRPr>
              </a:lvl2pPr>
              <a:lvl3pPr marL="1143000" indent="-228600" algn="l" rtl="0" eaLnBrk="0" fontAlgn="base" hangingPunct="0">
                <a:spcBef>
                  <a:spcPct val="20000"/>
                </a:spcBef>
                <a:spcAft>
                  <a:spcPct val="0"/>
                </a:spcAft>
                <a:buChar char="•"/>
                <a:defRPr sz="2400">
                  <a:solidFill>
                    <a:srgbClr val="666699"/>
                  </a:solidFill>
                  <a:latin typeface="+mn-lt"/>
                  <a:ea typeface="+mn-ea"/>
                </a:defRPr>
              </a:lvl3pPr>
              <a:lvl4pPr marL="1600200" indent="-228600" algn="l" rtl="0" eaLnBrk="0" fontAlgn="base" hangingPunct="0">
                <a:spcBef>
                  <a:spcPct val="20000"/>
                </a:spcBef>
                <a:spcAft>
                  <a:spcPct val="0"/>
                </a:spcAft>
                <a:buChar char="–"/>
                <a:defRPr sz="2000">
                  <a:solidFill>
                    <a:srgbClr val="666699"/>
                  </a:solidFill>
                  <a:latin typeface="+mn-lt"/>
                  <a:ea typeface="+mn-ea"/>
                </a:defRPr>
              </a:lvl4pPr>
              <a:lvl5pPr marL="2057400" indent="-228600" algn="l" rtl="0" eaLnBrk="0" fontAlgn="base" hangingPunct="0">
                <a:spcBef>
                  <a:spcPct val="20000"/>
                </a:spcBef>
                <a:spcAft>
                  <a:spcPct val="0"/>
                </a:spcAft>
                <a:buChar char="»"/>
                <a:defRPr sz="2000">
                  <a:solidFill>
                    <a:srgbClr val="666699"/>
                  </a:solidFill>
                  <a:latin typeface="+mn-lt"/>
                  <a:ea typeface="+mn-ea"/>
                </a:defRPr>
              </a:lvl5pPr>
            </a:lstStyle>
            <a:p>
              <a:pPr marL="0" lvl="0" indent="0" eaLnBrk="1" hangingPunct="1">
                <a:spcBef>
                  <a:spcPct val="50000"/>
                </a:spcBef>
                <a:buNone/>
              </a:pPr>
              <a:r>
                <a:rPr lang="zh-CN" altLang="en-US" sz="2000" dirty="0">
                  <a:solidFill>
                    <a:schemeClr val="tx1"/>
                  </a:solidFill>
                  <a:latin typeface="Tahoma" panose="020B0604030504040204" pitchFamily="34" charset="0"/>
                </a:rPr>
                <a:t>←</a:t>
              </a:r>
              <a:endParaRPr lang="zh-CN" altLang="en-US" sz="2000" dirty="0">
                <a:solidFill>
                  <a:schemeClr val="tx1"/>
                </a:solidFill>
                <a:latin typeface="Tahoma" panose="020B0604030504040204" pitchFamily="34" charset="0"/>
              </a:endParaRPr>
            </a:p>
          </p:txBody>
        </p:sp>
        <p:sp>
          <p:nvSpPr>
            <p:cNvPr id="62498" name="Text Box 34"/>
            <p:cNvSpPr txBox="1"/>
            <p:nvPr/>
          </p:nvSpPr>
          <p:spPr>
            <a:xfrm>
              <a:off x="768" y="1776"/>
              <a:ext cx="336" cy="250"/>
            </a:xfrm>
            <a:prstGeom prst="rect">
              <a:avLst/>
            </a:prstGeom>
            <a:noFill/>
            <a:ln w="9525">
              <a:noFill/>
            </a:ln>
          </p:spPr>
          <p:txBody>
            <a:bodyPr>
              <a:spAutoFit/>
            </a:bodyPr>
            <a:lstStyle>
              <a:lvl1pPr marL="342900" indent="-342900" algn="l" rtl="0" eaLnBrk="0" fontAlgn="base" hangingPunct="0">
                <a:spcBef>
                  <a:spcPct val="20000"/>
                </a:spcBef>
                <a:spcAft>
                  <a:spcPct val="0"/>
                </a:spcAft>
                <a:buChar char="•"/>
                <a:defRPr sz="3200">
                  <a:solidFill>
                    <a:srgbClr val="666699"/>
                  </a:solidFill>
                  <a:latin typeface="+mn-lt"/>
                  <a:ea typeface="+mn-ea"/>
                  <a:cs typeface="+mn-cs"/>
                </a:defRPr>
              </a:lvl1pPr>
              <a:lvl2pPr marL="742950" indent="-285750" algn="l" rtl="0" eaLnBrk="0" fontAlgn="base" hangingPunct="0">
                <a:spcBef>
                  <a:spcPct val="20000"/>
                </a:spcBef>
                <a:spcAft>
                  <a:spcPct val="0"/>
                </a:spcAft>
                <a:buChar char="–"/>
                <a:defRPr sz="2800">
                  <a:solidFill>
                    <a:srgbClr val="666699"/>
                  </a:solidFill>
                  <a:latin typeface="+mn-lt"/>
                  <a:ea typeface="+mn-ea"/>
                </a:defRPr>
              </a:lvl2pPr>
              <a:lvl3pPr marL="1143000" indent="-228600" algn="l" rtl="0" eaLnBrk="0" fontAlgn="base" hangingPunct="0">
                <a:spcBef>
                  <a:spcPct val="20000"/>
                </a:spcBef>
                <a:spcAft>
                  <a:spcPct val="0"/>
                </a:spcAft>
                <a:buChar char="•"/>
                <a:defRPr sz="2400">
                  <a:solidFill>
                    <a:srgbClr val="666699"/>
                  </a:solidFill>
                  <a:latin typeface="+mn-lt"/>
                  <a:ea typeface="+mn-ea"/>
                </a:defRPr>
              </a:lvl3pPr>
              <a:lvl4pPr marL="1600200" indent="-228600" algn="l" rtl="0" eaLnBrk="0" fontAlgn="base" hangingPunct="0">
                <a:spcBef>
                  <a:spcPct val="20000"/>
                </a:spcBef>
                <a:spcAft>
                  <a:spcPct val="0"/>
                </a:spcAft>
                <a:buChar char="–"/>
                <a:defRPr sz="2000">
                  <a:solidFill>
                    <a:srgbClr val="666699"/>
                  </a:solidFill>
                  <a:latin typeface="+mn-lt"/>
                  <a:ea typeface="+mn-ea"/>
                </a:defRPr>
              </a:lvl4pPr>
              <a:lvl5pPr marL="2057400" indent="-228600" algn="l" rtl="0" eaLnBrk="0" fontAlgn="base" hangingPunct="0">
                <a:spcBef>
                  <a:spcPct val="20000"/>
                </a:spcBef>
                <a:spcAft>
                  <a:spcPct val="0"/>
                </a:spcAft>
                <a:buChar char="»"/>
                <a:defRPr sz="2000">
                  <a:solidFill>
                    <a:srgbClr val="666699"/>
                  </a:solidFill>
                  <a:latin typeface="+mn-lt"/>
                  <a:ea typeface="+mn-ea"/>
                </a:defRPr>
              </a:lvl5pPr>
            </a:lstStyle>
            <a:p>
              <a:pPr marL="0" lvl="0" indent="0" eaLnBrk="1" hangingPunct="1">
                <a:spcBef>
                  <a:spcPct val="50000"/>
                </a:spcBef>
                <a:buNone/>
              </a:pPr>
              <a:r>
                <a:rPr lang="zh-CN" altLang="en-US" sz="2000" dirty="0">
                  <a:solidFill>
                    <a:schemeClr val="tx1"/>
                  </a:solidFill>
                  <a:latin typeface="Tahoma" panose="020B0604030504040204" pitchFamily="34" charset="0"/>
                </a:rPr>
                <a:t>←</a:t>
              </a:r>
              <a:endParaRPr lang="zh-CN" altLang="en-US" sz="2000" dirty="0">
                <a:solidFill>
                  <a:schemeClr val="tx1"/>
                </a:solidFill>
                <a:latin typeface="Tahoma" panose="020B0604030504040204" pitchFamily="34" charset="0"/>
              </a:endParaRPr>
            </a:p>
          </p:txBody>
        </p:sp>
        <p:sp>
          <p:nvSpPr>
            <p:cNvPr id="62499" name="Text Box 35"/>
            <p:cNvSpPr txBox="1"/>
            <p:nvPr/>
          </p:nvSpPr>
          <p:spPr>
            <a:xfrm>
              <a:off x="2880" y="442"/>
              <a:ext cx="720" cy="250"/>
            </a:xfrm>
            <a:prstGeom prst="rect">
              <a:avLst/>
            </a:prstGeom>
            <a:noFill/>
            <a:ln w="9525">
              <a:noFill/>
            </a:ln>
          </p:spPr>
          <p:txBody>
            <a:bodyPr>
              <a:spAutoFit/>
            </a:bodyPr>
            <a:lstStyle>
              <a:lvl1pPr marL="342900" indent="-342900" algn="l" rtl="0" eaLnBrk="0" fontAlgn="base" hangingPunct="0">
                <a:spcBef>
                  <a:spcPct val="20000"/>
                </a:spcBef>
                <a:spcAft>
                  <a:spcPct val="0"/>
                </a:spcAft>
                <a:buChar char="•"/>
                <a:defRPr sz="3200">
                  <a:solidFill>
                    <a:srgbClr val="666699"/>
                  </a:solidFill>
                  <a:latin typeface="+mn-lt"/>
                  <a:ea typeface="+mn-ea"/>
                  <a:cs typeface="+mn-cs"/>
                </a:defRPr>
              </a:lvl1pPr>
              <a:lvl2pPr marL="742950" indent="-285750" algn="l" rtl="0" eaLnBrk="0" fontAlgn="base" hangingPunct="0">
                <a:spcBef>
                  <a:spcPct val="20000"/>
                </a:spcBef>
                <a:spcAft>
                  <a:spcPct val="0"/>
                </a:spcAft>
                <a:buChar char="–"/>
                <a:defRPr sz="2800">
                  <a:solidFill>
                    <a:srgbClr val="666699"/>
                  </a:solidFill>
                  <a:latin typeface="+mn-lt"/>
                  <a:ea typeface="+mn-ea"/>
                </a:defRPr>
              </a:lvl2pPr>
              <a:lvl3pPr marL="1143000" indent="-228600" algn="l" rtl="0" eaLnBrk="0" fontAlgn="base" hangingPunct="0">
                <a:spcBef>
                  <a:spcPct val="20000"/>
                </a:spcBef>
                <a:spcAft>
                  <a:spcPct val="0"/>
                </a:spcAft>
                <a:buChar char="•"/>
                <a:defRPr sz="2400">
                  <a:solidFill>
                    <a:srgbClr val="666699"/>
                  </a:solidFill>
                  <a:latin typeface="+mn-lt"/>
                  <a:ea typeface="+mn-ea"/>
                </a:defRPr>
              </a:lvl3pPr>
              <a:lvl4pPr marL="1600200" indent="-228600" algn="l" rtl="0" eaLnBrk="0" fontAlgn="base" hangingPunct="0">
                <a:spcBef>
                  <a:spcPct val="20000"/>
                </a:spcBef>
                <a:spcAft>
                  <a:spcPct val="0"/>
                </a:spcAft>
                <a:buChar char="–"/>
                <a:defRPr sz="2000">
                  <a:solidFill>
                    <a:srgbClr val="666699"/>
                  </a:solidFill>
                  <a:latin typeface="+mn-lt"/>
                  <a:ea typeface="+mn-ea"/>
                </a:defRPr>
              </a:lvl4pPr>
              <a:lvl5pPr marL="2057400" indent="-228600" algn="l" rtl="0" eaLnBrk="0" fontAlgn="base" hangingPunct="0">
                <a:spcBef>
                  <a:spcPct val="20000"/>
                </a:spcBef>
                <a:spcAft>
                  <a:spcPct val="0"/>
                </a:spcAft>
                <a:buChar char="»"/>
                <a:defRPr sz="2000">
                  <a:solidFill>
                    <a:srgbClr val="666699"/>
                  </a:solidFill>
                  <a:latin typeface="+mn-lt"/>
                  <a:ea typeface="+mn-ea"/>
                </a:defRPr>
              </a:lvl5pPr>
            </a:lstStyle>
            <a:p>
              <a:pPr marL="0" lvl="0" indent="0" eaLnBrk="1" hangingPunct="1">
                <a:spcBef>
                  <a:spcPct val="50000"/>
                </a:spcBef>
                <a:buNone/>
              </a:pPr>
              <a:r>
                <a:rPr lang="zh-CN" altLang="en-US" sz="2000" dirty="0">
                  <a:solidFill>
                    <a:schemeClr val="tx1"/>
                  </a:solidFill>
                  <a:latin typeface="Tahoma" panose="020B0604030504040204" pitchFamily="34" charset="0"/>
                </a:rPr>
                <a:t>1</a:t>
              </a:r>
              <a:endParaRPr lang="zh-CN" altLang="en-US" sz="2000" dirty="0">
                <a:solidFill>
                  <a:schemeClr val="tx1"/>
                </a:solidFill>
                <a:latin typeface="Tahoma" panose="020B0604030504040204" pitchFamily="34" charset="0"/>
              </a:endParaRPr>
            </a:p>
          </p:txBody>
        </p:sp>
        <p:sp>
          <p:nvSpPr>
            <p:cNvPr id="62500" name="Text Box 36"/>
            <p:cNvSpPr txBox="1"/>
            <p:nvPr/>
          </p:nvSpPr>
          <p:spPr>
            <a:xfrm>
              <a:off x="2784" y="912"/>
              <a:ext cx="720" cy="250"/>
            </a:xfrm>
            <a:prstGeom prst="rect">
              <a:avLst/>
            </a:prstGeom>
            <a:noFill/>
            <a:ln w="9525">
              <a:noFill/>
            </a:ln>
          </p:spPr>
          <p:txBody>
            <a:bodyPr>
              <a:spAutoFit/>
            </a:bodyPr>
            <a:lstStyle>
              <a:lvl1pPr marL="342900" indent="-342900" algn="l" rtl="0" eaLnBrk="0" fontAlgn="base" hangingPunct="0">
                <a:spcBef>
                  <a:spcPct val="20000"/>
                </a:spcBef>
                <a:spcAft>
                  <a:spcPct val="0"/>
                </a:spcAft>
                <a:buChar char="•"/>
                <a:defRPr sz="3200">
                  <a:solidFill>
                    <a:srgbClr val="666699"/>
                  </a:solidFill>
                  <a:latin typeface="+mn-lt"/>
                  <a:ea typeface="+mn-ea"/>
                  <a:cs typeface="+mn-cs"/>
                </a:defRPr>
              </a:lvl1pPr>
              <a:lvl2pPr marL="742950" indent="-285750" algn="l" rtl="0" eaLnBrk="0" fontAlgn="base" hangingPunct="0">
                <a:spcBef>
                  <a:spcPct val="20000"/>
                </a:spcBef>
                <a:spcAft>
                  <a:spcPct val="0"/>
                </a:spcAft>
                <a:buChar char="–"/>
                <a:defRPr sz="2800">
                  <a:solidFill>
                    <a:srgbClr val="666699"/>
                  </a:solidFill>
                  <a:latin typeface="+mn-lt"/>
                  <a:ea typeface="+mn-ea"/>
                </a:defRPr>
              </a:lvl2pPr>
              <a:lvl3pPr marL="1143000" indent="-228600" algn="l" rtl="0" eaLnBrk="0" fontAlgn="base" hangingPunct="0">
                <a:spcBef>
                  <a:spcPct val="20000"/>
                </a:spcBef>
                <a:spcAft>
                  <a:spcPct val="0"/>
                </a:spcAft>
                <a:buChar char="•"/>
                <a:defRPr sz="2400">
                  <a:solidFill>
                    <a:srgbClr val="666699"/>
                  </a:solidFill>
                  <a:latin typeface="+mn-lt"/>
                  <a:ea typeface="+mn-ea"/>
                </a:defRPr>
              </a:lvl3pPr>
              <a:lvl4pPr marL="1600200" indent="-228600" algn="l" rtl="0" eaLnBrk="0" fontAlgn="base" hangingPunct="0">
                <a:spcBef>
                  <a:spcPct val="20000"/>
                </a:spcBef>
                <a:spcAft>
                  <a:spcPct val="0"/>
                </a:spcAft>
                <a:buChar char="–"/>
                <a:defRPr sz="2000">
                  <a:solidFill>
                    <a:srgbClr val="666699"/>
                  </a:solidFill>
                  <a:latin typeface="+mn-lt"/>
                  <a:ea typeface="+mn-ea"/>
                </a:defRPr>
              </a:lvl4pPr>
              <a:lvl5pPr marL="2057400" indent="-228600" algn="l" rtl="0" eaLnBrk="0" fontAlgn="base" hangingPunct="0">
                <a:spcBef>
                  <a:spcPct val="20000"/>
                </a:spcBef>
                <a:spcAft>
                  <a:spcPct val="0"/>
                </a:spcAft>
                <a:buChar char="»"/>
                <a:defRPr sz="2000">
                  <a:solidFill>
                    <a:srgbClr val="666699"/>
                  </a:solidFill>
                  <a:latin typeface="+mn-lt"/>
                  <a:ea typeface="+mn-ea"/>
                </a:defRPr>
              </a:lvl5pPr>
            </a:lstStyle>
            <a:p>
              <a:pPr marL="0" lvl="0" indent="0" eaLnBrk="1" hangingPunct="1">
                <a:spcBef>
                  <a:spcPct val="50000"/>
                </a:spcBef>
                <a:buNone/>
              </a:pPr>
              <a:r>
                <a:rPr lang="zh-CN" altLang="en-US" sz="2000" dirty="0">
                  <a:solidFill>
                    <a:schemeClr val="tx1"/>
                  </a:solidFill>
                  <a:latin typeface="Tahoma" panose="020B0604030504040204" pitchFamily="34" charset="0"/>
                </a:rPr>
                <a:t>1.0</a:t>
              </a:r>
              <a:endParaRPr lang="zh-CN" altLang="en-US" sz="2000" dirty="0">
                <a:solidFill>
                  <a:schemeClr val="tx1"/>
                </a:solidFill>
                <a:latin typeface="Tahoma" panose="020B0604030504040204" pitchFamily="34" charset="0"/>
              </a:endParaRPr>
            </a:p>
          </p:txBody>
        </p:sp>
        <p:sp>
          <p:nvSpPr>
            <p:cNvPr id="62501" name="Text Box 37"/>
            <p:cNvSpPr txBox="1"/>
            <p:nvPr/>
          </p:nvSpPr>
          <p:spPr>
            <a:xfrm>
              <a:off x="2688" y="1354"/>
              <a:ext cx="720" cy="250"/>
            </a:xfrm>
            <a:prstGeom prst="rect">
              <a:avLst/>
            </a:prstGeom>
            <a:noFill/>
            <a:ln w="9525">
              <a:noFill/>
            </a:ln>
          </p:spPr>
          <p:txBody>
            <a:bodyPr>
              <a:spAutoFit/>
            </a:bodyPr>
            <a:lstStyle>
              <a:lvl1pPr marL="342900" indent="-342900" algn="l" rtl="0" eaLnBrk="0" fontAlgn="base" hangingPunct="0">
                <a:spcBef>
                  <a:spcPct val="20000"/>
                </a:spcBef>
                <a:spcAft>
                  <a:spcPct val="0"/>
                </a:spcAft>
                <a:buChar char="•"/>
                <a:defRPr sz="3200">
                  <a:solidFill>
                    <a:srgbClr val="666699"/>
                  </a:solidFill>
                  <a:latin typeface="+mn-lt"/>
                  <a:ea typeface="+mn-ea"/>
                  <a:cs typeface="+mn-cs"/>
                </a:defRPr>
              </a:lvl1pPr>
              <a:lvl2pPr marL="742950" indent="-285750" algn="l" rtl="0" eaLnBrk="0" fontAlgn="base" hangingPunct="0">
                <a:spcBef>
                  <a:spcPct val="20000"/>
                </a:spcBef>
                <a:spcAft>
                  <a:spcPct val="0"/>
                </a:spcAft>
                <a:buChar char="–"/>
                <a:defRPr sz="2800">
                  <a:solidFill>
                    <a:srgbClr val="666699"/>
                  </a:solidFill>
                  <a:latin typeface="+mn-lt"/>
                  <a:ea typeface="+mn-ea"/>
                </a:defRPr>
              </a:lvl2pPr>
              <a:lvl3pPr marL="1143000" indent="-228600" algn="l" rtl="0" eaLnBrk="0" fontAlgn="base" hangingPunct="0">
                <a:spcBef>
                  <a:spcPct val="20000"/>
                </a:spcBef>
                <a:spcAft>
                  <a:spcPct val="0"/>
                </a:spcAft>
                <a:buChar char="•"/>
                <a:defRPr sz="2400">
                  <a:solidFill>
                    <a:srgbClr val="666699"/>
                  </a:solidFill>
                  <a:latin typeface="+mn-lt"/>
                  <a:ea typeface="+mn-ea"/>
                </a:defRPr>
              </a:lvl3pPr>
              <a:lvl4pPr marL="1600200" indent="-228600" algn="l" rtl="0" eaLnBrk="0" fontAlgn="base" hangingPunct="0">
                <a:spcBef>
                  <a:spcPct val="20000"/>
                </a:spcBef>
                <a:spcAft>
                  <a:spcPct val="0"/>
                </a:spcAft>
                <a:buChar char="–"/>
                <a:defRPr sz="2000">
                  <a:solidFill>
                    <a:srgbClr val="666699"/>
                  </a:solidFill>
                  <a:latin typeface="+mn-lt"/>
                  <a:ea typeface="+mn-ea"/>
                </a:defRPr>
              </a:lvl4pPr>
              <a:lvl5pPr marL="2057400" indent="-228600" algn="l" rtl="0" eaLnBrk="0" fontAlgn="base" hangingPunct="0">
                <a:spcBef>
                  <a:spcPct val="20000"/>
                </a:spcBef>
                <a:spcAft>
                  <a:spcPct val="0"/>
                </a:spcAft>
                <a:buChar char="»"/>
                <a:defRPr sz="2000">
                  <a:solidFill>
                    <a:srgbClr val="666699"/>
                  </a:solidFill>
                  <a:latin typeface="+mn-lt"/>
                  <a:ea typeface="+mn-ea"/>
                </a:defRPr>
              </a:lvl5pPr>
            </a:lstStyle>
            <a:p>
              <a:pPr marL="0" lvl="0" indent="0" eaLnBrk="1" hangingPunct="1">
                <a:spcBef>
                  <a:spcPct val="50000"/>
                </a:spcBef>
                <a:buNone/>
              </a:pPr>
              <a:r>
                <a:rPr lang="zh-CN" altLang="en-US" sz="2000" dirty="0">
                  <a:solidFill>
                    <a:schemeClr val="tx1"/>
                  </a:solidFill>
                  <a:latin typeface="Tahoma" panose="020B0604030504040204" pitchFamily="34" charset="0"/>
                </a:rPr>
                <a:t>1.01</a:t>
              </a:r>
              <a:endParaRPr lang="zh-CN" altLang="en-US" sz="2000" dirty="0">
                <a:solidFill>
                  <a:schemeClr val="tx1"/>
                </a:solidFill>
                <a:latin typeface="Tahoma" panose="020B0604030504040204" pitchFamily="34" charset="0"/>
              </a:endParaRPr>
            </a:p>
          </p:txBody>
        </p:sp>
        <p:sp>
          <p:nvSpPr>
            <p:cNvPr id="62502" name="Text Box 38"/>
            <p:cNvSpPr txBox="1"/>
            <p:nvPr/>
          </p:nvSpPr>
          <p:spPr>
            <a:xfrm>
              <a:off x="2592" y="1786"/>
              <a:ext cx="720" cy="250"/>
            </a:xfrm>
            <a:prstGeom prst="rect">
              <a:avLst/>
            </a:prstGeom>
            <a:noFill/>
            <a:ln w="9525">
              <a:noFill/>
            </a:ln>
          </p:spPr>
          <p:txBody>
            <a:bodyPr>
              <a:spAutoFit/>
            </a:bodyPr>
            <a:lstStyle>
              <a:lvl1pPr marL="342900" indent="-342900" algn="l" rtl="0" eaLnBrk="0" fontAlgn="base" hangingPunct="0">
                <a:spcBef>
                  <a:spcPct val="20000"/>
                </a:spcBef>
                <a:spcAft>
                  <a:spcPct val="0"/>
                </a:spcAft>
                <a:buChar char="•"/>
                <a:defRPr sz="3200">
                  <a:solidFill>
                    <a:srgbClr val="666699"/>
                  </a:solidFill>
                  <a:latin typeface="+mn-lt"/>
                  <a:ea typeface="+mn-ea"/>
                  <a:cs typeface="+mn-cs"/>
                </a:defRPr>
              </a:lvl1pPr>
              <a:lvl2pPr marL="742950" indent="-285750" algn="l" rtl="0" eaLnBrk="0" fontAlgn="base" hangingPunct="0">
                <a:spcBef>
                  <a:spcPct val="20000"/>
                </a:spcBef>
                <a:spcAft>
                  <a:spcPct val="0"/>
                </a:spcAft>
                <a:buChar char="–"/>
                <a:defRPr sz="2800">
                  <a:solidFill>
                    <a:srgbClr val="666699"/>
                  </a:solidFill>
                  <a:latin typeface="+mn-lt"/>
                  <a:ea typeface="+mn-ea"/>
                </a:defRPr>
              </a:lvl2pPr>
              <a:lvl3pPr marL="1143000" indent="-228600" algn="l" rtl="0" eaLnBrk="0" fontAlgn="base" hangingPunct="0">
                <a:spcBef>
                  <a:spcPct val="20000"/>
                </a:spcBef>
                <a:spcAft>
                  <a:spcPct val="0"/>
                </a:spcAft>
                <a:buChar char="•"/>
                <a:defRPr sz="2400">
                  <a:solidFill>
                    <a:srgbClr val="666699"/>
                  </a:solidFill>
                  <a:latin typeface="+mn-lt"/>
                  <a:ea typeface="+mn-ea"/>
                </a:defRPr>
              </a:lvl3pPr>
              <a:lvl4pPr marL="1600200" indent="-228600" algn="l" rtl="0" eaLnBrk="0" fontAlgn="base" hangingPunct="0">
                <a:spcBef>
                  <a:spcPct val="20000"/>
                </a:spcBef>
                <a:spcAft>
                  <a:spcPct val="0"/>
                </a:spcAft>
                <a:buChar char="–"/>
                <a:defRPr sz="2000">
                  <a:solidFill>
                    <a:srgbClr val="666699"/>
                  </a:solidFill>
                  <a:latin typeface="+mn-lt"/>
                  <a:ea typeface="+mn-ea"/>
                </a:defRPr>
              </a:lvl4pPr>
              <a:lvl5pPr marL="2057400" indent="-228600" algn="l" rtl="0" eaLnBrk="0" fontAlgn="base" hangingPunct="0">
                <a:spcBef>
                  <a:spcPct val="20000"/>
                </a:spcBef>
                <a:spcAft>
                  <a:spcPct val="0"/>
                </a:spcAft>
                <a:buChar char="»"/>
                <a:defRPr sz="2000">
                  <a:solidFill>
                    <a:srgbClr val="666699"/>
                  </a:solidFill>
                  <a:latin typeface="+mn-lt"/>
                  <a:ea typeface="+mn-ea"/>
                </a:defRPr>
              </a:lvl5pPr>
            </a:lstStyle>
            <a:p>
              <a:pPr marL="0" lvl="0" indent="0" eaLnBrk="1" hangingPunct="1">
                <a:spcBef>
                  <a:spcPct val="50000"/>
                </a:spcBef>
                <a:buNone/>
              </a:pPr>
              <a:r>
                <a:rPr lang="zh-CN" altLang="en-US" sz="2000" dirty="0">
                  <a:solidFill>
                    <a:schemeClr val="tx1"/>
                  </a:solidFill>
                  <a:latin typeface="Tahoma" panose="020B0604030504040204" pitchFamily="34" charset="0"/>
                </a:rPr>
                <a:t>1.010</a:t>
              </a:r>
              <a:endParaRPr lang="zh-CN" altLang="en-US" sz="2000" dirty="0">
                <a:solidFill>
                  <a:schemeClr val="tx1"/>
                </a:solidFill>
                <a:latin typeface="Tahoma" panose="020B0604030504040204" pitchFamily="34" charset="0"/>
              </a:endParaRPr>
            </a:p>
          </p:txBody>
        </p:sp>
        <p:sp>
          <p:nvSpPr>
            <p:cNvPr id="62503" name="Text Box 39"/>
            <p:cNvSpPr txBox="1"/>
            <p:nvPr/>
          </p:nvSpPr>
          <p:spPr>
            <a:xfrm>
              <a:off x="2544" y="2160"/>
              <a:ext cx="720" cy="250"/>
            </a:xfrm>
            <a:prstGeom prst="rect">
              <a:avLst/>
            </a:prstGeom>
            <a:noFill/>
            <a:ln w="9525">
              <a:noFill/>
            </a:ln>
          </p:spPr>
          <p:txBody>
            <a:bodyPr>
              <a:spAutoFit/>
            </a:bodyPr>
            <a:lstStyle>
              <a:lvl1pPr marL="342900" indent="-342900" algn="l" rtl="0" eaLnBrk="0" fontAlgn="base" hangingPunct="0">
                <a:spcBef>
                  <a:spcPct val="20000"/>
                </a:spcBef>
                <a:spcAft>
                  <a:spcPct val="0"/>
                </a:spcAft>
                <a:buChar char="•"/>
                <a:defRPr sz="3200">
                  <a:solidFill>
                    <a:srgbClr val="666699"/>
                  </a:solidFill>
                  <a:latin typeface="+mn-lt"/>
                  <a:ea typeface="+mn-ea"/>
                  <a:cs typeface="+mn-cs"/>
                </a:defRPr>
              </a:lvl1pPr>
              <a:lvl2pPr marL="742950" indent="-285750" algn="l" rtl="0" eaLnBrk="0" fontAlgn="base" hangingPunct="0">
                <a:spcBef>
                  <a:spcPct val="20000"/>
                </a:spcBef>
                <a:spcAft>
                  <a:spcPct val="0"/>
                </a:spcAft>
                <a:buChar char="–"/>
                <a:defRPr sz="2800">
                  <a:solidFill>
                    <a:srgbClr val="666699"/>
                  </a:solidFill>
                  <a:latin typeface="+mn-lt"/>
                  <a:ea typeface="+mn-ea"/>
                </a:defRPr>
              </a:lvl2pPr>
              <a:lvl3pPr marL="1143000" indent="-228600" algn="l" rtl="0" eaLnBrk="0" fontAlgn="base" hangingPunct="0">
                <a:spcBef>
                  <a:spcPct val="20000"/>
                </a:spcBef>
                <a:spcAft>
                  <a:spcPct val="0"/>
                </a:spcAft>
                <a:buChar char="•"/>
                <a:defRPr sz="2400">
                  <a:solidFill>
                    <a:srgbClr val="666699"/>
                  </a:solidFill>
                  <a:latin typeface="+mn-lt"/>
                  <a:ea typeface="+mn-ea"/>
                </a:defRPr>
              </a:lvl3pPr>
              <a:lvl4pPr marL="1600200" indent="-228600" algn="l" rtl="0" eaLnBrk="0" fontAlgn="base" hangingPunct="0">
                <a:spcBef>
                  <a:spcPct val="20000"/>
                </a:spcBef>
                <a:spcAft>
                  <a:spcPct val="0"/>
                </a:spcAft>
                <a:buChar char="–"/>
                <a:defRPr sz="2000">
                  <a:solidFill>
                    <a:srgbClr val="666699"/>
                  </a:solidFill>
                  <a:latin typeface="+mn-lt"/>
                  <a:ea typeface="+mn-ea"/>
                </a:defRPr>
              </a:lvl4pPr>
              <a:lvl5pPr marL="2057400" indent="-228600" algn="l" rtl="0" eaLnBrk="0" fontAlgn="base" hangingPunct="0">
                <a:spcBef>
                  <a:spcPct val="20000"/>
                </a:spcBef>
                <a:spcAft>
                  <a:spcPct val="0"/>
                </a:spcAft>
                <a:buChar char="»"/>
                <a:defRPr sz="2000">
                  <a:solidFill>
                    <a:srgbClr val="666699"/>
                  </a:solidFill>
                  <a:latin typeface="+mn-lt"/>
                  <a:ea typeface="+mn-ea"/>
                </a:defRPr>
              </a:lvl5pPr>
            </a:lstStyle>
            <a:p>
              <a:pPr marL="0" lvl="0" indent="0" eaLnBrk="1" hangingPunct="1">
                <a:spcBef>
                  <a:spcPct val="50000"/>
                </a:spcBef>
                <a:buNone/>
              </a:pPr>
              <a:r>
                <a:rPr lang="zh-CN" altLang="en-US" sz="2000" dirty="0">
                  <a:solidFill>
                    <a:schemeClr val="tx1"/>
                  </a:solidFill>
                  <a:latin typeface="Tahoma" panose="020B0604030504040204" pitchFamily="34" charset="0"/>
                </a:rPr>
                <a:t>1.0100</a:t>
              </a:r>
              <a:endParaRPr lang="zh-CN" altLang="en-US" sz="2000" dirty="0">
                <a:solidFill>
                  <a:schemeClr val="tx1"/>
                </a:solidFill>
                <a:latin typeface="Tahoma" panose="020B0604030504040204" pitchFamily="34" charset="0"/>
              </a:endParaRPr>
            </a:p>
          </p:txBody>
        </p:sp>
        <p:sp>
          <p:nvSpPr>
            <p:cNvPr id="62504" name="Text Box 40"/>
            <p:cNvSpPr txBox="1"/>
            <p:nvPr/>
          </p:nvSpPr>
          <p:spPr>
            <a:xfrm>
              <a:off x="3552" y="10"/>
              <a:ext cx="1584" cy="231"/>
            </a:xfrm>
            <a:prstGeom prst="rect">
              <a:avLst/>
            </a:prstGeom>
            <a:noFill/>
            <a:ln w="9525">
              <a:noFill/>
            </a:ln>
          </p:spPr>
          <p:txBody>
            <a:bodyPr>
              <a:spAutoFit/>
            </a:bodyPr>
            <a:lstStyle>
              <a:lvl1pPr marL="342900" indent="-342900" algn="l" rtl="0" eaLnBrk="0" fontAlgn="base" hangingPunct="0">
                <a:spcBef>
                  <a:spcPct val="20000"/>
                </a:spcBef>
                <a:spcAft>
                  <a:spcPct val="0"/>
                </a:spcAft>
                <a:buChar char="•"/>
                <a:defRPr sz="3200">
                  <a:solidFill>
                    <a:srgbClr val="666699"/>
                  </a:solidFill>
                  <a:latin typeface="+mn-lt"/>
                  <a:ea typeface="+mn-ea"/>
                  <a:cs typeface="+mn-cs"/>
                </a:defRPr>
              </a:lvl1pPr>
              <a:lvl2pPr marL="742950" indent="-285750" algn="l" rtl="0" eaLnBrk="0" fontAlgn="base" hangingPunct="0">
                <a:spcBef>
                  <a:spcPct val="20000"/>
                </a:spcBef>
                <a:spcAft>
                  <a:spcPct val="0"/>
                </a:spcAft>
                <a:buChar char="–"/>
                <a:defRPr sz="2800">
                  <a:solidFill>
                    <a:srgbClr val="666699"/>
                  </a:solidFill>
                  <a:latin typeface="+mn-lt"/>
                  <a:ea typeface="+mn-ea"/>
                </a:defRPr>
              </a:lvl2pPr>
              <a:lvl3pPr marL="1143000" indent="-228600" algn="l" rtl="0" eaLnBrk="0" fontAlgn="base" hangingPunct="0">
                <a:spcBef>
                  <a:spcPct val="20000"/>
                </a:spcBef>
                <a:spcAft>
                  <a:spcPct val="0"/>
                </a:spcAft>
                <a:buChar char="•"/>
                <a:defRPr sz="2400">
                  <a:solidFill>
                    <a:srgbClr val="666699"/>
                  </a:solidFill>
                  <a:latin typeface="+mn-lt"/>
                  <a:ea typeface="+mn-ea"/>
                </a:defRPr>
              </a:lvl3pPr>
              <a:lvl4pPr marL="1600200" indent="-228600" algn="l" rtl="0" eaLnBrk="0" fontAlgn="base" hangingPunct="0">
                <a:spcBef>
                  <a:spcPct val="20000"/>
                </a:spcBef>
                <a:spcAft>
                  <a:spcPct val="0"/>
                </a:spcAft>
                <a:buChar char="–"/>
                <a:defRPr sz="2000">
                  <a:solidFill>
                    <a:srgbClr val="666699"/>
                  </a:solidFill>
                  <a:latin typeface="+mn-lt"/>
                  <a:ea typeface="+mn-ea"/>
                </a:defRPr>
              </a:lvl4pPr>
              <a:lvl5pPr marL="2057400" indent="-228600" algn="l" rtl="0" eaLnBrk="0" fontAlgn="base" hangingPunct="0">
                <a:spcBef>
                  <a:spcPct val="20000"/>
                </a:spcBef>
                <a:spcAft>
                  <a:spcPct val="0"/>
                </a:spcAft>
                <a:buChar char="»"/>
                <a:defRPr sz="2000">
                  <a:solidFill>
                    <a:srgbClr val="666699"/>
                  </a:solidFill>
                  <a:latin typeface="+mn-lt"/>
                  <a:ea typeface="+mn-ea"/>
                </a:defRPr>
              </a:lvl5pPr>
            </a:lstStyle>
            <a:p>
              <a:pPr marL="0" lvl="0" indent="0" eaLnBrk="1" hangingPunct="1">
                <a:spcBef>
                  <a:spcPct val="50000"/>
                </a:spcBef>
                <a:buNone/>
              </a:pPr>
              <a:r>
                <a:rPr lang="zh-CN" altLang="en-US" sz="1800" dirty="0">
                  <a:solidFill>
                    <a:schemeClr val="tx1"/>
                  </a:solidFill>
                  <a:latin typeface="Tahoma" panose="020B0604030504040204" pitchFamily="34" charset="0"/>
                </a:rPr>
                <a:t>[X]</a:t>
              </a:r>
              <a:r>
                <a:rPr lang="zh-CN" altLang="en-US" sz="1800" baseline="-25000" dirty="0">
                  <a:solidFill>
                    <a:schemeClr val="tx1"/>
                  </a:solidFill>
                  <a:latin typeface="Tahoma" panose="020B0604030504040204" pitchFamily="34" charset="0"/>
                </a:rPr>
                <a:t>补</a:t>
              </a:r>
              <a:r>
                <a:rPr lang="zh-CN" altLang="en-US" sz="1800" dirty="0">
                  <a:solidFill>
                    <a:schemeClr val="tx1"/>
                  </a:solidFill>
                  <a:latin typeface="Tahoma" panose="020B0604030504040204" pitchFamily="34" charset="0"/>
                </a:rPr>
                <a:t>和[Y]</a:t>
              </a:r>
              <a:r>
                <a:rPr lang="zh-CN" altLang="en-US" sz="1800" baseline="-25000" dirty="0">
                  <a:solidFill>
                    <a:schemeClr val="tx1"/>
                  </a:solidFill>
                  <a:latin typeface="Tahoma" panose="020B0604030504040204" pitchFamily="34" charset="0"/>
                </a:rPr>
                <a:t>补</a:t>
              </a:r>
              <a:r>
                <a:rPr lang="zh-CN" altLang="en-US" sz="1800" dirty="0">
                  <a:solidFill>
                    <a:schemeClr val="tx1"/>
                  </a:solidFill>
                  <a:latin typeface="Tahoma" panose="020B0604030504040204" pitchFamily="34" charset="0"/>
                </a:rPr>
                <a:t>异号</a:t>
              </a:r>
              <a:endParaRPr lang="zh-CN" altLang="en-US" sz="1800" dirty="0">
                <a:solidFill>
                  <a:schemeClr val="tx1"/>
                </a:solidFill>
                <a:latin typeface="Tahoma" panose="020B0604030504040204" pitchFamily="34" charset="0"/>
              </a:endParaRPr>
            </a:p>
          </p:txBody>
        </p:sp>
        <p:sp>
          <p:nvSpPr>
            <p:cNvPr id="62505" name="Text Box 41"/>
            <p:cNvSpPr txBox="1"/>
            <p:nvPr/>
          </p:nvSpPr>
          <p:spPr>
            <a:xfrm>
              <a:off x="3552" y="154"/>
              <a:ext cx="1008" cy="231"/>
            </a:xfrm>
            <a:prstGeom prst="rect">
              <a:avLst/>
            </a:prstGeom>
            <a:noFill/>
            <a:ln w="9525">
              <a:noFill/>
            </a:ln>
          </p:spPr>
          <p:txBody>
            <a:bodyPr>
              <a:spAutoFit/>
            </a:bodyPr>
            <a:lstStyle>
              <a:lvl1pPr marL="342900" indent="-342900" algn="l" rtl="0" eaLnBrk="0" fontAlgn="base" hangingPunct="0">
                <a:spcBef>
                  <a:spcPct val="20000"/>
                </a:spcBef>
                <a:spcAft>
                  <a:spcPct val="0"/>
                </a:spcAft>
                <a:buChar char="•"/>
                <a:defRPr sz="3200">
                  <a:solidFill>
                    <a:srgbClr val="666699"/>
                  </a:solidFill>
                  <a:latin typeface="+mn-lt"/>
                  <a:ea typeface="+mn-ea"/>
                  <a:cs typeface="+mn-cs"/>
                </a:defRPr>
              </a:lvl1pPr>
              <a:lvl2pPr marL="742950" indent="-285750" algn="l" rtl="0" eaLnBrk="0" fontAlgn="base" hangingPunct="0">
                <a:spcBef>
                  <a:spcPct val="20000"/>
                </a:spcBef>
                <a:spcAft>
                  <a:spcPct val="0"/>
                </a:spcAft>
                <a:buChar char="–"/>
                <a:defRPr sz="2800">
                  <a:solidFill>
                    <a:srgbClr val="666699"/>
                  </a:solidFill>
                  <a:latin typeface="+mn-lt"/>
                  <a:ea typeface="+mn-ea"/>
                </a:defRPr>
              </a:lvl2pPr>
              <a:lvl3pPr marL="1143000" indent="-228600" algn="l" rtl="0" eaLnBrk="0" fontAlgn="base" hangingPunct="0">
                <a:spcBef>
                  <a:spcPct val="20000"/>
                </a:spcBef>
                <a:spcAft>
                  <a:spcPct val="0"/>
                </a:spcAft>
                <a:buChar char="•"/>
                <a:defRPr sz="2400">
                  <a:solidFill>
                    <a:srgbClr val="666699"/>
                  </a:solidFill>
                  <a:latin typeface="+mn-lt"/>
                  <a:ea typeface="+mn-ea"/>
                </a:defRPr>
              </a:lvl3pPr>
              <a:lvl4pPr marL="1600200" indent="-228600" algn="l" rtl="0" eaLnBrk="0" fontAlgn="base" hangingPunct="0">
                <a:spcBef>
                  <a:spcPct val="20000"/>
                </a:spcBef>
                <a:spcAft>
                  <a:spcPct val="0"/>
                </a:spcAft>
                <a:buChar char="–"/>
                <a:defRPr sz="2000">
                  <a:solidFill>
                    <a:srgbClr val="666699"/>
                  </a:solidFill>
                  <a:latin typeface="+mn-lt"/>
                  <a:ea typeface="+mn-ea"/>
                </a:defRPr>
              </a:lvl4pPr>
              <a:lvl5pPr marL="2057400" indent="-228600" algn="l" rtl="0" eaLnBrk="0" fontAlgn="base" hangingPunct="0">
                <a:spcBef>
                  <a:spcPct val="20000"/>
                </a:spcBef>
                <a:spcAft>
                  <a:spcPct val="0"/>
                </a:spcAft>
                <a:buChar char="»"/>
                <a:defRPr sz="2000">
                  <a:solidFill>
                    <a:srgbClr val="666699"/>
                  </a:solidFill>
                  <a:latin typeface="+mn-lt"/>
                  <a:ea typeface="+mn-ea"/>
                </a:defRPr>
              </a:lvl5pPr>
            </a:lstStyle>
            <a:p>
              <a:pPr marL="0" lvl="0" indent="0" eaLnBrk="1" hangingPunct="1">
                <a:spcBef>
                  <a:spcPct val="50000"/>
                </a:spcBef>
                <a:buNone/>
              </a:pPr>
              <a:r>
                <a:rPr lang="zh-CN" altLang="en-US" sz="1800" dirty="0">
                  <a:solidFill>
                    <a:schemeClr val="tx1"/>
                  </a:solidFill>
                  <a:latin typeface="Tahoma" panose="020B0604030504040204" pitchFamily="34" charset="0"/>
                </a:rPr>
                <a:t>加除数</a:t>
              </a:r>
              <a:endParaRPr lang="zh-CN" altLang="en-US" sz="1800" dirty="0">
                <a:solidFill>
                  <a:schemeClr val="tx1"/>
                </a:solidFill>
                <a:latin typeface="Tahoma" panose="020B0604030504040204" pitchFamily="34" charset="0"/>
              </a:endParaRPr>
            </a:p>
          </p:txBody>
        </p:sp>
        <p:sp>
          <p:nvSpPr>
            <p:cNvPr id="62506" name="Text Box 42"/>
            <p:cNvSpPr txBox="1"/>
            <p:nvPr/>
          </p:nvSpPr>
          <p:spPr>
            <a:xfrm>
              <a:off x="3552" y="595"/>
              <a:ext cx="1008" cy="231"/>
            </a:xfrm>
            <a:prstGeom prst="rect">
              <a:avLst/>
            </a:prstGeom>
            <a:noFill/>
            <a:ln w="9525">
              <a:noFill/>
            </a:ln>
          </p:spPr>
          <p:txBody>
            <a:bodyPr>
              <a:spAutoFit/>
            </a:bodyPr>
            <a:lstStyle>
              <a:lvl1pPr marL="342900" indent="-342900" algn="l" rtl="0" eaLnBrk="0" fontAlgn="base" hangingPunct="0">
                <a:spcBef>
                  <a:spcPct val="20000"/>
                </a:spcBef>
                <a:spcAft>
                  <a:spcPct val="0"/>
                </a:spcAft>
                <a:buChar char="•"/>
                <a:defRPr sz="3200">
                  <a:solidFill>
                    <a:srgbClr val="666699"/>
                  </a:solidFill>
                  <a:latin typeface="+mn-lt"/>
                  <a:ea typeface="+mn-ea"/>
                  <a:cs typeface="+mn-cs"/>
                </a:defRPr>
              </a:lvl1pPr>
              <a:lvl2pPr marL="742950" indent="-285750" algn="l" rtl="0" eaLnBrk="0" fontAlgn="base" hangingPunct="0">
                <a:spcBef>
                  <a:spcPct val="20000"/>
                </a:spcBef>
                <a:spcAft>
                  <a:spcPct val="0"/>
                </a:spcAft>
                <a:buChar char="–"/>
                <a:defRPr sz="2800">
                  <a:solidFill>
                    <a:srgbClr val="666699"/>
                  </a:solidFill>
                  <a:latin typeface="+mn-lt"/>
                  <a:ea typeface="+mn-ea"/>
                </a:defRPr>
              </a:lvl2pPr>
              <a:lvl3pPr marL="1143000" indent="-228600" algn="l" rtl="0" eaLnBrk="0" fontAlgn="base" hangingPunct="0">
                <a:spcBef>
                  <a:spcPct val="20000"/>
                </a:spcBef>
                <a:spcAft>
                  <a:spcPct val="0"/>
                </a:spcAft>
                <a:buChar char="•"/>
                <a:defRPr sz="2400">
                  <a:solidFill>
                    <a:srgbClr val="666699"/>
                  </a:solidFill>
                  <a:latin typeface="+mn-lt"/>
                  <a:ea typeface="+mn-ea"/>
                </a:defRPr>
              </a:lvl3pPr>
              <a:lvl4pPr marL="1600200" indent="-228600" algn="l" rtl="0" eaLnBrk="0" fontAlgn="base" hangingPunct="0">
                <a:spcBef>
                  <a:spcPct val="20000"/>
                </a:spcBef>
                <a:spcAft>
                  <a:spcPct val="0"/>
                </a:spcAft>
                <a:buChar char="–"/>
                <a:defRPr sz="2000">
                  <a:solidFill>
                    <a:srgbClr val="666699"/>
                  </a:solidFill>
                  <a:latin typeface="+mn-lt"/>
                  <a:ea typeface="+mn-ea"/>
                </a:defRPr>
              </a:lvl4pPr>
              <a:lvl5pPr marL="2057400" indent="-228600" algn="l" rtl="0" eaLnBrk="0" fontAlgn="base" hangingPunct="0">
                <a:spcBef>
                  <a:spcPct val="20000"/>
                </a:spcBef>
                <a:spcAft>
                  <a:spcPct val="0"/>
                </a:spcAft>
                <a:buChar char="»"/>
                <a:defRPr sz="2000">
                  <a:solidFill>
                    <a:srgbClr val="666699"/>
                  </a:solidFill>
                  <a:latin typeface="+mn-lt"/>
                  <a:ea typeface="+mn-ea"/>
                </a:defRPr>
              </a:lvl5pPr>
            </a:lstStyle>
            <a:p>
              <a:pPr marL="0" lvl="0" indent="0" eaLnBrk="1" hangingPunct="1">
                <a:spcBef>
                  <a:spcPct val="50000"/>
                </a:spcBef>
                <a:buNone/>
              </a:pPr>
              <a:r>
                <a:rPr lang="zh-CN" altLang="en-US" sz="1800" dirty="0">
                  <a:solidFill>
                    <a:schemeClr val="tx1"/>
                  </a:solidFill>
                  <a:latin typeface="Tahoma" panose="020B0604030504040204" pitchFamily="34" charset="0"/>
                </a:rPr>
                <a:t>减除数</a:t>
              </a:r>
              <a:endParaRPr lang="zh-CN" altLang="en-US" sz="1800" dirty="0">
                <a:solidFill>
                  <a:schemeClr val="tx1"/>
                </a:solidFill>
                <a:latin typeface="Tahoma" panose="020B0604030504040204" pitchFamily="34" charset="0"/>
              </a:endParaRPr>
            </a:p>
          </p:txBody>
        </p:sp>
        <p:sp>
          <p:nvSpPr>
            <p:cNvPr id="62507" name="Text Box 43"/>
            <p:cNvSpPr txBox="1"/>
            <p:nvPr/>
          </p:nvSpPr>
          <p:spPr>
            <a:xfrm>
              <a:off x="3552" y="1027"/>
              <a:ext cx="1008" cy="231"/>
            </a:xfrm>
            <a:prstGeom prst="rect">
              <a:avLst/>
            </a:prstGeom>
            <a:noFill/>
            <a:ln w="9525">
              <a:noFill/>
            </a:ln>
          </p:spPr>
          <p:txBody>
            <a:bodyPr>
              <a:spAutoFit/>
            </a:bodyPr>
            <a:lstStyle>
              <a:lvl1pPr marL="342900" indent="-342900" algn="l" rtl="0" eaLnBrk="0" fontAlgn="base" hangingPunct="0">
                <a:spcBef>
                  <a:spcPct val="20000"/>
                </a:spcBef>
                <a:spcAft>
                  <a:spcPct val="0"/>
                </a:spcAft>
                <a:buChar char="•"/>
                <a:defRPr sz="3200">
                  <a:solidFill>
                    <a:srgbClr val="666699"/>
                  </a:solidFill>
                  <a:latin typeface="+mn-lt"/>
                  <a:ea typeface="+mn-ea"/>
                  <a:cs typeface="+mn-cs"/>
                </a:defRPr>
              </a:lvl1pPr>
              <a:lvl2pPr marL="742950" indent="-285750" algn="l" rtl="0" eaLnBrk="0" fontAlgn="base" hangingPunct="0">
                <a:spcBef>
                  <a:spcPct val="20000"/>
                </a:spcBef>
                <a:spcAft>
                  <a:spcPct val="0"/>
                </a:spcAft>
                <a:buChar char="–"/>
                <a:defRPr sz="2800">
                  <a:solidFill>
                    <a:srgbClr val="666699"/>
                  </a:solidFill>
                  <a:latin typeface="+mn-lt"/>
                  <a:ea typeface="+mn-ea"/>
                </a:defRPr>
              </a:lvl2pPr>
              <a:lvl3pPr marL="1143000" indent="-228600" algn="l" rtl="0" eaLnBrk="0" fontAlgn="base" hangingPunct="0">
                <a:spcBef>
                  <a:spcPct val="20000"/>
                </a:spcBef>
                <a:spcAft>
                  <a:spcPct val="0"/>
                </a:spcAft>
                <a:buChar char="•"/>
                <a:defRPr sz="2400">
                  <a:solidFill>
                    <a:srgbClr val="666699"/>
                  </a:solidFill>
                  <a:latin typeface="+mn-lt"/>
                  <a:ea typeface="+mn-ea"/>
                </a:defRPr>
              </a:lvl3pPr>
              <a:lvl4pPr marL="1600200" indent="-228600" algn="l" rtl="0" eaLnBrk="0" fontAlgn="base" hangingPunct="0">
                <a:spcBef>
                  <a:spcPct val="20000"/>
                </a:spcBef>
                <a:spcAft>
                  <a:spcPct val="0"/>
                </a:spcAft>
                <a:buChar char="–"/>
                <a:defRPr sz="2000">
                  <a:solidFill>
                    <a:srgbClr val="666699"/>
                  </a:solidFill>
                  <a:latin typeface="+mn-lt"/>
                  <a:ea typeface="+mn-ea"/>
                </a:defRPr>
              </a:lvl4pPr>
              <a:lvl5pPr marL="2057400" indent="-228600" algn="l" rtl="0" eaLnBrk="0" fontAlgn="base" hangingPunct="0">
                <a:spcBef>
                  <a:spcPct val="20000"/>
                </a:spcBef>
                <a:spcAft>
                  <a:spcPct val="0"/>
                </a:spcAft>
                <a:buChar char="»"/>
                <a:defRPr sz="2000">
                  <a:solidFill>
                    <a:srgbClr val="666699"/>
                  </a:solidFill>
                  <a:latin typeface="+mn-lt"/>
                  <a:ea typeface="+mn-ea"/>
                </a:defRPr>
              </a:lvl5pPr>
            </a:lstStyle>
            <a:p>
              <a:pPr marL="0" lvl="0" indent="0" eaLnBrk="1" hangingPunct="1">
                <a:spcBef>
                  <a:spcPct val="50000"/>
                </a:spcBef>
                <a:buNone/>
              </a:pPr>
              <a:r>
                <a:rPr lang="zh-CN" altLang="en-US" sz="1800" dirty="0">
                  <a:solidFill>
                    <a:schemeClr val="tx1"/>
                  </a:solidFill>
                  <a:latin typeface="Tahoma" panose="020B0604030504040204" pitchFamily="34" charset="0"/>
                </a:rPr>
                <a:t>加除数</a:t>
              </a:r>
              <a:endParaRPr lang="zh-CN" altLang="en-US" sz="1800" dirty="0">
                <a:solidFill>
                  <a:schemeClr val="tx1"/>
                </a:solidFill>
                <a:latin typeface="Tahoma" panose="020B0604030504040204" pitchFamily="34" charset="0"/>
              </a:endParaRPr>
            </a:p>
          </p:txBody>
        </p:sp>
        <p:sp>
          <p:nvSpPr>
            <p:cNvPr id="62508" name="Text Box 44"/>
            <p:cNvSpPr txBox="1"/>
            <p:nvPr/>
          </p:nvSpPr>
          <p:spPr>
            <a:xfrm>
              <a:off x="3552" y="1498"/>
              <a:ext cx="1008" cy="231"/>
            </a:xfrm>
            <a:prstGeom prst="rect">
              <a:avLst/>
            </a:prstGeom>
            <a:noFill/>
            <a:ln w="9525">
              <a:noFill/>
            </a:ln>
          </p:spPr>
          <p:txBody>
            <a:bodyPr>
              <a:spAutoFit/>
            </a:bodyPr>
            <a:lstStyle>
              <a:lvl1pPr marL="342900" indent="-342900" algn="l" rtl="0" eaLnBrk="0" fontAlgn="base" hangingPunct="0">
                <a:spcBef>
                  <a:spcPct val="20000"/>
                </a:spcBef>
                <a:spcAft>
                  <a:spcPct val="0"/>
                </a:spcAft>
                <a:buChar char="•"/>
                <a:defRPr sz="3200">
                  <a:solidFill>
                    <a:srgbClr val="666699"/>
                  </a:solidFill>
                  <a:latin typeface="+mn-lt"/>
                  <a:ea typeface="+mn-ea"/>
                  <a:cs typeface="+mn-cs"/>
                </a:defRPr>
              </a:lvl1pPr>
              <a:lvl2pPr marL="742950" indent="-285750" algn="l" rtl="0" eaLnBrk="0" fontAlgn="base" hangingPunct="0">
                <a:spcBef>
                  <a:spcPct val="20000"/>
                </a:spcBef>
                <a:spcAft>
                  <a:spcPct val="0"/>
                </a:spcAft>
                <a:buChar char="–"/>
                <a:defRPr sz="2800">
                  <a:solidFill>
                    <a:srgbClr val="666699"/>
                  </a:solidFill>
                  <a:latin typeface="+mn-lt"/>
                  <a:ea typeface="+mn-ea"/>
                </a:defRPr>
              </a:lvl2pPr>
              <a:lvl3pPr marL="1143000" indent="-228600" algn="l" rtl="0" eaLnBrk="0" fontAlgn="base" hangingPunct="0">
                <a:spcBef>
                  <a:spcPct val="20000"/>
                </a:spcBef>
                <a:spcAft>
                  <a:spcPct val="0"/>
                </a:spcAft>
                <a:buChar char="•"/>
                <a:defRPr sz="2400">
                  <a:solidFill>
                    <a:srgbClr val="666699"/>
                  </a:solidFill>
                  <a:latin typeface="+mn-lt"/>
                  <a:ea typeface="+mn-ea"/>
                </a:defRPr>
              </a:lvl3pPr>
              <a:lvl4pPr marL="1600200" indent="-228600" algn="l" rtl="0" eaLnBrk="0" fontAlgn="base" hangingPunct="0">
                <a:spcBef>
                  <a:spcPct val="20000"/>
                </a:spcBef>
                <a:spcAft>
                  <a:spcPct val="0"/>
                </a:spcAft>
                <a:buChar char="–"/>
                <a:defRPr sz="2000">
                  <a:solidFill>
                    <a:srgbClr val="666699"/>
                  </a:solidFill>
                  <a:latin typeface="+mn-lt"/>
                  <a:ea typeface="+mn-ea"/>
                </a:defRPr>
              </a:lvl4pPr>
              <a:lvl5pPr marL="2057400" indent="-228600" algn="l" rtl="0" eaLnBrk="0" fontAlgn="base" hangingPunct="0">
                <a:spcBef>
                  <a:spcPct val="20000"/>
                </a:spcBef>
                <a:spcAft>
                  <a:spcPct val="0"/>
                </a:spcAft>
                <a:buChar char="»"/>
                <a:defRPr sz="2000">
                  <a:solidFill>
                    <a:srgbClr val="666699"/>
                  </a:solidFill>
                  <a:latin typeface="+mn-lt"/>
                  <a:ea typeface="+mn-ea"/>
                </a:defRPr>
              </a:lvl5pPr>
            </a:lstStyle>
            <a:p>
              <a:pPr marL="0" lvl="0" indent="0" eaLnBrk="1" hangingPunct="1">
                <a:spcBef>
                  <a:spcPct val="50000"/>
                </a:spcBef>
                <a:buNone/>
              </a:pPr>
              <a:r>
                <a:rPr lang="zh-CN" altLang="en-US" sz="1800" dirty="0">
                  <a:solidFill>
                    <a:schemeClr val="tx1"/>
                  </a:solidFill>
                  <a:latin typeface="Tahoma" panose="020B0604030504040204" pitchFamily="34" charset="0"/>
                </a:rPr>
                <a:t>减除数</a:t>
              </a:r>
              <a:endParaRPr lang="zh-CN" altLang="en-US" sz="1800" dirty="0">
                <a:solidFill>
                  <a:schemeClr val="tx1"/>
                </a:solidFill>
                <a:latin typeface="Tahoma" panose="020B0604030504040204" pitchFamily="34" charset="0"/>
              </a:endParaRPr>
            </a:p>
          </p:txBody>
        </p:sp>
        <p:sp>
          <p:nvSpPr>
            <p:cNvPr id="62509" name="Text Box 45"/>
            <p:cNvSpPr txBox="1"/>
            <p:nvPr/>
          </p:nvSpPr>
          <p:spPr>
            <a:xfrm>
              <a:off x="3552" y="1930"/>
              <a:ext cx="1008" cy="231"/>
            </a:xfrm>
            <a:prstGeom prst="rect">
              <a:avLst/>
            </a:prstGeom>
            <a:noFill/>
            <a:ln w="9525">
              <a:noFill/>
            </a:ln>
          </p:spPr>
          <p:txBody>
            <a:bodyPr>
              <a:spAutoFit/>
            </a:bodyPr>
            <a:lstStyle>
              <a:lvl1pPr marL="342900" indent="-342900" algn="l" rtl="0" eaLnBrk="0" fontAlgn="base" hangingPunct="0">
                <a:spcBef>
                  <a:spcPct val="20000"/>
                </a:spcBef>
                <a:spcAft>
                  <a:spcPct val="0"/>
                </a:spcAft>
                <a:buChar char="•"/>
                <a:defRPr sz="3200">
                  <a:solidFill>
                    <a:srgbClr val="666699"/>
                  </a:solidFill>
                  <a:latin typeface="+mn-lt"/>
                  <a:ea typeface="+mn-ea"/>
                  <a:cs typeface="+mn-cs"/>
                </a:defRPr>
              </a:lvl1pPr>
              <a:lvl2pPr marL="742950" indent="-285750" algn="l" rtl="0" eaLnBrk="0" fontAlgn="base" hangingPunct="0">
                <a:spcBef>
                  <a:spcPct val="20000"/>
                </a:spcBef>
                <a:spcAft>
                  <a:spcPct val="0"/>
                </a:spcAft>
                <a:buChar char="–"/>
                <a:defRPr sz="2800">
                  <a:solidFill>
                    <a:srgbClr val="666699"/>
                  </a:solidFill>
                  <a:latin typeface="+mn-lt"/>
                  <a:ea typeface="+mn-ea"/>
                </a:defRPr>
              </a:lvl2pPr>
              <a:lvl3pPr marL="1143000" indent="-228600" algn="l" rtl="0" eaLnBrk="0" fontAlgn="base" hangingPunct="0">
                <a:spcBef>
                  <a:spcPct val="20000"/>
                </a:spcBef>
                <a:spcAft>
                  <a:spcPct val="0"/>
                </a:spcAft>
                <a:buChar char="•"/>
                <a:defRPr sz="2400">
                  <a:solidFill>
                    <a:srgbClr val="666699"/>
                  </a:solidFill>
                  <a:latin typeface="+mn-lt"/>
                  <a:ea typeface="+mn-ea"/>
                </a:defRPr>
              </a:lvl3pPr>
              <a:lvl4pPr marL="1600200" indent="-228600" algn="l" rtl="0" eaLnBrk="0" fontAlgn="base" hangingPunct="0">
                <a:spcBef>
                  <a:spcPct val="20000"/>
                </a:spcBef>
                <a:spcAft>
                  <a:spcPct val="0"/>
                </a:spcAft>
                <a:buChar char="–"/>
                <a:defRPr sz="2000">
                  <a:solidFill>
                    <a:srgbClr val="666699"/>
                  </a:solidFill>
                  <a:latin typeface="+mn-lt"/>
                  <a:ea typeface="+mn-ea"/>
                </a:defRPr>
              </a:lvl4pPr>
              <a:lvl5pPr marL="2057400" indent="-228600" algn="l" rtl="0" eaLnBrk="0" fontAlgn="base" hangingPunct="0">
                <a:spcBef>
                  <a:spcPct val="20000"/>
                </a:spcBef>
                <a:spcAft>
                  <a:spcPct val="0"/>
                </a:spcAft>
                <a:buChar char="»"/>
                <a:defRPr sz="2000">
                  <a:solidFill>
                    <a:srgbClr val="666699"/>
                  </a:solidFill>
                  <a:latin typeface="+mn-lt"/>
                  <a:ea typeface="+mn-ea"/>
                </a:defRPr>
              </a:lvl5pPr>
            </a:lstStyle>
            <a:p>
              <a:pPr marL="0" lvl="0" indent="0" eaLnBrk="1" hangingPunct="1">
                <a:spcBef>
                  <a:spcPct val="50000"/>
                </a:spcBef>
                <a:buNone/>
              </a:pPr>
              <a:r>
                <a:rPr lang="zh-CN" altLang="en-US" sz="1800" dirty="0">
                  <a:solidFill>
                    <a:schemeClr val="tx1"/>
                  </a:solidFill>
                  <a:latin typeface="Tahoma" panose="020B0604030504040204" pitchFamily="34" charset="0"/>
                </a:rPr>
                <a:t>加除数</a:t>
              </a:r>
              <a:endParaRPr lang="zh-CN" altLang="en-US" sz="1800" dirty="0">
                <a:solidFill>
                  <a:schemeClr val="tx1"/>
                </a:solidFill>
                <a:latin typeface="Tahoma" panose="020B0604030504040204" pitchFamily="34" charset="0"/>
              </a:endParaRPr>
            </a:p>
          </p:txBody>
        </p:sp>
        <p:sp>
          <p:nvSpPr>
            <p:cNvPr id="62510" name="Text Box 46"/>
            <p:cNvSpPr txBox="1"/>
            <p:nvPr/>
          </p:nvSpPr>
          <p:spPr>
            <a:xfrm>
              <a:off x="3552" y="298"/>
              <a:ext cx="1392" cy="231"/>
            </a:xfrm>
            <a:prstGeom prst="rect">
              <a:avLst/>
            </a:prstGeom>
            <a:noFill/>
            <a:ln w="9525">
              <a:noFill/>
            </a:ln>
          </p:spPr>
          <p:txBody>
            <a:bodyPr>
              <a:spAutoFit/>
            </a:bodyPr>
            <a:lstStyle>
              <a:lvl1pPr marL="342900" indent="-342900" algn="l" rtl="0" eaLnBrk="0" fontAlgn="base" hangingPunct="0">
                <a:spcBef>
                  <a:spcPct val="20000"/>
                </a:spcBef>
                <a:spcAft>
                  <a:spcPct val="0"/>
                </a:spcAft>
                <a:buChar char="•"/>
                <a:defRPr sz="3200">
                  <a:solidFill>
                    <a:srgbClr val="666699"/>
                  </a:solidFill>
                  <a:latin typeface="+mn-lt"/>
                  <a:ea typeface="+mn-ea"/>
                  <a:cs typeface="+mn-cs"/>
                </a:defRPr>
              </a:lvl1pPr>
              <a:lvl2pPr marL="742950" indent="-285750" algn="l" rtl="0" eaLnBrk="0" fontAlgn="base" hangingPunct="0">
                <a:spcBef>
                  <a:spcPct val="20000"/>
                </a:spcBef>
                <a:spcAft>
                  <a:spcPct val="0"/>
                </a:spcAft>
                <a:buChar char="–"/>
                <a:defRPr sz="2800">
                  <a:solidFill>
                    <a:srgbClr val="666699"/>
                  </a:solidFill>
                  <a:latin typeface="+mn-lt"/>
                  <a:ea typeface="+mn-ea"/>
                </a:defRPr>
              </a:lvl2pPr>
              <a:lvl3pPr marL="1143000" indent="-228600" algn="l" rtl="0" eaLnBrk="0" fontAlgn="base" hangingPunct="0">
                <a:spcBef>
                  <a:spcPct val="20000"/>
                </a:spcBef>
                <a:spcAft>
                  <a:spcPct val="0"/>
                </a:spcAft>
                <a:buChar char="•"/>
                <a:defRPr sz="2400">
                  <a:solidFill>
                    <a:srgbClr val="666699"/>
                  </a:solidFill>
                  <a:latin typeface="+mn-lt"/>
                  <a:ea typeface="+mn-ea"/>
                </a:defRPr>
              </a:lvl3pPr>
              <a:lvl4pPr marL="1600200" indent="-228600" algn="l" rtl="0" eaLnBrk="0" fontAlgn="base" hangingPunct="0">
                <a:spcBef>
                  <a:spcPct val="20000"/>
                </a:spcBef>
                <a:spcAft>
                  <a:spcPct val="0"/>
                </a:spcAft>
                <a:buChar char="–"/>
                <a:defRPr sz="2000">
                  <a:solidFill>
                    <a:srgbClr val="666699"/>
                  </a:solidFill>
                  <a:latin typeface="+mn-lt"/>
                  <a:ea typeface="+mn-ea"/>
                </a:defRPr>
              </a:lvl4pPr>
              <a:lvl5pPr marL="2057400" indent="-228600" algn="l" rtl="0" eaLnBrk="0" fontAlgn="base" hangingPunct="0">
                <a:spcBef>
                  <a:spcPct val="20000"/>
                </a:spcBef>
                <a:spcAft>
                  <a:spcPct val="0"/>
                </a:spcAft>
                <a:buChar char="»"/>
                <a:defRPr sz="2000">
                  <a:solidFill>
                    <a:srgbClr val="666699"/>
                  </a:solidFill>
                  <a:latin typeface="+mn-lt"/>
                  <a:ea typeface="+mn-ea"/>
                </a:defRPr>
              </a:lvl5pPr>
            </a:lstStyle>
            <a:p>
              <a:pPr marL="0" lvl="0" indent="0" eaLnBrk="1" hangingPunct="1">
                <a:spcBef>
                  <a:spcPct val="50000"/>
                </a:spcBef>
                <a:buNone/>
              </a:pPr>
              <a:r>
                <a:rPr lang="zh-CN" altLang="en-US" sz="1800" dirty="0">
                  <a:solidFill>
                    <a:schemeClr val="tx1"/>
                  </a:solidFill>
                  <a:latin typeface="Tahoma" panose="020B0604030504040204" pitchFamily="34" charset="0"/>
                </a:rPr>
                <a:t>余数和除数同号</a:t>
              </a:r>
              <a:endParaRPr lang="zh-CN" altLang="en-US" sz="1800" dirty="0">
                <a:solidFill>
                  <a:schemeClr val="tx1"/>
                </a:solidFill>
                <a:latin typeface="Tahoma" panose="020B0604030504040204" pitchFamily="34" charset="0"/>
              </a:endParaRPr>
            </a:p>
          </p:txBody>
        </p:sp>
        <p:sp>
          <p:nvSpPr>
            <p:cNvPr id="62511" name="Text Box 47"/>
            <p:cNvSpPr txBox="1"/>
            <p:nvPr/>
          </p:nvSpPr>
          <p:spPr>
            <a:xfrm>
              <a:off x="3552" y="739"/>
              <a:ext cx="1392" cy="231"/>
            </a:xfrm>
            <a:prstGeom prst="rect">
              <a:avLst/>
            </a:prstGeom>
            <a:noFill/>
            <a:ln w="9525">
              <a:noFill/>
            </a:ln>
          </p:spPr>
          <p:txBody>
            <a:bodyPr>
              <a:spAutoFit/>
            </a:bodyPr>
            <a:lstStyle>
              <a:lvl1pPr marL="342900" indent="-342900" algn="l" rtl="0" eaLnBrk="0" fontAlgn="base" hangingPunct="0">
                <a:spcBef>
                  <a:spcPct val="20000"/>
                </a:spcBef>
                <a:spcAft>
                  <a:spcPct val="0"/>
                </a:spcAft>
                <a:buChar char="•"/>
                <a:defRPr sz="3200">
                  <a:solidFill>
                    <a:srgbClr val="666699"/>
                  </a:solidFill>
                  <a:latin typeface="+mn-lt"/>
                  <a:ea typeface="+mn-ea"/>
                  <a:cs typeface="+mn-cs"/>
                </a:defRPr>
              </a:lvl1pPr>
              <a:lvl2pPr marL="742950" indent="-285750" algn="l" rtl="0" eaLnBrk="0" fontAlgn="base" hangingPunct="0">
                <a:spcBef>
                  <a:spcPct val="20000"/>
                </a:spcBef>
                <a:spcAft>
                  <a:spcPct val="0"/>
                </a:spcAft>
                <a:buChar char="–"/>
                <a:defRPr sz="2800">
                  <a:solidFill>
                    <a:srgbClr val="666699"/>
                  </a:solidFill>
                  <a:latin typeface="+mn-lt"/>
                  <a:ea typeface="+mn-ea"/>
                </a:defRPr>
              </a:lvl2pPr>
              <a:lvl3pPr marL="1143000" indent="-228600" algn="l" rtl="0" eaLnBrk="0" fontAlgn="base" hangingPunct="0">
                <a:spcBef>
                  <a:spcPct val="20000"/>
                </a:spcBef>
                <a:spcAft>
                  <a:spcPct val="0"/>
                </a:spcAft>
                <a:buChar char="•"/>
                <a:defRPr sz="2400">
                  <a:solidFill>
                    <a:srgbClr val="666699"/>
                  </a:solidFill>
                  <a:latin typeface="+mn-lt"/>
                  <a:ea typeface="+mn-ea"/>
                </a:defRPr>
              </a:lvl3pPr>
              <a:lvl4pPr marL="1600200" indent="-228600" algn="l" rtl="0" eaLnBrk="0" fontAlgn="base" hangingPunct="0">
                <a:spcBef>
                  <a:spcPct val="20000"/>
                </a:spcBef>
                <a:spcAft>
                  <a:spcPct val="0"/>
                </a:spcAft>
                <a:buChar char="–"/>
                <a:defRPr sz="2000">
                  <a:solidFill>
                    <a:srgbClr val="666699"/>
                  </a:solidFill>
                  <a:latin typeface="+mn-lt"/>
                  <a:ea typeface="+mn-ea"/>
                </a:defRPr>
              </a:lvl4pPr>
              <a:lvl5pPr marL="2057400" indent="-228600" algn="l" rtl="0" eaLnBrk="0" fontAlgn="base" hangingPunct="0">
                <a:spcBef>
                  <a:spcPct val="20000"/>
                </a:spcBef>
                <a:spcAft>
                  <a:spcPct val="0"/>
                </a:spcAft>
                <a:buChar char="»"/>
                <a:defRPr sz="2000">
                  <a:solidFill>
                    <a:srgbClr val="666699"/>
                  </a:solidFill>
                  <a:latin typeface="+mn-lt"/>
                  <a:ea typeface="+mn-ea"/>
                </a:defRPr>
              </a:lvl5pPr>
            </a:lstStyle>
            <a:p>
              <a:pPr marL="0" lvl="0" indent="0" eaLnBrk="1" hangingPunct="1">
                <a:spcBef>
                  <a:spcPct val="50000"/>
                </a:spcBef>
                <a:buNone/>
              </a:pPr>
              <a:r>
                <a:rPr lang="zh-CN" altLang="en-US" sz="1800" dirty="0">
                  <a:solidFill>
                    <a:schemeClr val="tx1"/>
                  </a:solidFill>
                  <a:latin typeface="Tahoma" panose="020B0604030504040204" pitchFamily="34" charset="0"/>
                </a:rPr>
                <a:t>余数和除数异号</a:t>
              </a:r>
              <a:endParaRPr lang="zh-CN" altLang="en-US" sz="1800" dirty="0">
                <a:solidFill>
                  <a:schemeClr val="tx1"/>
                </a:solidFill>
                <a:latin typeface="Tahoma" panose="020B0604030504040204" pitchFamily="34" charset="0"/>
              </a:endParaRPr>
            </a:p>
          </p:txBody>
        </p:sp>
        <p:sp>
          <p:nvSpPr>
            <p:cNvPr id="62512" name="Text Box 48"/>
            <p:cNvSpPr txBox="1"/>
            <p:nvPr/>
          </p:nvSpPr>
          <p:spPr>
            <a:xfrm>
              <a:off x="3552" y="1210"/>
              <a:ext cx="1392" cy="231"/>
            </a:xfrm>
            <a:prstGeom prst="rect">
              <a:avLst/>
            </a:prstGeom>
            <a:noFill/>
            <a:ln w="9525">
              <a:noFill/>
            </a:ln>
          </p:spPr>
          <p:txBody>
            <a:bodyPr>
              <a:spAutoFit/>
            </a:bodyPr>
            <a:lstStyle>
              <a:lvl1pPr marL="342900" indent="-342900" algn="l" rtl="0" eaLnBrk="0" fontAlgn="base" hangingPunct="0">
                <a:spcBef>
                  <a:spcPct val="20000"/>
                </a:spcBef>
                <a:spcAft>
                  <a:spcPct val="0"/>
                </a:spcAft>
                <a:buChar char="•"/>
                <a:defRPr sz="3200">
                  <a:solidFill>
                    <a:srgbClr val="666699"/>
                  </a:solidFill>
                  <a:latin typeface="+mn-lt"/>
                  <a:ea typeface="+mn-ea"/>
                  <a:cs typeface="+mn-cs"/>
                </a:defRPr>
              </a:lvl1pPr>
              <a:lvl2pPr marL="742950" indent="-285750" algn="l" rtl="0" eaLnBrk="0" fontAlgn="base" hangingPunct="0">
                <a:spcBef>
                  <a:spcPct val="20000"/>
                </a:spcBef>
                <a:spcAft>
                  <a:spcPct val="0"/>
                </a:spcAft>
                <a:buChar char="–"/>
                <a:defRPr sz="2800">
                  <a:solidFill>
                    <a:srgbClr val="666699"/>
                  </a:solidFill>
                  <a:latin typeface="+mn-lt"/>
                  <a:ea typeface="+mn-ea"/>
                </a:defRPr>
              </a:lvl2pPr>
              <a:lvl3pPr marL="1143000" indent="-228600" algn="l" rtl="0" eaLnBrk="0" fontAlgn="base" hangingPunct="0">
                <a:spcBef>
                  <a:spcPct val="20000"/>
                </a:spcBef>
                <a:spcAft>
                  <a:spcPct val="0"/>
                </a:spcAft>
                <a:buChar char="•"/>
                <a:defRPr sz="2400">
                  <a:solidFill>
                    <a:srgbClr val="666699"/>
                  </a:solidFill>
                  <a:latin typeface="+mn-lt"/>
                  <a:ea typeface="+mn-ea"/>
                </a:defRPr>
              </a:lvl3pPr>
              <a:lvl4pPr marL="1600200" indent="-228600" algn="l" rtl="0" eaLnBrk="0" fontAlgn="base" hangingPunct="0">
                <a:spcBef>
                  <a:spcPct val="20000"/>
                </a:spcBef>
                <a:spcAft>
                  <a:spcPct val="0"/>
                </a:spcAft>
                <a:buChar char="–"/>
                <a:defRPr sz="2000">
                  <a:solidFill>
                    <a:srgbClr val="666699"/>
                  </a:solidFill>
                  <a:latin typeface="+mn-lt"/>
                  <a:ea typeface="+mn-ea"/>
                </a:defRPr>
              </a:lvl4pPr>
              <a:lvl5pPr marL="2057400" indent="-228600" algn="l" rtl="0" eaLnBrk="0" fontAlgn="base" hangingPunct="0">
                <a:spcBef>
                  <a:spcPct val="20000"/>
                </a:spcBef>
                <a:spcAft>
                  <a:spcPct val="0"/>
                </a:spcAft>
                <a:buChar char="»"/>
                <a:defRPr sz="2000">
                  <a:solidFill>
                    <a:srgbClr val="666699"/>
                  </a:solidFill>
                  <a:latin typeface="+mn-lt"/>
                  <a:ea typeface="+mn-ea"/>
                </a:defRPr>
              </a:lvl5pPr>
            </a:lstStyle>
            <a:p>
              <a:pPr marL="0" lvl="0" indent="0" eaLnBrk="1" hangingPunct="1">
                <a:spcBef>
                  <a:spcPct val="50000"/>
                </a:spcBef>
                <a:buNone/>
              </a:pPr>
              <a:r>
                <a:rPr lang="zh-CN" altLang="en-US" sz="1800" dirty="0">
                  <a:solidFill>
                    <a:schemeClr val="tx1"/>
                  </a:solidFill>
                  <a:latin typeface="Tahoma" panose="020B0604030504040204" pitchFamily="34" charset="0"/>
                </a:rPr>
                <a:t>余数和除数同号</a:t>
              </a:r>
              <a:endParaRPr lang="zh-CN" altLang="en-US" sz="1800" dirty="0">
                <a:solidFill>
                  <a:schemeClr val="tx1"/>
                </a:solidFill>
                <a:latin typeface="Tahoma" panose="020B0604030504040204" pitchFamily="34" charset="0"/>
              </a:endParaRPr>
            </a:p>
          </p:txBody>
        </p:sp>
        <p:sp>
          <p:nvSpPr>
            <p:cNvPr id="62513" name="Text Box 49"/>
            <p:cNvSpPr txBox="1"/>
            <p:nvPr/>
          </p:nvSpPr>
          <p:spPr>
            <a:xfrm>
              <a:off x="3552" y="1642"/>
              <a:ext cx="1392" cy="231"/>
            </a:xfrm>
            <a:prstGeom prst="rect">
              <a:avLst/>
            </a:prstGeom>
            <a:noFill/>
            <a:ln w="9525">
              <a:noFill/>
            </a:ln>
          </p:spPr>
          <p:txBody>
            <a:bodyPr>
              <a:spAutoFit/>
            </a:bodyPr>
            <a:lstStyle>
              <a:lvl1pPr marL="342900" indent="-342900" algn="l" rtl="0" eaLnBrk="0" fontAlgn="base" hangingPunct="0">
                <a:spcBef>
                  <a:spcPct val="20000"/>
                </a:spcBef>
                <a:spcAft>
                  <a:spcPct val="0"/>
                </a:spcAft>
                <a:buChar char="•"/>
                <a:defRPr sz="3200">
                  <a:solidFill>
                    <a:srgbClr val="666699"/>
                  </a:solidFill>
                  <a:latin typeface="+mn-lt"/>
                  <a:ea typeface="+mn-ea"/>
                  <a:cs typeface="+mn-cs"/>
                </a:defRPr>
              </a:lvl1pPr>
              <a:lvl2pPr marL="742950" indent="-285750" algn="l" rtl="0" eaLnBrk="0" fontAlgn="base" hangingPunct="0">
                <a:spcBef>
                  <a:spcPct val="20000"/>
                </a:spcBef>
                <a:spcAft>
                  <a:spcPct val="0"/>
                </a:spcAft>
                <a:buChar char="–"/>
                <a:defRPr sz="2800">
                  <a:solidFill>
                    <a:srgbClr val="666699"/>
                  </a:solidFill>
                  <a:latin typeface="+mn-lt"/>
                  <a:ea typeface="+mn-ea"/>
                </a:defRPr>
              </a:lvl2pPr>
              <a:lvl3pPr marL="1143000" indent="-228600" algn="l" rtl="0" eaLnBrk="0" fontAlgn="base" hangingPunct="0">
                <a:spcBef>
                  <a:spcPct val="20000"/>
                </a:spcBef>
                <a:spcAft>
                  <a:spcPct val="0"/>
                </a:spcAft>
                <a:buChar char="•"/>
                <a:defRPr sz="2400">
                  <a:solidFill>
                    <a:srgbClr val="666699"/>
                  </a:solidFill>
                  <a:latin typeface="+mn-lt"/>
                  <a:ea typeface="+mn-ea"/>
                </a:defRPr>
              </a:lvl3pPr>
              <a:lvl4pPr marL="1600200" indent="-228600" algn="l" rtl="0" eaLnBrk="0" fontAlgn="base" hangingPunct="0">
                <a:spcBef>
                  <a:spcPct val="20000"/>
                </a:spcBef>
                <a:spcAft>
                  <a:spcPct val="0"/>
                </a:spcAft>
                <a:buChar char="–"/>
                <a:defRPr sz="2000">
                  <a:solidFill>
                    <a:srgbClr val="666699"/>
                  </a:solidFill>
                  <a:latin typeface="+mn-lt"/>
                  <a:ea typeface="+mn-ea"/>
                </a:defRPr>
              </a:lvl4pPr>
              <a:lvl5pPr marL="2057400" indent="-228600" algn="l" rtl="0" eaLnBrk="0" fontAlgn="base" hangingPunct="0">
                <a:spcBef>
                  <a:spcPct val="20000"/>
                </a:spcBef>
                <a:spcAft>
                  <a:spcPct val="0"/>
                </a:spcAft>
                <a:buChar char="»"/>
                <a:defRPr sz="2000">
                  <a:solidFill>
                    <a:srgbClr val="666699"/>
                  </a:solidFill>
                  <a:latin typeface="+mn-lt"/>
                  <a:ea typeface="+mn-ea"/>
                </a:defRPr>
              </a:lvl5pPr>
            </a:lstStyle>
            <a:p>
              <a:pPr marL="0" lvl="0" indent="0" eaLnBrk="1" hangingPunct="1">
                <a:spcBef>
                  <a:spcPct val="50000"/>
                </a:spcBef>
                <a:buNone/>
              </a:pPr>
              <a:r>
                <a:rPr lang="zh-CN" altLang="en-US" sz="1800" dirty="0">
                  <a:solidFill>
                    <a:schemeClr val="tx1"/>
                  </a:solidFill>
                  <a:latin typeface="Tahoma" panose="020B0604030504040204" pitchFamily="34" charset="0"/>
                </a:rPr>
                <a:t>余数和除数异号</a:t>
              </a:r>
              <a:endParaRPr lang="zh-CN" altLang="en-US" sz="1800" dirty="0">
                <a:solidFill>
                  <a:schemeClr val="tx1"/>
                </a:solidFill>
                <a:latin typeface="Tahoma" panose="020B0604030504040204" pitchFamily="34" charset="0"/>
              </a:endParaRPr>
            </a:p>
          </p:txBody>
        </p:sp>
        <p:sp>
          <p:nvSpPr>
            <p:cNvPr id="62514" name="Text Box 50"/>
            <p:cNvSpPr txBox="1"/>
            <p:nvPr/>
          </p:nvSpPr>
          <p:spPr>
            <a:xfrm>
              <a:off x="3552" y="2131"/>
              <a:ext cx="1392" cy="231"/>
            </a:xfrm>
            <a:prstGeom prst="rect">
              <a:avLst/>
            </a:prstGeom>
            <a:noFill/>
            <a:ln w="9525">
              <a:noFill/>
            </a:ln>
          </p:spPr>
          <p:txBody>
            <a:bodyPr>
              <a:spAutoFit/>
            </a:bodyPr>
            <a:lstStyle>
              <a:lvl1pPr marL="342900" indent="-342900" algn="l" rtl="0" eaLnBrk="0" fontAlgn="base" hangingPunct="0">
                <a:spcBef>
                  <a:spcPct val="20000"/>
                </a:spcBef>
                <a:spcAft>
                  <a:spcPct val="0"/>
                </a:spcAft>
                <a:buChar char="•"/>
                <a:defRPr sz="3200">
                  <a:solidFill>
                    <a:srgbClr val="666699"/>
                  </a:solidFill>
                  <a:latin typeface="+mn-lt"/>
                  <a:ea typeface="+mn-ea"/>
                  <a:cs typeface="+mn-cs"/>
                </a:defRPr>
              </a:lvl1pPr>
              <a:lvl2pPr marL="742950" indent="-285750" algn="l" rtl="0" eaLnBrk="0" fontAlgn="base" hangingPunct="0">
                <a:spcBef>
                  <a:spcPct val="20000"/>
                </a:spcBef>
                <a:spcAft>
                  <a:spcPct val="0"/>
                </a:spcAft>
                <a:buChar char="–"/>
                <a:defRPr sz="2800">
                  <a:solidFill>
                    <a:srgbClr val="666699"/>
                  </a:solidFill>
                  <a:latin typeface="+mn-lt"/>
                  <a:ea typeface="+mn-ea"/>
                </a:defRPr>
              </a:lvl2pPr>
              <a:lvl3pPr marL="1143000" indent="-228600" algn="l" rtl="0" eaLnBrk="0" fontAlgn="base" hangingPunct="0">
                <a:spcBef>
                  <a:spcPct val="20000"/>
                </a:spcBef>
                <a:spcAft>
                  <a:spcPct val="0"/>
                </a:spcAft>
                <a:buChar char="•"/>
                <a:defRPr sz="2400">
                  <a:solidFill>
                    <a:srgbClr val="666699"/>
                  </a:solidFill>
                  <a:latin typeface="+mn-lt"/>
                  <a:ea typeface="+mn-ea"/>
                </a:defRPr>
              </a:lvl3pPr>
              <a:lvl4pPr marL="1600200" indent="-228600" algn="l" rtl="0" eaLnBrk="0" fontAlgn="base" hangingPunct="0">
                <a:spcBef>
                  <a:spcPct val="20000"/>
                </a:spcBef>
                <a:spcAft>
                  <a:spcPct val="0"/>
                </a:spcAft>
                <a:buChar char="–"/>
                <a:defRPr sz="2000">
                  <a:solidFill>
                    <a:srgbClr val="666699"/>
                  </a:solidFill>
                  <a:latin typeface="+mn-lt"/>
                  <a:ea typeface="+mn-ea"/>
                </a:defRPr>
              </a:lvl4pPr>
              <a:lvl5pPr marL="2057400" indent="-228600" algn="l" rtl="0" eaLnBrk="0" fontAlgn="base" hangingPunct="0">
                <a:spcBef>
                  <a:spcPct val="20000"/>
                </a:spcBef>
                <a:spcAft>
                  <a:spcPct val="0"/>
                </a:spcAft>
                <a:buChar char="»"/>
                <a:defRPr sz="2000">
                  <a:solidFill>
                    <a:srgbClr val="666699"/>
                  </a:solidFill>
                  <a:latin typeface="+mn-lt"/>
                  <a:ea typeface="+mn-ea"/>
                </a:defRPr>
              </a:lvl5pPr>
            </a:lstStyle>
            <a:p>
              <a:pPr marL="0" lvl="0" indent="0" eaLnBrk="1" hangingPunct="1">
                <a:spcBef>
                  <a:spcPct val="50000"/>
                </a:spcBef>
                <a:buNone/>
              </a:pPr>
              <a:r>
                <a:rPr lang="zh-CN" altLang="en-US" sz="1800" dirty="0">
                  <a:solidFill>
                    <a:schemeClr val="tx1"/>
                  </a:solidFill>
                  <a:latin typeface="Tahoma" panose="020B0604030504040204" pitchFamily="34" charset="0"/>
                </a:rPr>
                <a:t>余数和除数异号</a:t>
              </a:r>
              <a:endParaRPr lang="zh-CN" altLang="en-US" sz="1800" dirty="0">
                <a:solidFill>
                  <a:schemeClr val="tx1"/>
                </a:solidFill>
                <a:latin typeface="Tahoma" panose="020B0604030504040204" pitchFamily="34" charset="0"/>
              </a:endParaRPr>
            </a:p>
          </p:txBody>
        </p:sp>
        <p:sp>
          <p:nvSpPr>
            <p:cNvPr id="62515" name="Text Box 51"/>
            <p:cNvSpPr txBox="1"/>
            <p:nvPr/>
          </p:nvSpPr>
          <p:spPr>
            <a:xfrm>
              <a:off x="3552" y="874"/>
              <a:ext cx="1200" cy="231"/>
            </a:xfrm>
            <a:prstGeom prst="rect">
              <a:avLst/>
            </a:prstGeom>
            <a:noFill/>
            <a:ln w="9525">
              <a:noFill/>
            </a:ln>
          </p:spPr>
          <p:txBody>
            <a:bodyPr>
              <a:spAutoFit/>
            </a:bodyPr>
            <a:lstStyle>
              <a:lvl1pPr marL="342900" indent="-342900" algn="l" rtl="0" eaLnBrk="0" fontAlgn="base" hangingPunct="0">
                <a:spcBef>
                  <a:spcPct val="20000"/>
                </a:spcBef>
                <a:spcAft>
                  <a:spcPct val="0"/>
                </a:spcAft>
                <a:buChar char="•"/>
                <a:defRPr sz="3200">
                  <a:solidFill>
                    <a:srgbClr val="666699"/>
                  </a:solidFill>
                  <a:latin typeface="+mn-lt"/>
                  <a:ea typeface="+mn-ea"/>
                  <a:cs typeface="+mn-cs"/>
                </a:defRPr>
              </a:lvl1pPr>
              <a:lvl2pPr marL="742950" indent="-285750" algn="l" rtl="0" eaLnBrk="0" fontAlgn="base" hangingPunct="0">
                <a:spcBef>
                  <a:spcPct val="20000"/>
                </a:spcBef>
                <a:spcAft>
                  <a:spcPct val="0"/>
                </a:spcAft>
                <a:buChar char="–"/>
                <a:defRPr sz="2800">
                  <a:solidFill>
                    <a:srgbClr val="666699"/>
                  </a:solidFill>
                  <a:latin typeface="+mn-lt"/>
                  <a:ea typeface="+mn-ea"/>
                </a:defRPr>
              </a:lvl2pPr>
              <a:lvl3pPr marL="1143000" indent="-228600" algn="l" rtl="0" eaLnBrk="0" fontAlgn="base" hangingPunct="0">
                <a:spcBef>
                  <a:spcPct val="20000"/>
                </a:spcBef>
                <a:spcAft>
                  <a:spcPct val="0"/>
                </a:spcAft>
                <a:buChar char="•"/>
                <a:defRPr sz="2400">
                  <a:solidFill>
                    <a:srgbClr val="666699"/>
                  </a:solidFill>
                  <a:latin typeface="+mn-lt"/>
                  <a:ea typeface="+mn-ea"/>
                </a:defRPr>
              </a:lvl3pPr>
              <a:lvl4pPr marL="1600200" indent="-228600" algn="l" rtl="0" eaLnBrk="0" fontAlgn="base" hangingPunct="0">
                <a:spcBef>
                  <a:spcPct val="20000"/>
                </a:spcBef>
                <a:spcAft>
                  <a:spcPct val="0"/>
                </a:spcAft>
                <a:buChar char="–"/>
                <a:defRPr sz="2000">
                  <a:solidFill>
                    <a:srgbClr val="666699"/>
                  </a:solidFill>
                  <a:latin typeface="+mn-lt"/>
                  <a:ea typeface="+mn-ea"/>
                </a:defRPr>
              </a:lvl4pPr>
              <a:lvl5pPr marL="2057400" indent="-228600" algn="l" rtl="0" eaLnBrk="0" fontAlgn="base" hangingPunct="0">
                <a:spcBef>
                  <a:spcPct val="20000"/>
                </a:spcBef>
                <a:spcAft>
                  <a:spcPct val="0"/>
                </a:spcAft>
                <a:buChar char="»"/>
                <a:defRPr sz="2000">
                  <a:solidFill>
                    <a:srgbClr val="666699"/>
                  </a:solidFill>
                  <a:latin typeface="+mn-lt"/>
                  <a:ea typeface="+mn-ea"/>
                </a:defRPr>
              </a:lvl5pPr>
            </a:lstStyle>
            <a:p>
              <a:pPr marL="0" lvl="0" indent="0" eaLnBrk="1" hangingPunct="1">
                <a:spcBef>
                  <a:spcPct val="50000"/>
                </a:spcBef>
                <a:buNone/>
              </a:pPr>
              <a:r>
                <a:rPr lang="zh-CN" altLang="en-US" sz="1800" dirty="0">
                  <a:solidFill>
                    <a:schemeClr val="tx1"/>
                  </a:solidFill>
                  <a:latin typeface="Tahoma" panose="020B0604030504040204" pitchFamily="34" charset="0"/>
                </a:rPr>
                <a:t>商0，左移1位</a:t>
              </a:r>
              <a:endParaRPr lang="zh-CN" altLang="en-US" sz="1800" dirty="0">
                <a:solidFill>
                  <a:schemeClr val="tx1"/>
                </a:solidFill>
                <a:latin typeface="Tahoma" panose="020B0604030504040204" pitchFamily="34" charset="0"/>
              </a:endParaRPr>
            </a:p>
          </p:txBody>
        </p:sp>
        <p:sp>
          <p:nvSpPr>
            <p:cNvPr id="62516" name="Text Box 52"/>
            <p:cNvSpPr txBox="1"/>
            <p:nvPr/>
          </p:nvSpPr>
          <p:spPr>
            <a:xfrm>
              <a:off x="3552" y="1354"/>
              <a:ext cx="1200" cy="231"/>
            </a:xfrm>
            <a:prstGeom prst="rect">
              <a:avLst/>
            </a:prstGeom>
            <a:noFill/>
            <a:ln w="9525">
              <a:noFill/>
            </a:ln>
          </p:spPr>
          <p:txBody>
            <a:bodyPr>
              <a:spAutoFit/>
            </a:bodyPr>
            <a:lstStyle>
              <a:lvl1pPr marL="342900" indent="-342900" algn="l" rtl="0" eaLnBrk="0" fontAlgn="base" hangingPunct="0">
                <a:spcBef>
                  <a:spcPct val="20000"/>
                </a:spcBef>
                <a:spcAft>
                  <a:spcPct val="0"/>
                </a:spcAft>
                <a:buChar char="•"/>
                <a:defRPr sz="3200">
                  <a:solidFill>
                    <a:srgbClr val="666699"/>
                  </a:solidFill>
                  <a:latin typeface="+mn-lt"/>
                  <a:ea typeface="+mn-ea"/>
                  <a:cs typeface="+mn-cs"/>
                </a:defRPr>
              </a:lvl1pPr>
              <a:lvl2pPr marL="742950" indent="-285750" algn="l" rtl="0" eaLnBrk="0" fontAlgn="base" hangingPunct="0">
                <a:spcBef>
                  <a:spcPct val="20000"/>
                </a:spcBef>
                <a:spcAft>
                  <a:spcPct val="0"/>
                </a:spcAft>
                <a:buChar char="–"/>
                <a:defRPr sz="2800">
                  <a:solidFill>
                    <a:srgbClr val="666699"/>
                  </a:solidFill>
                  <a:latin typeface="+mn-lt"/>
                  <a:ea typeface="+mn-ea"/>
                </a:defRPr>
              </a:lvl2pPr>
              <a:lvl3pPr marL="1143000" indent="-228600" algn="l" rtl="0" eaLnBrk="0" fontAlgn="base" hangingPunct="0">
                <a:spcBef>
                  <a:spcPct val="20000"/>
                </a:spcBef>
                <a:spcAft>
                  <a:spcPct val="0"/>
                </a:spcAft>
                <a:buChar char="•"/>
                <a:defRPr sz="2400">
                  <a:solidFill>
                    <a:srgbClr val="666699"/>
                  </a:solidFill>
                  <a:latin typeface="+mn-lt"/>
                  <a:ea typeface="+mn-ea"/>
                </a:defRPr>
              </a:lvl3pPr>
              <a:lvl4pPr marL="1600200" indent="-228600" algn="l" rtl="0" eaLnBrk="0" fontAlgn="base" hangingPunct="0">
                <a:spcBef>
                  <a:spcPct val="20000"/>
                </a:spcBef>
                <a:spcAft>
                  <a:spcPct val="0"/>
                </a:spcAft>
                <a:buChar char="–"/>
                <a:defRPr sz="2000">
                  <a:solidFill>
                    <a:srgbClr val="666699"/>
                  </a:solidFill>
                  <a:latin typeface="+mn-lt"/>
                  <a:ea typeface="+mn-ea"/>
                </a:defRPr>
              </a:lvl4pPr>
              <a:lvl5pPr marL="2057400" indent="-228600" algn="l" rtl="0" eaLnBrk="0" fontAlgn="base" hangingPunct="0">
                <a:spcBef>
                  <a:spcPct val="20000"/>
                </a:spcBef>
                <a:spcAft>
                  <a:spcPct val="0"/>
                </a:spcAft>
                <a:buChar char="»"/>
                <a:defRPr sz="2000">
                  <a:solidFill>
                    <a:srgbClr val="666699"/>
                  </a:solidFill>
                  <a:latin typeface="+mn-lt"/>
                  <a:ea typeface="+mn-ea"/>
                </a:defRPr>
              </a:lvl5pPr>
            </a:lstStyle>
            <a:p>
              <a:pPr marL="0" lvl="0" indent="0" eaLnBrk="1" hangingPunct="1">
                <a:spcBef>
                  <a:spcPct val="50000"/>
                </a:spcBef>
                <a:buNone/>
              </a:pPr>
              <a:r>
                <a:rPr lang="zh-CN" altLang="en-US" sz="1800" dirty="0">
                  <a:solidFill>
                    <a:schemeClr val="tx1"/>
                  </a:solidFill>
                  <a:latin typeface="Tahoma" panose="020B0604030504040204" pitchFamily="34" charset="0"/>
                </a:rPr>
                <a:t>商1，左移1位</a:t>
              </a:r>
              <a:endParaRPr lang="zh-CN" altLang="en-US" sz="1800" dirty="0">
                <a:solidFill>
                  <a:schemeClr val="tx1"/>
                </a:solidFill>
                <a:latin typeface="Tahoma" panose="020B0604030504040204" pitchFamily="34" charset="0"/>
              </a:endParaRPr>
            </a:p>
          </p:txBody>
        </p:sp>
        <p:sp>
          <p:nvSpPr>
            <p:cNvPr id="62517" name="Text Box 53"/>
            <p:cNvSpPr txBox="1"/>
            <p:nvPr/>
          </p:nvSpPr>
          <p:spPr>
            <a:xfrm>
              <a:off x="3552" y="1786"/>
              <a:ext cx="1200" cy="231"/>
            </a:xfrm>
            <a:prstGeom prst="rect">
              <a:avLst/>
            </a:prstGeom>
            <a:noFill/>
            <a:ln w="9525">
              <a:noFill/>
            </a:ln>
          </p:spPr>
          <p:txBody>
            <a:bodyPr>
              <a:spAutoFit/>
            </a:bodyPr>
            <a:lstStyle>
              <a:lvl1pPr marL="342900" indent="-342900" algn="l" rtl="0" eaLnBrk="0" fontAlgn="base" hangingPunct="0">
                <a:spcBef>
                  <a:spcPct val="20000"/>
                </a:spcBef>
                <a:spcAft>
                  <a:spcPct val="0"/>
                </a:spcAft>
                <a:buChar char="•"/>
                <a:defRPr sz="3200">
                  <a:solidFill>
                    <a:srgbClr val="666699"/>
                  </a:solidFill>
                  <a:latin typeface="+mn-lt"/>
                  <a:ea typeface="+mn-ea"/>
                  <a:cs typeface="+mn-cs"/>
                </a:defRPr>
              </a:lvl1pPr>
              <a:lvl2pPr marL="742950" indent="-285750" algn="l" rtl="0" eaLnBrk="0" fontAlgn="base" hangingPunct="0">
                <a:spcBef>
                  <a:spcPct val="20000"/>
                </a:spcBef>
                <a:spcAft>
                  <a:spcPct val="0"/>
                </a:spcAft>
                <a:buChar char="–"/>
                <a:defRPr sz="2800">
                  <a:solidFill>
                    <a:srgbClr val="666699"/>
                  </a:solidFill>
                  <a:latin typeface="+mn-lt"/>
                  <a:ea typeface="+mn-ea"/>
                </a:defRPr>
              </a:lvl2pPr>
              <a:lvl3pPr marL="1143000" indent="-228600" algn="l" rtl="0" eaLnBrk="0" fontAlgn="base" hangingPunct="0">
                <a:spcBef>
                  <a:spcPct val="20000"/>
                </a:spcBef>
                <a:spcAft>
                  <a:spcPct val="0"/>
                </a:spcAft>
                <a:buChar char="•"/>
                <a:defRPr sz="2400">
                  <a:solidFill>
                    <a:srgbClr val="666699"/>
                  </a:solidFill>
                  <a:latin typeface="+mn-lt"/>
                  <a:ea typeface="+mn-ea"/>
                </a:defRPr>
              </a:lvl3pPr>
              <a:lvl4pPr marL="1600200" indent="-228600" algn="l" rtl="0" eaLnBrk="0" fontAlgn="base" hangingPunct="0">
                <a:spcBef>
                  <a:spcPct val="20000"/>
                </a:spcBef>
                <a:spcAft>
                  <a:spcPct val="0"/>
                </a:spcAft>
                <a:buChar char="–"/>
                <a:defRPr sz="2000">
                  <a:solidFill>
                    <a:srgbClr val="666699"/>
                  </a:solidFill>
                  <a:latin typeface="+mn-lt"/>
                  <a:ea typeface="+mn-ea"/>
                </a:defRPr>
              </a:lvl4pPr>
              <a:lvl5pPr marL="2057400" indent="-228600" algn="l" rtl="0" eaLnBrk="0" fontAlgn="base" hangingPunct="0">
                <a:spcBef>
                  <a:spcPct val="20000"/>
                </a:spcBef>
                <a:spcAft>
                  <a:spcPct val="0"/>
                </a:spcAft>
                <a:buChar char="»"/>
                <a:defRPr sz="2000">
                  <a:solidFill>
                    <a:srgbClr val="666699"/>
                  </a:solidFill>
                  <a:latin typeface="+mn-lt"/>
                  <a:ea typeface="+mn-ea"/>
                </a:defRPr>
              </a:lvl5pPr>
            </a:lstStyle>
            <a:p>
              <a:pPr marL="0" lvl="0" indent="0" eaLnBrk="1" hangingPunct="1">
                <a:spcBef>
                  <a:spcPct val="50000"/>
                </a:spcBef>
                <a:buNone/>
              </a:pPr>
              <a:r>
                <a:rPr lang="zh-CN" altLang="en-US" sz="1800" dirty="0">
                  <a:solidFill>
                    <a:schemeClr val="tx1"/>
                  </a:solidFill>
                  <a:latin typeface="Tahoma" panose="020B0604030504040204" pitchFamily="34" charset="0"/>
                </a:rPr>
                <a:t>商0，左移1位</a:t>
              </a:r>
              <a:endParaRPr lang="zh-CN" altLang="en-US" sz="1800" dirty="0">
                <a:solidFill>
                  <a:schemeClr val="tx1"/>
                </a:solidFill>
                <a:latin typeface="Tahoma" panose="020B0604030504040204" pitchFamily="34" charset="0"/>
              </a:endParaRPr>
            </a:p>
          </p:txBody>
        </p:sp>
        <p:sp>
          <p:nvSpPr>
            <p:cNvPr id="62518" name="Text Box 54"/>
            <p:cNvSpPr txBox="1"/>
            <p:nvPr/>
          </p:nvSpPr>
          <p:spPr>
            <a:xfrm>
              <a:off x="3552" y="2266"/>
              <a:ext cx="1200" cy="231"/>
            </a:xfrm>
            <a:prstGeom prst="rect">
              <a:avLst/>
            </a:prstGeom>
            <a:noFill/>
            <a:ln w="9525">
              <a:noFill/>
            </a:ln>
          </p:spPr>
          <p:txBody>
            <a:bodyPr>
              <a:spAutoFit/>
            </a:bodyPr>
            <a:lstStyle>
              <a:lvl1pPr marL="342900" indent="-342900" algn="l" rtl="0" eaLnBrk="0" fontAlgn="base" hangingPunct="0">
                <a:spcBef>
                  <a:spcPct val="20000"/>
                </a:spcBef>
                <a:spcAft>
                  <a:spcPct val="0"/>
                </a:spcAft>
                <a:buChar char="•"/>
                <a:defRPr sz="3200">
                  <a:solidFill>
                    <a:srgbClr val="666699"/>
                  </a:solidFill>
                  <a:latin typeface="+mn-lt"/>
                  <a:ea typeface="+mn-ea"/>
                  <a:cs typeface="+mn-cs"/>
                </a:defRPr>
              </a:lvl1pPr>
              <a:lvl2pPr marL="742950" indent="-285750" algn="l" rtl="0" eaLnBrk="0" fontAlgn="base" hangingPunct="0">
                <a:spcBef>
                  <a:spcPct val="20000"/>
                </a:spcBef>
                <a:spcAft>
                  <a:spcPct val="0"/>
                </a:spcAft>
                <a:buChar char="–"/>
                <a:defRPr sz="2800">
                  <a:solidFill>
                    <a:srgbClr val="666699"/>
                  </a:solidFill>
                  <a:latin typeface="+mn-lt"/>
                  <a:ea typeface="+mn-ea"/>
                </a:defRPr>
              </a:lvl2pPr>
              <a:lvl3pPr marL="1143000" indent="-228600" algn="l" rtl="0" eaLnBrk="0" fontAlgn="base" hangingPunct="0">
                <a:spcBef>
                  <a:spcPct val="20000"/>
                </a:spcBef>
                <a:spcAft>
                  <a:spcPct val="0"/>
                </a:spcAft>
                <a:buChar char="•"/>
                <a:defRPr sz="2400">
                  <a:solidFill>
                    <a:srgbClr val="666699"/>
                  </a:solidFill>
                  <a:latin typeface="+mn-lt"/>
                  <a:ea typeface="+mn-ea"/>
                </a:defRPr>
              </a:lvl3pPr>
              <a:lvl4pPr marL="1600200" indent="-228600" algn="l" rtl="0" eaLnBrk="0" fontAlgn="base" hangingPunct="0">
                <a:spcBef>
                  <a:spcPct val="20000"/>
                </a:spcBef>
                <a:spcAft>
                  <a:spcPct val="0"/>
                </a:spcAft>
                <a:buChar char="–"/>
                <a:defRPr sz="2000">
                  <a:solidFill>
                    <a:srgbClr val="666699"/>
                  </a:solidFill>
                  <a:latin typeface="+mn-lt"/>
                  <a:ea typeface="+mn-ea"/>
                </a:defRPr>
              </a:lvl4pPr>
              <a:lvl5pPr marL="2057400" indent="-228600" algn="l" rtl="0" eaLnBrk="0" fontAlgn="base" hangingPunct="0">
                <a:spcBef>
                  <a:spcPct val="20000"/>
                </a:spcBef>
                <a:spcAft>
                  <a:spcPct val="0"/>
                </a:spcAft>
                <a:buChar char="»"/>
                <a:defRPr sz="2000">
                  <a:solidFill>
                    <a:srgbClr val="666699"/>
                  </a:solidFill>
                  <a:latin typeface="+mn-lt"/>
                  <a:ea typeface="+mn-ea"/>
                </a:defRPr>
              </a:lvl5pPr>
            </a:lstStyle>
            <a:p>
              <a:pPr marL="0" lvl="0" indent="0" eaLnBrk="1" hangingPunct="1">
                <a:spcBef>
                  <a:spcPct val="50000"/>
                </a:spcBef>
                <a:buNone/>
              </a:pPr>
              <a:r>
                <a:rPr lang="zh-CN" altLang="en-US" sz="1800" dirty="0">
                  <a:solidFill>
                    <a:schemeClr val="tx1"/>
                  </a:solidFill>
                  <a:latin typeface="Tahoma" panose="020B0604030504040204" pitchFamily="34" charset="0"/>
                </a:rPr>
                <a:t>商0</a:t>
              </a:r>
              <a:endParaRPr lang="zh-CN" altLang="en-US" sz="1800" dirty="0">
                <a:solidFill>
                  <a:schemeClr val="tx1"/>
                </a:solidFill>
                <a:latin typeface="Tahoma" panose="020B0604030504040204" pitchFamily="34" charset="0"/>
              </a:endParaRPr>
            </a:p>
          </p:txBody>
        </p:sp>
        <p:sp>
          <p:nvSpPr>
            <p:cNvPr id="62519" name="Text Box 55"/>
            <p:cNvSpPr txBox="1"/>
            <p:nvPr/>
          </p:nvSpPr>
          <p:spPr>
            <a:xfrm>
              <a:off x="3552" y="442"/>
              <a:ext cx="1200" cy="231"/>
            </a:xfrm>
            <a:prstGeom prst="rect">
              <a:avLst/>
            </a:prstGeom>
            <a:noFill/>
            <a:ln w="9525">
              <a:noFill/>
            </a:ln>
          </p:spPr>
          <p:txBody>
            <a:bodyPr>
              <a:spAutoFit/>
            </a:bodyPr>
            <a:lstStyle>
              <a:lvl1pPr marL="342900" indent="-342900" algn="l" rtl="0" eaLnBrk="0" fontAlgn="base" hangingPunct="0">
                <a:spcBef>
                  <a:spcPct val="20000"/>
                </a:spcBef>
                <a:spcAft>
                  <a:spcPct val="0"/>
                </a:spcAft>
                <a:buChar char="•"/>
                <a:defRPr sz="3200">
                  <a:solidFill>
                    <a:srgbClr val="666699"/>
                  </a:solidFill>
                  <a:latin typeface="+mn-lt"/>
                  <a:ea typeface="+mn-ea"/>
                  <a:cs typeface="+mn-cs"/>
                </a:defRPr>
              </a:lvl1pPr>
              <a:lvl2pPr marL="742950" indent="-285750" algn="l" rtl="0" eaLnBrk="0" fontAlgn="base" hangingPunct="0">
                <a:spcBef>
                  <a:spcPct val="20000"/>
                </a:spcBef>
                <a:spcAft>
                  <a:spcPct val="0"/>
                </a:spcAft>
                <a:buChar char="–"/>
                <a:defRPr sz="2800">
                  <a:solidFill>
                    <a:srgbClr val="666699"/>
                  </a:solidFill>
                  <a:latin typeface="+mn-lt"/>
                  <a:ea typeface="+mn-ea"/>
                </a:defRPr>
              </a:lvl2pPr>
              <a:lvl3pPr marL="1143000" indent="-228600" algn="l" rtl="0" eaLnBrk="0" fontAlgn="base" hangingPunct="0">
                <a:spcBef>
                  <a:spcPct val="20000"/>
                </a:spcBef>
                <a:spcAft>
                  <a:spcPct val="0"/>
                </a:spcAft>
                <a:buChar char="•"/>
                <a:defRPr sz="2400">
                  <a:solidFill>
                    <a:srgbClr val="666699"/>
                  </a:solidFill>
                  <a:latin typeface="+mn-lt"/>
                  <a:ea typeface="+mn-ea"/>
                </a:defRPr>
              </a:lvl3pPr>
              <a:lvl4pPr marL="1600200" indent="-228600" algn="l" rtl="0" eaLnBrk="0" fontAlgn="base" hangingPunct="0">
                <a:spcBef>
                  <a:spcPct val="20000"/>
                </a:spcBef>
                <a:spcAft>
                  <a:spcPct val="0"/>
                </a:spcAft>
                <a:buChar char="–"/>
                <a:defRPr sz="2000">
                  <a:solidFill>
                    <a:srgbClr val="666699"/>
                  </a:solidFill>
                  <a:latin typeface="+mn-lt"/>
                  <a:ea typeface="+mn-ea"/>
                </a:defRPr>
              </a:lvl4pPr>
              <a:lvl5pPr marL="2057400" indent="-228600" algn="l" rtl="0" eaLnBrk="0" fontAlgn="base" hangingPunct="0">
                <a:spcBef>
                  <a:spcPct val="20000"/>
                </a:spcBef>
                <a:spcAft>
                  <a:spcPct val="0"/>
                </a:spcAft>
                <a:buChar char="»"/>
                <a:defRPr sz="2000">
                  <a:solidFill>
                    <a:srgbClr val="666699"/>
                  </a:solidFill>
                  <a:latin typeface="+mn-lt"/>
                  <a:ea typeface="+mn-ea"/>
                </a:defRPr>
              </a:lvl5pPr>
            </a:lstStyle>
            <a:p>
              <a:pPr marL="0" lvl="0" indent="0" eaLnBrk="1" hangingPunct="1">
                <a:spcBef>
                  <a:spcPct val="50000"/>
                </a:spcBef>
                <a:buNone/>
              </a:pPr>
              <a:r>
                <a:rPr lang="zh-CN" altLang="en-US" sz="1800" dirty="0">
                  <a:solidFill>
                    <a:schemeClr val="tx1"/>
                  </a:solidFill>
                  <a:latin typeface="Tahoma" panose="020B0604030504040204" pitchFamily="34" charset="0"/>
                </a:rPr>
                <a:t>商1，左移1位</a:t>
              </a:r>
              <a:endParaRPr lang="zh-CN" altLang="en-US" sz="1800" dirty="0">
                <a:solidFill>
                  <a:schemeClr val="tx1"/>
                </a:solidFill>
                <a:latin typeface="Tahoma" panose="020B0604030504040204" pitchFamily="34" charset="0"/>
              </a:endParaRPr>
            </a:p>
          </p:txBody>
        </p:sp>
      </p:gr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3490" name="Rectangle 2"/>
          <p:cNvSpPr>
            <a:spLocks noGrp="1"/>
          </p:cNvSpPr>
          <p:nvPr>
            <p:ph type="title"/>
          </p:nvPr>
        </p:nvSpPr>
        <p:spPr>
          <a:xfrm>
            <a:off x="179388" y="549275"/>
            <a:ext cx="7772400" cy="838200"/>
          </a:xfrm>
          <a:ln/>
        </p:spPr>
        <p:txBody>
          <a:bodyPr vert="horz" wrap="square" lIns="91440" tIns="45720" rIns="91440" bIns="45720" anchor="ctr" anchorCtr="0"/>
          <a:p>
            <a:pPr algn="l" eaLnBrk="1" hangingPunct="1"/>
            <a:r>
              <a:rPr lang="zh-CN" altLang="en-US" dirty="0"/>
              <a:t>定点补码除法运算例3续：</a:t>
            </a:r>
            <a:endParaRPr lang="zh-CN" altLang="en-US" dirty="0"/>
          </a:p>
        </p:txBody>
      </p:sp>
      <p:sp>
        <p:nvSpPr>
          <p:cNvPr id="63491" name="Rectangle 3"/>
          <p:cNvSpPr>
            <a:spLocks noGrp="1"/>
          </p:cNvSpPr>
          <p:nvPr>
            <p:ph type="body"/>
          </p:nvPr>
        </p:nvSpPr>
        <p:spPr>
          <a:xfrm>
            <a:off x="1331913" y="4149725"/>
            <a:ext cx="5689600" cy="1257300"/>
          </a:xfrm>
          <a:ln/>
        </p:spPr>
        <p:txBody>
          <a:bodyPr vert="horz" wrap="square" lIns="91440" tIns="45720" rIns="91440" bIns="45720" anchor="t" anchorCtr="0"/>
          <a:p>
            <a:pPr eaLnBrk="1" hangingPunct="1">
              <a:buNone/>
            </a:pPr>
            <a:r>
              <a:rPr lang="zh-CN" altLang="en-US" b="1" dirty="0">
                <a:solidFill>
                  <a:srgbClr val="0000FF"/>
                </a:solidFill>
              </a:rPr>
              <a:t>即：[Q]</a:t>
            </a:r>
            <a:r>
              <a:rPr lang="zh-CN" altLang="en-US" sz="2400" b="1" baseline="-25000" dirty="0">
                <a:solidFill>
                  <a:srgbClr val="0000FF"/>
                </a:solidFill>
                <a:latin typeface="Tahoma" panose="020B0604030504040204" pitchFamily="34" charset="0"/>
              </a:rPr>
              <a:t>补</a:t>
            </a:r>
            <a:r>
              <a:rPr lang="zh-CN" altLang="en-US" b="1" dirty="0">
                <a:solidFill>
                  <a:srgbClr val="0000FF"/>
                </a:solidFill>
              </a:rPr>
              <a:t>=1. 0101</a:t>
            </a:r>
            <a:endParaRPr lang="zh-CN" altLang="en-US" b="1" dirty="0">
              <a:solidFill>
                <a:srgbClr val="0000FF"/>
              </a:solidFill>
            </a:endParaRPr>
          </a:p>
          <a:p>
            <a:pPr eaLnBrk="1" hangingPunct="1">
              <a:buNone/>
            </a:pPr>
            <a:r>
              <a:rPr lang="zh-CN" altLang="en-US" b="1" dirty="0">
                <a:solidFill>
                  <a:srgbClr val="0000FF"/>
                </a:solidFill>
              </a:rPr>
              <a:t>        [R]</a:t>
            </a:r>
            <a:r>
              <a:rPr lang="zh-CN" altLang="en-US" sz="2400" b="1" baseline="-25000" dirty="0">
                <a:solidFill>
                  <a:srgbClr val="0000FF"/>
                </a:solidFill>
                <a:latin typeface="Tahoma" panose="020B0604030504040204" pitchFamily="34" charset="0"/>
              </a:rPr>
              <a:t>补</a:t>
            </a:r>
            <a:r>
              <a:rPr lang="zh-CN" altLang="en-US" b="1" dirty="0">
                <a:solidFill>
                  <a:srgbClr val="0000FF"/>
                </a:solidFill>
              </a:rPr>
              <a:t>=0.0001×2</a:t>
            </a:r>
            <a:r>
              <a:rPr lang="zh-CN" altLang="en-US" b="1" baseline="30000" dirty="0">
                <a:solidFill>
                  <a:srgbClr val="0000FF"/>
                </a:solidFill>
              </a:rPr>
              <a:t>-4</a:t>
            </a:r>
            <a:endParaRPr lang="zh-CN" altLang="en-US" b="1" baseline="30000" dirty="0">
              <a:solidFill>
                <a:srgbClr val="0000FF"/>
              </a:solidFill>
            </a:endParaRPr>
          </a:p>
        </p:txBody>
      </p:sp>
      <p:sp>
        <p:nvSpPr>
          <p:cNvPr id="63492" name="Text Box 4"/>
          <p:cNvSpPr txBox="1"/>
          <p:nvPr/>
        </p:nvSpPr>
        <p:spPr>
          <a:xfrm>
            <a:off x="990600" y="1828800"/>
            <a:ext cx="7831138" cy="2459038"/>
          </a:xfrm>
          <a:prstGeom prst="rect">
            <a:avLst/>
          </a:prstGeom>
          <a:noFill/>
          <a:ln w="9525">
            <a:noFill/>
          </a:ln>
        </p:spPr>
        <p:txBody>
          <a:bodyPr>
            <a:spAutoFit/>
          </a:bodyPr>
          <a:lstStyle>
            <a:lvl1pPr marL="342900" indent="-342900" algn="l" rtl="0" eaLnBrk="0" fontAlgn="base" hangingPunct="0">
              <a:spcBef>
                <a:spcPct val="20000"/>
              </a:spcBef>
              <a:spcAft>
                <a:spcPct val="0"/>
              </a:spcAft>
              <a:buChar char="•"/>
              <a:defRPr sz="3200">
                <a:solidFill>
                  <a:srgbClr val="666699"/>
                </a:solidFill>
                <a:latin typeface="+mn-lt"/>
                <a:ea typeface="+mn-ea"/>
                <a:cs typeface="+mn-cs"/>
              </a:defRPr>
            </a:lvl1pPr>
            <a:lvl2pPr marL="742950" indent="-285750" algn="l" rtl="0" eaLnBrk="0" fontAlgn="base" hangingPunct="0">
              <a:spcBef>
                <a:spcPct val="20000"/>
              </a:spcBef>
              <a:spcAft>
                <a:spcPct val="0"/>
              </a:spcAft>
              <a:buChar char="–"/>
              <a:defRPr sz="2800">
                <a:solidFill>
                  <a:srgbClr val="666699"/>
                </a:solidFill>
                <a:latin typeface="+mn-lt"/>
                <a:ea typeface="+mn-ea"/>
              </a:defRPr>
            </a:lvl2pPr>
            <a:lvl3pPr marL="1143000" indent="-228600" algn="l" rtl="0" eaLnBrk="0" fontAlgn="base" hangingPunct="0">
              <a:spcBef>
                <a:spcPct val="20000"/>
              </a:spcBef>
              <a:spcAft>
                <a:spcPct val="0"/>
              </a:spcAft>
              <a:buChar char="•"/>
              <a:defRPr sz="2400">
                <a:solidFill>
                  <a:srgbClr val="666699"/>
                </a:solidFill>
                <a:latin typeface="+mn-lt"/>
                <a:ea typeface="+mn-ea"/>
              </a:defRPr>
            </a:lvl3pPr>
            <a:lvl4pPr marL="1600200" indent="-228600" algn="l" rtl="0" eaLnBrk="0" fontAlgn="base" hangingPunct="0">
              <a:spcBef>
                <a:spcPct val="20000"/>
              </a:spcBef>
              <a:spcAft>
                <a:spcPct val="0"/>
              </a:spcAft>
              <a:buChar char="–"/>
              <a:defRPr sz="2000">
                <a:solidFill>
                  <a:srgbClr val="666699"/>
                </a:solidFill>
                <a:latin typeface="+mn-lt"/>
                <a:ea typeface="+mn-ea"/>
              </a:defRPr>
            </a:lvl4pPr>
            <a:lvl5pPr marL="2057400" indent="-228600" algn="l" rtl="0" eaLnBrk="0" fontAlgn="base" hangingPunct="0">
              <a:spcBef>
                <a:spcPct val="20000"/>
              </a:spcBef>
              <a:spcAft>
                <a:spcPct val="0"/>
              </a:spcAft>
              <a:buChar char="»"/>
              <a:defRPr sz="2000">
                <a:solidFill>
                  <a:srgbClr val="666699"/>
                </a:solidFill>
                <a:latin typeface="+mn-lt"/>
                <a:ea typeface="+mn-ea"/>
              </a:defRPr>
            </a:lvl5pPr>
          </a:lstStyle>
          <a:p>
            <a:pPr marL="0" lvl="0" indent="0" eaLnBrk="1" hangingPunct="1">
              <a:spcBef>
                <a:spcPct val="50000"/>
              </a:spcBef>
              <a:buNone/>
            </a:pPr>
            <a:r>
              <a:rPr lang="zh-CN" altLang="en-US" sz="2400" b="1" dirty="0">
                <a:solidFill>
                  <a:schemeClr val="tx1"/>
                </a:solidFill>
                <a:latin typeface="Tahoma" panose="020B0604030504040204" pitchFamily="34" charset="0"/>
              </a:rPr>
              <a:t>结果:</a:t>
            </a:r>
            <a:endParaRPr lang="zh-CN" altLang="en-US" sz="2400" b="1" dirty="0">
              <a:solidFill>
                <a:schemeClr val="tx1"/>
              </a:solidFill>
              <a:latin typeface="Tahoma" panose="020B0604030504040204" pitchFamily="34" charset="0"/>
            </a:endParaRPr>
          </a:p>
          <a:p>
            <a:pPr marL="0" lvl="0" indent="0" eaLnBrk="1" hangingPunct="1">
              <a:spcBef>
                <a:spcPct val="50000"/>
              </a:spcBef>
              <a:buNone/>
            </a:pPr>
            <a:r>
              <a:rPr lang="zh-CN" altLang="en-US" sz="2400" dirty="0">
                <a:solidFill>
                  <a:schemeClr val="tx1"/>
                </a:solidFill>
                <a:latin typeface="Tahoma" panose="020B0604030504040204" pitchFamily="34" charset="0"/>
              </a:rPr>
              <a:t>不能除尽，商为负，需校正：</a:t>
            </a:r>
            <a:endParaRPr lang="zh-CN" altLang="en-US" sz="2400" dirty="0">
              <a:solidFill>
                <a:schemeClr val="tx1"/>
              </a:solidFill>
              <a:latin typeface="Tahoma" panose="020B0604030504040204" pitchFamily="34" charset="0"/>
            </a:endParaRPr>
          </a:p>
          <a:p>
            <a:pPr marL="0" lvl="0" indent="0" eaLnBrk="1" hangingPunct="1">
              <a:spcBef>
                <a:spcPct val="50000"/>
              </a:spcBef>
              <a:buNone/>
            </a:pPr>
            <a:r>
              <a:rPr lang="zh-CN" altLang="en-US" sz="2400" dirty="0">
                <a:solidFill>
                  <a:schemeClr val="tx1"/>
                </a:solidFill>
                <a:latin typeface="Tahoma" panose="020B0604030504040204" pitchFamily="34" charset="0"/>
              </a:rPr>
              <a:t>（x/y）</a:t>
            </a:r>
            <a:r>
              <a:rPr lang="zh-CN" altLang="en-US" sz="2400" baseline="-25000" dirty="0">
                <a:solidFill>
                  <a:schemeClr val="tx1"/>
                </a:solidFill>
                <a:latin typeface="Tahoma" panose="020B0604030504040204" pitchFamily="34" charset="0"/>
              </a:rPr>
              <a:t>补</a:t>
            </a:r>
            <a:r>
              <a:rPr lang="zh-CN" altLang="en-US" sz="2400" dirty="0">
                <a:solidFill>
                  <a:schemeClr val="tx1"/>
                </a:solidFill>
                <a:latin typeface="Tahoma" panose="020B0604030504040204" pitchFamily="34" charset="0"/>
              </a:rPr>
              <a:t>=1.0100+0.0001=1.0101</a:t>
            </a:r>
            <a:endParaRPr lang="zh-CN" altLang="en-US" sz="2400" dirty="0">
              <a:solidFill>
                <a:schemeClr val="tx1"/>
              </a:solidFill>
              <a:latin typeface="Tahoma" panose="020B0604030504040204" pitchFamily="34" charset="0"/>
            </a:endParaRPr>
          </a:p>
          <a:p>
            <a:pPr marL="0" lvl="0" indent="0" eaLnBrk="1" hangingPunct="1">
              <a:spcBef>
                <a:spcPct val="50000"/>
              </a:spcBef>
              <a:buNone/>
            </a:pPr>
            <a:r>
              <a:rPr lang="zh-CN" altLang="en-US" sz="2400" dirty="0">
                <a:solidFill>
                  <a:schemeClr val="tx1"/>
                </a:solidFill>
                <a:latin typeface="Tahoma" panose="020B0604030504040204" pitchFamily="34" charset="0"/>
              </a:rPr>
              <a:t>余数与被除数同号，不需校正</a:t>
            </a:r>
            <a:endParaRPr lang="zh-CN" altLang="en-US" sz="2400" dirty="0">
              <a:solidFill>
                <a:schemeClr val="tx1"/>
              </a:solidFill>
              <a:latin typeface="Tahoma" panose="020B0604030504040204" pitchFamily="34" charset="0"/>
            </a:endParaRPr>
          </a:p>
          <a:p>
            <a:pPr marL="0" lvl="0" indent="0" eaLnBrk="1" hangingPunct="1">
              <a:spcBef>
                <a:spcPct val="50000"/>
              </a:spcBef>
              <a:buNone/>
            </a:pPr>
            <a:endParaRPr lang="zh-CN" altLang="en-US" sz="2400" baseline="30000" dirty="0">
              <a:solidFill>
                <a:schemeClr val="tx1"/>
              </a:solidFill>
              <a:latin typeface="Tahoma" panose="020B0604030504040204" pitchFamily="34"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6" presetClass="entr" presetSubtype="37" fill="hold" nodeType="afterEffect">
                                  <p:stCondLst>
                                    <p:cond delay="0"/>
                                  </p:stCondLst>
                                  <p:childTnLst>
                                    <p:set>
                                      <p:cBhvr>
                                        <p:cTn id="6" dur="1" fill="hold">
                                          <p:stCondLst>
                                            <p:cond delay="0"/>
                                          </p:stCondLst>
                                        </p:cTn>
                                        <p:tgtEl>
                                          <p:spTgt spid="63492"/>
                                        </p:tgtEl>
                                        <p:attrNameLst>
                                          <p:attrName>style.visibility</p:attrName>
                                        </p:attrNameLst>
                                      </p:cBhvr>
                                      <p:to>
                                        <p:strVal val="visible"/>
                                      </p:to>
                                    </p:set>
                                    <p:animEffect transition="in" filter="barn(outVertical)">
                                      <p:cBhvr>
                                        <p:cTn id="7" dur="500"/>
                                        <p:tgtEl>
                                          <p:spTgt spid="63492"/>
                                        </p:tgtEl>
                                      </p:cBhvr>
                                    </p:animEffect>
                                  </p:childTnLst>
                                </p:cTn>
                              </p:par>
                            </p:childTnLst>
                          </p:cTn>
                        </p:par>
                      </p:childTnLst>
                    </p:cTn>
                  </p:par>
                  <p:par>
                    <p:cTn id="8" fill="hold">
                      <p:stCondLst>
                        <p:cond delay="indefinite"/>
                      </p:stCondLst>
                      <p:childTnLst>
                        <p:par>
                          <p:cTn id="9" fill="hold">
                            <p:stCondLst>
                              <p:cond delay="0"/>
                            </p:stCondLst>
                            <p:childTnLst>
                              <p:par>
                                <p:cTn id="10" presetID="1" presetClass="entr" presetSubtype="0" fill="hold" nodeType="clickEffect">
                                  <p:stCondLst>
                                    <p:cond delay="0"/>
                                  </p:stCondLst>
                                  <p:childTnLst>
                                    <p:set>
                                      <p:cBhvr>
                                        <p:cTn id="11" dur="1" fill="hold">
                                          <p:stCondLst>
                                            <p:cond delay="0"/>
                                          </p:stCondLst>
                                        </p:cTn>
                                        <p:tgtEl>
                                          <p:spTgt spid="63491">
                                            <p:txEl>
                                              <p:charRg st="0" end="15"/>
                                            </p:txEl>
                                          </p:spTgt>
                                        </p:tgtEl>
                                        <p:attrNameLst>
                                          <p:attrName>style.visibility</p:attrName>
                                        </p:attrNameLst>
                                      </p:cBhvr>
                                      <p:to>
                                        <p:strVal val="visible"/>
                                      </p:to>
                                    </p:set>
                                  </p:childTnLst>
                                </p:cTn>
                              </p:par>
                            </p:childTnLst>
                          </p:cTn>
                        </p:par>
                      </p:childTnLst>
                    </p:cTn>
                  </p:par>
                  <p:par>
                    <p:cTn id="12" fill="hold">
                      <p:stCondLst>
                        <p:cond delay="indefinite"/>
                      </p:stCondLst>
                      <p:childTnLst>
                        <p:par>
                          <p:cTn id="13" fill="hold">
                            <p:stCondLst>
                              <p:cond delay="0"/>
                            </p:stCondLst>
                            <p:childTnLst>
                              <p:par>
                                <p:cTn id="14" presetID="1" presetClass="entr" presetSubtype="0" fill="hold" nodeType="clickEffect">
                                  <p:stCondLst>
                                    <p:cond delay="0"/>
                                  </p:stCondLst>
                                  <p:childTnLst>
                                    <p:set>
                                      <p:cBhvr>
                                        <p:cTn id="15" dur="1" fill="hold">
                                          <p:stCondLst>
                                            <p:cond delay="0"/>
                                          </p:stCondLst>
                                        </p:cTn>
                                        <p:tgtEl>
                                          <p:spTgt spid="63491">
                                            <p:txEl>
                                              <p:charRg st="15" end="3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3491" grpId="0" build="p"/>
      <p:bldP spid="63492" grpId="0"/>
    </p:bld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4514" name="Rectangle 2"/>
          <p:cNvSpPr>
            <a:spLocks noGrp="1"/>
          </p:cNvSpPr>
          <p:nvPr>
            <p:ph type="title"/>
          </p:nvPr>
        </p:nvSpPr>
        <p:spPr>
          <a:xfrm>
            <a:off x="685800" y="476250"/>
            <a:ext cx="7772400" cy="838200"/>
          </a:xfrm>
          <a:ln/>
        </p:spPr>
        <p:txBody>
          <a:bodyPr vert="horz" wrap="square" lIns="91440" tIns="45720" rIns="91440" bIns="45720" anchor="ctr" anchorCtr="0"/>
          <a:p>
            <a:pPr eaLnBrk="1" hangingPunct="1"/>
            <a:r>
              <a:rPr lang="zh-CN" altLang="en-US" dirty="0">
                <a:solidFill>
                  <a:srgbClr val="0000FF"/>
                </a:solidFill>
              </a:rPr>
              <a:t>2.5.1 逻辑运算</a:t>
            </a:r>
            <a:endParaRPr lang="zh-CN" altLang="en-US" dirty="0">
              <a:solidFill>
                <a:srgbClr val="0000FF"/>
              </a:solidFill>
            </a:endParaRPr>
          </a:p>
        </p:txBody>
      </p:sp>
      <p:sp>
        <p:nvSpPr>
          <p:cNvPr id="64515" name="Rectangle 3"/>
          <p:cNvSpPr>
            <a:spLocks noGrp="1"/>
          </p:cNvSpPr>
          <p:nvPr>
            <p:ph type="body"/>
          </p:nvPr>
        </p:nvSpPr>
        <p:spPr>
          <a:xfrm>
            <a:off x="327025" y="1838325"/>
            <a:ext cx="8205788" cy="4832350"/>
          </a:xfrm>
          <a:ln/>
        </p:spPr>
        <p:txBody>
          <a:bodyPr vert="horz" wrap="square" lIns="91440" tIns="45720" rIns="91440" bIns="45720" anchor="t" anchorCtr="0"/>
          <a:p>
            <a:pPr marL="0" indent="0" eaLnBrk="1" hangingPunct="1">
              <a:buNone/>
            </a:pPr>
            <a:r>
              <a:rPr lang="zh-CN" altLang="en-US" dirty="0"/>
              <a:t>       </a:t>
            </a:r>
            <a:r>
              <a:rPr lang="zh-CN" altLang="en-US" dirty="0">
                <a:solidFill>
                  <a:srgbClr val="0000FF"/>
                </a:solidFill>
                <a:latin typeface="楷体_GB2312" pitchFamily="1" charset="-122"/>
                <a:ea typeface="楷体_GB2312" pitchFamily="1" charset="-122"/>
              </a:rPr>
              <a:t>计算机中除了进行加、减、乘、除等基本算术运算外,还可对两个或一个逻辑数进行逻辑运算。</a:t>
            </a:r>
            <a:endParaRPr lang="zh-CN" altLang="en-US" dirty="0">
              <a:solidFill>
                <a:srgbClr val="0000FF"/>
              </a:solidFill>
              <a:latin typeface="楷体_GB2312" pitchFamily="1" charset="-122"/>
              <a:ea typeface="楷体_GB2312" pitchFamily="1" charset="-122"/>
            </a:endParaRPr>
          </a:p>
          <a:p>
            <a:pPr marL="457200" lvl="1" indent="-277495" eaLnBrk="1" hangingPunct="1">
              <a:buFont typeface="Arial" panose="020B0604020202020204" pitchFamily="34" charset="0"/>
              <a:buChar char="•"/>
            </a:pPr>
            <a:r>
              <a:rPr lang="zh-CN" altLang="en-US" dirty="0">
                <a:solidFill>
                  <a:srgbClr val="0000FF"/>
                </a:solidFill>
                <a:latin typeface="楷体_GB2312" pitchFamily="1" charset="-122"/>
                <a:ea typeface="楷体_GB2312" pitchFamily="1" charset="-122"/>
              </a:rPr>
              <a:t>计算机中的逻辑运算,主要是指</a:t>
            </a:r>
            <a:r>
              <a:rPr lang="zh-CN" altLang="en-US" dirty="0">
                <a:solidFill>
                  <a:srgbClr val="FF0000"/>
                </a:solidFill>
                <a:latin typeface="楷体_GB2312" pitchFamily="1" charset="-122"/>
                <a:ea typeface="楷体_GB2312" pitchFamily="1" charset="-122"/>
              </a:rPr>
              <a:t>逻辑非、逻辑加、逻辑乘、逻辑异或</a:t>
            </a:r>
            <a:r>
              <a:rPr lang="zh-CN" altLang="en-US" dirty="0">
                <a:solidFill>
                  <a:srgbClr val="0000FF"/>
                </a:solidFill>
                <a:latin typeface="楷体_GB2312" pitchFamily="1" charset="-122"/>
                <a:ea typeface="楷体_GB2312" pitchFamily="1" charset="-122"/>
              </a:rPr>
              <a:t>四种基本运算。</a:t>
            </a:r>
            <a:endParaRPr lang="zh-CN" altLang="en-US" dirty="0">
              <a:solidFill>
                <a:srgbClr val="0000FF"/>
              </a:solidFill>
              <a:latin typeface="楷体_GB2312" pitchFamily="1" charset="-122"/>
              <a:ea typeface="楷体_GB2312" pitchFamily="1" charset="-122"/>
            </a:endParaRPr>
          </a:p>
          <a:p>
            <a:pPr marL="457200" lvl="1" indent="-277495" eaLnBrk="1" hangingPunct="1">
              <a:buFont typeface="Arial" panose="020B0604020202020204" pitchFamily="34" charset="0"/>
              <a:buChar char="•"/>
            </a:pPr>
            <a:r>
              <a:rPr lang="zh-CN" altLang="en-US" dirty="0">
                <a:solidFill>
                  <a:srgbClr val="0000FF"/>
                </a:solidFill>
                <a:latin typeface="楷体_GB2312" pitchFamily="1" charset="-122"/>
                <a:ea typeface="楷体_GB2312" pitchFamily="1" charset="-122"/>
              </a:rPr>
              <a:t>作用：或进行两个数的比较，或改变某些指定位的状态，或从某个数中选取某几位等操作。如</a:t>
            </a:r>
            <a:r>
              <a:rPr lang="zh-CN" altLang="en-US" dirty="0">
                <a:solidFill>
                  <a:srgbClr val="FF0000"/>
                </a:solidFill>
                <a:latin typeface="楷体_GB2312" pitchFamily="1" charset="-122"/>
                <a:ea typeface="楷体_GB2312" pitchFamily="1" charset="-122"/>
              </a:rPr>
              <a:t>按位</a:t>
            </a:r>
            <a:r>
              <a:rPr lang="zh-CN" altLang="en-US" dirty="0">
                <a:solidFill>
                  <a:srgbClr val="0000FF"/>
                </a:solidFill>
                <a:ea typeface="楷体_GB2312" pitchFamily="1" charset="-122"/>
              </a:rPr>
              <a:t>“</a:t>
            </a:r>
            <a:r>
              <a:rPr lang="zh-CN" altLang="en-US" dirty="0">
                <a:solidFill>
                  <a:srgbClr val="0000FF"/>
                </a:solidFill>
                <a:latin typeface="楷体_GB2312" pitchFamily="1" charset="-122"/>
                <a:ea typeface="楷体_GB2312" pitchFamily="1" charset="-122"/>
              </a:rPr>
              <a:t>屏蔽</a:t>
            </a:r>
            <a:r>
              <a:rPr lang="zh-CN" altLang="en-US" dirty="0">
                <a:solidFill>
                  <a:srgbClr val="0000FF"/>
                </a:solidFill>
                <a:ea typeface="楷体_GB2312" pitchFamily="1" charset="-122"/>
              </a:rPr>
              <a:t>”</a:t>
            </a:r>
            <a:r>
              <a:rPr lang="zh-CN" altLang="en-US" dirty="0">
                <a:solidFill>
                  <a:srgbClr val="0000FF"/>
                </a:solidFill>
                <a:latin typeface="楷体_GB2312" pitchFamily="1" charset="-122"/>
                <a:ea typeface="楷体_GB2312" pitchFamily="1" charset="-122"/>
              </a:rPr>
              <a:t>、</a:t>
            </a:r>
            <a:r>
              <a:rPr lang="zh-CN" altLang="en-US" dirty="0">
                <a:solidFill>
                  <a:srgbClr val="0000FF"/>
                </a:solidFill>
                <a:ea typeface="楷体_GB2312" pitchFamily="1" charset="-122"/>
              </a:rPr>
              <a:t>“</a:t>
            </a:r>
            <a:r>
              <a:rPr lang="zh-CN" altLang="en-US" dirty="0">
                <a:solidFill>
                  <a:srgbClr val="0000FF"/>
                </a:solidFill>
                <a:latin typeface="楷体_GB2312" pitchFamily="1" charset="-122"/>
                <a:ea typeface="楷体_GB2312" pitchFamily="1" charset="-122"/>
              </a:rPr>
              <a:t>设置</a:t>
            </a:r>
            <a:r>
              <a:rPr lang="zh-CN" altLang="en-US" dirty="0">
                <a:solidFill>
                  <a:srgbClr val="0000FF"/>
                </a:solidFill>
                <a:ea typeface="楷体_GB2312" pitchFamily="1" charset="-122"/>
              </a:rPr>
              <a:t>”</a:t>
            </a:r>
            <a:r>
              <a:rPr lang="zh-CN" altLang="en-US" dirty="0">
                <a:solidFill>
                  <a:srgbClr val="0000FF"/>
                </a:solidFill>
                <a:latin typeface="楷体_GB2312" pitchFamily="1" charset="-122"/>
                <a:ea typeface="楷体_GB2312" pitchFamily="1" charset="-122"/>
              </a:rPr>
              <a:t>、</a:t>
            </a:r>
            <a:r>
              <a:rPr lang="zh-CN" altLang="en-US" dirty="0">
                <a:solidFill>
                  <a:srgbClr val="0000FF"/>
                </a:solidFill>
                <a:ea typeface="楷体_GB2312" pitchFamily="1" charset="-122"/>
              </a:rPr>
              <a:t>“</a:t>
            </a:r>
            <a:r>
              <a:rPr lang="zh-CN" altLang="en-US" dirty="0">
                <a:solidFill>
                  <a:srgbClr val="0000FF"/>
                </a:solidFill>
                <a:latin typeface="楷体_GB2312" pitchFamily="1" charset="-122"/>
                <a:ea typeface="楷体_GB2312" pitchFamily="1" charset="-122"/>
              </a:rPr>
              <a:t>清除</a:t>
            </a:r>
            <a:r>
              <a:rPr lang="zh-CN" altLang="en-US" dirty="0">
                <a:solidFill>
                  <a:srgbClr val="0000FF"/>
                </a:solidFill>
                <a:ea typeface="楷体_GB2312" pitchFamily="1" charset="-122"/>
              </a:rPr>
              <a:t>”</a:t>
            </a:r>
            <a:r>
              <a:rPr lang="zh-CN" altLang="en-US" dirty="0">
                <a:solidFill>
                  <a:srgbClr val="0000FF"/>
                </a:solidFill>
                <a:latin typeface="楷体_GB2312" pitchFamily="1" charset="-122"/>
                <a:ea typeface="楷体_GB2312" pitchFamily="1" charset="-122"/>
              </a:rPr>
              <a:t>、</a:t>
            </a:r>
            <a:r>
              <a:rPr lang="zh-CN" altLang="en-US" dirty="0">
                <a:solidFill>
                  <a:srgbClr val="0000FF"/>
                </a:solidFill>
                <a:ea typeface="楷体_GB2312" pitchFamily="1" charset="-122"/>
              </a:rPr>
              <a:t>“</a:t>
            </a:r>
            <a:r>
              <a:rPr lang="zh-CN" altLang="en-US" dirty="0">
                <a:solidFill>
                  <a:srgbClr val="0000FF"/>
                </a:solidFill>
                <a:latin typeface="楷体_GB2312" pitchFamily="1" charset="-122"/>
                <a:ea typeface="楷体_GB2312" pitchFamily="1" charset="-122"/>
              </a:rPr>
              <a:t>分离</a:t>
            </a:r>
            <a:r>
              <a:rPr lang="zh-CN" altLang="en-US" dirty="0">
                <a:solidFill>
                  <a:srgbClr val="0000FF"/>
                </a:solidFill>
                <a:ea typeface="楷体_GB2312" pitchFamily="1" charset="-122"/>
              </a:rPr>
              <a:t>”</a:t>
            </a:r>
            <a:r>
              <a:rPr lang="zh-CN" altLang="en-US" dirty="0">
                <a:solidFill>
                  <a:srgbClr val="0000FF"/>
                </a:solidFill>
                <a:latin typeface="楷体_GB2312" pitchFamily="1" charset="-122"/>
                <a:ea typeface="楷体_GB2312" pitchFamily="1" charset="-122"/>
              </a:rPr>
              <a:t>、</a:t>
            </a:r>
            <a:r>
              <a:rPr lang="zh-CN" altLang="en-US" dirty="0">
                <a:solidFill>
                  <a:srgbClr val="0000FF"/>
                </a:solidFill>
                <a:ea typeface="楷体_GB2312" pitchFamily="1" charset="-122"/>
              </a:rPr>
              <a:t>“</a:t>
            </a:r>
            <a:r>
              <a:rPr lang="zh-CN" altLang="en-US" dirty="0">
                <a:solidFill>
                  <a:srgbClr val="0000FF"/>
                </a:solidFill>
                <a:latin typeface="楷体_GB2312" pitchFamily="1" charset="-122"/>
                <a:ea typeface="楷体_GB2312" pitchFamily="1" charset="-122"/>
              </a:rPr>
              <a:t>修改</a:t>
            </a:r>
            <a:r>
              <a:rPr lang="zh-CN" altLang="en-US" dirty="0">
                <a:solidFill>
                  <a:srgbClr val="0000FF"/>
                </a:solidFill>
                <a:ea typeface="楷体_GB2312" pitchFamily="1" charset="-122"/>
              </a:rPr>
              <a:t>”</a:t>
            </a:r>
            <a:r>
              <a:rPr lang="zh-CN" altLang="en-US" dirty="0">
                <a:solidFill>
                  <a:srgbClr val="0000FF"/>
                </a:solidFill>
                <a:latin typeface="楷体_GB2312" pitchFamily="1" charset="-122"/>
                <a:ea typeface="楷体_GB2312" pitchFamily="1" charset="-122"/>
              </a:rPr>
              <a:t>等。</a:t>
            </a:r>
            <a:endParaRPr lang="zh-CN" altLang="en-US" dirty="0">
              <a:solidFill>
                <a:srgbClr val="0000FF"/>
              </a:solidFill>
              <a:latin typeface="楷体_GB2312" pitchFamily="1" charset="-122"/>
              <a:ea typeface="楷体_GB2312" pitchFamily="1" charset="-122"/>
            </a:endParaRPr>
          </a:p>
          <a:p>
            <a:pPr marL="457200" lvl="1" indent="-277495" eaLnBrk="1" hangingPunct="1">
              <a:buFont typeface="Arial" panose="020B0604020202020204" pitchFamily="34" charset="0"/>
              <a:buChar char="•"/>
            </a:pPr>
            <a:r>
              <a:rPr lang="zh-CN" altLang="en-US" dirty="0">
                <a:solidFill>
                  <a:srgbClr val="0000FF"/>
                </a:solidFill>
                <a:latin typeface="楷体_GB2312" pitchFamily="1" charset="-122"/>
                <a:ea typeface="楷体_GB2312" pitchFamily="1" charset="-122"/>
              </a:rPr>
              <a:t>与算术运算的区别？</a:t>
            </a:r>
            <a:endParaRPr lang="zh-CN" altLang="en-US" dirty="0">
              <a:solidFill>
                <a:srgbClr val="0000FF"/>
              </a:solidFill>
              <a:latin typeface="楷体_GB2312" pitchFamily="1" charset="-122"/>
              <a:ea typeface="楷体_GB2312" pitchFamily="1" charset="-122"/>
            </a:endParaRPr>
          </a:p>
          <a:p>
            <a:pPr marL="457200" lvl="1" indent="-277495" eaLnBrk="1" hangingPunct="1">
              <a:buFont typeface="Arial" panose="020B0604020202020204" pitchFamily="34" charset="0"/>
              <a:buChar char="•"/>
            </a:pPr>
            <a:endParaRPr lang="zh-CN" altLang="en-US" b="1" dirty="0">
              <a:solidFill>
                <a:srgbClr val="0000FF"/>
              </a:solidFill>
              <a:latin typeface="楷体_GB2312" pitchFamily="1" charset="-122"/>
              <a:ea typeface="楷体_GB2312" pitchFamily="1" charset="-122"/>
            </a:endParaRPr>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5538" name="Rectangle 2"/>
          <p:cNvSpPr>
            <a:spLocks noGrp="1"/>
          </p:cNvSpPr>
          <p:nvPr>
            <p:ph type="body"/>
          </p:nvPr>
        </p:nvSpPr>
        <p:spPr>
          <a:xfrm>
            <a:off x="250825" y="404813"/>
            <a:ext cx="8153400" cy="5181600"/>
          </a:xfrm>
          <a:ln/>
        </p:spPr>
        <p:txBody>
          <a:bodyPr vert="horz" wrap="square" lIns="91440" tIns="45720" rIns="91440" bIns="45720" anchor="t" anchorCtr="0"/>
          <a:p>
            <a:pPr eaLnBrk="1" hangingPunct="1">
              <a:lnSpc>
                <a:spcPct val="90000"/>
              </a:lnSpc>
            </a:pPr>
            <a:r>
              <a:rPr lang="zh-CN" altLang="en-US" sz="2800" b="1" dirty="0"/>
              <a:t>1.逻辑非运算　　逻辑非也称</a:t>
            </a:r>
            <a:r>
              <a:rPr lang="zh-CN" altLang="en-US" sz="2800" b="1" dirty="0">
                <a:solidFill>
                  <a:srgbClr val="FF0000"/>
                </a:solidFill>
                <a:ea typeface="黑体" panose="02010609060101010101" pitchFamily="49" charset="-122"/>
              </a:rPr>
              <a:t>求反</a:t>
            </a:r>
            <a:r>
              <a:rPr lang="zh-CN" altLang="en-US" sz="2800" b="1" dirty="0"/>
              <a:t>。如：</a:t>
            </a:r>
            <a:endParaRPr lang="zh-CN" altLang="en-US" sz="2800" b="1" dirty="0"/>
          </a:p>
          <a:p>
            <a:pPr eaLnBrk="1" hangingPunct="1">
              <a:lnSpc>
                <a:spcPct val="90000"/>
              </a:lnSpc>
            </a:pPr>
            <a:r>
              <a:rPr lang="zh-CN" altLang="en-US" sz="2400" b="1" dirty="0">
                <a:solidFill>
                  <a:srgbClr val="FF0000"/>
                </a:solidFill>
              </a:rPr>
              <a:t> </a:t>
            </a:r>
            <a:r>
              <a:rPr lang="zh-CN" altLang="en-US" sz="2800" b="1" i="1" dirty="0">
                <a:solidFill>
                  <a:srgbClr val="FF00FF"/>
                </a:solidFill>
                <a:latin typeface="宋体" panose="02010600030101010101" pitchFamily="2" charset="-122"/>
              </a:rPr>
              <a:t>ｘ</a:t>
            </a:r>
            <a:r>
              <a:rPr lang="zh-CN" altLang="en-US" sz="2800" b="1" i="1" baseline="-30000" dirty="0">
                <a:solidFill>
                  <a:srgbClr val="FF00FF"/>
                </a:solidFill>
                <a:latin typeface="宋体" panose="02010600030101010101" pitchFamily="2" charset="-122"/>
              </a:rPr>
              <a:t>1</a:t>
            </a:r>
            <a:r>
              <a:rPr lang="zh-CN" altLang="en-US" sz="2800" b="1" dirty="0">
                <a:solidFill>
                  <a:srgbClr val="FF00FF"/>
                </a:solidFill>
                <a:latin typeface="宋体" panose="02010600030101010101" pitchFamily="2" charset="-122"/>
              </a:rPr>
              <a:t>＝01001011,</a:t>
            </a:r>
            <a:r>
              <a:rPr lang="zh-CN" altLang="en-US" sz="2800" b="1" i="1" dirty="0">
                <a:solidFill>
                  <a:srgbClr val="FF00FF"/>
                </a:solidFill>
                <a:latin typeface="宋体" panose="02010600030101010101" pitchFamily="2" charset="-122"/>
              </a:rPr>
              <a:t>ｘ</a:t>
            </a:r>
            <a:r>
              <a:rPr lang="zh-CN" altLang="en-US" sz="2800" b="1" i="1" baseline="-30000" dirty="0">
                <a:solidFill>
                  <a:srgbClr val="FF00FF"/>
                </a:solidFill>
                <a:latin typeface="宋体" panose="02010600030101010101" pitchFamily="2" charset="-122"/>
              </a:rPr>
              <a:t>2</a:t>
            </a:r>
            <a:r>
              <a:rPr lang="zh-CN" altLang="en-US" sz="2800" b="1" dirty="0">
                <a:solidFill>
                  <a:srgbClr val="FF00FF"/>
                </a:solidFill>
                <a:latin typeface="宋体" panose="02010600030101010101" pitchFamily="2" charset="-122"/>
              </a:rPr>
              <a:t>＝11110000,求</a:t>
            </a:r>
            <a:r>
              <a:rPr lang="zh-CN" altLang="en-US" sz="2800" b="1" i="1" dirty="0">
                <a:solidFill>
                  <a:srgbClr val="FF00FF"/>
                </a:solidFill>
              </a:rPr>
              <a:t>ｘ</a:t>
            </a:r>
            <a:r>
              <a:rPr lang="zh-CN" altLang="en-US" sz="2800" b="1" i="1" baseline="-30000" dirty="0">
                <a:solidFill>
                  <a:srgbClr val="FF00FF"/>
                </a:solidFill>
                <a:latin typeface="宋体" panose="02010600030101010101" pitchFamily="2" charset="-122"/>
              </a:rPr>
              <a:t>1  ，</a:t>
            </a:r>
            <a:r>
              <a:rPr lang="zh-CN" altLang="en-US" sz="2800" b="1" i="1" dirty="0">
                <a:solidFill>
                  <a:srgbClr val="FF00FF"/>
                </a:solidFill>
              </a:rPr>
              <a:t>ｘ</a:t>
            </a:r>
            <a:r>
              <a:rPr lang="zh-CN" altLang="en-US" sz="2800" b="1" i="1" baseline="-30000" dirty="0">
                <a:solidFill>
                  <a:srgbClr val="FF00FF"/>
                </a:solidFill>
                <a:latin typeface="宋体" panose="02010600030101010101" pitchFamily="2" charset="-122"/>
              </a:rPr>
              <a:t>2</a:t>
            </a:r>
            <a:r>
              <a:rPr lang="zh-CN" altLang="en-US" sz="2800" b="1" dirty="0">
                <a:solidFill>
                  <a:srgbClr val="FF00FF"/>
                </a:solidFill>
                <a:latin typeface="宋体" panose="02010600030101010101" pitchFamily="2" charset="-122"/>
              </a:rPr>
              <a:t>。</a:t>
            </a:r>
            <a:endParaRPr lang="zh-CN" altLang="en-US" b="1" dirty="0">
              <a:solidFill>
                <a:srgbClr val="FF00FF"/>
              </a:solidFill>
              <a:latin typeface="宋体" panose="02010600030101010101" pitchFamily="2" charset="-122"/>
            </a:endParaRPr>
          </a:p>
          <a:p>
            <a:pPr algn="ctr" eaLnBrk="1" hangingPunct="1">
              <a:lnSpc>
                <a:spcPct val="90000"/>
              </a:lnSpc>
              <a:buNone/>
            </a:pPr>
            <a:r>
              <a:rPr lang="zh-CN" altLang="en-US" sz="2400" b="1" i="1" dirty="0">
                <a:solidFill>
                  <a:srgbClr val="333399"/>
                </a:solidFill>
              </a:rPr>
              <a:t>   ｘ</a:t>
            </a:r>
            <a:r>
              <a:rPr lang="zh-CN" altLang="en-US" sz="2400" b="1" i="1" baseline="-30000" dirty="0">
                <a:solidFill>
                  <a:srgbClr val="333399"/>
                </a:solidFill>
                <a:latin typeface="宋体" panose="02010600030101010101" pitchFamily="2" charset="-122"/>
              </a:rPr>
              <a:t>1</a:t>
            </a:r>
            <a:r>
              <a:rPr lang="zh-CN" altLang="en-US" sz="2400" b="1" dirty="0">
                <a:solidFill>
                  <a:srgbClr val="333399"/>
                </a:solidFill>
                <a:latin typeface="宋体" panose="02010600030101010101" pitchFamily="2" charset="-122"/>
              </a:rPr>
              <a:t>＝10110100</a:t>
            </a:r>
            <a:endParaRPr lang="zh-CN" altLang="en-US" sz="2800" b="1" dirty="0">
              <a:solidFill>
                <a:srgbClr val="333399"/>
              </a:solidFill>
              <a:latin typeface="宋体" panose="02010600030101010101" pitchFamily="2" charset="-122"/>
            </a:endParaRPr>
          </a:p>
          <a:p>
            <a:pPr algn="ctr" eaLnBrk="1" hangingPunct="1">
              <a:lnSpc>
                <a:spcPct val="90000"/>
              </a:lnSpc>
              <a:buNone/>
            </a:pPr>
            <a:r>
              <a:rPr lang="zh-CN" altLang="en-US" sz="2400" b="1" i="1" dirty="0">
                <a:solidFill>
                  <a:srgbClr val="333399"/>
                </a:solidFill>
              </a:rPr>
              <a:t>   ｘ</a:t>
            </a:r>
            <a:r>
              <a:rPr lang="zh-CN" altLang="en-US" sz="2400" b="1" i="1" baseline="-30000" dirty="0">
                <a:solidFill>
                  <a:srgbClr val="333399"/>
                </a:solidFill>
                <a:latin typeface="宋体" panose="02010600030101010101" pitchFamily="2" charset="-122"/>
              </a:rPr>
              <a:t>2</a:t>
            </a:r>
            <a:r>
              <a:rPr lang="zh-CN" altLang="en-US" sz="2400" b="1" dirty="0">
                <a:solidFill>
                  <a:srgbClr val="333399"/>
                </a:solidFill>
                <a:latin typeface="宋体" panose="02010600030101010101" pitchFamily="2" charset="-122"/>
              </a:rPr>
              <a:t>＝00001111</a:t>
            </a:r>
            <a:endParaRPr lang="zh-CN" altLang="en-US" sz="2800" b="1" dirty="0">
              <a:solidFill>
                <a:srgbClr val="333399"/>
              </a:solidFill>
              <a:latin typeface="宋体" panose="02010600030101010101" pitchFamily="2" charset="-122"/>
            </a:endParaRPr>
          </a:p>
          <a:p>
            <a:pPr eaLnBrk="1" hangingPunct="1">
              <a:lnSpc>
                <a:spcPct val="90000"/>
              </a:lnSpc>
            </a:pPr>
            <a:r>
              <a:rPr lang="zh-CN" altLang="en-US" sz="2800" b="1" dirty="0"/>
              <a:t>2.逻辑加运算　　按位求它们的“</a:t>
            </a:r>
            <a:r>
              <a:rPr lang="zh-CN" altLang="en-US" sz="2800" b="1" dirty="0">
                <a:solidFill>
                  <a:srgbClr val="FF0000"/>
                </a:solidFill>
              </a:rPr>
              <a:t>或</a:t>
            </a:r>
            <a:r>
              <a:rPr lang="zh-CN" altLang="en-US" sz="2800" b="1" dirty="0"/>
              <a:t>” </a:t>
            </a:r>
            <a:endParaRPr lang="zh-CN" altLang="en-US" b="1" dirty="0">
              <a:solidFill>
                <a:srgbClr val="FF00FF"/>
              </a:solidFill>
              <a:latin typeface="宋体" panose="02010600030101010101" pitchFamily="2" charset="-122"/>
            </a:endParaRPr>
          </a:p>
          <a:p>
            <a:pPr eaLnBrk="1" hangingPunct="1">
              <a:lnSpc>
                <a:spcPct val="90000"/>
              </a:lnSpc>
            </a:pPr>
            <a:r>
              <a:rPr lang="zh-CN" altLang="en-US" sz="2800" b="1" dirty="0">
                <a:solidFill>
                  <a:srgbClr val="FF00FF"/>
                </a:solidFill>
                <a:latin typeface="宋体" panose="02010600030101010101" pitchFamily="2" charset="-122"/>
              </a:rPr>
              <a:t>ｘ＝10100001,ｙ＝10011011, 求ｘ</a:t>
            </a:r>
            <a:r>
              <a:rPr lang="zh-CN" altLang="en-US" sz="2400" b="1" dirty="0">
                <a:solidFill>
                  <a:srgbClr val="FF00FF"/>
                </a:solidFill>
                <a:latin typeface="宋体" panose="02010600030101010101" pitchFamily="2" charset="-122"/>
              </a:rPr>
              <a:t>∨</a:t>
            </a:r>
            <a:r>
              <a:rPr lang="zh-CN" altLang="en-US" sz="2800" b="1" dirty="0">
                <a:solidFill>
                  <a:srgbClr val="FF00FF"/>
                </a:solidFill>
                <a:latin typeface="宋体" panose="02010600030101010101" pitchFamily="2" charset="-122"/>
              </a:rPr>
              <a:t>ｙ。</a:t>
            </a:r>
            <a:endParaRPr lang="zh-CN" altLang="en-US" sz="2800" b="1" dirty="0">
              <a:solidFill>
                <a:srgbClr val="FF00FF"/>
              </a:solidFill>
              <a:latin typeface="宋体" panose="02010600030101010101" pitchFamily="2" charset="-122"/>
            </a:endParaRPr>
          </a:p>
          <a:p>
            <a:pPr eaLnBrk="1" hangingPunct="1">
              <a:lnSpc>
                <a:spcPct val="90000"/>
              </a:lnSpc>
            </a:pPr>
            <a:r>
              <a:rPr lang="zh-CN" altLang="en-US" sz="2400" b="1" dirty="0">
                <a:solidFill>
                  <a:srgbClr val="333399"/>
                </a:solidFill>
              </a:rPr>
              <a:t>　　　　　　　1 0 1 0 0 0 0 1 </a:t>
            </a:r>
            <a:r>
              <a:rPr lang="zh-CN" altLang="en-US" sz="2400" b="1" i="1" dirty="0">
                <a:solidFill>
                  <a:srgbClr val="333399"/>
                </a:solidFill>
              </a:rPr>
              <a:t>ｘ</a:t>
            </a:r>
            <a:br>
              <a:rPr lang="zh-CN" altLang="en-US" sz="2400" b="1" i="1" dirty="0">
                <a:solidFill>
                  <a:srgbClr val="333399"/>
                </a:solidFill>
              </a:rPr>
            </a:br>
            <a:r>
              <a:rPr lang="zh-CN" altLang="en-US" sz="2400" b="1" dirty="0">
                <a:solidFill>
                  <a:srgbClr val="333399"/>
                </a:solidFill>
              </a:rPr>
              <a:t>　　　　　</a:t>
            </a:r>
            <a:r>
              <a:rPr lang="zh-CN" altLang="en-US" sz="2400" b="1" u="sng" dirty="0">
                <a:solidFill>
                  <a:srgbClr val="333399"/>
                </a:solidFill>
              </a:rPr>
              <a:t>∨　1 0 0 1 1 0 1 1 </a:t>
            </a:r>
            <a:r>
              <a:rPr lang="zh-CN" altLang="en-US" sz="2400" b="1" i="1" u="sng" dirty="0">
                <a:solidFill>
                  <a:srgbClr val="333399"/>
                </a:solidFill>
              </a:rPr>
              <a:t>ｙ</a:t>
            </a:r>
            <a:br>
              <a:rPr lang="zh-CN" altLang="en-US" sz="2400" b="1" i="1" u="sng" dirty="0">
                <a:solidFill>
                  <a:srgbClr val="333399"/>
                </a:solidFill>
              </a:rPr>
            </a:br>
            <a:r>
              <a:rPr lang="zh-CN" altLang="en-US" sz="2400" b="1" dirty="0">
                <a:solidFill>
                  <a:srgbClr val="333399"/>
                </a:solidFill>
              </a:rPr>
              <a:t>　　　　　　　1 0 1 1 1 0 1 1 </a:t>
            </a:r>
            <a:r>
              <a:rPr lang="zh-CN" altLang="en-US" sz="2400" b="1" i="1" dirty="0">
                <a:solidFill>
                  <a:srgbClr val="333399"/>
                </a:solidFill>
              </a:rPr>
              <a:t>ｚ</a:t>
            </a:r>
            <a:endParaRPr lang="zh-CN" altLang="en-US" sz="2800" b="1" i="1" dirty="0">
              <a:solidFill>
                <a:srgbClr val="333399"/>
              </a:solidFill>
            </a:endParaRPr>
          </a:p>
          <a:p>
            <a:pPr eaLnBrk="1" hangingPunct="1">
              <a:lnSpc>
                <a:spcPct val="90000"/>
              </a:lnSpc>
            </a:pPr>
            <a:r>
              <a:rPr lang="zh-CN" altLang="en-US" sz="2800" b="1" dirty="0"/>
              <a:t>3.逻辑乘运算　　按位求它们的“</a:t>
            </a:r>
            <a:r>
              <a:rPr lang="zh-CN" altLang="en-US" sz="2800" b="1" dirty="0">
                <a:solidFill>
                  <a:srgbClr val="FF0000"/>
                </a:solidFill>
              </a:rPr>
              <a:t>与</a:t>
            </a:r>
            <a:r>
              <a:rPr lang="zh-CN" altLang="en-US" sz="2800" b="1" dirty="0"/>
              <a:t>” </a:t>
            </a:r>
            <a:r>
              <a:rPr lang="zh-CN" altLang="en-US" sz="2400" b="1" dirty="0"/>
              <a:t> </a:t>
            </a:r>
            <a:endParaRPr lang="zh-CN" altLang="en-US" sz="2800" b="1" dirty="0">
              <a:solidFill>
                <a:srgbClr val="FF00FF"/>
              </a:solidFill>
              <a:latin typeface="宋体" panose="02010600030101010101" pitchFamily="2" charset="-122"/>
            </a:endParaRPr>
          </a:p>
          <a:p>
            <a:pPr eaLnBrk="1" hangingPunct="1">
              <a:lnSpc>
                <a:spcPct val="90000"/>
              </a:lnSpc>
            </a:pPr>
            <a:r>
              <a:rPr lang="zh-CN" altLang="en-US" sz="2800" b="1" dirty="0">
                <a:solidFill>
                  <a:srgbClr val="FF00FF"/>
                </a:solidFill>
                <a:latin typeface="宋体" panose="02010600030101010101" pitchFamily="2" charset="-122"/>
              </a:rPr>
              <a:t>ｘ＝10111001,ｙ＝11110011,求ｘ</a:t>
            </a:r>
            <a:r>
              <a:rPr lang="zh-CN" altLang="en-US" sz="2400" b="1" dirty="0">
                <a:solidFill>
                  <a:srgbClr val="FF00FF"/>
                </a:solidFill>
                <a:latin typeface="宋体" panose="02010600030101010101" pitchFamily="2" charset="-122"/>
              </a:rPr>
              <a:t>∧</a:t>
            </a:r>
            <a:r>
              <a:rPr lang="zh-CN" altLang="en-US" sz="2800" b="1" dirty="0">
                <a:solidFill>
                  <a:srgbClr val="FF00FF"/>
                </a:solidFill>
                <a:latin typeface="宋体" panose="02010600030101010101" pitchFamily="2" charset="-122"/>
              </a:rPr>
              <a:t>ｙ。</a:t>
            </a:r>
            <a:endParaRPr lang="zh-CN" altLang="en-US" sz="2800" b="1" dirty="0">
              <a:solidFill>
                <a:srgbClr val="FF00FF"/>
              </a:solidFill>
              <a:latin typeface="宋体" panose="02010600030101010101" pitchFamily="2" charset="-122"/>
            </a:endParaRPr>
          </a:p>
          <a:p>
            <a:pPr eaLnBrk="1" hangingPunct="1">
              <a:lnSpc>
                <a:spcPct val="90000"/>
              </a:lnSpc>
            </a:pPr>
            <a:r>
              <a:rPr lang="zh-CN" altLang="en-US" sz="2400" b="1" dirty="0">
                <a:solidFill>
                  <a:srgbClr val="333399"/>
                </a:solidFill>
              </a:rPr>
              <a:t>    　　　　　　1 0 1 1 1 0 0 1 </a:t>
            </a:r>
            <a:r>
              <a:rPr lang="zh-CN" altLang="en-US" sz="2400" b="1" i="1" dirty="0">
                <a:solidFill>
                  <a:srgbClr val="333399"/>
                </a:solidFill>
              </a:rPr>
              <a:t>ｘ</a:t>
            </a:r>
            <a:br>
              <a:rPr lang="zh-CN" altLang="en-US" sz="2400" b="1" i="1" dirty="0">
                <a:solidFill>
                  <a:srgbClr val="333399"/>
                </a:solidFill>
              </a:rPr>
            </a:br>
            <a:r>
              <a:rPr lang="zh-CN" altLang="en-US" sz="2400" b="1" dirty="0">
                <a:solidFill>
                  <a:srgbClr val="333399"/>
                </a:solidFill>
              </a:rPr>
              <a:t>　　　　　</a:t>
            </a:r>
            <a:r>
              <a:rPr lang="zh-CN" altLang="en-US" sz="2400" b="1" u="sng" dirty="0">
                <a:solidFill>
                  <a:srgbClr val="333399"/>
                </a:solidFill>
              </a:rPr>
              <a:t>∧　1 1 1 1 0 0 1 1 </a:t>
            </a:r>
            <a:r>
              <a:rPr lang="zh-CN" altLang="en-US" sz="2400" b="1" i="1" u="sng" dirty="0">
                <a:solidFill>
                  <a:srgbClr val="333399"/>
                </a:solidFill>
              </a:rPr>
              <a:t>ｙ</a:t>
            </a:r>
            <a:br>
              <a:rPr lang="zh-CN" altLang="en-US" sz="2400" b="1" i="1" u="sng" dirty="0">
                <a:solidFill>
                  <a:srgbClr val="333399"/>
                </a:solidFill>
              </a:rPr>
            </a:br>
            <a:r>
              <a:rPr lang="zh-CN" altLang="en-US" sz="2400" b="1" dirty="0">
                <a:solidFill>
                  <a:srgbClr val="333399"/>
                </a:solidFill>
              </a:rPr>
              <a:t>　　　　　　　1 0 1 1 0 0 0 1 </a:t>
            </a:r>
            <a:r>
              <a:rPr lang="zh-CN" altLang="en-US" sz="2400" b="1" i="1" dirty="0">
                <a:solidFill>
                  <a:srgbClr val="333399"/>
                </a:solidFill>
              </a:rPr>
              <a:t>ｚ</a:t>
            </a:r>
            <a:endParaRPr lang="zh-CN" altLang="en-US" sz="2400" b="1" i="1" dirty="0">
              <a:solidFill>
                <a:srgbClr val="333399"/>
              </a:solidFill>
            </a:endParaRPr>
          </a:p>
        </p:txBody>
      </p:sp>
      <p:sp>
        <p:nvSpPr>
          <p:cNvPr id="65539" name="Line 3"/>
          <p:cNvSpPr/>
          <p:nvPr/>
        </p:nvSpPr>
        <p:spPr>
          <a:xfrm>
            <a:off x="6084888" y="981075"/>
            <a:ext cx="215900" cy="0"/>
          </a:xfrm>
          <a:prstGeom prst="line">
            <a:avLst/>
          </a:prstGeom>
          <a:ln w="9525" cap="flat" cmpd="sng">
            <a:solidFill>
              <a:schemeClr val="tx1"/>
            </a:solidFill>
            <a:prstDash val="solid"/>
            <a:headEnd type="none" w="med" len="med"/>
            <a:tailEnd type="none" w="med" len="med"/>
          </a:ln>
        </p:spPr>
      </p:sp>
      <p:sp>
        <p:nvSpPr>
          <p:cNvPr id="65540" name="Line 4"/>
          <p:cNvSpPr/>
          <p:nvPr/>
        </p:nvSpPr>
        <p:spPr>
          <a:xfrm>
            <a:off x="7019925" y="981075"/>
            <a:ext cx="215900" cy="0"/>
          </a:xfrm>
          <a:prstGeom prst="line">
            <a:avLst/>
          </a:prstGeom>
          <a:ln w="9525" cap="flat" cmpd="sng">
            <a:solidFill>
              <a:schemeClr val="tx1"/>
            </a:solidFill>
            <a:prstDash val="solid"/>
            <a:headEnd type="none" w="med" len="med"/>
            <a:tailEnd type="none" w="med" len="med"/>
          </a:ln>
        </p:spPr>
      </p:sp>
      <p:sp>
        <p:nvSpPr>
          <p:cNvPr id="65541" name="Line 5"/>
          <p:cNvSpPr/>
          <p:nvPr/>
        </p:nvSpPr>
        <p:spPr>
          <a:xfrm>
            <a:off x="3563938" y="1844675"/>
            <a:ext cx="288925" cy="0"/>
          </a:xfrm>
          <a:prstGeom prst="line">
            <a:avLst/>
          </a:prstGeom>
          <a:ln w="9525" cap="flat" cmpd="sng">
            <a:solidFill>
              <a:schemeClr val="tx1"/>
            </a:solidFill>
            <a:prstDash val="solid"/>
            <a:headEnd type="none" w="med" len="med"/>
            <a:tailEnd type="none" w="med" len="med"/>
          </a:ln>
        </p:spPr>
      </p:sp>
      <p:sp>
        <p:nvSpPr>
          <p:cNvPr id="65542" name="Line 6"/>
          <p:cNvSpPr/>
          <p:nvPr/>
        </p:nvSpPr>
        <p:spPr>
          <a:xfrm>
            <a:off x="3563938" y="1412875"/>
            <a:ext cx="288925" cy="0"/>
          </a:xfrm>
          <a:prstGeom prst="line">
            <a:avLst/>
          </a:prstGeom>
          <a:ln w="9525" cap="flat" cmpd="sng">
            <a:solidFill>
              <a:schemeClr val="tx1"/>
            </a:solidFill>
            <a:prstDash val="solid"/>
            <a:headEnd type="none" w="med" len="med"/>
            <a:tailEnd type="none" w="med" len="med"/>
          </a:ln>
        </p:spPr>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6562" name="Rectangle 2"/>
          <p:cNvSpPr>
            <a:spLocks noGrp="1"/>
          </p:cNvSpPr>
          <p:nvPr>
            <p:ph type="body"/>
          </p:nvPr>
        </p:nvSpPr>
        <p:spPr>
          <a:xfrm>
            <a:off x="533400" y="1219200"/>
            <a:ext cx="8215313" cy="4876800"/>
          </a:xfrm>
          <a:ln/>
        </p:spPr>
        <p:txBody>
          <a:bodyPr vert="horz" wrap="square" lIns="91440" tIns="45720" rIns="91440" bIns="45720" anchor="t" anchorCtr="0"/>
          <a:p>
            <a:pPr marL="0" indent="0" eaLnBrk="1" hangingPunct="1">
              <a:buNone/>
            </a:pPr>
            <a:r>
              <a:rPr lang="zh-CN" altLang="en-US" b="1" dirty="0"/>
              <a:t>4.逻辑异或运算</a:t>
            </a:r>
            <a:r>
              <a:rPr lang="zh-CN" altLang="en-US" dirty="0"/>
              <a:t>　　按位求它们的模2和</a:t>
            </a:r>
            <a:endParaRPr lang="zh-CN" altLang="en-US" dirty="0"/>
          </a:p>
          <a:p>
            <a:pPr marL="0" indent="0" eaLnBrk="1" hangingPunct="1">
              <a:buNone/>
            </a:pPr>
            <a:r>
              <a:rPr lang="zh-CN" altLang="en-US" i="1" dirty="0">
                <a:solidFill>
                  <a:srgbClr val="FF00FF"/>
                </a:solidFill>
              </a:rPr>
              <a:t>ｘ</a:t>
            </a:r>
            <a:r>
              <a:rPr lang="zh-CN" altLang="en-US" dirty="0">
                <a:solidFill>
                  <a:srgbClr val="FF00FF"/>
                </a:solidFill>
              </a:rPr>
              <a:t>＝10101011,</a:t>
            </a:r>
            <a:r>
              <a:rPr lang="zh-CN" altLang="en-US" i="1" dirty="0">
                <a:solidFill>
                  <a:srgbClr val="FF00FF"/>
                </a:solidFill>
              </a:rPr>
              <a:t>ｙ</a:t>
            </a:r>
            <a:r>
              <a:rPr lang="zh-CN" altLang="en-US" dirty="0">
                <a:solidFill>
                  <a:srgbClr val="FF00FF"/>
                </a:solidFill>
              </a:rPr>
              <a:t>＝11001100，求</a:t>
            </a:r>
            <a:r>
              <a:rPr lang="zh-CN" altLang="en-US" i="1" dirty="0">
                <a:solidFill>
                  <a:srgbClr val="FF00FF"/>
                </a:solidFill>
              </a:rPr>
              <a:t>ｘ</a:t>
            </a:r>
            <a:r>
              <a:rPr lang="zh-CN" altLang="en-US" dirty="0">
                <a:solidFill>
                  <a:srgbClr val="FF00FF"/>
                </a:solidFill>
              </a:rPr>
              <a:t>⊕</a:t>
            </a:r>
            <a:r>
              <a:rPr lang="zh-CN" altLang="en-US" i="1" dirty="0">
                <a:solidFill>
                  <a:srgbClr val="FF00FF"/>
                </a:solidFill>
              </a:rPr>
              <a:t>ｙ</a:t>
            </a:r>
            <a:r>
              <a:rPr lang="zh-CN" altLang="en-US" dirty="0">
                <a:solidFill>
                  <a:srgbClr val="FF00FF"/>
                </a:solidFill>
              </a:rPr>
              <a:t>。</a:t>
            </a:r>
            <a:endParaRPr lang="zh-CN" altLang="en-US" dirty="0"/>
          </a:p>
          <a:p>
            <a:pPr marL="0" indent="0" eaLnBrk="1" hangingPunct="1">
              <a:buNone/>
            </a:pPr>
            <a:r>
              <a:rPr lang="zh-CN" altLang="en-US" b="1" dirty="0">
                <a:solidFill>
                  <a:srgbClr val="FF9966"/>
                </a:solidFill>
              </a:rPr>
              <a:t>[解:]</a:t>
            </a:r>
            <a:endParaRPr lang="zh-CN" altLang="en-US" dirty="0"/>
          </a:p>
          <a:p>
            <a:pPr marL="0" indent="0" eaLnBrk="1" hangingPunct="1">
              <a:buNone/>
            </a:pPr>
            <a:r>
              <a:rPr lang="zh-CN" altLang="en-US" dirty="0">
                <a:solidFill>
                  <a:srgbClr val="333399"/>
                </a:solidFill>
              </a:rPr>
              <a:t>　　　　　　　1 0 1 0 1 0 1 1 </a:t>
            </a:r>
            <a:r>
              <a:rPr lang="zh-CN" altLang="en-US" i="1" dirty="0">
                <a:solidFill>
                  <a:srgbClr val="333399"/>
                </a:solidFill>
              </a:rPr>
              <a:t>ｘ</a:t>
            </a:r>
            <a:br>
              <a:rPr lang="zh-CN" altLang="en-US" i="1" dirty="0">
                <a:solidFill>
                  <a:srgbClr val="333399"/>
                </a:solidFill>
              </a:rPr>
            </a:br>
            <a:r>
              <a:rPr lang="zh-CN" altLang="en-US" dirty="0">
                <a:solidFill>
                  <a:srgbClr val="333399"/>
                </a:solidFill>
              </a:rPr>
              <a:t>　    　　　</a:t>
            </a:r>
            <a:r>
              <a:rPr lang="zh-CN" altLang="en-US" u="sng" dirty="0">
                <a:solidFill>
                  <a:srgbClr val="333399"/>
                </a:solidFill>
              </a:rPr>
              <a:t>⊕　1 1 0 0 1 1 0 0 </a:t>
            </a:r>
            <a:r>
              <a:rPr lang="zh-CN" altLang="en-US" i="1" u="sng" dirty="0">
                <a:solidFill>
                  <a:srgbClr val="333399"/>
                </a:solidFill>
              </a:rPr>
              <a:t>ｙ</a:t>
            </a:r>
            <a:br>
              <a:rPr lang="zh-CN" altLang="en-US" i="1" u="sng" dirty="0">
                <a:solidFill>
                  <a:srgbClr val="333399"/>
                </a:solidFill>
              </a:rPr>
            </a:br>
            <a:r>
              <a:rPr lang="zh-CN" altLang="en-US" dirty="0">
                <a:solidFill>
                  <a:srgbClr val="333399"/>
                </a:solidFill>
              </a:rPr>
              <a:t>　　　　　　　0 1 1 0 0 1 1 1 </a:t>
            </a:r>
            <a:r>
              <a:rPr lang="zh-CN" altLang="en-US" i="1" dirty="0">
                <a:solidFill>
                  <a:srgbClr val="333399"/>
                </a:solidFill>
              </a:rPr>
              <a:t>ｚ</a:t>
            </a:r>
            <a:endParaRPr lang="zh-CN" altLang="en-US" dirty="0"/>
          </a:p>
          <a:p>
            <a:pPr marL="0" indent="0" eaLnBrk="1" hangingPunct="1">
              <a:buNone/>
            </a:pPr>
            <a:r>
              <a:rPr lang="zh-CN" altLang="en-US" dirty="0">
                <a:solidFill>
                  <a:srgbClr val="333399"/>
                </a:solidFill>
              </a:rPr>
              <a:t>即   　　 </a:t>
            </a:r>
            <a:r>
              <a:rPr lang="zh-CN" altLang="en-US" i="1" dirty="0">
                <a:solidFill>
                  <a:srgbClr val="333399"/>
                </a:solidFill>
              </a:rPr>
              <a:t>ｘ</a:t>
            </a:r>
            <a:r>
              <a:rPr lang="zh-CN" altLang="en-US" dirty="0">
                <a:solidFill>
                  <a:srgbClr val="333399"/>
                </a:solidFill>
              </a:rPr>
              <a:t>⊕</a:t>
            </a:r>
            <a:r>
              <a:rPr lang="zh-CN" altLang="en-US" i="1" dirty="0">
                <a:solidFill>
                  <a:srgbClr val="333399"/>
                </a:solidFill>
              </a:rPr>
              <a:t>ｙ</a:t>
            </a:r>
            <a:r>
              <a:rPr lang="zh-CN" altLang="en-US" dirty="0">
                <a:solidFill>
                  <a:srgbClr val="333399"/>
                </a:solidFill>
              </a:rPr>
              <a:t> ＝ 01100111</a:t>
            </a:r>
            <a:endParaRPr lang="zh-CN" altLang="en-US" dirty="0"/>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7586" name="Rectangle 2"/>
          <p:cNvSpPr>
            <a:spLocks noGrp="1"/>
          </p:cNvSpPr>
          <p:nvPr>
            <p:ph type="title"/>
          </p:nvPr>
        </p:nvSpPr>
        <p:spPr>
          <a:xfrm>
            <a:off x="539750" y="260350"/>
            <a:ext cx="7620000" cy="685800"/>
          </a:xfrm>
          <a:ln/>
        </p:spPr>
        <p:txBody>
          <a:bodyPr vert="horz" wrap="square" lIns="91440" tIns="45720" rIns="91440" bIns="45720" anchor="ctr" anchorCtr="0"/>
          <a:p>
            <a:pPr eaLnBrk="1" hangingPunct="1"/>
            <a:r>
              <a:rPr lang="zh-CN" altLang="en-US" dirty="0"/>
              <a:t>2.5.2移位运算</a:t>
            </a:r>
            <a:endParaRPr lang="zh-CN" altLang="en-US" dirty="0"/>
          </a:p>
        </p:txBody>
      </p:sp>
      <p:sp>
        <p:nvSpPr>
          <p:cNvPr id="67587" name="Rectangle 3"/>
          <p:cNvSpPr>
            <a:spLocks noGrp="1"/>
          </p:cNvSpPr>
          <p:nvPr>
            <p:ph type="body" sz="half"/>
          </p:nvPr>
        </p:nvSpPr>
        <p:spPr>
          <a:xfrm>
            <a:off x="685800" y="1981200"/>
            <a:ext cx="3814763" cy="4114800"/>
          </a:xfrm>
          <a:ln/>
        </p:spPr>
        <p:txBody>
          <a:bodyPr vert="horz" wrap="square" lIns="91440" tIns="45720" rIns="91440" bIns="45720" anchor="t" anchorCtr="0"/>
          <a:lstStyle>
            <a:lvl1pPr lvl="0">
              <a:buClrTx/>
              <a:buSzTx/>
              <a:buFontTx/>
              <a:defRPr sz="2800"/>
            </a:lvl1pPr>
            <a:lvl2pPr lvl="1">
              <a:buClrTx/>
              <a:buSzTx/>
              <a:buFontTx/>
              <a:defRPr sz="2400"/>
            </a:lvl2pPr>
            <a:lvl3pPr lvl="2">
              <a:buClrTx/>
              <a:buSzTx/>
              <a:buFontTx/>
              <a:defRPr sz="2000"/>
            </a:lvl3pPr>
            <a:lvl4pPr lvl="3">
              <a:buClrTx/>
              <a:buSzTx/>
              <a:buFontTx/>
              <a:defRPr sz="1800"/>
            </a:lvl4pPr>
            <a:lvl5pPr lvl="4">
              <a:buClrTx/>
              <a:buSzTx/>
              <a:buFontTx/>
              <a:defRPr sz="1800"/>
            </a:lvl5pPr>
          </a:lstStyle>
          <a:p>
            <a:pPr marL="0" lvl="0" indent="0" eaLnBrk="1" hangingPunct="1">
              <a:buNone/>
            </a:pPr>
            <a:endParaRPr lang="zh-CN" altLang="en-US" dirty="0"/>
          </a:p>
          <a:p>
            <a:pPr marL="0" lvl="0" indent="0" eaLnBrk="1" hangingPunct="1"/>
            <a:endParaRPr lang="zh-CN" altLang="en-US" dirty="0"/>
          </a:p>
          <a:p>
            <a:pPr marL="0" lvl="0" indent="0" eaLnBrk="1" hangingPunct="1"/>
            <a:endParaRPr lang="zh-CN" altLang="en-US" dirty="0"/>
          </a:p>
        </p:txBody>
      </p:sp>
      <p:graphicFrame>
        <p:nvGraphicFramePr>
          <p:cNvPr id="67588" name="Group 4"/>
          <p:cNvGraphicFramePr>
            <a:graphicFrameLocks noGrp="1"/>
          </p:cNvGraphicFramePr>
          <p:nvPr>
            <p:ph sz="half" idx="4294967295"/>
          </p:nvPr>
        </p:nvGraphicFramePr>
        <p:xfrm>
          <a:off x="254000" y="1052513"/>
          <a:ext cx="8569325" cy="5691188"/>
        </p:xfrm>
        <a:graphic>
          <a:graphicData uri="http://schemas.openxmlformats.org/drawingml/2006/table">
            <a:tbl>
              <a:tblPr/>
              <a:tblGrid>
                <a:gridCol w="874713"/>
                <a:gridCol w="754062"/>
                <a:gridCol w="739775"/>
                <a:gridCol w="6200775"/>
              </a:tblGrid>
              <a:tr h="760986">
                <a:tc rowSpan="2">
                  <a:txBody>
                    <a:bodyPr/>
                    <a:lstStyle/>
                    <a:p>
                      <a:pPr marL="0" marR="0" lvl="0" indent="0" algn="l" defTabSz="914400" rtl="0" eaLnBrk="1" fontAlgn="base" latinLnBrk="0" hangingPunct="1">
                        <a:lnSpc>
                          <a:spcPct val="100000"/>
                        </a:lnSpc>
                        <a:spcBef>
                          <a:spcPct val="20000"/>
                        </a:spcBef>
                        <a:spcAft>
                          <a:spcPct val="0"/>
                        </a:spcAft>
                        <a:buClrTx/>
                        <a:buSzTx/>
                        <a:buFontTx/>
                        <a:buNone/>
                      </a:pPr>
                      <a:r>
                        <a:rPr kumimoji="0" lang="zh-CN" altLang="en-US" sz="2400" b="1" i="0" u="none" strike="noStrike" cap="none" normalizeH="0" baseline="0">
                          <a:ln>
                            <a:noFill/>
                          </a:ln>
                          <a:solidFill>
                            <a:srgbClr val="0000FF"/>
                          </a:solidFill>
                          <a:effectLst/>
                          <a:latin typeface="Calibri" panose="020F0502020204030204" pitchFamily="34" charset="0"/>
                          <a:ea typeface="宋体" panose="02010600030101010101" pitchFamily="2" charset="-122"/>
                        </a:rPr>
                        <a:t>算术移位</a:t>
                      </a:r>
                      <a:endParaRPr kumimoji="0" lang="zh-CN" altLang="en-US" sz="2800" b="1" i="0" u="none" strike="noStrike" cap="none" normalizeH="0" baseline="0">
                        <a:ln>
                          <a:noFill/>
                        </a:ln>
                        <a:solidFill>
                          <a:srgbClr val="0000FF"/>
                        </a:solidFill>
                        <a:effectLst/>
                        <a:latin typeface="Calibri" panose="020F0502020204030204" pitchFamily="34" charset="0"/>
                        <a:ea typeface="宋体" panose="02010600030101010101" pitchFamily="2" charset="-122"/>
                      </a:endParaRPr>
                    </a:p>
                  </a:txBody>
                  <a:tcPr marT="45182" marB="45182"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gridSpan="2">
                  <a:txBody>
                    <a:bodyPr/>
                    <a:lstStyle/>
                    <a:p>
                      <a:pPr marL="0" marR="0" lvl="0" indent="0" algn="l" defTabSz="914400" rtl="0" eaLnBrk="1" fontAlgn="base" latinLnBrk="0" hangingPunct="1">
                        <a:lnSpc>
                          <a:spcPct val="100000"/>
                        </a:lnSpc>
                        <a:spcBef>
                          <a:spcPct val="20000"/>
                        </a:spcBef>
                        <a:spcAft>
                          <a:spcPct val="0"/>
                        </a:spcAft>
                        <a:buClrTx/>
                        <a:buSzTx/>
                        <a:buFontTx/>
                        <a:buNone/>
                      </a:pPr>
                      <a:r>
                        <a:rPr kumimoji="0" lang="zh-CN" altLang="en-US" sz="2000" b="1" i="0" u="none" strike="noStrike" cap="none" normalizeH="0" baseline="0">
                          <a:ln>
                            <a:noFill/>
                          </a:ln>
                          <a:solidFill>
                            <a:srgbClr val="0000FF"/>
                          </a:solidFill>
                          <a:effectLst/>
                          <a:latin typeface="Calibri" panose="020F0502020204030204" pitchFamily="34" charset="0"/>
                          <a:ea typeface="宋体" panose="02010600030101010101" pitchFamily="2" charset="-122"/>
                        </a:rPr>
                        <a:t>算术左移</a:t>
                      </a:r>
                      <a:endParaRPr kumimoji="0" lang="zh-CN" altLang="en-US" sz="2000" b="1" i="0" u="none" strike="noStrike" cap="none" normalizeH="0" baseline="0">
                        <a:ln>
                          <a:noFill/>
                        </a:ln>
                        <a:solidFill>
                          <a:srgbClr val="0000FF"/>
                        </a:solidFill>
                        <a:effectLst/>
                        <a:latin typeface="Calibri" panose="020F0502020204030204" pitchFamily="34" charset="0"/>
                        <a:ea typeface="宋体" panose="02010600030101010101" pitchFamily="2" charset="-122"/>
                      </a:endParaRPr>
                    </a:p>
                  </a:txBody>
                  <a:tcPr marT="45182" marB="45182"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hMerge="1">
                  <a:tcPr/>
                </a:tc>
                <a:tc>
                  <a:txBody>
                    <a:bodyPr/>
                    <a:lstStyle/>
                    <a:p>
                      <a:pPr marL="0" marR="0" lvl="0" indent="0" algn="l" defTabSz="914400" rtl="0" eaLnBrk="1" fontAlgn="base" latinLnBrk="0" hangingPunct="1">
                        <a:lnSpc>
                          <a:spcPct val="100000"/>
                        </a:lnSpc>
                        <a:spcBef>
                          <a:spcPct val="20000"/>
                        </a:spcBef>
                        <a:spcAft>
                          <a:spcPct val="0"/>
                        </a:spcAft>
                        <a:buClrTx/>
                        <a:buSzTx/>
                        <a:buFontTx/>
                        <a:buNone/>
                      </a:pPr>
                      <a:r>
                        <a:rPr kumimoji="0" lang="zh-CN" altLang="en-US" sz="2000" b="1" i="0" u="none" strike="noStrike" cap="none" normalizeH="0" baseline="0">
                          <a:ln>
                            <a:noFill/>
                          </a:ln>
                          <a:solidFill>
                            <a:srgbClr val="0000FF"/>
                          </a:solidFill>
                          <a:effectLst/>
                          <a:latin typeface="Calibri" panose="020F0502020204030204" pitchFamily="34" charset="0"/>
                          <a:ea typeface="宋体" panose="02010600030101010101" pitchFamily="2" charset="-122"/>
                        </a:rPr>
                        <a:t>最高位移出，其余各位向左移动一位，最低位</a:t>
                      </a:r>
                      <a:r>
                        <a:rPr kumimoji="0" lang="zh-CN" altLang="en-US" sz="2000" b="1" i="0" u="none" strike="noStrike" cap="none" normalizeH="0" baseline="0">
                          <a:ln>
                            <a:noFill/>
                          </a:ln>
                          <a:solidFill>
                            <a:srgbClr val="FF0000"/>
                          </a:solidFill>
                          <a:effectLst/>
                          <a:latin typeface="Calibri" panose="020F0502020204030204" pitchFamily="34" charset="0"/>
                          <a:ea typeface="宋体" panose="02010600030101010101" pitchFamily="2" charset="-122"/>
                        </a:rPr>
                        <a:t>补0</a:t>
                      </a:r>
                      <a:r>
                        <a:rPr kumimoji="0" lang="zh-CN" altLang="en-US" sz="2000" b="1" i="0" u="none" strike="noStrike" cap="none" normalizeH="0" baseline="0">
                          <a:ln>
                            <a:noFill/>
                          </a:ln>
                          <a:solidFill>
                            <a:srgbClr val="0000FF"/>
                          </a:solidFill>
                          <a:effectLst/>
                          <a:latin typeface="Calibri" panose="020F0502020204030204" pitchFamily="34" charset="0"/>
                          <a:ea typeface="宋体" panose="02010600030101010101" pitchFamily="2" charset="-122"/>
                        </a:rPr>
                        <a:t>。</a:t>
                      </a:r>
                      <a:endParaRPr kumimoji="0" lang="zh-CN" altLang="en-US" sz="2000" b="1" i="0" u="none" strike="noStrike" cap="none" normalizeH="0" baseline="0">
                        <a:ln>
                          <a:noFill/>
                        </a:ln>
                        <a:solidFill>
                          <a:srgbClr val="0000FF"/>
                        </a:solidFill>
                        <a:effectLst/>
                        <a:latin typeface="Calibri" panose="020F0502020204030204" pitchFamily="34" charset="0"/>
                        <a:ea typeface="宋体" panose="02010600030101010101" pitchFamily="2" charset="-122"/>
                      </a:endParaRPr>
                    </a:p>
                    <a:p>
                      <a:pPr marL="0" marR="0" lvl="0" indent="0" algn="l" defTabSz="914400" rtl="0" eaLnBrk="1" fontAlgn="base" latinLnBrk="0" hangingPunct="1">
                        <a:lnSpc>
                          <a:spcPct val="100000"/>
                        </a:lnSpc>
                        <a:spcBef>
                          <a:spcPct val="20000"/>
                        </a:spcBef>
                        <a:spcAft>
                          <a:spcPct val="0"/>
                        </a:spcAft>
                        <a:buClrTx/>
                        <a:buSzTx/>
                        <a:buFontTx/>
                        <a:buNone/>
                      </a:pPr>
                      <a:r>
                        <a:rPr kumimoji="0" lang="zh-CN" altLang="en-US" sz="2000" b="1" i="0" u="none" strike="noStrike" cap="none" normalizeH="0" baseline="0">
                          <a:ln>
                            <a:noFill/>
                          </a:ln>
                          <a:solidFill>
                            <a:srgbClr val="0000FF"/>
                          </a:solidFill>
                          <a:effectLst/>
                          <a:latin typeface="Calibri" panose="020F0502020204030204" pitchFamily="34" charset="0"/>
                          <a:ea typeface="宋体" panose="02010600030101010101" pitchFamily="2" charset="-122"/>
                        </a:rPr>
                        <a:t>相当于将数据乘2。</a:t>
                      </a:r>
                      <a:endParaRPr kumimoji="0" lang="zh-CN" altLang="en-US" sz="2000" b="1" i="0" u="none" strike="noStrike" cap="none" normalizeH="0" baseline="0">
                        <a:ln>
                          <a:noFill/>
                        </a:ln>
                        <a:solidFill>
                          <a:srgbClr val="0000FF"/>
                        </a:solidFill>
                        <a:effectLst/>
                        <a:latin typeface="Calibri" panose="020F0502020204030204" pitchFamily="34" charset="0"/>
                        <a:ea typeface="宋体" panose="02010600030101010101" pitchFamily="2" charset="-122"/>
                      </a:endParaRPr>
                    </a:p>
                  </a:txBody>
                  <a:tcPr marT="45182" marB="45182"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709107">
                <a:tc vMerge="1">
                  <a:tcPr/>
                </a:tc>
                <a:tc gridSpan="2">
                  <a:txBody>
                    <a:bodyPr/>
                    <a:lstStyle/>
                    <a:p>
                      <a:pPr marL="0" marR="0" lvl="0" indent="0" algn="l" defTabSz="914400" rtl="0" eaLnBrk="1" fontAlgn="base" latinLnBrk="0" hangingPunct="1">
                        <a:lnSpc>
                          <a:spcPct val="100000"/>
                        </a:lnSpc>
                        <a:spcBef>
                          <a:spcPct val="20000"/>
                        </a:spcBef>
                        <a:spcAft>
                          <a:spcPct val="0"/>
                        </a:spcAft>
                        <a:buClrTx/>
                        <a:buSzTx/>
                        <a:buFontTx/>
                        <a:buNone/>
                      </a:pPr>
                      <a:r>
                        <a:rPr kumimoji="0" lang="zh-CN" altLang="en-US" sz="2000" b="1" i="0" u="none" strike="noStrike" cap="none" normalizeH="0" baseline="0" dirty="0">
                          <a:ln>
                            <a:noFill/>
                          </a:ln>
                          <a:solidFill>
                            <a:srgbClr val="FF0000"/>
                          </a:solidFill>
                          <a:effectLst/>
                          <a:latin typeface="Calibri" panose="020F0502020204030204" pitchFamily="34" charset="0"/>
                          <a:ea typeface="宋体" panose="02010600030101010101" pitchFamily="2" charset="-122"/>
                        </a:rPr>
                        <a:t>算术右移</a:t>
                      </a:r>
                      <a:endParaRPr kumimoji="0" lang="zh-CN" altLang="en-US" sz="2000" b="1" i="0" u="none" strike="noStrike" cap="none" normalizeH="0" baseline="0" dirty="0">
                        <a:ln>
                          <a:noFill/>
                        </a:ln>
                        <a:solidFill>
                          <a:srgbClr val="FF0000"/>
                        </a:solidFill>
                        <a:effectLst/>
                        <a:latin typeface="Calibri" panose="020F0502020204030204" pitchFamily="34" charset="0"/>
                        <a:ea typeface="宋体" panose="02010600030101010101" pitchFamily="2" charset="-122"/>
                      </a:endParaRPr>
                    </a:p>
                  </a:txBody>
                  <a:tcPr marT="45182" marB="45182"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hMerge="1">
                  <a:tcPr/>
                </a:tc>
                <a:tc>
                  <a:txBody>
                    <a:bodyPr/>
                    <a:lstStyle/>
                    <a:p>
                      <a:pPr marL="0" marR="0" lvl="0" indent="0" algn="l" defTabSz="914400" rtl="0" eaLnBrk="1" fontAlgn="base" latinLnBrk="0" hangingPunct="1">
                        <a:lnSpc>
                          <a:spcPct val="100000"/>
                        </a:lnSpc>
                        <a:spcBef>
                          <a:spcPct val="20000"/>
                        </a:spcBef>
                        <a:spcAft>
                          <a:spcPct val="0"/>
                        </a:spcAft>
                        <a:buClrTx/>
                        <a:buSzTx/>
                        <a:buFontTx/>
                        <a:buNone/>
                      </a:pPr>
                      <a:r>
                        <a:rPr kumimoji="0" lang="zh-CN" altLang="en-US" sz="2000" b="1" i="0" u="none" strike="noStrike" cap="none" normalizeH="0" baseline="0">
                          <a:ln>
                            <a:noFill/>
                          </a:ln>
                          <a:solidFill>
                            <a:srgbClr val="0000FF"/>
                          </a:solidFill>
                          <a:effectLst/>
                          <a:latin typeface="Calibri" panose="020F0502020204030204" pitchFamily="34" charset="0"/>
                          <a:ea typeface="宋体" panose="02010600030101010101" pitchFamily="2" charset="-122"/>
                        </a:rPr>
                        <a:t>最低位移出，其余各位向右移动一位，最高位</a:t>
                      </a:r>
                      <a:r>
                        <a:rPr kumimoji="0" lang="zh-CN" altLang="en-US" sz="2000" b="1" i="0" u="none" strike="noStrike" cap="none" normalizeH="0" baseline="0">
                          <a:ln>
                            <a:noFill/>
                          </a:ln>
                          <a:solidFill>
                            <a:srgbClr val="FF0000"/>
                          </a:solidFill>
                          <a:effectLst/>
                          <a:latin typeface="Calibri" panose="020F0502020204030204" pitchFamily="34" charset="0"/>
                          <a:ea typeface="宋体" panose="02010600030101010101" pitchFamily="2" charset="-122"/>
                        </a:rPr>
                        <a:t>补符号位</a:t>
                      </a:r>
                      <a:r>
                        <a:rPr kumimoji="0" lang="zh-CN" altLang="en-US" sz="2000" b="1" i="0" u="none" strike="noStrike" cap="none" normalizeH="0" baseline="0">
                          <a:ln>
                            <a:noFill/>
                          </a:ln>
                          <a:solidFill>
                            <a:srgbClr val="0000FF"/>
                          </a:solidFill>
                          <a:effectLst/>
                          <a:latin typeface="Calibri" panose="020F0502020204030204" pitchFamily="34" charset="0"/>
                          <a:ea typeface="宋体" panose="02010600030101010101" pitchFamily="2" charset="-122"/>
                        </a:rPr>
                        <a:t>。相当于将数据除2。</a:t>
                      </a:r>
                      <a:endParaRPr kumimoji="0" lang="zh-CN" altLang="en-US" sz="2000" b="1" i="0" u="none" strike="noStrike" cap="none" normalizeH="0" baseline="0">
                        <a:ln>
                          <a:noFill/>
                        </a:ln>
                        <a:solidFill>
                          <a:srgbClr val="0000FF"/>
                        </a:solidFill>
                        <a:effectLst/>
                        <a:latin typeface="Calibri" panose="020F0502020204030204" pitchFamily="34" charset="0"/>
                        <a:ea typeface="宋体" panose="02010600030101010101" pitchFamily="2" charset="-122"/>
                      </a:endParaRPr>
                    </a:p>
                  </a:txBody>
                  <a:tcPr marT="45182" marB="45182"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658904">
                <a:tc rowSpan="2">
                  <a:txBody>
                    <a:bodyPr/>
                    <a:lstStyle/>
                    <a:p>
                      <a:pPr marL="0" marR="0" lvl="0" indent="0" algn="l" defTabSz="914400" rtl="0" eaLnBrk="1" fontAlgn="base" latinLnBrk="0" hangingPunct="1">
                        <a:lnSpc>
                          <a:spcPct val="100000"/>
                        </a:lnSpc>
                        <a:spcBef>
                          <a:spcPct val="20000"/>
                        </a:spcBef>
                        <a:spcAft>
                          <a:spcPct val="0"/>
                        </a:spcAft>
                        <a:buClrTx/>
                        <a:buSzTx/>
                        <a:buFontTx/>
                        <a:buNone/>
                      </a:pPr>
                      <a:r>
                        <a:rPr kumimoji="0" lang="zh-CN" altLang="en-US" sz="2400" b="1" i="0" u="none" strike="noStrike" cap="none" normalizeH="0" baseline="0">
                          <a:ln>
                            <a:noFill/>
                          </a:ln>
                          <a:solidFill>
                            <a:srgbClr val="0000FF"/>
                          </a:solidFill>
                          <a:effectLst/>
                          <a:latin typeface="Calibri" panose="020F0502020204030204" pitchFamily="34" charset="0"/>
                          <a:ea typeface="宋体" panose="02010600030101010101" pitchFamily="2" charset="-122"/>
                        </a:rPr>
                        <a:t>逻辑移位</a:t>
                      </a:r>
                      <a:endParaRPr kumimoji="0" lang="zh-CN" altLang="en-US" sz="2800" b="1" i="0" u="none" strike="noStrike" cap="none" normalizeH="0" baseline="0">
                        <a:ln>
                          <a:noFill/>
                        </a:ln>
                        <a:solidFill>
                          <a:srgbClr val="0000FF"/>
                        </a:solidFill>
                        <a:effectLst/>
                        <a:latin typeface="Calibri" panose="020F0502020204030204" pitchFamily="34" charset="0"/>
                        <a:ea typeface="宋体" panose="02010600030101010101" pitchFamily="2" charset="-122"/>
                      </a:endParaRPr>
                    </a:p>
                  </a:txBody>
                  <a:tcPr marT="45182" marB="45182"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gridSpan="2">
                  <a:txBody>
                    <a:bodyPr/>
                    <a:lstStyle/>
                    <a:p>
                      <a:pPr marL="0" marR="0" lvl="0" indent="0" algn="l" defTabSz="914400" rtl="0" eaLnBrk="1" fontAlgn="base" latinLnBrk="0" hangingPunct="1">
                        <a:lnSpc>
                          <a:spcPct val="100000"/>
                        </a:lnSpc>
                        <a:spcBef>
                          <a:spcPct val="20000"/>
                        </a:spcBef>
                        <a:spcAft>
                          <a:spcPct val="0"/>
                        </a:spcAft>
                        <a:buClrTx/>
                        <a:buSzTx/>
                        <a:buFontTx/>
                        <a:buNone/>
                      </a:pPr>
                      <a:r>
                        <a:rPr kumimoji="0" lang="zh-CN" altLang="en-US" sz="2000" b="1" i="0" u="none" strike="noStrike" cap="none" normalizeH="0" baseline="0">
                          <a:ln>
                            <a:noFill/>
                          </a:ln>
                          <a:solidFill>
                            <a:srgbClr val="0000FF"/>
                          </a:solidFill>
                          <a:effectLst/>
                          <a:latin typeface="Calibri" panose="020F0502020204030204" pitchFamily="34" charset="0"/>
                          <a:ea typeface="宋体" panose="02010600030101010101" pitchFamily="2" charset="-122"/>
                        </a:rPr>
                        <a:t>逻辑左移</a:t>
                      </a:r>
                      <a:endParaRPr kumimoji="0" lang="zh-CN" altLang="en-US" sz="2000" b="1" i="0" u="none" strike="noStrike" cap="none" normalizeH="0" baseline="0">
                        <a:ln>
                          <a:noFill/>
                        </a:ln>
                        <a:solidFill>
                          <a:srgbClr val="0000FF"/>
                        </a:solidFill>
                        <a:effectLst/>
                        <a:latin typeface="Calibri" panose="020F0502020204030204" pitchFamily="34" charset="0"/>
                        <a:ea typeface="宋体" panose="02010600030101010101" pitchFamily="2" charset="-122"/>
                      </a:endParaRPr>
                    </a:p>
                  </a:txBody>
                  <a:tcPr marT="45182" marB="45182"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hMerge="1">
                  <a:tcPr/>
                </a:tc>
                <a:tc>
                  <a:txBody>
                    <a:bodyPr/>
                    <a:lstStyle/>
                    <a:p>
                      <a:pPr marL="0" marR="0" lvl="0" indent="0" algn="l" defTabSz="914400" rtl="0" eaLnBrk="1" fontAlgn="base" latinLnBrk="0" hangingPunct="1">
                        <a:lnSpc>
                          <a:spcPct val="100000"/>
                        </a:lnSpc>
                        <a:spcBef>
                          <a:spcPct val="20000"/>
                        </a:spcBef>
                        <a:spcAft>
                          <a:spcPct val="0"/>
                        </a:spcAft>
                        <a:buClrTx/>
                        <a:buSzTx/>
                        <a:buFontTx/>
                        <a:buNone/>
                      </a:pPr>
                      <a:r>
                        <a:rPr kumimoji="0" lang="zh-CN" altLang="en-US" sz="2000" b="1" i="0" u="none" strike="noStrike" cap="none" normalizeH="0" baseline="0">
                          <a:ln>
                            <a:noFill/>
                          </a:ln>
                          <a:solidFill>
                            <a:srgbClr val="0000FF"/>
                          </a:solidFill>
                          <a:effectLst/>
                          <a:latin typeface="Calibri" panose="020F0502020204030204" pitchFamily="34" charset="0"/>
                          <a:ea typeface="宋体" panose="02010600030101010101" pitchFamily="2" charset="-122"/>
                        </a:rPr>
                        <a:t>最高位移出，其余各位向左移动一位，最低位</a:t>
                      </a:r>
                      <a:r>
                        <a:rPr kumimoji="0" lang="zh-CN" altLang="en-US" sz="2000" b="1" i="0" u="none" strike="noStrike" cap="none" normalizeH="0" baseline="0">
                          <a:ln>
                            <a:noFill/>
                          </a:ln>
                          <a:solidFill>
                            <a:srgbClr val="FF0000"/>
                          </a:solidFill>
                          <a:effectLst/>
                          <a:latin typeface="Calibri" panose="020F0502020204030204" pitchFamily="34" charset="0"/>
                          <a:ea typeface="宋体" panose="02010600030101010101" pitchFamily="2" charset="-122"/>
                        </a:rPr>
                        <a:t>补0</a:t>
                      </a:r>
                      <a:r>
                        <a:rPr kumimoji="0" lang="zh-CN" altLang="en-US" sz="2000" b="1" i="0" u="none" strike="noStrike" cap="none" normalizeH="0" baseline="0">
                          <a:ln>
                            <a:noFill/>
                          </a:ln>
                          <a:solidFill>
                            <a:srgbClr val="0000FF"/>
                          </a:solidFill>
                          <a:effectLst/>
                          <a:latin typeface="Calibri" panose="020F0502020204030204" pitchFamily="34" charset="0"/>
                          <a:ea typeface="宋体" panose="02010600030101010101" pitchFamily="2" charset="-122"/>
                        </a:rPr>
                        <a:t>。</a:t>
                      </a:r>
                      <a:endParaRPr kumimoji="0" lang="zh-CN" altLang="en-US" sz="2000" b="1" i="0" u="none" strike="noStrike" cap="none" normalizeH="0" baseline="0">
                        <a:ln>
                          <a:noFill/>
                        </a:ln>
                        <a:solidFill>
                          <a:srgbClr val="0000FF"/>
                        </a:solidFill>
                        <a:effectLst/>
                        <a:latin typeface="Calibri" panose="020F0502020204030204" pitchFamily="34" charset="0"/>
                        <a:ea typeface="宋体" panose="02010600030101010101" pitchFamily="2" charset="-122"/>
                      </a:endParaRPr>
                    </a:p>
                  </a:txBody>
                  <a:tcPr marT="45182" marB="45182"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701263">
                <a:tc vMerge="1">
                  <a:tcPr/>
                </a:tc>
                <a:tc gridSpan="2">
                  <a:txBody>
                    <a:bodyPr/>
                    <a:lstStyle/>
                    <a:p>
                      <a:pPr marL="0" marR="0" lvl="0" indent="0" algn="l" defTabSz="914400" rtl="0" eaLnBrk="1" fontAlgn="base" latinLnBrk="0" hangingPunct="1">
                        <a:lnSpc>
                          <a:spcPct val="100000"/>
                        </a:lnSpc>
                        <a:spcBef>
                          <a:spcPct val="20000"/>
                        </a:spcBef>
                        <a:spcAft>
                          <a:spcPct val="0"/>
                        </a:spcAft>
                        <a:buClrTx/>
                        <a:buSzTx/>
                        <a:buFontTx/>
                        <a:buNone/>
                      </a:pPr>
                      <a:r>
                        <a:rPr kumimoji="0" lang="zh-CN" altLang="en-US" sz="2000" b="1" i="0" u="none" strike="noStrike" cap="none" normalizeH="0" baseline="0">
                          <a:ln>
                            <a:noFill/>
                          </a:ln>
                          <a:solidFill>
                            <a:srgbClr val="0000FF"/>
                          </a:solidFill>
                          <a:effectLst/>
                          <a:latin typeface="Calibri" panose="020F0502020204030204" pitchFamily="34" charset="0"/>
                          <a:ea typeface="宋体" panose="02010600030101010101" pitchFamily="2" charset="-122"/>
                        </a:rPr>
                        <a:t>逻辑右移</a:t>
                      </a:r>
                      <a:endParaRPr kumimoji="0" lang="zh-CN" altLang="en-US" sz="2000" b="1" i="0" u="none" strike="noStrike" cap="none" normalizeH="0" baseline="0">
                        <a:ln>
                          <a:noFill/>
                        </a:ln>
                        <a:solidFill>
                          <a:srgbClr val="0000FF"/>
                        </a:solidFill>
                        <a:effectLst/>
                        <a:latin typeface="Calibri" panose="020F0502020204030204" pitchFamily="34" charset="0"/>
                        <a:ea typeface="宋体" panose="02010600030101010101" pitchFamily="2" charset="-122"/>
                      </a:endParaRPr>
                    </a:p>
                  </a:txBody>
                  <a:tcPr marT="45182" marB="45182"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hMerge="1">
                  <a:tcPr/>
                </a:tc>
                <a:tc>
                  <a:txBody>
                    <a:bodyPr/>
                    <a:lstStyle/>
                    <a:p>
                      <a:pPr marL="0" marR="0" lvl="0" indent="0" algn="l" defTabSz="914400" rtl="0" eaLnBrk="1" fontAlgn="base" latinLnBrk="0" hangingPunct="1">
                        <a:lnSpc>
                          <a:spcPct val="100000"/>
                        </a:lnSpc>
                        <a:spcBef>
                          <a:spcPct val="20000"/>
                        </a:spcBef>
                        <a:spcAft>
                          <a:spcPct val="0"/>
                        </a:spcAft>
                        <a:buClrTx/>
                        <a:buSzTx/>
                        <a:buFontTx/>
                        <a:buNone/>
                      </a:pPr>
                      <a:r>
                        <a:rPr kumimoji="0" lang="zh-CN" altLang="en-US" sz="2000" b="1" i="0" u="none" strike="noStrike" cap="none" normalizeH="0" baseline="0">
                          <a:ln>
                            <a:noFill/>
                          </a:ln>
                          <a:solidFill>
                            <a:srgbClr val="0000FF"/>
                          </a:solidFill>
                          <a:effectLst/>
                          <a:latin typeface="Calibri" panose="020F0502020204030204" pitchFamily="34" charset="0"/>
                          <a:ea typeface="宋体" panose="02010600030101010101" pitchFamily="2" charset="-122"/>
                        </a:rPr>
                        <a:t>最低位移出，其余各位向右移动一位，最高位</a:t>
                      </a:r>
                      <a:r>
                        <a:rPr kumimoji="0" lang="zh-CN" altLang="en-US" sz="2000" b="1" i="0" u="none" strike="noStrike" cap="none" normalizeH="0" baseline="0">
                          <a:ln>
                            <a:noFill/>
                          </a:ln>
                          <a:solidFill>
                            <a:srgbClr val="FF0000"/>
                          </a:solidFill>
                          <a:effectLst/>
                          <a:latin typeface="Calibri" panose="020F0502020204030204" pitchFamily="34" charset="0"/>
                          <a:ea typeface="宋体" panose="02010600030101010101" pitchFamily="2" charset="-122"/>
                        </a:rPr>
                        <a:t>补0</a:t>
                      </a:r>
                      <a:r>
                        <a:rPr kumimoji="0" lang="zh-CN" altLang="en-US" sz="2000" b="1" i="0" u="none" strike="noStrike" cap="none" normalizeH="0" baseline="0">
                          <a:ln>
                            <a:noFill/>
                          </a:ln>
                          <a:solidFill>
                            <a:srgbClr val="0000FF"/>
                          </a:solidFill>
                          <a:effectLst/>
                          <a:latin typeface="Calibri" panose="020F0502020204030204" pitchFamily="34" charset="0"/>
                          <a:ea typeface="宋体" panose="02010600030101010101" pitchFamily="2" charset="-122"/>
                        </a:rPr>
                        <a:t>。</a:t>
                      </a:r>
                      <a:endParaRPr kumimoji="0" lang="zh-CN" altLang="en-US" sz="2000" b="1" i="0" u="none" strike="noStrike" cap="none" normalizeH="0" baseline="0">
                        <a:ln>
                          <a:noFill/>
                        </a:ln>
                        <a:solidFill>
                          <a:srgbClr val="0000FF"/>
                        </a:solidFill>
                        <a:effectLst/>
                        <a:latin typeface="Calibri" panose="020F0502020204030204" pitchFamily="34" charset="0"/>
                        <a:ea typeface="宋体" panose="02010600030101010101" pitchFamily="2" charset="-122"/>
                      </a:endParaRPr>
                    </a:p>
                  </a:txBody>
                  <a:tcPr marT="45182" marB="45182"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700020">
                <a:tc rowSpan="5">
                  <a:txBody>
                    <a:bodyPr/>
                    <a:lstStyle/>
                    <a:p>
                      <a:pPr marL="0" marR="0" lvl="0" indent="0" algn="l" defTabSz="914400" rtl="0" eaLnBrk="1" fontAlgn="base" latinLnBrk="0" hangingPunct="1">
                        <a:lnSpc>
                          <a:spcPct val="100000"/>
                        </a:lnSpc>
                        <a:spcBef>
                          <a:spcPct val="20000"/>
                        </a:spcBef>
                        <a:spcAft>
                          <a:spcPct val="0"/>
                        </a:spcAft>
                        <a:buClrTx/>
                        <a:buSzTx/>
                        <a:buFontTx/>
                        <a:buNone/>
                      </a:pPr>
                      <a:r>
                        <a:rPr kumimoji="0" lang="zh-CN" altLang="en-US" sz="2400" b="1" i="0" u="none" strike="noStrike" cap="none" normalizeH="0" baseline="0">
                          <a:ln>
                            <a:noFill/>
                          </a:ln>
                          <a:solidFill>
                            <a:srgbClr val="0000FF"/>
                          </a:solidFill>
                          <a:effectLst/>
                          <a:latin typeface="Calibri" panose="020F0502020204030204" pitchFamily="34" charset="0"/>
                          <a:ea typeface="宋体" panose="02010600030101010101" pitchFamily="2" charset="-122"/>
                        </a:rPr>
                        <a:t>循环移位</a:t>
                      </a:r>
                      <a:endParaRPr kumimoji="0" lang="zh-CN" altLang="en-US" sz="2800" b="1" i="0" u="none" strike="noStrike" cap="none" normalizeH="0" baseline="0">
                        <a:ln>
                          <a:noFill/>
                        </a:ln>
                        <a:solidFill>
                          <a:srgbClr val="0000FF"/>
                        </a:solidFill>
                        <a:effectLst/>
                        <a:latin typeface="Calibri" panose="020F0502020204030204" pitchFamily="34" charset="0"/>
                        <a:ea typeface="宋体" panose="02010600030101010101" pitchFamily="2" charset="-122"/>
                      </a:endParaRPr>
                    </a:p>
                  </a:txBody>
                  <a:tcPr marT="45182" marB="45182"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rowSpan="2">
                  <a:txBody>
                    <a:bodyPr/>
                    <a:lstStyle/>
                    <a:p>
                      <a:pPr marL="0" marR="0" lvl="0" indent="0" algn="l" defTabSz="914400" rtl="0" eaLnBrk="1" fontAlgn="base" latinLnBrk="0" hangingPunct="1">
                        <a:lnSpc>
                          <a:spcPct val="100000"/>
                        </a:lnSpc>
                        <a:spcBef>
                          <a:spcPct val="20000"/>
                        </a:spcBef>
                        <a:spcAft>
                          <a:spcPct val="0"/>
                        </a:spcAft>
                        <a:buClrTx/>
                        <a:buSzTx/>
                        <a:buFontTx/>
                        <a:buNone/>
                      </a:pPr>
                      <a:r>
                        <a:rPr kumimoji="0" lang="zh-CN" altLang="en-US" sz="2000" b="1" i="0" u="none" strike="noStrike" cap="none" normalizeH="0" baseline="0">
                          <a:ln>
                            <a:noFill/>
                          </a:ln>
                          <a:solidFill>
                            <a:srgbClr val="0000FF"/>
                          </a:solidFill>
                          <a:effectLst/>
                          <a:latin typeface="Calibri" panose="020F0502020204030204" pitchFamily="34" charset="0"/>
                          <a:ea typeface="宋体" panose="02010600030101010101" pitchFamily="2" charset="-122"/>
                        </a:rPr>
                        <a:t>不带进位</a:t>
                      </a:r>
                      <a:endParaRPr kumimoji="0" lang="zh-CN" altLang="en-US" sz="2000" b="1" i="0" u="none" strike="noStrike" cap="none" normalizeH="0" baseline="0">
                        <a:ln>
                          <a:noFill/>
                        </a:ln>
                        <a:solidFill>
                          <a:srgbClr val="0000FF"/>
                        </a:solidFill>
                        <a:effectLst/>
                        <a:latin typeface="Calibri" panose="020F0502020204030204" pitchFamily="34" charset="0"/>
                        <a:ea typeface="宋体" panose="02010600030101010101" pitchFamily="2" charset="-122"/>
                      </a:endParaRPr>
                    </a:p>
                  </a:txBody>
                  <a:tcPr marT="45182" marB="45182"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pPr>
                      <a:r>
                        <a:rPr kumimoji="0" lang="zh-CN" altLang="en-US" sz="2000" b="1" i="0" u="none" strike="noStrike" cap="none" normalizeH="0" baseline="0">
                          <a:ln>
                            <a:noFill/>
                          </a:ln>
                          <a:solidFill>
                            <a:srgbClr val="0000FF"/>
                          </a:solidFill>
                          <a:effectLst/>
                          <a:latin typeface="Calibri" panose="020F0502020204030204" pitchFamily="34" charset="0"/>
                          <a:ea typeface="宋体" panose="02010600030101010101" pitchFamily="2" charset="-122"/>
                        </a:rPr>
                        <a:t>左移</a:t>
                      </a:r>
                      <a:endParaRPr kumimoji="0" lang="zh-CN" altLang="en-US" sz="2000" b="1" i="0" u="none" strike="noStrike" cap="none" normalizeH="0" baseline="0">
                        <a:ln>
                          <a:noFill/>
                        </a:ln>
                        <a:solidFill>
                          <a:srgbClr val="0000FF"/>
                        </a:solidFill>
                        <a:effectLst/>
                        <a:latin typeface="Calibri" panose="020F0502020204030204" pitchFamily="34" charset="0"/>
                        <a:ea typeface="宋体" panose="02010600030101010101" pitchFamily="2" charset="-122"/>
                      </a:endParaRPr>
                    </a:p>
                  </a:txBody>
                  <a:tcPr marT="45182" marB="45182"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pPr>
                      <a:r>
                        <a:rPr kumimoji="0" lang="zh-CN" altLang="en-US" sz="2000" b="1" i="0" u="none" strike="noStrike" cap="none" normalizeH="0" baseline="0">
                          <a:ln>
                            <a:noFill/>
                          </a:ln>
                          <a:solidFill>
                            <a:srgbClr val="0000FF"/>
                          </a:solidFill>
                          <a:effectLst/>
                          <a:latin typeface="Calibri" panose="020F0502020204030204" pitchFamily="34" charset="0"/>
                          <a:ea typeface="宋体" panose="02010600030101010101" pitchFamily="2" charset="-122"/>
                        </a:rPr>
                        <a:t>每一位向左移动一位，最左边的移到最右位和状态寄存器中。</a:t>
                      </a:r>
                      <a:endParaRPr kumimoji="0" lang="zh-CN" altLang="en-US" sz="2000" b="1" i="0" u="none" strike="noStrike" cap="none" normalizeH="0" baseline="0">
                        <a:ln>
                          <a:noFill/>
                        </a:ln>
                        <a:solidFill>
                          <a:srgbClr val="0000FF"/>
                        </a:solidFill>
                        <a:effectLst/>
                        <a:latin typeface="Calibri" panose="020F0502020204030204" pitchFamily="34" charset="0"/>
                        <a:ea typeface="宋体" panose="02010600030101010101" pitchFamily="2" charset="-122"/>
                      </a:endParaRPr>
                    </a:p>
                  </a:txBody>
                  <a:tcPr marT="45182" marB="45182"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700020">
                <a:tc vMerge="1">
                  <a:tcPr/>
                </a:tc>
                <a:tc vMerge="1">
                  <a:tcPr/>
                </a:tc>
                <a:tc>
                  <a:txBody>
                    <a:bodyPr/>
                    <a:lstStyle/>
                    <a:p>
                      <a:pPr marL="0" marR="0" lvl="0" indent="0" algn="l" defTabSz="914400" rtl="0" eaLnBrk="1" fontAlgn="base" latinLnBrk="0" hangingPunct="1">
                        <a:lnSpc>
                          <a:spcPct val="100000"/>
                        </a:lnSpc>
                        <a:spcBef>
                          <a:spcPct val="20000"/>
                        </a:spcBef>
                        <a:spcAft>
                          <a:spcPct val="0"/>
                        </a:spcAft>
                        <a:buClrTx/>
                        <a:buSzTx/>
                        <a:buFontTx/>
                        <a:buNone/>
                      </a:pPr>
                      <a:r>
                        <a:rPr kumimoji="0" lang="zh-CN" altLang="en-US" sz="2000" b="1" i="0" u="none" strike="noStrike" cap="none" normalizeH="0" baseline="0">
                          <a:ln>
                            <a:noFill/>
                          </a:ln>
                          <a:solidFill>
                            <a:srgbClr val="0000FF"/>
                          </a:solidFill>
                          <a:effectLst/>
                          <a:latin typeface="Calibri" panose="020F0502020204030204" pitchFamily="34" charset="0"/>
                          <a:ea typeface="宋体" panose="02010600030101010101" pitchFamily="2" charset="-122"/>
                        </a:rPr>
                        <a:t>右移</a:t>
                      </a:r>
                      <a:endParaRPr kumimoji="0" lang="zh-CN" altLang="en-US" sz="2000" b="1" i="0" u="none" strike="noStrike" cap="none" normalizeH="0" baseline="0">
                        <a:ln>
                          <a:noFill/>
                        </a:ln>
                        <a:solidFill>
                          <a:srgbClr val="0000FF"/>
                        </a:solidFill>
                        <a:effectLst/>
                        <a:latin typeface="Calibri" panose="020F0502020204030204" pitchFamily="34" charset="0"/>
                        <a:ea typeface="宋体" panose="02010600030101010101" pitchFamily="2" charset="-122"/>
                      </a:endParaRPr>
                    </a:p>
                  </a:txBody>
                  <a:tcPr marT="45182" marB="45182"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pPr>
                      <a:r>
                        <a:rPr kumimoji="0" lang="zh-CN" altLang="en-US" sz="2000" b="1" i="0" u="none" strike="noStrike" cap="none" normalizeH="0" baseline="0">
                          <a:ln>
                            <a:noFill/>
                          </a:ln>
                          <a:solidFill>
                            <a:srgbClr val="0000FF"/>
                          </a:solidFill>
                          <a:effectLst/>
                          <a:latin typeface="Calibri" panose="020F0502020204030204" pitchFamily="34" charset="0"/>
                          <a:ea typeface="宋体" panose="02010600030101010101" pitchFamily="2" charset="-122"/>
                        </a:rPr>
                        <a:t>每一位向右移动一位，最右边的移到最左位和状态寄存器中。</a:t>
                      </a:r>
                      <a:endParaRPr kumimoji="0" lang="zh-CN" altLang="en-US" sz="2000" b="1" i="0" u="none" strike="noStrike" cap="none" normalizeH="0" baseline="0">
                        <a:ln>
                          <a:noFill/>
                        </a:ln>
                        <a:solidFill>
                          <a:srgbClr val="0000FF"/>
                        </a:solidFill>
                        <a:effectLst/>
                        <a:latin typeface="Calibri" panose="020F0502020204030204" pitchFamily="34" charset="0"/>
                        <a:ea typeface="宋体" panose="02010600030101010101" pitchFamily="2" charset="-122"/>
                      </a:endParaRPr>
                    </a:p>
                  </a:txBody>
                  <a:tcPr marT="45182" marB="45182"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690281">
                <a:tc vMerge="1">
                  <a:tcPr/>
                </a:tc>
                <a:tc rowSpan="3">
                  <a:txBody>
                    <a:bodyPr/>
                    <a:lstStyle/>
                    <a:p>
                      <a:pPr marL="0" marR="0" lvl="0" indent="0" algn="l" defTabSz="914400" rtl="0" eaLnBrk="1" fontAlgn="base" latinLnBrk="0" hangingPunct="1">
                        <a:lnSpc>
                          <a:spcPct val="100000"/>
                        </a:lnSpc>
                        <a:spcBef>
                          <a:spcPct val="20000"/>
                        </a:spcBef>
                        <a:spcAft>
                          <a:spcPct val="0"/>
                        </a:spcAft>
                        <a:buClrTx/>
                        <a:buSzTx/>
                        <a:buFontTx/>
                        <a:buNone/>
                      </a:pPr>
                      <a:r>
                        <a:rPr kumimoji="0" lang="zh-CN" altLang="en-US" sz="2000" b="1" i="0" u="none" strike="noStrike" cap="none" normalizeH="0" baseline="0">
                          <a:ln>
                            <a:noFill/>
                          </a:ln>
                          <a:solidFill>
                            <a:srgbClr val="0000FF"/>
                          </a:solidFill>
                          <a:effectLst/>
                          <a:latin typeface="Calibri" panose="020F0502020204030204" pitchFamily="34" charset="0"/>
                          <a:ea typeface="宋体" panose="02010600030101010101" pitchFamily="2" charset="-122"/>
                        </a:rPr>
                        <a:t>带进位</a:t>
                      </a:r>
                      <a:endParaRPr kumimoji="0" lang="zh-CN" altLang="en-US" sz="2000" b="1" i="0" u="none" strike="noStrike" cap="none" normalizeH="0" baseline="0">
                        <a:ln>
                          <a:noFill/>
                        </a:ln>
                        <a:solidFill>
                          <a:srgbClr val="0000FF"/>
                        </a:solidFill>
                        <a:effectLst/>
                        <a:latin typeface="Calibri" panose="020F0502020204030204" pitchFamily="34" charset="0"/>
                        <a:ea typeface="宋体" panose="02010600030101010101" pitchFamily="2" charset="-122"/>
                      </a:endParaRPr>
                    </a:p>
                  </a:txBody>
                  <a:tcPr marT="45182" marB="45182"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pPr>
                      <a:r>
                        <a:rPr kumimoji="0" lang="zh-CN" altLang="en-US" sz="2000" b="1" i="0" u="none" strike="noStrike" cap="none" normalizeH="0" baseline="0">
                          <a:ln>
                            <a:noFill/>
                          </a:ln>
                          <a:solidFill>
                            <a:srgbClr val="0000FF"/>
                          </a:solidFill>
                          <a:effectLst/>
                          <a:latin typeface="Calibri" panose="020F0502020204030204" pitchFamily="34" charset="0"/>
                          <a:ea typeface="宋体" panose="02010600030101010101" pitchFamily="2" charset="-122"/>
                        </a:rPr>
                        <a:t>左移</a:t>
                      </a:r>
                      <a:endParaRPr kumimoji="0" lang="zh-CN" altLang="en-US" sz="2000" b="1" i="0" u="none" strike="noStrike" cap="none" normalizeH="0" baseline="0">
                        <a:ln>
                          <a:noFill/>
                        </a:ln>
                        <a:solidFill>
                          <a:srgbClr val="0000FF"/>
                        </a:solidFill>
                        <a:effectLst/>
                        <a:latin typeface="Calibri" panose="020F0502020204030204" pitchFamily="34" charset="0"/>
                        <a:ea typeface="宋体" panose="02010600030101010101" pitchFamily="2" charset="-122"/>
                      </a:endParaRPr>
                    </a:p>
                  </a:txBody>
                  <a:tcPr marT="45182" marB="45182"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rowSpan="2">
                  <a:txBody>
                    <a:bodyPr/>
                    <a:lstStyle/>
                    <a:p>
                      <a:pPr marL="0" marR="0" lvl="0" indent="0" algn="l" defTabSz="914400" rtl="0" eaLnBrk="1" fontAlgn="base" latinLnBrk="0" hangingPunct="1">
                        <a:lnSpc>
                          <a:spcPct val="100000"/>
                        </a:lnSpc>
                        <a:spcBef>
                          <a:spcPct val="20000"/>
                        </a:spcBef>
                        <a:spcAft>
                          <a:spcPct val="0"/>
                        </a:spcAft>
                        <a:buClrTx/>
                        <a:buSzTx/>
                        <a:buFontTx/>
                        <a:buNone/>
                      </a:pPr>
                      <a:r>
                        <a:rPr kumimoji="0" lang="zh-CN" altLang="en-US" sz="2000" b="1" i="0" u="none" strike="noStrike" cap="none" normalizeH="0" baseline="0">
                          <a:ln>
                            <a:noFill/>
                          </a:ln>
                          <a:solidFill>
                            <a:srgbClr val="0000FF"/>
                          </a:solidFill>
                          <a:effectLst/>
                          <a:latin typeface="Calibri" panose="020F0502020204030204" pitchFamily="34" charset="0"/>
                          <a:ea typeface="宋体" panose="02010600030101010101" pitchFamily="2" charset="-122"/>
                        </a:rPr>
                        <a:t>每一位向左移动一位，最左边的移到状态寄存器中，状态寄存器中的数移到最右边。</a:t>
                      </a:r>
                      <a:endParaRPr kumimoji="0" lang="zh-CN" altLang="en-US" sz="2000" b="1" i="0" u="none" strike="noStrike" cap="none" normalizeH="0" baseline="0">
                        <a:ln>
                          <a:noFill/>
                        </a:ln>
                        <a:solidFill>
                          <a:srgbClr val="0000FF"/>
                        </a:solidFill>
                        <a:effectLst/>
                        <a:latin typeface="Calibri" panose="020F0502020204030204" pitchFamily="34" charset="0"/>
                        <a:ea typeface="宋体" panose="02010600030101010101" pitchFamily="2" charset="-122"/>
                      </a:endParaRPr>
                    </a:p>
                  </a:txBody>
                  <a:tcPr marT="45182" marB="45182"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0">
                <a:tc vMerge="1">
                  <a:tcPr/>
                </a:tc>
                <a:tc vMerge="1">
                  <a:tcPr/>
                </a:tc>
                <a:tc rowSpan="2">
                  <a:txBody>
                    <a:bodyPr/>
                    <a:lstStyle/>
                    <a:p>
                      <a:pPr marL="0" marR="0" lvl="0" indent="0" algn="l" defTabSz="914400" rtl="0" eaLnBrk="1" fontAlgn="base" latinLnBrk="0" hangingPunct="1">
                        <a:lnSpc>
                          <a:spcPct val="100000"/>
                        </a:lnSpc>
                        <a:spcBef>
                          <a:spcPct val="20000"/>
                        </a:spcBef>
                        <a:spcAft>
                          <a:spcPct val="0"/>
                        </a:spcAft>
                        <a:buClrTx/>
                        <a:buSzTx/>
                        <a:buFontTx/>
                        <a:buNone/>
                      </a:pPr>
                      <a:r>
                        <a:rPr kumimoji="0" lang="zh-CN" altLang="en-US" sz="2000" b="1" i="0" u="none" strike="noStrike" cap="none" normalizeH="0" baseline="0">
                          <a:ln>
                            <a:noFill/>
                          </a:ln>
                          <a:solidFill>
                            <a:srgbClr val="0000FF"/>
                          </a:solidFill>
                          <a:effectLst/>
                          <a:latin typeface="Calibri" panose="020F0502020204030204" pitchFamily="34" charset="0"/>
                          <a:ea typeface="宋体" panose="02010600030101010101" pitchFamily="2" charset="-122"/>
                        </a:rPr>
                        <a:t>右移</a:t>
                      </a:r>
                      <a:endParaRPr kumimoji="0" lang="zh-CN" altLang="en-US" sz="2000" b="1" i="0" u="none" strike="noStrike" cap="none" normalizeH="0" baseline="0">
                        <a:ln>
                          <a:noFill/>
                        </a:ln>
                        <a:solidFill>
                          <a:srgbClr val="0000FF"/>
                        </a:solidFill>
                        <a:effectLst/>
                        <a:latin typeface="Calibri" panose="020F0502020204030204" pitchFamily="34" charset="0"/>
                        <a:ea typeface="宋体" panose="02010600030101010101" pitchFamily="2" charset="-122"/>
                      </a:endParaRPr>
                    </a:p>
                  </a:txBody>
                  <a:tcPr marT="45182" marB="45182"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vMerge="1">
                  <a:tcPr/>
                </a:tc>
              </a:tr>
              <a:tr h="700020">
                <a:tc vMerge="1">
                  <a:tcPr/>
                </a:tc>
                <a:tc vMerge="1">
                  <a:tcPr/>
                </a:tc>
                <a:tc vMerge="1">
                  <a:tcPr/>
                </a:tc>
                <a:tc>
                  <a:txBody>
                    <a:bodyPr/>
                    <a:lstStyle/>
                    <a:p>
                      <a:pPr marL="0" marR="0" lvl="0" indent="0" algn="l" defTabSz="914400" rtl="0" eaLnBrk="1" fontAlgn="base" latinLnBrk="0" hangingPunct="1">
                        <a:lnSpc>
                          <a:spcPct val="100000"/>
                        </a:lnSpc>
                        <a:spcBef>
                          <a:spcPct val="20000"/>
                        </a:spcBef>
                        <a:spcAft>
                          <a:spcPct val="0"/>
                        </a:spcAft>
                        <a:buClrTx/>
                        <a:buSzTx/>
                        <a:buFontTx/>
                        <a:buNone/>
                      </a:pPr>
                      <a:r>
                        <a:rPr kumimoji="0" lang="zh-CN" altLang="en-US" sz="2000" b="1" i="0" u="none" strike="noStrike" cap="none" normalizeH="0" baseline="0" dirty="0">
                          <a:ln>
                            <a:noFill/>
                          </a:ln>
                          <a:solidFill>
                            <a:srgbClr val="0000FF"/>
                          </a:solidFill>
                          <a:effectLst/>
                          <a:latin typeface="Calibri" panose="020F0502020204030204" pitchFamily="34" charset="0"/>
                          <a:ea typeface="宋体" panose="02010600030101010101" pitchFamily="2" charset="-122"/>
                        </a:rPr>
                        <a:t>每一位向右移动一位，最右边的移到状态寄存器中，状态寄存器中的数移到最左边。</a:t>
                      </a:r>
                      <a:endParaRPr kumimoji="0" lang="zh-CN" altLang="en-US" sz="2000" b="1" i="0" u="none" strike="noStrike" cap="none" normalizeH="0" baseline="0" dirty="0">
                        <a:ln>
                          <a:noFill/>
                        </a:ln>
                        <a:solidFill>
                          <a:srgbClr val="0000FF"/>
                        </a:solidFill>
                        <a:effectLst/>
                        <a:latin typeface="Calibri" panose="020F0502020204030204" pitchFamily="34" charset="0"/>
                        <a:ea typeface="宋体" panose="02010600030101010101" pitchFamily="2" charset="-122"/>
                      </a:endParaRPr>
                    </a:p>
                  </a:txBody>
                  <a:tcPr marT="45182" marB="45182"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bl>
          </a:graphicData>
        </a:graphic>
      </p:graphicFrame>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8610" name="Rectangle 2"/>
          <p:cNvSpPr>
            <a:spLocks noGrp="1"/>
          </p:cNvSpPr>
          <p:nvPr>
            <p:ph type="title"/>
          </p:nvPr>
        </p:nvSpPr>
        <p:spPr>
          <a:xfrm>
            <a:off x="685800" y="914400"/>
            <a:ext cx="7772400" cy="838200"/>
          </a:xfrm>
          <a:ln/>
        </p:spPr>
        <p:txBody>
          <a:bodyPr vert="horz" wrap="square" lIns="91440" tIns="45720" rIns="91440" bIns="45720" anchor="ctr" anchorCtr="0"/>
          <a:p>
            <a:pPr eaLnBrk="1" hangingPunct="1"/>
            <a:r>
              <a:rPr lang="zh-CN" altLang="en-US" dirty="0"/>
              <a:t>2.6 定点运算器的组成</a:t>
            </a:r>
            <a:endParaRPr lang="zh-CN" altLang="en-US" dirty="0"/>
          </a:p>
        </p:txBody>
      </p:sp>
      <p:sp>
        <p:nvSpPr>
          <p:cNvPr id="68611" name="Rectangle 3"/>
          <p:cNvSpPr>
            <a:spLocks noGrp="1"/>
          </p:cNvSpPr>
          <p:nvPr>
            <p:ph type="body"/>
          </p:nvPr>
        </p:nvSpPr>
        <p:spPr>
          <a:xfrm>
            <a:off x="685800" y="1981200"/>
            <a:ext cx="7989888" cy="4114800"/>
          </a:xfrm>
          <a:ln/>
        </p:spPr>
        <p:txBody>
          <a:bodyPr vert="horz" wrap="square" lIns="91440" tIns="45720" rIns="91440" bIns="45720" anchor="t" anchorCtr="0"/>
          <a:p>
            <a:pPr marL="0" indent="0" eaLnBrk="1" hangingPunct="1">
              <a:buNone/>
            </a:pPr>
            <a:r>
              <a:rPr lang="zh-CN" altLang="en-US" sz="2400" b="1" dirty="0">
                <a:latin typeface="宋体" panose="02010600030101010101" pitchFamily="2" charset="-122"/>
              </a:rPr>
              <a:t>    </a:t>
            </a:r>
            <a:r>
              <a:rPr lang="zh-CN" altLang="en-US" sz="2400" b="1" dirty="0">
                <a:solidFill>
                  <a:srgbClr val="0000FF"/>
                </a:solidFill>
                <a:latin typeface="宋体" panose="02010600030101010101" pitchFamily="2" charset="-122"/>
              </a:rPr>
              <a:t>运算器主要由算术逻辑部件，通用寄存器和状态寄存器组成。</a:t>
            </a:r>
            <a:endParaRPr lang="zh-CN" altLang="en-US" sz="2400" b="1" dirty="0">
              <a:solidFill>
                <a:srgbClr val="0000FF"/>
              </a:solidFill>
              <a:latin typeface="宋体" panose="02010600030101010101" pitchFamily="2" charset="-122"/>
            </a:endParaRPr>
          </a:p>
          <a:p>
            <a:pPr marL="0" indent="0" eaLnBrk="1" hangingPunct="1">
              <a:buNone/>
            </a:pPr>
            <a:r>
              <a:rPr lang="zh-CN" altLang="en-US" sz="2400" b="1" dirty="0">
                <a:solidFill>
                  <a:srgbClr val="0000FF"/>
                </a:solidFill>
                <a:latin typeface="宋体" panose="02010600030101010101" pitchFamily="2" charset="-122"/>
              </a:rPr>
              <a:t>    </a:t>
            </a:r>
            <a:r>
              <a:rPr lang="zh-CN" altLang="en-US" sz="2400" b="1" dirty="0">
                <a:solidFill>
                  <a:srgbClr val="FF0000"/>
                </a:solidFill>
                <a:latin typeface="宋体" panose="02010600030101010101" pitchFamily="2" charset="-122"/>
              </a:rPr>
              <a:t>算术逻辑部件ALU</a:t>
            </a:r>
            <a:r>
              <a:rPr lang="zh-CN" altLang="en-US" sz="2400" b="1" dirty="0">
                <a:solidFill>
                  <a:srgbClr val="0000FF"/>
                </a:solidFill>
                <a:latin typeface="宋体" panose="02010600030101010101" pitchFamily="2" charset="-122"/>
              </a:rPr>
              <a:t>（Arithmetic and Logic Unit）:主要完成对二进制信息的定点运算，如：加、减、乘、除、与、或、非、异或、逻辑移位、算术移位等。</a:t>
            </a:r>
            <a:endParaRPr lang="zh-CN" altLang="en-US" sz="2400" b="1" dirty="0">
              <a:solidFill>
                <a:srgbClr val="0000FF"/>
              </a:solidFill>
              <a:latin typeface="宋体" panose="02010600030101010101" pitchFamily="2" charset="-122"/>
            </a:endParaRPr>
          </a:p>
          <a:p>
            <a:pPr marL="0" indent="0" eaLnBrk="1" hangingPunct="1">
              <a:buNone/>
            </a:pPr>
            <a:r>
              <a:rPr lang="zh-CN" altLang="en-US" sz="2400" b="1" dirty="0">
                <a:solidFill>
                  <a:srgbClr val="0000FF"/>
                </a:solidFill>
                <a:latin typeface="宋体" panose="02010600030101010101" pitchFamily="2" charset="-122"/>
              </a:rPr>
              <a:t>    通用寄存器:主要用来保存参加运算的操作数和运算的结果。</a:t>
            </a:r>
            <a:endParaRPr lang="zh-CN" altLang="en-US" sz="2400" b="1" dirty="0">
              <a:solidFill>
                <a:srgbClr val="0000FF"/>
              </a:solidFill>
              <a:latin typeface="宋体" panose="02010600030101010101" pitchFamily="2" charset="-122"/>
            </a:endParaRPr>
          </a:p>
          <a:p>
            <a:pPr marL="0" indent="0" eaLnBrk="1" hangingPunct="1">
              <a:buNone/>
            </a:pPr>
            <a:r>
              <a:rPr lang="zh-CN" altLang="en-US" sz="2400" b="1" dirty="0">
                <a:solidFill>
                  <a:srgbClr val="0000FF"/>
                </a:solidFill>
                <a:latin typeface="宋体" panose="02010600030101010101" pitchFamily="2" charset="-122"/>
              </a:rPr>
              <a:t>    状态寄存器:用来记录算术、逻辑运算或测试操作的状态结果。一般有零标志位，负标志位，溢出标志位、进位或借位标志位等。</a:t>
            </a:r>
            <a:endParaRPr lang="zh-CN" altLang="en-US" sz="2400" b="1" dirty="0">
              <a:solidFill>
                <a:srgbClr val="0000FF"/>
              </a:solidFill>
              <a:latin typeface="宋体" panose="02010600030101010101" pitchFamily="2" charset="-122"/>
            </a:endParaRPr>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9634" name="Rectangle 2"/>
          <p:cNvSpPr>
            <a:spLocks noGrp="1"/>
          </p:cNvSpPr>
          <p:nvPr>
            <p:ph type="title"/>
          </p:nvPr>
        </p:nvSpPr>
        <p:spPr>
          <a:xfrm>
            <a:off x="252413" y="909638"/>
            <a:ext cx="7772400" cy="838200"/>
          </a:xfrm>
          <a:ln/>
        </p:spPr>
        <p:txBody>
          <a:bodyPr vert="horz" wrap="square" lIns="91440" tIns="45720" rIns="91440" bIns="45720" anchor="ctr" anchorCtr="0"/>
          <a:p>
            <a:pPr eaLnBrk="1" hangingPunct="1"/>
            <a:r>
              <a:rPr lang="zh-CN" altLang="en-US" dirty="0"/>
              <a:t>定点运算器的组成——</a:t>
            </a:r>
            <a:r>
              <a:rPr lang="zh-CN" altLang="en-US" sz="1800" dirty="0"/>
              <a:t>多功能算术/逻辑运算单元</a:t>
            </a:r>
            <a:endParaRPr lang="zh-CN" altLang="en-US" sz="1800" dirty="0"/>
          </a:p>
        </p:txBody>
      </p:sp>
      <p:sp>
        <p:nvSpPr>
          <p:cNvPr id="69635" name="Rectangle 3"/>
          <p:cNvSpPr>
            <a:spLocks noGrp="1"/>
          </p:cNvSpPr>
          <p:nvPr>
            <p:ph type="body"/>
          </p:nvPr>
        </p:nvSpPr>
        <p:spPr>
          <a:xfrm>
            <a:off x="468313" y="1844675"/>
            <a:ext cx="7772400" cy="4545013"/>
          </a:xfrm>
          <a:ln/>
        </p:spPr>
        <p:txBody>
          <a:bodyPr vert="horz" wrap="square" lIns="91440" tIns="45720" rIns="91440" bIns="45720" anchor="t" anchorCtr="0"/>
          <a:p>
            <a:pPr marL="0" indent="0" eaLnBrk="1" hangingPunct="1">
              <a:lnSpc>
                <a:spcPct val="90000"/>
              </a:lnSpc>
            </a:pPr>
            <a:r>
              <a:rPr lang="zh-CN" altLang="en-US" sz="2800" b="1" dirty="0">
                <a:solidFill>
                  <a:srgbClr val="0000FF"/>
                </a:solidFill>
                <a:latin typeface="宋体" panose="02010600030101010101" pitchFamily="2" charset="-122"/>
              </a:rPr>
              <a:t>基本思想</a:t>
            </a:r>
            <a:endParaRPr lang="zh-CN" altLang="en-US" sz="2800" b="1" dirty="0">
              <a:solidFill>
                <a:srgbClr val="0000FF"/>
              </a:solidFill>
              <a:latin typeface="宋体" panose="02010600030101010101" pitchFamily="2" charset="-122"/>
            </a:endParaRPr>
          </a:p>
          <a:p>
            <a:pPr marL="0" indent="0" eaLnBrk="1" hangingPunct="1">
              <a:lnSpc>
                <a:spcPct val="90000"/>
              </a:lnSpc>
              <a:buNone/>
            </a:pPr>
            <a:r>
              <a:rPr lang="zh-CN" altLang="en-US" sz="2800" b="1" dirty="0">
                <a:solidFill>
                  <a:srgbClr val="0000FF"/>
                </a:solidFill>
                <a:latin typeface="宋体" panose="02010600030101010101" pitchFamily="2" charset="-122"/>
              </a:rPr>
              <a:t>   </a:t>
            </a:r>
            <a:r>
              <a:rPr lang="zh-CN" altLang="en-US" sz="2400" b="1" dirty="0">
                <a:solidFill>
                  <a:srgbClr val="0000FF"/>
                </a:solidFill>
                <a:latin typeface="宋体" panose="02010600030101010101" pitchFamily="2" charset="-122"/>
              </a:rPr>
              <a:t>一位全加器（FA）的逻辑表达式为：</a:t>
            </a:r>
            <a:endParaRPr lang="zh-CN" altLang="en-US" sz="2400" b="1" dirty="0">
              <a:solidFill>
                <a:srgbClr val="0000FF"/>
              </a:solidFill>
              <a:latin typeface="宋体" panose="02010600030101010101" pitchFamily="2" charset="-122"/>
            </a:endParaRPr>
          </a:p>
          <a:p>
            <a:pPr marL="0" indent="0" eaLnBrk="1" hangingPunct="1">
              <a:lnSpc>
                <a:spcPct val="90000"/>
              </a:lnSpc>
              <a:buNone/>
            </a:pPr>
            <a:r>
              <a:rPr lang="zh-CN" altLang="en-US" sz="2400" b="1" dirty="0">
                <a:solidFill>
                  <a:srgbClr val="0000FF"/>
                </a:solidFill>
                <a:latin typeface="宋体" panose="02010600030101010101" pitchFamily="2" charset="-122"/>
              </a:rPr>
              <a:t>            F</a:t>
            </a:r>
            <a:r>
              <a:rPr lang="zh-CN" altLang="en-US" sz="2400" b="1" baseline="-30000" dirty="0">
                <a:solidFill>
                  <a:srgbClr val="0000FF"/>
                </a:solidFill>
                <a:latin typeface="宋体" panose="02010600030101010101" pitchFamily="2" charset="-122"/>
              </a:rPr>
              <a:t>i</a:t>
            </a:r>
            <a:r>
              <a:rPr lang="zh-CN" altLang="en-US" sz="2400" b="1" dirty="0">
                <a:solidFill>
                  <a:srgbClr val="0000FF"/>
                </a:solidFill>
                <a:latin typeface="宋体" panose="02010600030101010101" pitchFamily="2" charset="-122"/>
              </a:rPr>
              <a:t>=A</a:t>
            </a:r>
            <a:r>
              <a:rPr lang="zh-CN" altLang="en-US" sz="2400" b="1" baseline="-30000" dirty="0">
                <a:solidFill>
                  <a:srgbClr val="0000FF"/>
                </a:solidFill>
                <a:latin typeface="宋体" panose="02010600030101010101" pitchFamily="2" charset="-122"/>
              </a:rPr>
              <a:t>i</a:t>
            </a:r>
            <a:r>
              <a:rPr lang="zh-CN" altLang="en-US" b="1" dirty="0">
                <a:solidFill>
                  <a:srgbClr val="0000FF"/>
                </a:solidFill>
              </a:rPr>
              <a:t>⊕</a:t>
            </a:r>
            <a:r>
              <a:rPr lang="zh-CN" altLang="en-US" sz="2400" b="1" baseline="-30000" dirty="0">
                <a:solidFill>
                  <a:srgbClr val="0000FF"/>
                </a:solidFill>
                <a:latin typeface="宋体" panose="02010600030101010101" pitchFamily="2" charset="-122"/>
              </a:rPr>
              <a:t> </a:t>
            </a:r>
            <a:r>
              <a:rPr lang="zh-CN" altLang="en-US" sz="2400" b="1" dirty="0">
                <a:solidFill>
                  <a:srgbClr val="0000FF"/>
                </a:solidFill>
                <a:latin typeface="宋体" panose="02010600030101010101" pitchFamily="2" charset="-122"/>
              </a:rPr>
              <a:t>B</a:t>
            </a:r>
            <a:r>
              <a:rPr lang="zh-CN" altLang="en-US" sz="2400" b="1" baseline="-30000" dirty="0">
                <a:solidFill>
                  <a:srgbClr val="0000FF"/>
                </a:solidFill>
                <a:latin typeface="宋体" panose="02010600030101010101" pitchFamily="2" charset="-122"/>
              </a:rPr>
              <a:t>i</a:t>
            </a:r>
            <a:r>
              <a:rPr lang="zh-CN" altLang="en-US" b="1" dirty="0">
                <a:solidFill>
                  <a:srgbClr val="0000FF"/>
                </a:solidFill>
              </a:rPr>
              <a:t>⊕</a:t>
            </a:r>
            <a:r>
              <a:rPr lang="zh-CN" altLang="en-US" sz="2400" b="1" dirty="0">
                <a:solidFill>
                  <a:srgbClr val="0000FF"/>
                </a:solidFill>
                <a:latin typeface="宋体" panose="02010600030101010101" pitchFamily="2" charset="-122"/>
              </a:rPr>
              <a:t>C</a:t>
            </a:r>
            <a:r>
              <a:rPr lang="zh-CN" altLang="en-US" sz="2400" b="1" baseline="-30000" dirty="0">
                <a:solidFill>
                  <a:srgbClr val="0000FF"/>
                </a:solidFill>
                <a:latin typeface="宋体" panose="02010600030101010101" pitchFamily="2" charset="-122"/>
              </a:rPr>
              <a:t>i</a:t>
            </a:r>
            <a:endParaRPr lang="zh-CN" altLang="en-US" b="1" dirty="0">
              <a:solidFill>
                <a:srgbClr val="0000FF"/>
              </a:solidFill>
            </a:endParaRPr>
          </a:p>
          <a:p>
            <a:pPr marL="0" indent="0" eaLnBrk="1" hangingPunct="1">
              <a:lnSpc>
                <a:spcPct val="90000"/>
              </a:lnSpc>
              <a:buNone/>
            </a:pPr>
            <a:r>
              <a:rPr lang="zh-CN" altLang="en-US" sz="2400" b="1" dirty="0">
                <a:solidFill>
                  <a:srgbClr val="0000FF"/>
                </a:solidFill>
                <a:latin typeface="宋体" panose="02010600030101010101" pitchFamily="2" charset="-122"/>
              </a:rPr>
              <a:t>            C</a:t>
            </a:r>
            <a:r>
              <a:rPr lang="zh-CN" altLang="en-US" sz="2400" b="1" baseline="-30000" dirty="0">
                <a:solidFill>
                  <a:srgbClr val="0000FF"/>
                </a:solidFill>
                <a:latin typeface="宋体" panose="02010600030101010101" pitchFamily="2" charset="-122"/>
              </a:rPr>
              <a:t>i+1</a:t>
            </a:r>
            <a:r>
              <a:rPr lang="zh-CN" altLang="en-US" sz="2400" b="1" dirty="0">
                <a:solidFill>
                  <a:srgbClr val="0000FF"/>
                </a:solidFill>
                <a:latin typeface="宋体" panose="02010600030101010101" pitchFamily="2" charset="-122"/>
              </a:rPr>
              <a:t>=A</a:t>
            </a:r>
            <a:r>
              <a:rPr lang="zh-CN" altLang="en-US" sz="2400" b="1" baseline="-30000" dirty="0">
                <a:solidFill>
                  <a:srgbClr val="0000FF"/>
                </a:solidFill>
                <a:latin typeface="宋体" panose="02010600030101010101" pitchFamily="2" charset="-122"/>
              </a:rPr>
              <a:t>i</a:t>
            </a:r>
            <a:r>
              <a:rPr lang="zh-CN" altLang="en-US" sz="2400" b="1" dirty="0">
                <a:solidFill>
                  <a:srgbClr val="0000FF"/>
                </a:solidFill>
                <a:latin typeface="宋体" panose="02010600030101010101" pitchFamily="2" charset="-122"/>
              </a:rPr>
              <a:t>B</a:t>
            </a:r>
            <a:r>
              <a:rPr lang="zh-CN" altLang="en-US" sz="2400" b="1" baseline="-30000" dirty="0">
                <a:solidFill>
                  <a:srgbClr val="0000FF"/>
                </a:solidFill>
                <a:latin typeface="宋体" panose="02010600030101010101" pitchFamily="2" charset="-122"/>
              </a:rPr>
              <a:t>i</a:t>
            </a:r>
            <a:r>
              <a:rPr lang="zh-CN" altLang="en-US" sz="2400" b="1" dirty="0">
                <a:solidFill>
                  <a:srgbClr val="0000FF"/>
                </a:solidFill>
                <a:latin typeface="宋体" panose="02010600030101010101" pitchFamily="2" charset="-122"/>
              </a:rPr>
              <a:t>+B</a:t>
            </a:r>
            <a:r>
              <a:rPr lang="zh-CN" altLang="en-US" sz="2400" b="1" baseline="-30000" dirty="0">
                <a:solidFill>
                  <a:srgbClr val="0000FF"/>
                </a:solidFill>
                <a:latin typeface="宋体" panose="02010600030101010101" pitchFamily="2" charset="-122"/>
              </a:rPr>
              <a:t>i</a:t>
            </a:r>
            <a:r>
              <a:rPr lang="zh-CN" altLang="en-US" sz="2400" b="1" dirty="0">
                <a:solidFill>
                  <a:srgbClr val="0000FF"/>
                </a:solidFill>
                <a:latin typeface="宋体" panose="02010600030101010101" pitchFamily="2" charset="-122"/>
              </a:rPr>
              <a:t>C</a:t>
            </a:r>
            <a:r>
              <a:rPr lang="zh-CN" altLang="en-US" sz="2400" b="1" baseline="-30000" dirty="0">
                <a:solidFill>
                  <a:srgbClr val="0000FF"/>
                </a:solidFill>
                <a:latin typeface="宋体" panose="02010600030101010101" pitchFamily="2" charset="-122"/>
              </a:rPr>
              <a:t>i</a:t>
            </a:r>
            <a:r>
              <a:rPr lang="zh-CN" altLang="en-US" sz="2400" b="1" dirty="0">
                <a:solidFill>
                  <a:srgbClr val="0000FF"/>
                </a:solidFill>
                <a:latin typeface="宋体" panose="02010600030101010101" pitchFamily="2" charset="-122"/>
              </a:rPr>
              <a:t>+C</a:t>
            </a:r>
            <a:r>
              <a:rPr lang="zh-CN" altLang="en-US" sz="2400" b="1" baseline="-30000" dirty="0">
                <a:solidFill>
                  <a:srgbClr val="0000FF"/>
                </a:solidFill>
                <a:latin typeface="宋体" panose="02010600030101010101" pitchFamily="2" charset="-122"/>
              </a:rPr>
              <a:t>i</a:t>
            </a:r>
            <a:r>
              <a:rPr lang="zh-CN" altLang="en-US" sz="2400" b="1" dirty="0">
                <a:solidFill>
                  <a:srgbClr val="0000FF"/>
                </a:solidFill>
                <a:latin typeface="宋体" panose="02010600030101010101" pitchFamily="2" charset="-122"/>
              </a:rPr>
              <a:t>A</a:t>
            </a:r>
            <a:r>
              <a:rPr lang="zh-CN" altLang="en-US" sz="2400" b="1" baseline="-30000" dirty="0">
                <a:solidFill>
                  <a:srgbClr val="0000FF"/>
                </a:solidFill>
                <a:latin typeface="宋体" panose="02010600030101010101" pitchFamily="2" charset="-122"/>
              </a:rPr>
              <a:t>i</a:t>
            </a:r>
            <a:endParaRPr lang="zh-CN" altLang="en-US" sz="2400" b="1" dirty="0">
              <a:solidFill>
                <a:srgbClr val="0000FF"/>
              </a:solidFill>
              <a:latin typeface="宋体" panose="02010600030101010101" pitchFamily="2" charset="-122"/>
            </a:endParaRPr>
          </a:p>
          <a:p>
            <a:pPr marL="0" indent="0" eaLnBrk="1" hangingPunct="1">
              <a:lnSpc>
                <a:spcPct val="110000"/>
              </a:lnSpc>
              <a:buNone/>
            </a:pPr>
            <a:r>
              <a:rPr lang="zh-CN" altLang="en-US" sz="2400" b="1" dirty="0">
                <a:solidFill>
                  <a:srgbClr val="0000FF"/>
                </a:solidFill>
                <a:latin typeface="宋体" panose="02010600030101010101" pitchFamily="2" charset="-122"/>
              </a:rPr>
              <a:t>    为了将全加器的功能进行扩展以完成多种算术逻辑运算，先不将输入A</a:t>
            </a:r>
            <a:r>
              <a:rPr lang="zh-CN" altLang="en-US" sz="2400" b="1" baseline="-30000" dirty="0">
                <a:solidFill>
                  <a:srgbClr val="0000FF"/>
                </a:solidFill>
                <a:latin typeface="宋体" panose="02010600030101010101" pitchFamily="2" charset="-122"/>
              </a:rPr>
              <a:t>i</a:t>
            </a:r>
            <a:r>
              <a:rPr lang="zh-CN" altLang="en-US" sz="2400" b="1" dirty="0">
                <a:solidFill>
                  <a:srgbClr val="0000FF"/>
                </a:solidFill>
                <a:latin typeface="宋体" panose="02010600030101010101" pitchFamily="2" charset="-122"/>
              </a:rPr>
              <a:t>和B</a:t>
            </a:r>
            <a:r>
              <a:rPr lang="zh-CN" altLang="en-US" sz="2400" b="1" baseline="-30000" dirty="0">
                <a:solidFill>
                  <a:srgbClr val="0000FF"/>
                </a:solidFill>
                <a:latin typeface="宋体" panose="02010600030101010101" pitchFamily="2" charset="-122"/>
              </a:rPr>
              <a:t>i</a:t>
            </a:r>
            <a:r>
              <a:rPr lang="zh-CN" altLang="en-US" sz="2400" b="1" dirty="0">
                <a:solidFill>
                  <a:srgbClr val="0000FF"/>
                </a:solidFill>
                <a:latin typeface="宋体" panose="02010600030101010101" pitchFamily="2" charset="-122"/>
              </a:rPr>
              <a:t>和下一位的进位C</a:t>
            </a:r>
            <a:r>
              <a:rPr lang="zh-CN" altLang="en-US" sz="2400" b="1" baseline="-30000" dirty="0">
                <a:solidFill>
                  <a:srgbClr val="0000FF"/>
                </a:solidFill>
                <a:latin typeface="宋体" panose="02010600030101010101" pitchFamily="2" charset="-122"/>
              </a:rPr>
              <a:t>i</a:t>
            </a:r>
            <a:r>
              <a:rPr lang="zh-CN" altLang="en-US" sz="2400" b="1" dirty="0">
                <a:solidFill>
                  <a:srgbClr val="0000FF"/>
                </a:solidFill>
                <a:latin typeface="宋体" panose="02010600030101010101" pitchFamily="2" charset="-122"/>
              </a:rPr>
              <a:t>直接进行全加，而是将A</a:t>
            </a:r>
            <a:r>
              <a:rPr lang="zh-CN" altLang="en-US" sz="2400" b="1" baseline="-30000" dirty="0">
                <a:solidFill>
                  <a:srgbClr val="0000FF"/>
                </a:solidFill>
                <a:latin typeface="宋体" panose="02010600030101010101" pitchFamily="2" charset="-122"/>
              </a:rPr>
              <a:t>i</a:t>
            </a:r>
            <a:r>
              <a:rPr lang="zh-CN" altLang="en-US" sz="2400" b="1" dirty="0">
                <a:solidFill>
                  <a:srgbClr val="0000FF"/>
                </a:solidFill>
                <a:latin typeface="宋体" panose="02010600030101010101" pitchFamily="2" charset="-122"/>
              </a:rPr>
              <a:t>和B</a:t>
            </a:r>
            <a:r>
              <a:rPr lang="zh-CN" altLang="en-US" sz="2400" b="1" baseline="-30000" dirty="0">
                <a:solidFill>
                  <a:srgbClr val="0000FF"/>
                </a:solidFill>
                <a:latin typeface="宋体" panose="02010600030101010101" pitchFamily="2" charset="-122"/>
              </a:rPr>
              <a:t>i</a:t>
            </a:r>
            <a:r>
              <a:rPr lang="zh-CN" altLang="en-US" sz="2400" b="1" dirty="0">
                <a:solidFill>
                  <a:srgbClr val="0000FF"/>
                </a:solidFill>
                <a:latin typeface="宋体" panose="02010600030101010101" pitchFamily="2" charset="-122"/>
              </a:rPr>
              <a:t>先组合由S</a:t>
            </a:r>
            <a:r>
              <a:rPr lang="zh-CN" altLang="en-US" sz="2400" b="1" baseline="-25000" dirty="0">
                <a:solidFill>
                  <a:srgbClr val="0000FF"/>
                </a:solidFill>
                <a:latin typeface="宋体" panose="02010600030101010101" pitchFamily="2" charset="-122"/>
              </a:rPr>
              <a:t>0</a:t>
            </a:r>
            <a:r>
              <a:rPr lang="zh-CN" altLang="en-US" sz="2400" b="1" dirty="0">
                <a:solidFill>
                  <a:srgbClr val="0000FF"/>
                </a:solidFill>
                <a:latin typeface="宋体" panose="02010600030101010101" pitchFamily="2" charset="-122"/>
              </a:rPr>
              <a:t>，S</a:t>
            </a:r>
            <a:r>
              <a:rPr lang="zh-CN" altLang="en-US" sz="2400" b="1" baseline="-25000" dirty="0">
                <a:solidFill>
                  <a:srgbClr val="0000FF"/>
                </a:solidFill>
                <a:latin typeface="宋体" panose="02010600030101010101" pitchFamily="2" charset="-122"/>
              </a:rPr>
              <a:t>1</a:t>
            </a:r>
            <a:r>
              <a:rPr lang="zh-CN" altLang="en-US" sz="2400" b="1" dirty="0">
                <a:solidFill>
                  <a:srgbClr val="0000FF"/>
                </a:solidFill>
                <a:latin typeface="宋体" panose="02010600030101010101" pitchFamily="2" charset="-122"/>
              </a:rPr>
              <a:t>，S</a:t>
            </a:r>
            <a:r>
              <a:rPr lang="zh-CN" altLang="en-US" sz="2400" b="1" baseline="-25000" dirty="0">
                <a:solidFill>
                  <a:srgbClr val="0000FF"/>
                </a:solidFill>
                <a:latin typeface="宋体" panose="02010600030101010101" pitchFamily="2" charset="-122"/>
              </a:rPr>
              <a:t>2</a:t>
            </a:r>
            <a:r>
              <a:rPr lang="zh-CN" altLang="en-US" sz="2400" b="1" dirty="0">
                <a:solidFill>
                  <a:srgbClr val="0000FF"/>
                </a:solidFill>
                <a:latin typeface="宋体" panose="02010600030101010101" pitchFamily="2" charset="-122"/>
              </a:rPr>
              <a:t>，S</a:t>
            </a:r>
            <a:r>
              <a:rPr lang="zh-CN" altLang="en-US" sz="2400" b="1" baseline="-25000" dirty="0">
                <a:solidFill>
                  <a:srgbClr val="0000FF"/>
                </a:solidFill>
                <a:latin typeface="宋体" panose="02010600030101010101" pitchFamily="2" charset="-122"/>
              </a:rPr>
              <a:t>3</a:t>
            </a:r>
            <a:r>
              <a:rPr lang="zh-CN" altLang="en-US" sz="2400" b="1" dirty="0">
                <a:solidFill>
                  <a:srgbClr val="0000FF"/>
                </a:solidFill>
                <a:latin typeface="宋体" panose="02010600030101010101" pitchFamily="2" charset="-122"/>
              </a:rPr>
              <a:t>控制的组合函数X</a:t>
            </a:r>
            <a:r>
              <a:rPr lang="zh-CN" altLang="en-US" sz="2400" b="1" baseline="-30000" dirty="0">
                <a:solidFill>
                  <a:srgbClr val="0000FF"/>
                </a:solidFill>
                <a:latin typeface="宋体" panose="02010600030101010101" pitchFamily="2" charset="-122"/>
              </a:rPr>
              <a:t>i</a:t>
            </a:r>
            <a:r>
              <a:rPr lang="zh-CN" altLang="en-US" sz="2400" b="1" dirty="0">
                <a:solidFill>
                  <a:srgbClr val="0000FF"/>
                </a:solidFill>
                <a:latin typeface="宋体" panose="02010600030101010101" pitchFamily="2" charset="-122"/>
              </a:rPr>
              <a:t>和Y</a:t>
            </a:r>
            <a:r>
              <a:rPr lang="zh-CN" altLang="en-US" sz="2400" b="1" baseline="-30000" dirty="0">
                <a:solidFill>
                  <a:srgbClr val="0000FF"/>
                </a:solidFill>
                <a:latin typeface="宋体" panose="02010600030101010101" pitchFamily="2" charset="-122"/>
              </a:rPr>
              <a:t>i</a:t>
            </a:r>
            <a:r>
              <a:rPr lang="zh-CN" altLang="en-US" sz="2400" b="1" dirty="0">
                <a:solidFill>
                  <a:srgbClr val="0000FF"/>
                </a:solidFill>
                <a:latin typeface="宋体" panose="02010600030101010101" pitchFamily="2" charset="-122"/>
              </a:rPr>
              <a:t>，然后再将X</a:t>
            </a:r>
            <a:r>
              <a:rPr lang="zh-CN" altLang="en-US" sz="2400" b="1" baseline="-30000" dirty="0">
                <a:solidFill>
                  <a:srgbClr val="0000FF"/>
                </a:solidFill>
                <a:latin typeface="宋体" panose="02010600030101010101" pitchFamily="2" charset="-122"/>
              </a:rPr>
              <a:t>i</a:t>
            </a:r>
            <a:r>
              <a:rPr lang="zh-CN" altLang="en-US" sz="2400" b="1" dirty="0">
                <a:solidFill>
                  <a:srgbClr val="0000FF"/>
                </a:solidFill>
                <a:latin typeface="宋体" panose="02010600030101010101" pitchFamily="2" charset="-122"/>
              </a:rPr>
              <a:t>，Y</a:t>
            </a:r>
            <a:r>
              <a:rPr lang="zh-CN" altLang="en-US" sz="2400" b="1" baseline="-30000" dirty="0">
                <a:solidFill>
                  <a:srgbClr val="0000FF"/>
                </a:solidFill>
                <a:latin typeface="宋体" panose="02010600030101010101" pitchFamily="2" charset="-122"/>
              </a:rPr>
              <a:t>i</a:t>
            </a:r>
            <a:r>
              <a:rPr lang="zh-CN" altLang="en-US" sz="2400" b="1" dirty="0">
                <a:solidFill>
                  <a:srgbClr val="0000FF"/>
                </a:solidFill>
                <a:latin typeface="宋体" panose="02010600030101010101" pitchFamily="2" charset="-122"/>
              </a:rPr>
              <a:t>和下一位进位数通过全加器进行全加，这样，不同的控制参数可以得到不同的组合函数，以能够实现多种算术运算和逻辑运算。</a:t>
            </a:r>
            <a:endParaRPr lang="zh-CN" altLang="en-US" sz="2400" b="1" dirty="0">
              <a:solidFill>
                <a:srgbClr val="0000FF"/>
              </a:solidFill>
              <a:latin typeface="宋体" panose="02010600030101010101" pitchFamily="2" charset="-122"/>
            </a:endParaRPr>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0658" name="Rectangle 2"/>
          <p:cNvSpPr>
            <a:spLocks noGrp="1"/>
          </p:cNvSpPr>
          <p:nvPr>
            <p:ph type="title"/>
          </p:nvPr>
        </p:nvSpPr>
        <p:spPr>
          <a:xfrm>
            <a:off x="685800" y="914400"/>
            <a:ext cx="7772400" cy="838200"/>
          </a:xfrm>
          <a:ln/>
        </p:spPr>
        <p:txBody>
          <a:bodyPr vert="horz" wrap="square" lIns="91440" tIns="45720" rIns="91440" bIns="45720" anchor="ctr" anchorCtr="0"/>
          <a:p>
            <a:pPr eaLnBrk="1" hangingPunct="1"/>
            <a:r>
              <a:rPr lang="zh-CN" altLang="en-US" dirty="0"/>
              <a:t>定点运算器的组成——</a:t>
            </a:r>
            <a:r>
              <a:rPr lang="zh-CN" altLang="en-US" sz="2000" dirty="0"/>
              <a:t>多功能算术/逻辑运算单元</a:t>
            </a:r>
            <a:endParaRPr lang="zh-CN" altLang="en-US" sz="2000" dirty="0"/>
          </a:p>
        </p:txBody>
      </p:sp>
      <p:sp>
        <p:nvSpPr>
          <p:cNvPr id="70659" name="Text Box 3"/>
          <p:cNvSpPr txBox="1"/>
          <p:nvPr/>
        </p:nvSpPr>
        <p:spPr>
          <a:xfrm>
            <a:off x="2955925" y="2460625"/>
            <a:ext cx="2301875" cy="366713"/>
          </a:xfrm>
          <a:prstGeom prst="rect">
            <a:avLst/>
          </a:prstGeom>
          <a:noFill/>
          <a:ln w="9525">
            <a:noFill/>
          </a:ln>
        </p:spPr>
        <p:txBody>
          <a:bodyPr>
            <a:spAutoFit/>
          </a:bodyPr>
          <a:lstStyle>
            <a:lvl1pPr marL="342900" indent="-342900" algn="l" rtl="0" eaLnBrk="0" fontAlgn="base" hangingPunct="0">
              <a:spcBef>
                <a:spcPct val="20000"/>
              </a:spcBef>
              <a:spcAft>
                <a:spcPct val="0"/>
              </a:spcAft>
              <a:buChar char="•"/>
              <a:defRPr sz="3200">
                <a:solidFill>
                  <a:srgbClr val="666699"/>
                </a:solidFill>
                <a:latin typeface="+mn-lt"/>
                <a:ea typeface="+mn-ea"/>
                <a:cs typeface="+mn-cs"/>
              </a:defRPr>
            </a:lvl1pPr>
            <a:lvl2pPr marL="742950" indent="-285750" algn="l" rtl="0" eaLnBrk="0" fontAlgn="base" hangingPunct="0">
              <a:spcBef>
                <a:spcPct val="20000"/>
              </a:spcBef>
              <a:spcAft>
                <a:spcPct val="0"/>
              </a:spcAft>
              <a:buChar char="–"/>
              <a:defRPr sz="2800">
                <a:solidFill>
                  <a:srgbClr val="666699"/>
                </a:solidFill>
                <a:latin typeface="+mn-lt"/>
                <a:ea typeface="+mn-ea"/>
              </a:defRPr>
            </a:lvl2pPr>
            <a:lvl3pPr marL="1143000" indent="-228600" algn="l" rtl="0" eaLnBrk="0" fontAlgn="base" hangingPunct="0">
              <a:spcBef>
                <a:spcPct val="20000"/>
              </a:spcBef>
              <a:spcAft>
                <a:spcPct val="0"/>
              </a:spcAft>
              <a:buChar char="•"/>
              <a:defRPr sz="2400">
                <a:solidFill>
                  <a:srgbClr val="666699"/>
                </a:solidFill>
                <a:latin typeface="+mn-lt"/>
                <a:ea typeface="+mn-ea"/>
              </a:defRPr>
            </a:lvl3pPr>
            <a:lvl4pPr marL="1600200" indent="-228600" algn="l" rtl="0" eaLnBrk="0" fontAlgn="base" hangingPunct="0">
              <a:spcBef>
                <a:spcPct val="20000"/>
              </a:spcBef>
              <a:spcAft>
                <a:spcPct val="0"/>
              </a:spcAft>
              <a:buChar char="–"/>
              <a:defRPr sz="2000">
                <a:solidFill>
                  <a:srgbClr val="666699"/>
                </a:solidFill>
                <a:latin typeface="+mn-lt"/>
                <a:ea typeface="+mn-ea"/>
              </a:defRPr>
            </a:lvl4pPr>
            <a:lvl5pPr marL="2057400" indent="-228600" algn="l" rtl="0" eaLnBrk="0" fontAlgn="base" hangingPunct="0">
              <a:spcBef>
                <a:spcPct val="20000"/>
              </a:spcBef>
              <a:spcAft>
                <a:spcPct val="0"/>
              </a:spcAft>
              <a:buChar char="»"/>
              <a:defRPr sz="2000">
                <a:solidFill>
                  <a:srgbClr val="666699"/>
                </a:solidFill>
                <a:latin typeface="+mn-lt"/>
                <a:ea typeface="+mn-ea"/>
              </a:defRPr>
            </a:lvl5pPr>
          </a:lstStyle>
          <a:p>
            <a:pPr marL="0" lvl="0" indent="0" eaLnBrk="1" hangingPunct="1">
              <a:spcBef>
                <a:spcPct val="0"/>
              </a:spcBef>
              <a:buNone/>
            </a:pPr>
            <a:endParaRPr lang="zh-CN" altLang="en-US" sz="1800" dirty="0">
              <a:solidFill>
                <a:schemeClr val="tx1"/>
              </a:solidFill>
              <a:latin typeface="Tahoma" panose="020B0604030504040204" pitchFamily="34" charset="0"/>
            </a:endParaRPr>
          </a:p>
        </p:txBody>
      </p:sp>
      <p:sp>
        <p:nvSpPr>
          <p:cNvPr id="70660" name="Text Box 4"/>
          <p:cNvSpPr txBox="1"/>
          <p:nvPr/>
        </p:nvSpPr>
        <p:spPr>
          <a:xfrm>
            <a:off x="0" y="3962400"/>
            <a:ext cx="457200" cy="366713"/>
          </a:xfrm>
          <a:prstGeom prst="rect">
            <a:avLst/>
          </a:prstGeom>
          <a:noFill/>
          <a:ln w="9525">
            <a:noFill/>
          </a:ln>
        </p:spPr>
        <p:txBody>
          <a:bodyPr>
            <a:spAutoFit/>
          </a:bodyPr>
          <a:lstStyle>
            <a:lvl1pPr marL="342900" indent="-342900" algn="l" rtl="0" eaLnBrk="0" fontAlgn="base" hangingPunct="0">
              <a:spcBef>
                <a:spcPct val="20000"/>
              </a:spcBef>
              <a:spcAft>
                <a:spcPct val="0"/>
              </a:spcAft>
              <a:buChar char="•"/>
              <a:defRPr sz="3200">
                <a:solidFill>
                  <a:srgbClr val="666699"/>
                </a:solidFill>
                <a:latin typeface="+mn-lt"/>
                <a:ea typeface="+mn-ea"/>
                <a:cs typeface="+mn-cs"/>
              </a:defRPr>
            </a:lvl1pPr>
            <a:lvl2pPr marL="742950" indent="-285750" algn="l" rtl="0" eaLnBrk="0" fontAlgn="base" hangingPunct="0">
              <a:spcBef>
                <a:spcPct val="20000"/>
              </a:spcBef>
              <a:spcAft>
                <a:spcPct val="0"/>
              </a:spcAft>
              <a:buChar char="–"/>
              <a:defRPr sz="2800">
                <a:solidFill>
                  <a:srgbClr val="666699"/>
                </a:solidFill>
                <a:latin typeface="+mn-lt"/>
                <a:ea typeface="+mn-ea"/>
              </a:defRPr>
            </a:lvl2pPr>
            <a:lvl3pPr marL="1143000" indent="-228600" algn="l" rtl="0" eaLnBrk="0" fontAlgn="base" hangingPunct="0">
              <a:spcBef>
                <a:spcPct val="20000"/>
              </a:spcBef>
              <a:spcAft>
                <a:spcPct val="0"/>
              </a:spcAft>
              <a:buChar char="•"/>
              <a:defRPr sz="2400">
                <a:solidFill>
                  <a:srgbClr val="666699"/>
                </a:solidFill>
                <a:latin typeface="+mn-lt"/>
                <a:ea typeface="+mn-ea"/>
              </a:defRPr>
            </a:lvl3pPr>
            <a:lvl4pPr marL="1600200" indent="-228600" algn="l" rtl="0" eaLnBrk="0" fontAlgn="base" hangingPunct="0">
              <a:spcBef>
                <a:spcPct val="20000"/>
              </a:spcBef>
              <a:spcAft>
                <a:spcPct val="0"/>
              </a:spcAft>
              <a:buChar char="–"/>
              <a:defRPr sz="2000">
                <a:solidFill>
                  <a:srgbClr val="666699"/>
                </a:solidFill>
                <a:latin typeface="+mn-lt"/>
                <a:ea typeface="+mn-ea"/>
              </a:defRPr>
            </a:lvl4pPr>
            <a:lvl5pPr marL="2057400" indent="-228600" algn="l" rtl="0" eaLnBrk="0" fontAlgn="base" hangingPunct="0">
              <a:spcBef>
                <a:spcPct val="20000"/>
              </a:spcBef>
              <a:spcAft>
                <a:spcPct val="0"/>
              </a:spcAft>
              <a:buChar char="»"/>
              <a:defRPr sz="2000">
                <a:solidFill>
                  <a:srgbClr val="666699"/>
                </a:solidFill>
                <a:latin typeface="+mn-lt"/>
                <a:ea typeface="+mn-ea"/>
              </a:defRPr>
            </a:lvl5pPr>
          </a:lstStyle>
          <a:p>
            <a:pPr marL="0" lvl="0" indent="0" eaLnBrk="1" hangingPunct="1">
              <a:spcBef>
                <a:spcPct val="50000"/>
              </a:spcBef>
              <a:buNone/>
            </a:pPr>
            <a:r>
              <a:rPr lang="zh-CN" altLang="en-US" sz="1800" dirty="0">
                <a:solidFill>
                  <a:schemeClr val="tx1"/>
                </a:solidFill>
                <a:latin typeface="Tahoma" panose="020B0604030504040204" pitchFamily="34" charset="0"/>
              </a:rPr>
              <a:t>S</a:t>
            </a:r>
            <a:r>
              <a:rPr lang="zh-CN" altLang="en-US" sz="1800" baseline="-25000" dirty="0">
                <a:solidFill>
                  <a:schemeClr val="tx1"/>
                </a:solidFill>
                <a:latin typeface="Tahoma" panose="020B0604030504040204" pitchFamily="34" charset="0"/>
              </a:rPr>
              <a:t>1</a:t>
            </a:r>
            <a:endParaRPr lang="zh-CN" altLang="en-US" sz="1800" baseline="-25000" dirty="0">
              <a:solidFill>
                <a:schemeClr val="tx1"/>
              </a:solidFill>
              <a:latin typeface="Tahoma" panose="020B0604030504040204" pitchFamily="34" charset="0"/>
            </a:endParaRPr>
          </a:p>
        </p:txBody>
      </p:sp>
      <p:grpSp>
        <p:nvGrpSpPr>
          <p:cNvPr id="70661" name="Group 5"/>
          <p:cNvGrpSpPr/>
          <p:nvPr/>
        </p:nvGrpSpPr>
        <p:grpSpPr>
          <a:xfrm>
            <a:off x="0" y="2057400"/>
            <a:ext cx="4800600" cy="3795713"/>
            <a:chOff x="0" y="0"/>
            <a:chExt cx="3024" cy="2391"/>
          </a:xfrm>
        </p:grpSpPr>
        <p:sp>
          <p:nvSpPr>
            <p:cNvPr id="70735" name="Rectangle 6"/>
            <p:cNvSpPr/>
            <p:nvPr/>
          </p:nvSpPr>
          <p:spPr>
            <a:xfrm>
              <a:off x="1008" y="1152"/>
              <a:ext cx="1200" cy="480"/>
            </a:xfrm>
            <a:prstGeom prst="rect">
              <a:avLst/>
            </a:prstGeom>
            <a:solidFill>
              <a:schemeClr val="accent1"/>
            </a:solidFill>
            <a:ln w="9525" cap="flat" cmpd="sng">
              <a:solidFill>
                <a:schemeClr val="tx1"/>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buChar char="•"/>
                <a:defRPr sz="3200">
                  <a:solidFill>
                    <a:srgbClr val="666699"/>
                  </a:solidFill>
                  <a:latin typeface="+mn-lt"/>
                  <a:ea typeface="+mn-ea"/>
                  <a:cs typeface="+mn-cs"/>
                </a:defRPr>
              </a:lvl1pPr>
              <a:lvl2pPr marL="742950" indent="-285750" algn="l" rtl="0" eaLnBrk="0" fontAlgn="base" hangingPunct="0">
                <a:spcBef>
                  <a:spcPct val="20000"/>
                </a:spcBef>
                <a:spcAft>
                  <a:spcPct val="0"/>
                </a:spcAft>
                <a:buChar char="–"/>
                <a:defRPr sz="2800">
                  <a:solidFill>
                    <a:srgbClr val="666699"/>
                  </a:solidFill>
                  <a:latin typeface="+mn-lt"/>
                  <a:ea typeface="+mn-ea"/>
                </a:defRPr>
              </a:lvl2pPr>
              <a:lvl3pPr marL="1143000" indent="-228600" algn="l" rtl="0" eaLnBrk="0" fontAlgn="base" hangingPunct="0">
                <a:spcBef>
                  <a:spcPct val="20000"/>
                </a:spcBef>
                <a:spcAft>
                  <a:spcPct val="0"/>
                </a:spcAft>
                <a:buChar char="•"/>
                <a:defRPr sz="2400">
                  <a:solidFill>
                    <a:srgbClr val="666699"/>
                  </a:solidFill>
                  <a:latin typeface="+mn-lt"/>
                  <a:ea typeface="+mn-ea"/>
                </a:defRPr>
              </a:lvl3pPr>
              <a:lvl4pPr marL="1600200" indent="-228600" algn="l" rtl="0" eaLnBrk="0" fontAlgn="base" hangingPunct="0">
                <a:spcBef>
                  <a:spcPct val="20000"/>
                </a:spcBef>
                <a:spcAft>
                  <a:spcPct val="0"/>
                </a:spcAft>
                <a:buChar char="–"/>
                <a:defRPr sz="2000">
                  <a:solidFill>
                    <a:srgbClr val="666699"/>
                  </a:solidFill>
                  <a:latin typeface="+mn-lt"/>
                  <a:ea typeface="+mn-ea"/>
                </a:defRPr>
              </a:lvl4pPr>
              <a:lvl5pPr marL="2057400" indent="-228600" algn="l" rtl="0" eaLnBrk="0" fontAlgn="base" hangingPunct="0">
                <a:spcBef>
                  <a:spcPct val="20000"/>
                </a:spcBef>
                <a:spcAft>
                  <a:spcPct val="0"/>
                </a:spcAft>
                <a:buChar char="»"/>
                <a:defRPr sz="2000">
                  <a:solidFill>
                    <a:srgbClr val="666699"/>
                  </a:solidFill>
                  <a:latin typeface="+mn-lt"/>
                  <a:ea typeface="+mn-ea"/>
                </a:defRPr>
              </a:lvl5pPr>
            </a:lstStyle>
            <a:p>
              <a:pPr marL="0" lvl="0" indent="0" eaLnBrk="1" hangingPunct="1">
                <a:spcBef>
                  <a:spcPct val="0"/>
                </a:spcBef>
                <a:buNone/>
              </a:pPr>
              <a:endParaRPr lang="zh-CN" altLang="en-US" sz="2400" dirty="0">
                <a:solidFill>
                  <a:schemeClr val="tx1"/>
                </a:solidFill>
              </a:endParaRPr>
            </a:p>
          </p:txBody>
        </p:sp>
        <p:sp>
          <p:nvSpPr>
            <p:cNvPr id="70736" name="Rectangle 7"/>
            <p:cNvSpPr/>
            <p:nvPr/>
          </p:nvSpPr>
          <p:spPr>
            <a:xfrm>
              <a:off x="1152" y="384"/>
              <a:ext cx="912" cy="288"/>
            </a:xfrm>
            <a:prstGeom prst="rect">
              <a:avLst/>
            </a:prstGeom>
            <a:solidFill>
              <a:schemeClr val="accent1"/>
            </a:solidFill>
            <a:ln w="9525" cap="flat" cmpd="sng">
              <a:solidFill>
                <a:schemeClr val="tx1"/>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buChar char="•"/>
                <a:defRPr sz="3200">
                  <a:solidFill>
                    <a:srgbClr val="666699"/>
                  </a:solidFill>
                  <a:latin typeface="+mn-lt"/>
                  <a:ea typeface="+mn-ea"/>
                  <a:cs typeface="+mn-cs"/>
                </a:defRPr>
              </a:lvl1pPr>
              <a:lvl2pPr marL="742950" indent="-285750" algn="l" rtl="0" eaLnBrk="0" fontAlgn="base" hangingPunct="0">
                <a:spcBef>
                  <a:spcPct val="20000"/>
                </a:spcBef>
                <a:spcAft>
                  <a:spcPct val="0"/>
                </a:spcAft>
                <a:buChar char="–"/>
                <a:defRPr sz="2800">
                  <a:solidFill>
                    <a:srgbClr val="666699"/>
                  </a:solidFill>
                  <a:latin typeface="+mn-lt"/>
                  <a:ea typeface="+mn-ea"/>
                </a:defRPr>
              </a:lvl2pPr>
              <a:lvl3pPr marL="1143000" indent="-228600" algn="l" rtl="0" eaLnBrk="0" fontAlgn="base" hangingPunct="0">
                <a:spcBef>
                  <a:spcPct val="20000"/>
                </a:spcBef>
                <a:spcAft>
                  <a:spcPct val="0"/>
                </a:spcAft>
                <a:buChar char="•"/>
                <a:defRPr sz="2400">
                  <a:solidFill>
                    <a:srgbClr val="666699"/>
                  </a:solidFill>
                  <a:latin typeface="+mn-lt"/>
                  <a:ea typeface="+mn-ea"/>
                </a:defRPr>
              </a:lvl3pPr>
              <a:lvl4pPr marL="1600200" indent="-228600" algn="l" rtl="0" eaLnBrk="0" fontAlgn="base" hangingPunct="0">
                <a:spcBef>
                  <a:spcPct val="20000"/>
                </a:spcBef>
                <a:spcAft>
                  <a:spcPct val="0"/>
                </a:spcAft>
                <a:buChar char="–"/>
                <a:defRPr sz="2000">
                  <a:solidFill>
                    <a:srgbClr val="666699"/>
                  </a:solidFill>
                  <a:latin typeface="+mn-lt"/>
                  <a:ea typeface="+mn-ea"/>
                </a:defRPr>
              </a:lvl4pPr>
              <a:lvl5pPr marL="2057400" indent="-228600" algn="l" rtl="0" eaLnBrk="0" fontAlgn="base" hangingPunct="0">
                <a:spcBef>
                  <a:spcPct val="20000"/>
                </a:spcBef>
                <a:spcAft>
                  <a:spcPct val="0"/>
                </a:spcAft>
                <a:buChar char="»"/>
                <a:defRPr sz="2000">
                  <a:solidFill>
                    <a:srgbClr val="666699"/>
                  </a:solidFill>
                  <a:latin typeface="+mn-lt"/>
                  <a:ea typeface="+mn-ea"/>
                </a:defRPr>
              </a:lvl5pPr>
            </a:lstStyle>
            <a:p>
              <a:pPr marL="0" lvl="0" indent="0" eaLnBrk="1" hangingPunct="1">
                <a:spcBef>
                  <a:spcPct val="0"/>
                </a:spcBef>
                <a:buNone/>
              </a:pPr>
              <a:endParaRPr lang="zh-CN" altLang="en-US" sz="2400" dirty="0">
                <a:solidFill>
                  <a:schemeClr val="tx1"/>
                </a:solidFill>
              </a:endParaRPr>
            </a:p>
          </p:txBody>
        </p:sp>
        <p:sp>
          <p:nvSpPr>
            <p:cNvPr id="70737" name="Text Box 8"/>
            <p:cNvSpPr txBox="1"/>
            <p:nvPr/>
          </p:nvSpPr>
          <p:spPr>
            <a:xfrm>
              <a:off x="1056" y="432"/>
              <a:ext cx="1008" cy="231"/>
            </a:xfrm>
            <a:prstGeom prst="rect">
              <a:avLst/>
            </a:prstGeom>
            <a:noFill/>
            <a:ln w="9525">
              <a:noFill/>
            </a:ln>
          </p:spPr>
          <p:txBody>
            <a:bodyPr>
              <a:spAutoFit/>
            </a:bodyPr>
            <a:lstStyle>
              <a:lvl1pPr marL="342900" indent="-342900" algn="l" rtl="0" eaLnBrk="0" fontAlgn="base" hangingPunct="0">
                <a:spcBef>
                  <a:spcPct val="20000"/>
                </a:spcBef>
                <a:spcAft>
                  <a:spcPct val="0"/>
                </a:spcAft>
                <a:buChar char="•"/>
                <a:defRPr sz="3200">
                  <a:solidFill>
                    <a:srgbClr val="666699"/>
                  </a:solidFill>
                  <a:latin typeface="+mn-lt"/>
                  <a:ea typeface="+mn-ea"/>
                  <a:cs typeface="+mn-cs"/>
                </a:defRPr>
              </a:lvl1pPr>
              <a:lvl2pPr marL="742950" indent="-285750" algn="l" rtl="0" eaLnBrk="0" fontAlgn="base" hangingPunct="0">
                <a:spcBef>
                  <a:spcPct val="20000"/>
                </a:spcBef>
                <a:spcAft>
                  <a:spcPct val="0"/>
                </a:spcAft>
                <a:buChar char="–"/>
                <a:defRPr sz="2800">
                  <a:solidFill>
                    <a:srgbClr val="666699"/>
                  </a:solidFill>
                  <a:latin typeface="+mn-lt"/>
                  <a:ea typeface="+mn-ea"/>
                </a:defRPr>
              </a:lvl2pPr>
              <a:lvl3pPr marL="1143000" indent="-228600" algn="l" rtl="0" eaLnBrk="0" fontAlgn="base" hangingPunct="0">
                <a:spcBef>
                  <a:spcPct val="20000"/>
                </a:spcBef>
                <a:spcAft>
                  <a:spcPct val="0"/>
                </a:spcAft>
                <a:buChar char="•"/>
                <a:defRPr sz="2400">
                  <a:solidFill>
                    <a:srgbClr val="666699"/>
                  </a:solidFill>
                  <a:latin typeface="+mn-lt"/>
                  <a:ea typeface="+mn-ea"/>
                </a:defRPr>
              </a:lvl3pPr>
              <a:lvl4pPr marL="1600200" indent="-228600" algn="l" rtl="0" eaLnBrk="0" fontAlgn="base" hangingPunct="0">
                <a:spcBef>
                  <a:spcPct val="20000"/>
                </a:spcBef>
                <a:spcAft>
                  <a:spcPct val="0"/>
                </a:spcAft>
                <a:buChar char="–"/>
                <a:defRPr sz="2000">
                  <a:solidFill>
                    <a:srgbClr val="666699"/>
                  </a:solidFill>
                  <a:latin typeface="+mn-lt"/>
                  <a:ea typeface="+mn-ea"/>
                </a:defRPr>
              </a:lvl4pPr>
              <a:lvl5pPr marL="2057400" indent="-228600" algn="l" rtl="0" eaLnBrk="0" fontAlgn="base" hangingPunct="0">
                <a:spcBef>
                  <a:spcPct val="20000"/>
                </a:spcBef>
                <a:spcAft>
                  <a:spcPct val="0"/>
                </a:spcAft>
                <a:buChar char="»"/>
                <a:defRPr sz="2000">
                  <a:solidFill>
                    <a:srgbClr val="666699"/>
                  </a:solidFill>
                  <a:latin typeface="+mn-lt"/>
                  <a:ea typeface="+mn-ea"/>
                </a:defRPr>
              </a:lvl5pPr>
            </a:lstStyle>
            <a:p>
              <a:pPr marL="0" lvl="0" indent="0" algn="ctr" eaLnBrk="1" hangingPunct="1">
                <a:spcBef>
                  <a:spcPct val="50000"/>
                </a:spcBef>
                <a:buNone/>
              </a:pPr>
              <a:r>
                <a:rPr lang="zh-CN" altLang="en-US" sz="1800" dirty="0">
                  <a:solidFill>
                    <a:schemeClr val="tx1"/>
                  </a:solidFill>
                  <a:latin typeface="Tahoma" panose="020B0604030504040204" pitchFamily="34" charset="0"/>
                </a:rPr>
                <a:t>全加器</a:t>
              </a:r>
              <a:endParaRPr lang="zh-CN" altLang="en-US" sz="1800" dirty="0">
                <a:solidFill>
                  <a:schemeClr val="tx1"/>
                </a:solidFill>
                <a:latin typeface="Tahoma" panose="020B0604030504040204" pitchFamily="34" charset="0"/>
              </a:endParaRPr>
            </a:p>
          </p:txBody>
        </p:sp>
        <p:sp>
          <p:nvSpPr>
            <p:cNvPr id="70738" name="AutoShape 9"/>
            <p:cNvSpPr/>
            <p:nvPr/>
          </p:nvSpPr>
          <p:spPr>
            <a:xfrm>
              <a:off x="1536" y="96"/>
              <a:ext cx="144" cy="288"/>
            </a:xfrm>
            <a:prstGeom prst="upArrow">
              <a:avLst>
                <a:gd name="adj1" fmla="val 50000"/>
                <a:gd name="adj2" fmla="val 50000"/>
              </a:avLst>
            </a:prstGeom>
            <a:solidFill>
              <a:schemeClr val="accent1"/>
            </a:solidFill>
            <a:ln w="9525" cap="flat" cmpd="sng">
              <a:solidFill>
                <a:schemeClr val="tx1"/>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buChar char="•"/>
                <a:defRPr sz="3200">
                  <a:solidFill>
                    <a:srgbClr val="666699"/>
                  </a:solidFill>
                  <a:latin typeface="+mn-lt"/>
                  <a:ea typeface="+mn-ea"/>
                  <a:cs typeface="+mn-cs"/>
                </a:defRPr>
              </a:lvl1pPr>
              <a:lvl2pPr marL="742950" indent="-285750" algn="l" rtl="0" eaLnBrk="0" fontAlgn="base" hangingPunct="0">
                <a:spcBef>
                  <a:spcPct val="20000"/>
                </a:spcBef>
                <a:spcAft>
                  <a:spcPct val="0"/>
                </a:spcAft>
                <a:buChar char="–"/>
                <a:defRPr sz="2800">
                  <a:solidFill>
                    <a:srgbClr val="666699"/>
                  </a:solidFill>
                  <a:latin typeface="+mn-lt"/>
                  <a:ea typeface="+mn-ea"/>
                </a:defRPr>
              </a:lvl2pPr>
              <a:lvl3pPr marL="1143000" indent="-228600" algn="l" rtl="0" eaLnBrk="0" fontAlgn="base" hangingPunct="0">
                <a:spcBef>
                  <a:spcPct val="20000"/>
                </a:spcBef>
                <a:spcAft>
                  <a:spcPct val="0"/>
                </a:spcAft>
                <a:buChar char="•"/>
                <a:defRPr sz="2400">
                  <a:solidFill>
                    <a:srgbClr val="666699"/>
                  </a:solidFill>
                  <a:latin typeface="+mn-lt"/>
                  <a:ea typeface="+mn-ea"/>
                </a:defRPr>
              </a:lvl3pPr>
              <a:lvl4pPr marL="1600200" indent="-228600" algn="l" rtl="0" eaLnBrk="0" fontAlgn="base" hangingPunct="0">
                <a:spcBef>
                  <a:spcPct val="20000"/>
                </a:spcBef>
                <a:spcAft>
                  <a:spcPct val="0"/>
                </a:spcAft>
                <a:buChar char="–"/>
                <a:defRPr sz="2000">
                  <a:solidFill>
                    <a:srgbClr val="666699"/>
                  </a:solidFill>
                  <a:latin typeface="+mn-lt"/>
                  <a:ea typeface="+mn-ea"/>
                </a:defRPr>
              </a:lvl4pPr>
              <a:lvl5pPr marL="2057400" indent="-228600" algn="l" rtl="0" eaLnBrk="0" fontAlgn="base" hangingPunct="0">
                <a:spcBef>
                  <a:spcPct val="20000"/>
                </a:spcBef>
                <a:spcAft>
                  <a:spcPct val="0"/>
                </a:spcAft>
                <a:buChar char="»"/>
                <a:defRPr sz="2000">
                  <a:solidFill>
                    <a:srgbClr val="666699"/>
                  </a:solidFill>
                  <a:latin typeface="+mn-lt"/>
                  <a:ea typeface="+mn-ea"/>
                </a:defRPr>
              </a:lvl5pPr>
            </a:lstStyle>
            <a:p>
              <a:pPr marL="0" lvl="0" indent="0" eaLnBrk="1" hangingPunct="1">
                <a:spcBef>
                  <a:spcPct val="0"/>
                </a:spcBef>
                <a:buNone/>
              </a:pPr>
              <a:endParaRPr lang="zh-CN" altLang="en-US" sz="2400" dirty="0">
                <a:solidFill>
                  <a:schemeClr val="tx1"/>
                </a:solidFill>
              </a:endParaRPr>
            </a:p>
          </p:txBody>
        </p:sp>
        <p:sp>
          <p:nvSpPr>
            <p:cNvPr id="70739" name="Line 10"/>
            <p:cNvSpPr/>
            <p:nvPr/>
          </p:nvSpPr>
          <p:spPr>
            <a:xfrm flipH="1">
              <a:off x="672" y="528"/>
              <a:ext cx="432" cy="0"/>
            </a:xfrm>
            <a:prstGeom prst="line">
              <a:avLst/>
            </a:prstGeom>
            <a:ln w="9525" cap="flat" cmpd="sng">
              <a:solidFill>
                <a:schemeClr val="tx1"/>
              </a:solidFill>
              <a:prstDash val="solid"/>
              <a:headEnd type="none" w="med" len="med"/>
              <a:tailEnd type="triangle" w="med" len="med"/>
            </a:ln>
          </p:spPr>
        </p:sp>
        <p:sp>
          <p:nvSpPr>
            <p:cNvPr id="70740" name="Line 11"/>
            <p:cNvSpPr/>
            <p:nvPr/>
          </p:nvSpPr>
          <p:spPr>
            <a:xfrm flipH="1">
              <a:off x="2064" y="528"/>
              <a:ext cx="624" cy="0"/>
            </a:xfrm>
            <a:prstGeom prst="line">
              <a:avLst/>
            </a:prstGeom>
            <a:ln w="9525" cap="flat" cmpd="sng">
              <a:solidFill>
                <a:schemeClr val="tx1"/>
              </a:solidFill>
              <a:prstDash val="solid"/>
              <a:headEnd type="none" w="med" len="med"/>
              <a:tailEnd type="triangle" w="med" len="med"/>
            </a:ln>
          </p:spPr>
        </p:sp>
        <p:sp>
          <p:nvSpPr>
            <p:cNvPr id="70741" name="Text Box 12"/>
            <p:cNvSpPr txBox="1"/>
            <p:nvPr/>
          </p:nvSpPr>
          <p:spPr>
            <a:xfrm>
              <a:off x="1056" y="1296"/>
              <a:ext cx="1152" cy="231"/>
            </a:xfrm>
            <a:prstGeom prst="rect">
              <a:avLst/>
            </a:prstGeom>
            <a:noFill/>
            <a:ln w="9525">
              <a:noFill/>
            </a:ln>
          </p:spPr>
          <p:txBody>
            <a:bodyPr>
              <a:spAutoFit/>
            </a:bodyPr>
            <a:lstStyle>
              <a:lvl1pPr marL="342900" indent="-342900" algn="l" rtl="0" eaLnBrk="0" fontAlgn="base" hangingPunct="0">
                <a:spcBef>
                  <a:spcPct val="20000"/>
                </a:spcBef>
                <a:spcAft>
                  <a:spcPct val="0"/>
                </a:spcAft>
                <a:buChar char="•"/>
                <a:defRPr sz="3200">
                  <a:solidFill>
                    <a:srgbClr val="666699"/>
                  </a:solidFill>
                  <a:latin typeface="+mn-lt"/>
                  <a:ea typeface="+mn-ea"/>
                  <a:cs typeface="+mn-cs"/>
                </a:defRPr>
              </a:lvl1pPr>
              <a:lvl2pPr marL="742950" indent="-285750" algn="l" rtl="0" eaLnBrk="0" fontAlgn="base" hangingPunct="0">
                <a:spcBef>
                  <a:spcPct val="20000"/>
                </a:spcBef>
                <a:spcAft>
                  <a:spcPct val="0"/>
                </a:spcAft>
                <a:buChar char="–"/>
                <a:defRPr sz="2800">
                  <a:solidFill>
                    <a:srgbClr val="666699"/>
                  </a:solidFill>
                  <a:latin typeface="+mn-lt"/>
                  <a:ea typeface="+mn-ea"/>
                </a:defRPr>
              </a:lvl2pPr>
              <a:lvl3pPr marL="1143000" indent="-228600" algn="l" rtl="0" eaLnBrk="0" fontAlgn="base" hangingPunct="0">
                <a:spcBef>
                  <a:spcPct val="20000"/>
                </a:spcBef>
                <a:spcAft>
                  <a:spcPct val="0"/>
                </a:spcAft>
                <a:buChar char="•"/>
                <a:defRPr sz="2400">
                  <a:solidFill>
                    <a:srgbClr val="666699"/>
                  </a:solidFill>
                  <a:latin typeface="+mn-lt"/>
                  <a:ea typeface="+mn-ea"/>
                </a:defRPr>
              </a:lvl3pPr>
              <a:lvl4pPr marL="1600200" indent="-228600" algn="l" rtl="0" eaLnBrk="0" fontAlgn="base" hangingPunct="0">
                <a:spcBef>
                  <a:spcPct val="20000"/>
                </a:spcBef>
                <a:spcAft>
                  <a:spcPct val="0"/>
                </a:spcAft>
                <a:buChar char="–"/>
                <a:defRPr sz="2000">
                  <a:solidFill>
                    <a:srgbClr val="666699"/>
                  </a:solidFill>
                  <a:latin typeface="+mn-lt"/>
                  <a:ea typeface="+mn-ea"/>
                </a:defRPr>
              </a:lvl4pPr>
              <a:lvl5pPr marL="2057400" indent="-228600" algn="l" rtl="0" eaLnBrk="0" fontAlgn="base" hangingPunct="0">
                <a:spcBef>
                  <a:spcPct val="20000"/>
                </a:spcBef>
                <a:spcAft>
                  <a:spcPct val="0"/>
                </a:spcAft>
                <a:buChar char="»"/>
                <a:defRPr sz="2000">
                  <a:solidFill>
                    <a:srgbClr val="666699"/>
                  </a:solidFill>
                  <a:latin typeface="+mn-lt"/>
                  <a:ea typeface="+mn-ea"/>
                </a:defRPr>
              </a:lvl5pPr>
            </a:lstStyle>
            <a:p>
              <a:pPr marL="0" lvl="0" indent="0" algn="ctr" eaLnBrk="1" hangingPunct="1">
                <a:spcBef>
                  <a:spcPct val="50000"/>
                </a:spcBef>
                <a:buNone/>
              </a:pPr>
              <a:r>
                <a:rPr lang="zh-CN" altLang="en-US" sz="1800" dirty="0">
                  <a:solidFill>
                    <a:schemeClr val="tx1"/>
                  </a:solidFill>
                  <a:latin typeface="Tahoma" panose="020B0604030504040204" pitchFamily="34" charset="0"/>
                </a:rPr>
                <a:t>函数发生器</a:t>
              </a:r>
              <a:endParaRPr lang="zh-CN" altLang="en-US" sz="1800" dirty="0">
                <a:solidFill>
                  <a:schemeClr val="tx1"/>
                </a:solidFill>
                <a:latin typeface="Tahoma" panose="020B0604030504040204" pitchFamily="34" charset="0"/>
              </a:endParaRPr>
            </a:p>
          </p:txBody>
        </p:sp>
        <p:sp>
          <p:nvSpPr>
            <p:cNvPr id="70742" name="AutoShape 13"/>
            <p:cNvSpPr/>
            <p:nvPr/>
          </p:nvSpPr>
          <p:spPr>
            <a:xfrm>
              <a:off x="1296" y="672"/>
              <a:ext cx="192" cy="480"/>
            </a:xfrm>
            <a:prstGeom prst="upArrow">
              <a:avLst>
                <a:gd name="adj1" fmla="val 50000"/>
                <a:gd name="adj2" fmla="val 62500"/>
              </a:avLst>
            </a:prstGeom>
            <a:solidFill>
              <a:schemeClr val="accent1"/>
            </a:solidFill>
            <a:ln w="9525" cap="flat" cmpd="sng">
              <a:solidFill>
                <a:schemeClr val="tx1"/>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buChar char="•"/>
                <a:defRPr sz="3200">
                  <a:solidFill>
                    <a:srgbClr val="666699"/>
                  </a:solidFill>
                  <a:latin typeface="+mn-lt"/>
                  <a:ea typeface="+mn-ea"/>
                  <a:cs typeface="+mn-cs"/>
                </a:defRPr>
              </a:lvl1pPr>
              <a:lvl2pPr marL="742950" indent="-285750" algn="l" rtl="0" eaLnBrk="0" fontAlgn="base" hangingPunct="0">
                <a:spcBef>
                  <a:spcPct val="20000"/>
                </a:spcBef>
                <a:spcAft>
                  <a:spcPct val="0"/>
                </a:spcAft>
                <a:buChar char="–"/>
                <a:defRPr sz="2800">
                  <a:solidFill>
                    <a:srgbClr val="666699"/>
                  </a:solidFill>
                  <a:latin typeface="+mn-lt"/>
                  <a:ea typeface="+mn-ea"/>
                </a:defRPr>
              </a:lvl2pPr>
              <a:lvl3pPr marL="1143000" indent="-228600" algn="l" rtl="0" eaLnBrk="0" fontAlgn="base" hangingPunct="0">
                <a:spcBef>
                  <a:spcPct val="20000"/>
                </a:spcBef>
                <a:spcAft>
                  <a:spcPct val="0"/>
                </a:spcAft>
                <a:buChar char="•"/>
                <a:defRPr sz="2400">
                  <a:solidFill>
                    <a:srgbClr val="666699"/>
                  </a:solidFill>
                  <a:latin typeface="+mn-lt"/>
                  <a:ea typeface="+mn-ea"/>
                </a:defRPr>
              </a:lvl3pPr>
              <a:lvl4pPr marL="1600200" indent="-228600" algn="l" rtl="0" eaLnBrk="0" fontAlgn="base" hangingPunct="0">
                <a:spcBef>
                  <a:spcPct val="20000"/>
                </a:spcBef>
                <a:spcAft>
                  <a:spcPct val="0"/>
                </a:spcAft>
                <a:buChar char="–"/>
                <a:defRPr sz="2000">
                  <a:solidFill>
                    <a:srgbClr val="666699"/>
                  </a:solidFill>
                  <a:latin typeface="+mn-lt"/>
                  <a:ea typeface="+mn-ea"/>
                </a:defRPr>
              </a:lvl4pPr>
              <a:lvl5pPr marL="2057400" indent="-228600" algn="l" rtl="0" eaLnBrk="0" fontAlgn="base" hangingPunct="0">
                <a:spcBef>
                  <a:spcPct val="20000"/>
                </a:spcBef>
                <a:spcAft>
                  <a:spcPct val="0"/>
                </a:spcAft>
                <a:buChar char="»"/>
                <a:defRPr sz="2000">
                  <a:solidFill>
                    <a:srgbClr val="666699"/>
                  </a:solidFill>
                  <a:latin typeface="+mn-lt"/>
                  <a:ea typeface="+mn-ea"/>
                </a:defRPr>
              </a:lvl5pPr>
            </a:lstStyle>
            <a:p>
              <a:pPr marL="0" lvl="0" indent="0" eaLnBrk="1" hangingPunct="1">
                <a:spcBef>
                  <a:spcPct val="0"/>
                </a:spcBef>
                <a:buNone/>
              </a:pPr>
              <a:endParaRPr lang="zh-CN" altLang="en-US" sz="2400" dirty="0">
                <a:solidFill>
                  <a:schemeClr val="tx1"/>
                </a:solidFill>
              </a:endParaRPr>
            </a:p>
          </p:txBody>
        </p:sp>
        <p:sp>
          <p:nvSpPr>
            <p:cNvPr id="70743" name="AutoShape 14"/>
            <p:cNvSpPr/>
            <p:nvPr/>
          </p:nvSpPr>
          <p:spPr>
            <a:xfrm>
              <a:off x="1824" y="672"/>
              <a:ext cx="192" cy="480"/>
            </a:xfrm>
            <a:prstGeom prst="upArrow">
              <a:avLst>
                <a:gd name="adj1" fmla="val 50000"/>
                <a:gd name="adj2" fmla="val 62500"/>
              </a:avLst>
            </a:prstGeom>
            <a:solidFill>
              <a:schemeClr val="accent1"/>
            </a:solidFill>
            <a:ln w="9525" cap="flat" cmpd="sng">
              <a:solidFill>
                <a:schemeClr val="tx1"/>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buChar char="•"/>
                <a:defRPr sz="3200">
                  <a:solidFill>
                    <a:srgbClr val="666699"/>
                  </a:solidFill>
                  <a:latin typeface="+mn-lt"/>
                  <a:ea typeface="+mn-ea"/>
                  <a:cs typeface="+mn-cs"/>
                </a:defRPr>
              </a:lvl1pPr>
              <a:lvl2pPr marL="742950" indent="-285750" algn="l" rtl="0" eaLnBrk="0" fontAlgn="base" hangingPunct="0">
                <a:spcBef>
                  <a:spcPct val="20000"/>
                </a:spcBef>
                <a:spcAft>
                  <a:spcPct val="0"/>
                </a:spcAft>
                <a:buChar char="–"/>
                <a:defRPr sz="2800">
                  <a:solidFill>
                    <a:srgbClr val="666699"/>
                  </a:solidFill>
                  <a:latin typeface="+mn-lt"/>
                  <a:ea typeface="+mn-ea"/>
                </a:defRPr>
              </a:lvl2pPr>
              <a:lvl3pPr marL="1143000" indent="-228600" algn="l" rtl="0" eaLnBrk="0" fontAlgn="base" hangingPunct="0">
                <a:spcBef>
                  <a:spcPct val="20000"/>
                </a:spcBef>
                <a:spcAft>
                  <a:spcPct val="0"/>
                </a:spcAft>
                <a:buChar char="•"/>
                <a:defRPr sz="2400">
                  <a:solidFill>
                    <a:srgbClr val="666699"/>
                  </a:solidFill>
                  <a:latin typeface="+mn-lt"/>
                  <a:ea typeface="+mn-ea"/>
                </a:defRPr>
              </a:lvl3pPr>
              <a:lvl4pPr marL="1600200" indent="-228600" algn="l" rtl="0" eaLnBrk="0" fontAlgn="base" hangingPunct="0">
                <a:spcBef>
                  <a:spcPct val="20000"/>
                </a:spcBef>
                <a:spcAft>
                  <a:spcPct val="0"/>
                </a:spcAft>
                <a:buChar char="–"/>
                <a:defRPr sz="2000">
                  <a:solidFill>
                    <a:srgbClr val="666699"/>
                  </a:solidFill>
                  <a:latin typeface="+mn-lt"/>
                  <a:ea typeface="+mn-ea"/>
                </a:defRPr>
              </a:lvl4pPr>
              <a:lvl5pPr marL="2057400" indent="-228600" algn="l" rtl="0" eaLnBrk="0" fontAlgn="base" hangingPunct="0">
                <a:spcBef>
                  <a:spcPct val="20000"/>
                </a:spcBef>
                <a:spcAft>
                  <a:spcPct val="0"/>
                </a:spcAft>
                <a:buChar char="»"/>
                <a:defRPr sz="2000">
                  <a:solidFill>
                    <a:srgbClr val="666699"/>
                  </a:solidFill>
                  <a:latin typeface="+mn-lt"/>
                  <a:ea typeface="+mn-ea"/>
                </a:defRPr>
              </a:lvl5pPr>
            </a:lstStyle>
            <a:p>
              <a:pPr marL="0" lvl="0" indent="0" eaLnBrk="1" hangingPunct="1">
                <a:spcBef>
                  <a:spcPct val="0"/>
                </a:spcBef>
                <a:buNone/>
              </a:pPr>
              <a:endParaRPr lang="zh-CN" altLang="en-US" sz="2400" dirty="0">
                <a:solidFill>
                  <a:schemeClr val="tx1"/>
                </a:solidFill>
              </a:endParaRPr>
            </a:p>
          </p:txBody>
        </p:sp>
        <p:sp>
          <p:nvSpPr>
            <p:cNvPr id="70744" name="Line 15"/>
            <p:cNvSpPr/>
            <p:nvPr/>
          </p:nvSpPr>
          <p:spPr>
            <a:xfrm>
              <a:off x="336" y="1248"/>
              <a:ext cx="672" cy="0"/>
            </a:xfrm>
            <a:prstGeom prst="line">
              <a:avLst/>
            </a:prstGeom>
            <a:ln w="9525" cap="flat" cmpd="sng">
              <a:solidFill>
                <a:schemeClr val="tx1"/>
              </a:solidFill>
              <a:prstDash val="solid"/>
              <a:headEnd type="none" w="med" len="med"/>
              <a:tailEnd type="triangle" w="med" len="med"/>
            </a:ln>
          </p:spPr>
        </p:sp>
        <p:sp>
          <p:nvSpPr>
            <p:cNvPr id="70745" name="Line 16"/>
            <p:cNvSpPr/>
            <p:nvPr/>
          </p:nvSpPr>
          <p:spPr>
            <a:xfrm>
              <a:off x="336" y="1344"/>
              <a:ext cx="672" cy="0"/>
            </a:xfrm>
            <a:prstGeom prst="line">
              <a:avLst/>
            </a:prstGeom>
            <a:ln w="9525" cap="flat" cmpd="sng">
              <a:solidFill>
                <a:schemeClr val="tx1"/>
              </a:solidFill>
              <a:prstDash val="solid"/>
              <a:headEnd type="none" w="med" len="med"/>
              <a:tailEnd type="triangle" w="med" len="med"/>
            </a:ln>
          </p:spPr>
        </p:sp>
        <p:sp>
          <p:nvSpPr>
            <p:cNvPr id="70746" name="Line 17"/>
            <p:cNvSpPr/>
            <p:nvPr/>
          </p:nvSpPr>
          <p:spPr>
            <a:xfrm>
              <a:off x="336" y="1440"/>
              <a:ext cx="672" cy="0"/>
            </a:xfrm>
            <a:prstGeom prst="line">
              <a:avLst/>
            </a:prstGeom>
            <a:ln w="9525" cap="flat" cmpd="sng">
              <a:solidFill>
                <a:schemeClr val="tx1"/>
              </a:solidFill>
              <a:prstDash val="solid"/>
              <a:headEnd type="none" w="med" len="med"/>
              <a:tailEnd type="triangle" w="med" len="med"/>
            </a:ln>
          </p:spPr>
        </p:sp>
        <p:sp>
          <p:nvSpPr>
            <p:cNvPr id="70747" name="Line 18"/>
            <p:cNvSpPr/>
            <p:nvPr/>
          </p:nvSpPr>
          <p:spPr>
            <a:xfrm>
              <a:off x="336" y="1536"/>
              <a:ext cx="672" cy="0"/>
            </a:xfrm>
            <a:prstGeom prst="line">
              <a:avLst/>
            </a:prstGeom>
            <a:ln w="9525" cap="flat" cmpd="sng">
              <a:solidFill>
                <a:schemeClr val="tx1"/>
              </a:solidFill>
              <a:prstDash val="solid"/>
              <a:headEnd type="none" w="med" len="med"/>
              <a:tailEnd type="triangle" w="med" len="med"/>
            </a:ln>
          </p:spPr>
        </p:sp>
        <p:sp>
          <p:nvSpPr>
            <p:cNvPr id="70748" name="AutoShape 19"/>
            <p:cNvSpPr/>
            <p:nvPr/>
          </p:nvSpPr>
          <p:spPr>
            <a:xfrm>
              <a:off x="1200" y="1632"/>
              <a:ext cx="144" cy="528"/>
            </a:xfrm>
            <a:prstGeom prst="upArrow">
              <a:avLst>
                <a:gd name="adj1" fmla="val 50000"/>
                <a:gd name="adj2" fmla="val 91632"/>
              </a:avLst>
            </a:prstGeom>
            <a:solidFill>
              <a:schemeClr val="accent1"/>
            </a:solidFill>
            <a:ln w="9525" cap="flat" cmpd="sng">
              <a:solidFill>
                <a:schemeClr val="tx1"/>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buChar char="•"/>
                <a:defRPr sz="3200">
                  <a:solidFill>
                    <a:srgbClr val="666699"/>
                  </a:solidFill>
                  <a:latin typeface="+mn-lt"/>
                  <a:ea typeface="+mn-ea"/>
                  <a:cs typeface="+mn-cs"/>
                </a:defRPr>
              </a:lvl1pPr>
              <a:lvl2pPr marL="742950" indent="-285750" algn="l" rtl="0" eaLnBrk="0" fontAlgn="base" hangingPunct="0">
                <a:spcBef>
                  <a:spcPct val="20000"/>
                </a:spcBef>
                <a:spcAft>
                  <a:spcPct val="0"/>
                </a:spcAft>
                <a:buChar char="–"/>
                <a:defRPr sz="2800">
                  <a:solidFill>
                    <a:srgbClr val="666699"/>
                  </a:solidFill>
                  <a:latin typeface="+mn-lt"/>
                  <a:ea typeface="+mn-ea"/>
                </a:defRPr>
              </a:lvl2pPr>
              <a:lvl3pPr marL="1143000" indent="-228600" algn="l" rtl="0" eaLnBrk="0" fontAlgn="base" hangingPunct="0">
                <a:spcBef>
                  <a:spcPct val="20000"/>
                </a:spcBef>
                <a:spcAft>
                  <a:spcPct val="0"/>
                </a:spcAft>
                <a:buChar char="•"/>
                <a:defRPr sz="2400">
                  <a:solidFill>
                    <a:srgbClr val="666699"/>
                  </a:solidFill>
                  <a:latin typeface="+mn-lt"/>
                  <a:ea typeface="+mn-ea"/>
                </a:defRPr>
              </a:lvl3pPr>
              <a:lvl4pPr marL="1600200" indent="-228600" algn="l" rtl="0" eaLnBrk="0" fontAlgn="base" hangingPunct="0">
                <a:spcBef>
                  <a:spcPct val="20000"/>
                </a:spcBef>
                <a:spcAft>
                  <a:spcPct val="0"/>
                </a:spcAft>
                <a:buChar char="–"/>
                <a:defRPr sz="2000">
                  <a:solidFill>
                    <a:srgbClr val="666699"/>
                  </a:solidFill>
                  <a:latin typeface="+mn-lt"/>
                  <a:ea typeface="+mn-ea"/>
                </a:defRPr>
              </a:lvl4pPr>
              <a:lvl5pPr marL="2057400" indent="-228600" algn="l" rtl="0" eaLnBrk="0" fontAlgn="base" hangingPunct="0">
                <a:spcBef>
                  <a:spcPct val="20000"/>
                </a:spcBef>
                <a:spcAft>
                  <a:spcPct val="0"/>
                </a:spcAft>
                <a:buChar char="»"/>
                <a:defRPr sz="2000">
                  <a:solidFill>
                    <a:srgbClr val="666699"/>
                  </a:solidFill>
                  <a:latin typeface="+mn-lt"/>
                  <a:ea typeface="+mn-ea"/>
                </a:defRPr>
              </a:lvl5pPr>
            </a:lstStyle>
            <a:p>
              <a:pPr marL="0" lvl="0" indent="0" eaLnBrk="1" hangingPunct="1">
                <a:spcBef>
                  <a:spcPct val="0"/>
                </a:spcBef>
                <a:buNone/>
              </a:pPr>
              <a:endParaRPr lang="zh-CN" altLang="en-US" sz="2400" dirty="0">
                <a:solidFill>
                  <a:schemeClr val="tx1"/>
                </a:solidFill>
              </a:endParaRPr>
            </a:p>
          </p:txBody>
        </p:sp>
        <p:sp>
          <p:nvSpPr>
            <p:cNvPr id="70749" name="AutoShape 20"/>
            <p:cNvSpPr/>
            <p:nvPr/>
          </p:nvSpPr>
          <p:spPr>
            <a:xfrm>
              <a:off x="1920" y="1632"/>
              <a:ext cx="144" cy="528"/>
            </a:xfrm>
            <a:prstGeom prst="upArrow">
              <a:avLst>
                <a:gd name="adj1" fmla="val 50000"/>
                <a:gd name="adj2" fmla="val 91632"/>
              </a:avLst>
            </a:prstGeom>
            <a:solidFill>
              <a:schemeClr val="accent1"/>
            </a:solidFill>
            <a:ln w="9525" cap="flat" cmpd="sng">
              <a:solidFill>
                <a:schemeClr val="tx1"/>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buChar char="•"/>
                <a:defRPr sz="3200">
                  <a:solidFill>
                    <a:srgbClr val="666699"/>
                  </a:solidFill>
                  <a:latin typeface="+mn-lt"/>
                  <a:ea typeface="+mn-ea"/>
                  <a:cs typeface="+mn-cs"/>
                </a:defRPr>
              </a:lvl1pPr>
              <a:lvl2pPr marL="742950" indent="-285750" algn="l" rtl="0" eaLnBrk="0" fontAlgn="base" hangingPunct="0">
                <a:spcBef>
                  <a:spcPct val="20000"/>
                </a:spcBef>
                <a:spcAft>
                  <a:spcPct val="0"/>
                </a:spcAft>
                <a:buChar char="–"/>
                <a:defRPr sz="2800">
                  <a:solidFill>
                    <a:srgbClr val="666699"/>
                  </a:solidFill>
                  <a:latin typeface="+mn-lt"/>
                  <a:ea typeface="+mn-ea"/>
                </a:defRPr>
              </a:lvl2pPr>
              <a:lvl3pPr marL="1143000" indent="-228600" algn="l" rtl="0" eaLnBrk="0" fontAlgn="base" hangingPunct="0">
                <a:spcBef>
                  <a:spcPct val="20000"/>
                </a:spcBef>
                <a:spcAft>
                  <a:spcPct val="0"/>
                </a:spcAft>
                <a:buChar char="•"/>
                <a:defRPr sz="2400">
                  <a:solidFill>
                    <a:srgbClr val="666699"/>
                  </a:solidFill>
                  <a:latin typeface="+mn-lt"/>
                  <a:ea typeface="+mn-ea"/>
                </a:defRPr>
              </a:lvl3pPr>
              <a:lvl4pPr marL="1600200" indent="-228600" algn="l" rtl="0" eaLnBrk="0" fontAlgn="base" hangingPunct="0">
                <a:spcBef>
                  <a:spcPct val="20000"/>
                </a:spcBef>
                <a:spcAft>
                  <a:spcPct val="0"/>
                </a:spcAft>
                <a:buChar char="–"/>
                <a:defRPr sz="2000">
                  <a:solidFill>
                    <a:srgbClr val="666699"/>
                  </a:solidFill>
                  <a:latin typeface="+mn-lt"/>
                  <a:ea typeface="+mn-ea"/>
                </a:defRPr>
              </a:lvl4pPr>
              <a:lvl5pPr marL="2057400" indent="-228600" algn="l" rtl="0" eaLnBrk="0" fontAlgn="base" hangingPunct="0">
                <a:spcBef>
                  <a:spcPct val="20000"/>
                </a:spcBef>
                <a:spcAft>
                  <a:spcPct val="0"/>
                </a:spcAft>
                <a:buChar char="»"/>
                <a:defRPr sz="2000">
                  <a:solidFill>
                    <a:srgbClr val="666699"/>
                  </a:solidFill>
                  <a:latin typeface="+mn-lt"/>
                  <a:ea typeface="+mn-ea"/>
                </a:defRPr>
              </a:lvl5pPr>
            </a:lstStyle>
            <a:p>
              <a:pPr marL="0" lvl="0" indent="0" eaLnBrk="1" hangingPunct="1">
                <a:spcBef>
                  <a:spcPct val="0"/>
                </a:spcBef>
                <a:buNone/>
              </a:pPr>
              <a:endParaRPr lang="zh-CN" altLang="en-US" sz="2400" dirty="0">
                <a:solidFill>
                  <a:schemeClr val="tx1"/>
                </a:solidFill>
              </a:endParaRPr>
            </a:p>
          </p:txBody>
        </p:sp>
        <p:sp>
          <p:nvSpPr>
            <p:cNvPr id="70750" name="Text Box 21"/>
            <p:cNvSpPr txBox="1"/>
            <p:nvPr/>
          </p:nvSpPr>
          <p:spPr>
            <a:xfrm>
              <a:off x="1728" y="0"/>
              <a:ext cx="288" cy="231"/>
            </a:xfrm>
            <a:prstGeom prst="rect">
              <a:avLst/>
            </a:prstGeom>
            <a:noFill/>
            <a:ln w="9525">
              <a:noFill/>
            </a:ln>
          </p:spPr>
          <p:txBody>
            <a:bodyPr>
              <a:spAutoFit/>
            </a:bodyPr>
            <a:lstStyle>
              <a:lvl1pPr marL="342900" indent="-342900" algn="l" rtl="0" eaLnBrk="0" fontAlgn="base" hangingPunct="0">
                <a:spcBef>
                  <a:spcPct val="20000"/>
                </a:spcBef>
                <a:spcAft>
                  <a:spcPct val="0"/>
                </a:spcAft>
                <a:buChar char="•"/>
                <a:defRPr sz="3200">
                  <a:solidFill>
                    <a:srgbClr val="666699"/>
                  </a:solidFill>
                  <a:latin typeface="+mn-lt"/>
                  <a:ea typeface="+mn-ea"/>
                  <a:cs typeface="+mn-cs"/>
                </a:defRPr>
              </a:lvl1pPr>
              <a:lvl2pPr marL="742950" indent="-285750" algn="l" rtl="0" eaLnBrk="0" fontAlgn="base" hangingPunct="0">
                <a:spcBef>
                  <a:spcPct val="20000"/>
                </a:spcBef>
                <a:spcAft>
                  <a:spcPct val="0"/>
                </a:spcAft>
                <a:buChar char="–"/>
                <a:defRPr sz="2800">
                  <a:solidFill>
                    <a:srgbClr val="666699"/>
                  </a:solidFill>
                  <a:latin typeface="+mn-lt"/>
                  <a:ea typeface="+mn-ea"/>
                </a:defRPr>
              </a:lvl2pPr>
              <a:lvl3pPr marL="1143000" indent="-228600" algn="l" rtl="0" eaLnBrk="0" fontAlgn="base" hangingPunct="0">
                <a:spcBef>
                  <a:spcPct val="20000"/>
                </a:spcBef>
                <a:spcAft>
                  <a:spcPct val="0"/>
                </a:spcAft>
                <a:buChar char="•"/>
                <a:defRPr sz="2400">
                  <a:solidFill>
                    <a:srgbClr val="666699"/>
                  </a:solidFill>
                  <a:latin typeface="+mn-lt"/>
                  <a:ea typeface="+mn-ea"/>
                </a:defRPr>
              </a:lvl3pPr>
              <a:lvl4pPr marL="1600200" indent="-228600" algn="l" rtl="0" eaLnBrk="0" fontAlgn="base" hangingPunct="0">
                <a:spcBef>
                  <a:spcPct val="20000"/>
                </a:spcBef>
                <a:spcAft>
                  <a:spcPct val="0"/>
                </a:spcAft>
                <a:buChar char="–"/>
                <a:defRPr sz="2000">
                  <a:solidFill>
                    <a:srgbClr val="666699"/>
                  </a:solidFill>
                  <a:latin typeface="+mn-lt"/>
                  <a:ea typeface="+mn-ea"/>
                </a:defRPr>
              </a:lvl4pPr>
              <a:lvl5pPr marL="2057400" indent="-228600" algn="l" rtl="0" eaLnBrk="0" fontAlgn="base" hangingPunct="0">
                <a:spcBef>
                  <a:spcPct val="20000"/>
                </a:spcBef>
                <a:spcAft>
                  <a:spcPct val="0"/>
                </a:spcAft>
                <a:buChar char="»"/>
                <a:defRPr sz="2000">
                  <a:solidFill>
                    <a:srgbClr val="666699"/>
                  </a:solidFill>
                  <a:latin typeface="+mn-lt"/>
                  <a:ea typeface="+mn-ea"/>
                </a:defRPr>
              </a:lvl5pPr>
            </a:lstStyle>
            <a:p>
              <a:pPr marL="0" lvl="0" indent="0" eaLnBrk="1" hangingPunct="1">
                <a:spcBef>
                  <a:spcPct val="50000"/>
                </a:spcBef>
                <a:buNone/>
              </a:pPr>
              <a:r>
                <a:rPr lang="zh-CN" altLang="en-US" sz="1800" dirty="0">
                  <a:solidFill>
                    <a:schemeClr val="tx1"/>
                  </a:solidFill>
                  <a:latin typeface="Tahoma" panose="020B0604030504040204" pitchFamily="34" charset="0"/>
                </a:rPr>
                <a:t>Fi</a:t>
              </a:r>
              <a:endParaRPr lang="zh-CN" altLang="en-US" sz="1800" dirty="0">
                <a:solidFill>
                  <a:schemeClr val="tx1"/>
                </a:solidFill>
                <a:latin typeface="Tahoma" panose="020B0604030504040204" pitchFamily="34" charset="0"/>
              </a:endParaRPr>
            </a:p>
          </p:txBody>
        </p:sp>
        <p:sp>
          <p:nvSpPr>
            <p:cNvPr id="70751" name="Text Box 22"/>
            <p:cNvSpPr txBox="1"/>
            <p:nvPr/>
          </p:nvSpPr>
          <p:spPr>
            <a:xfrm>
              <a:off x="0" y="192"/>
              <a:ext cx="864" cy="231"/>
            </a:xfrm>
            <a:prstGeom prst="rect">
              <a:avLst/>
            </a:prstGeom>
            <a:noFill/>
            <a:ln w="9525">
              <a:noFill/>
            </a:ln>
          </p:spPr>
          <p:txBody>
            <a:bodyPr>
              <a:spAutoFit/>
            </a:bodyPr>
            <a:lstStyle>
              <a:lvl1pPr marL="342900" indent="-342900" algn="l" rtl="0" eaLnBrk="0" fontAlgn="base" hangingPunct="0">
                <a:spcBef>
                  <a:spcPct val="20000"/>
                </a:spcBef>
                <a:spcAft>
                  <a:spcPct val="0"/>
                </a:spcAft>
                <a:buChar char="•"/>
                <a:defRPr sz="3200">
                  <a:solidFill>
                    <a:srgbClr val="666699"/>
                  </a:solidFill>
                  <a:latin typeface="+mn-lt"/>
                  <a:ea typeface="+mn-ea"/>
                  <a:cs typeface="+mn-cs"/>
                </a:defRPr>
              </a:lvl1pPr>
              <a:lvl2pPr marL="742950" indent="-285750" algn="l" rtl="0" eaLnBrk="0" fontAlgn="base" hangingPunct="0">
                <a:spcBef>
                  <a:spcPct val="20000"/>
                </a:spcBef>
                <a:spcAft>
                  <a:spcPct val="0"/>
                </a:spcAft>
                <a:buChar char="–"/>
                <a:defRPr sz="2800">
                  <a:solidFill>
                    <a:srgbClr val="666699"/>
                  </a:solidFill>
                  <a:latin typeface="+mn-lt"/>
                  <a:ea typeface="+mn-ea"/>
                </a:defRPr>
              </a:lvl2pPr>
              <a:lvl3pPr marL="1143000" indent="-228600" algn="l" rtl="0" eaLnBrk="0" fontAlgn="base" hangingPunct="0">
                <a:spcBef>
                  <a:spcPct val="20000"/>
                </a:spcBef>
                <a:spcAft>
                  <a:spcPct val="0"/>
                </a:spcAft>
                <a:buChar char="•"/>
                <a:defRPr sz="2400">
                  <a:solidFill>
                    <a:srgbClr val="666699"/>
                  </a:solidFill>
                  <a:latin typeface="+mn-lt"/>
                  <a:ea typeface="+mn-ea"/>
                </a:defRPr>
              </a:lvl3pPr>
              <a:lvl4pPr marL="1600200" indent="-228600" algn="l" rtl="0" eaLnBrk="0" fontAlgn="base" hangingPunct="0">
                <a:spcBef>
                  <a:spcPct val="20000"/>
                </a:spcBef>
                <a:spcAft>
                  <a:spcPct val="0"/>
                </a:spcAft>
                <a:buChar char="–"/>
                <a:defRPr sz="2000">
                  <a:solidFill>
                    <a:srgbClr val="666699"/>
                  </a:solidFill>
                  <a:latin typeface="+mn-lt"/>
                  <a:ea typeface="+mn-ea"/>
                </a:defRPr>
              </a:lvl4pPr>
              <a:lvl5pPr marL="2057400" indent="-228600" algn="l" rtl="0" eaLnBrk="0" fontAlgn="base" hangingPunct="0">
                <a:spcBef>
                  <a:spcPct val="20000"/>
                </a:spcBef>
                <a:spcAft>
                  <a:spcPct val="0"/>
                </a:spcAft>
                <a:buChar char="»"/>
                <a:defRPr sz="2000">
                  <a:solidFill>
                    <a:srgbClr val="666699"/>
                  </a:solidFill>
                  <a:latin typeface="+mn-lt"/>
                  <a:ea typeface="+mn-ea"/>
                </a:defRPr>
              </a:lvl5pPr>
            </a:lstStyle>
            <a:p>
              <a:pPr marL="0" lvl="0" indent="0" eaLnBrk="1" hangingPunct="1">
                <a:spcBef>
                  <a:spcPct val="50000"/>
                </a:spcBef>
                <a:buNone/>
              </a:pPr>
              <a:r>
                <a:rPr lang="zh-CN" altLang="en-US" sz="1800" dirty="0">
                  <a:solidFill>
                    <a:schemeClr val="tx1"/>
                  </a:solidFill>
                  <a:latin typeface="Tahoma" panose="020B0604030504040204" pitchFamily="34" charset="0"/>
                </a:rPr>
                <a:t>C </a:t>
              </a:r>
              <a:r>
                <a:rPr lang="zh-CN" altLang="en-US" sz="1800" baseline="-25000" dirty="0">
                  <a:solidFill>
                    <a:schemeClr val="tx1"/>
                  </a:solidFill>
                  <a:latin typeface="Tahoma" panose="020B0604030504040204" pitchFamily="34" charset="0"/>
                </a:rPr>
                <a:t>n+i+1</a:t>
              </a:r>
              <a:endParaRPr lang="zh-CN" altLang="en-US" sz="1800" baseline="-25000" dirty="0">
                <a:solidFill>
                  <a:schemeClr val="tx1"/>
                </a:solidFill>
                <a:latin typeface="Tahoma" panose="020B0604030504040204" pitchFamily="34" charset="0"/>
              </a:endParaRPr>
            </a:p>
          </p:txBody>
        </p:sp>
        <p:sp>
          <p:nvSpPr>
            <p:cNvPr id="70752" name="Text Box 23"/>
            <p:cNvSpPr txBox="1"/>
            <p:nvPr/>
          </p:nvSpPr>
          <p:spPr>
            <a:xfrm>
              <a:off x="2400" y="288"/>
              <a:ext cx="624" cy="231"/>
            </a:xfrm>
            <a:prstGeom prst="rect">
              <a:avLst/>
            </a:prstGeom>
            <a:noFill/>
            <a:ln w="9525">
              <a:noFill/>
            </a:ln>
          </p:spPr>
          <p:txBody>
            <a:bodyPr>
              <a:spAutoFit/>
            </a:bodyPr>
            <a:lstStyle>
              <a:lvl1pPr marL="342900" indent="-342900" algn="l" rtl="0" eaLnBrk="0" fontAlgn="base" hangingPunct="0">
                <a:spcBef>
                  <a:spcPct val="20000"/>
                </a:spcBef>
                <a:spcAft>
                  <a:spcPct val="0"/>
                </a:spcAft>
                <a:buChar char="•"/>
                <a:defRPr sz="3200">
                  <a:solidFill>
                    <a:srgbClr val="666699"/>
                  </a:solidFill>
                  <a:latin typeface="+mn-lt"/>
                  <a:ea typeface="+mn-ea"/>
                  <a:cs typeface="+mn-cs"/>
                </a:defRPr>
              </a:lvl1pPr>
              <a:lvl2pPr marL="742950" indent="-285750" algn="l" rtl="0" eaLnBrk="0" fontAlgn="base" hangingPunct="0">
                <a:spcBef>
                  <a:spcPct val="20000"/>
                </a:spcBef>
                <a:spcAft>
                  <a:spcPct val="0"/>
                </a:spcAft>
                <a:buChar char="–"/>
                <a:defRPr sz="2800">
                  <a:solidFill>
                    <a:srgbClr val="666699"/>
                  </a:solidFill>
                  <a:latin typeface="+mn-lt"/>
                  <a:ea typeface="+mn-ea"/>
                </a:defRPr>
              </a:lvl2pPr>
              <a:lvl3pPr marL="1143000" indent="-228600" algn="l" rtl="0" eaLnBrk="0" fontAlgn="base" hangingPunct="0">
                <a:spcBef>
                  <a:spcPct val="20000"/>
                </a:spcBef>
                <a:spcAft>
                  <a:spcPct val="0"/>
                </a:spcAft>
                <a:buChar char="•"/>
                <a:defRPr sz="2400">
                  <a:solidFill>
                    <a:srgbClr val="666699"/>
                  </a:solidFill>
                  <a:latin typeface="+mn-lt"/>
                  <a:ea typeface="+mn-ea"/>
                </a:defRPr>
              </a:lvl3pPr>
              <a:lvl4pPr marL="1600200" indent="-228600" algn="l" rtl="0" eaLnBrk="0" fontAlgn="base" hangingPunct="0">
                <a:spcBef>
                  <a:spcPct val="20000"/>
                </a:spcBef>
                <a:spcAft>
                  <a:spcPct val="0"/>
                </a:spcAft>
                <a:buChar char="–"/>
                <a:defRPr sz="2000">
                  <a:solidFill>
                    <a:srgbClr val="666699"/>
                  </a:solidFill>
                  <a:latin typeface="+mn-lt"/>
                  <a:ea typeface="+mn-ea"/>
                </a:defRPr>
              </a:lvl4pPr>
              <a:lvl5pPr marL="2057400" indent="-228600" algn="l" rtl="0" eaLnBrk="0" fontAlgn="base" hangingPunct="0">
                <a:spcBef>
                  <a:spcPct val="20000"/>
                </a:spcBef>
                <a:spcAft>
                  <a:spcPct val="0"/>
                </a:spcAft>
                <a:buChar char="»"/>
                <a:defRPr sz="2000">
                  <a:solidFill>
                    <a:srgbClr val="666699"/>
                  </a:solidFill>
                  <a:latin typeface="+mn-lt"/>
                  <a:ea typeface="+mn-ea"/>
                </a:defRPr>
              </a:lvl5pPr>
            </a:lstStyle>
            <a:p>
              <a:pPr marL="0" lvl="0" indent="0" eaLnBrk="1" hangingPunct="1">
                <a:spcBef>
                  <a:spcPct val="50000"/>
                </a:spcBef>
                <a:buNone/>
              </a:pPr>
              <a:r>
                <a:rPr lang="zh-CN" altLang="en-US" sz="1800" dirty="0">
                  <a:solidFill>
                    <a:schemeClr val="tx1"/>
                  </a:solidFill>
                  <a:latin typeface="Tahoma" panose="020B0604030504040204" pitchFamily="34" charset="0"/>
                </a:rPr>
                <a:t>C </a:t>
              </a:r>
              <a:r>
                <a:rPr lang="zh-CN" altLang="en-US" sz="1800" baseline="-25000" dirty="0">
                  <a:solidFill>
                    <a:schemeClr val="tx1"/>
                  </a:solidFill>
                  <a:latin typeface="Tahoma" panose="020B0604030504040204" pitchFamily="34" charset="0"/>
                </a:rPr>
                <a:t>n+i</a:t>
              </a:r>
              <a:endParaRPr lang="zh-CN" altLang="en-US" sz="1800" baseline="-25000" dirty="0">
                <a:solidFill>
                  <a:schemeClr val="tx1"/>
                </a:solidFill>
                <a:latin typeface="Tahoma" panose="020B0604030504040204" pitchFamily="34" charset="0"/>
              </a:endParaRPr>
            </a:p>
          </p:txBody>
        </p:sp>
        <p:sp>
          <p:nvSpPr>
            <p:cNvPr id="70753" name="Text Box 24"/>
            <p:cNvSpPr txBox="1"/>
            <p:nvPr/>
          </p:nvSpPr>
          <p:spPr>
            <a:xfrm>
              <a:off x="816" y="912"/>
              <a:ext cx="384" cy="231"/>
            </a:xfrm>
            <a:prstGeom prst="rect">
              <a:avLst/>
            </a:prstGeom>
            <a:noFill/>
            <a:ln w="9525">
              <a:noFill/>
            </a:ln>
          </p:spPr>
          <p:txBody>
            <a:bodyPr>
              <a:spAutoFit/>
            </a:bodyPr>
            <a:lstStyle>
              <a:lvl1pPr marL="342900" indent="-342900" algn="l" rtl="0" eaLnBrk="0" fontAlgn="base" hangingPunct="0">
                <a:spcBef>
                  <a:spcPct val="20000"/>
                </a:spcBef>
                <a:spcAft>
                  <a:spcPct val="0"/>
                </a:spcAft>
                <a:buChar char="•"/>
                <a:defRPr sz="3200">
                  <a:solidFill>
                    <a:srgbClr val="666699"/>
                  </a:solidFill>
                  <a:latin typeface="+mn-lt"/>
                  <a:ea typeface="+mn-ea"/>
                  <a:cs typeface="+mn-cs"/>
                </a:defRPr>
              </a:lvl1pPr>
              <a:lvl2pPr marL="742950" indent="-285750" algn="l" rtl="0" eaLnBrk="0" fontAlgn="base" hangingPunct="0">
                <a:spcBef>
                  <a:spcPct val="20000"/>
                </a:spcBef>
                <a:spcAft>
                  <a:spcPct val="0"/>
                </a:spcAft>
                <a:buChar char="–"/>
                <a:defRPr sz="2800">
                  <a:solidFill>
                    <a:srgbClr val="666699"/>
                  </a:solidFill>
                  <a:latin typeface="+mn-lt"/>
                  <a:ea typeface="+mn-ea"/>
                </a:defRPr>
              </a:lvl2pPr>
              <a:lvl3pPr marL="1143000" indent="-228600" algn="l" rtl="0" eaLnBrk="0" fontAlgn="base" hangingPunct="0">
                <a:spcBef>
                  <a:spcPct val="20000"/>
                </a:spcBef>
                <a:spcAft>
                  <a:spcPct val="0"/>
                </a:spcAft>
                <a:buChar char="•"/>
                <a:defRPr sz="2400">
                  <a:solidFill>
                    <a:srgbClr val="666699"/>
                  </a:solidFill>
                  <a:latin typeface="+mn-lt"/>
                  <a:ea typeface="+mn-ea"/>
                </a:defRPr>
              </a:lvl3pPr>
              <a:lvl4pPr marL="1600200" indent="-228600" algn="l" rtl="0" eaLnBrk="0" fontAlgn="base" hangingPunct="0">
                <a:spcBef>
                  <a:spcPct val="20000"/>
                </a:spcBef>
                <a:spcAft>
                  <a:spcPct val="0"/>
                </a:spcAft>
                <a:buChar char="–"/>
                <a:defRPr sz="2000">
                  <a:solidFill>
                    <a:srgbClr val="666699"/>
                  </a:solidFill>
                  <a:latin typeface="+mn-lt"/>
                  <a:ea typeface="+mn-ea"/>
                </a:defRPr>
              </a:lvl4pPr>
              <a:lvl5pPr marL="2057400" indent="-228600" algn="l" rtl="0" eaLnBrk="0" fontAlgn="base" hangingPunct="0">
                <a:spcBef>
                  <a:spcPct val="20000"/>
                </a:spcBef>
                <a:spcAft>
                  <a:spcPct val="0"/>
                </a:spcAft>
                <a:buChar char="»"/>
                <a:defRPr sz="2000">
                  <a:solidFill>
                    <a:srgbClr val="666699"/>
                  </a:solidFill>
                  <a:latin typeface="+mn-lt"/>
                  <a:ea typeface="+mn-ea"/>
                </a:defRPr>
              </a:lvl5pPr>
            </a:lstStyle>
            <a:p>
              <a:pPr marL="0" lvl="0" indent="0" eaLnBrk="1" hangingPunct="1">
                <a:spcBef>
                  <a:spcPct val="50000"/>
                </a:spcBef>
                <a:buNone/>
              </a:pPr>
              <a:r>
                <a:rPr lang="zh-CN" altLang="en-US" sz="1800" dirty="0">
                  <a:solidFill>
                    <a:schemeClr val="tx1"/>
                  </a:solidFill>
                  <a:latin typeface="Tahoma" panose="020B0604030504040204" pitchFamily="34" charset="0"/>
                </a:rPr>
                <a:t>Xi</a:t>
              </a:r>
              <a:endParaRPr lang="zh-CN" altLang="en-US" sz="1800" dirty="0">
                <a:solidFill>
                  <a:schemeClr val="tx1"/>
                </a:solidFill>
                <a:latin typeface="Tahoma" panose="020B0604030504040204" pitchFamily="34" charset="0"/>
              </a:endParaRPr>
            </a:p>
          </p:txBody>
        </p:sp>
        <p:sp>
          <p:nvSpPr>
            <p:cNvPr id="70754" name="Text Box 25"/>
            <p:cNvSpPr txBox="1"/>
            <p:nvPr/>
          </p:nvSpPr>
          <p:spPr>
            <a:xfrm>
              <a:off x="2112" y="912"/>
              <a:ext cx="528" cy="231"/>
            </a:xfrm>
            <a:prstGeom prst="rect">
              <a:avLst/>
            </a:prstGeom>
            <a:noFill/>
            <a:ln w="9525">
              <a:noFill/>
            </a:ln>
          </p:spPr>
          <p:txBody>
            <a:bodyPr>
              <a:spAutoFit/>
            </a:bodyPr>
            <a:lstStyle>
              <a:lvl1pPr marL="342900" indent="-342900" algn="l" rtl="0" eaLnBrk="0" fontAlgn="base" hangingPunct="0">
                <a:spcBef>
                  <a:spcPct val="20000"/>
                </a:spcBef>
                <a:spcAft>
                  <a:spcPct val="0"/>
                </a:spcAft>
                <a:buChar char="•"/>
                <a:defRPr sz="3200">
                  <a:solidFill>
                    <a:srgbClr val="666699"/>
                  </a:solidFill>
                  <a:latin typeface="+mn-lt"/>
                  <a:ea typeface="+mn-ea"/>
                  <a:cs typeface="+mn-cs"/>
                </a:defRPr>
              </a:lvl1pPr>
              <a:lvl2pPr marL="742950" indent="-285750" algn="l" rtl="0" eaLnBrk="0" fontAlgn="base" hangingPunct="0">
                <a:spcBef>
                  <a:spcPct val="20000"/>
                </a:spcBef>
                <a:spcAft>
                  <a:spcPct val="0"/>
                </a:spcAft>
                <a:buChar char="–"/>
                <a:defRPr sz="2800">
                  <a:solidFill>
                    <a:srgbClr val="666699"/>
                  </a:solidFill>
                  <a:latin typeface="+mn-lt"/>
                  <a:ea typeface="+mn-ea"/>
                </a:defRPr>
              </a:lvl2pPr>
              <a:lvl3pPr marL="1143000" indent="-228600" algn="l" rtl="0" eaLnBrk="0" fontAlgn="base" hangingPunct="0">
                <a:spcBef>
                  <a:spcPct val="20000"/>
                </a:spcBef>
                <a:spcAft>
                  <a:spcPct val="0"/>
                </a:spcAft>
                <a:buChar char="•"/>
                <a:defRPr sz="2400">
                  <a:solidFill>
                    <a:srgbClr val="666699"/>
                  </a:solidFill>
                  <a:latin typeface="+mn-lt"/>
                  <a:ea typeface="+mn-ea"/>
                </a:defRPr>
              </a:lvl3pPr>
              <a:lvl4pPr marL="1600200" indent="-228600" algn="l" rtl="0" eaLnBrk="0" fontAlgn="base" hangingPunct="0">
                <a:spcBef>
                  <a:spcPct val="20000"/>
                </a:spcBef>
                <a:spcAft>
                  <a:spcPct val="0"/>
                </a:spcAft>
                <a:buChar char="–"/>
                <a:defRPr sz="2000">
                  <a:solidFill>
                    <a:srgbClr val="666699"/>
                  </a:solidFill>
                  <a:latin typeface="+mn-lt"/>
                  <a:ea typeface="+mn-ea"/>
                </a:defRPr>
              </a:lvl4pPr>
              <a:lvl5pPr marL="2057400" indent="-228600" algn="l" rtl="0" eaLnBrk="0" fontAlgn="base" hangingPunct="0">
                <a:spcBef>
                  <a:spcPct val="20000"/>
                </a:spcBef>
                <a:spcAft>
                  <a:spcPct val="0"/>
                </a:spcAft>
                <a:buChar char="»"/>
                <a:defRPr sz="2000">
                  <a:solidFill>
                    <a:srgbClr val="666699"/>
                  </a:solidFill>
                  <a:latin typeface="+mn-lt"/>
                  <a:ea typeface="+mn-ea"/>
                </a:defRPr>
              </a:lvl5pPr>
            </a:lstStyle>
            <a:p>
              <a:pPr marL="0" lvl="0" indent="0" eaLnBrk="1" hangingPunct="1">
                <a:spcBef>
                  <a:spcPct val="50000"/>
                </a:spcBef>
                <a:buNone/>
              </a:pPr>
              <a:r>
                <a:rPr lang="zh-CN" altLang="en-US" sz="1800" dirty="0">
                  <a:solidFill>
                    <a:schemeClr val="tx1"/>
                  </a:solidFill>
                  <a:latin typeface="Tahoma" panose="020B0604030504040204" pitchFamily="34" charset="0"/>
                </a:rPr>
                <a:t>Yi</a:t>
              </a:r>
              <a:endParaRPr lang="zh-CN" altLang="en-US" sz="1800" dirty="0">
                <a:solidFill>
                  <a:schemeClr val="tx1"/>
                </a:solidFill>
                <a:latin typeface="Tahoma" panose="020B0604030504040204" pitchFamily="34" charset="0"/>
              </a:endParaRPr>
            </a:p>
          </p:txBody>
        </p:sp>
        <p:sp>
          <p:nvSpPr>
            <p:cNvPr id="70755" name="Text Box 26"/>
            <p:cNvSpPr txBox="1"/>
            <p:nvPr/>
          </p:nvSpPr>
          <p:spPr>
            <a:xfrm>
              <a:off x="1104" y="2160"/>
              <a:ext cx="1200" cy="231"/>
            </a:xfrm>
            <a:prstGeom prst="rect">
              <a:avLst/>
            </a:prstGeom>
            <a:noFill/>
            <a:ln w="9525">
              <a:noFill/>
            </a:ln>
          </p:spPr>
          <p:txBody>
            <a:bodyPr>
              <a:spAutoFit/>
            </a:bodyPr>
            <a:lstStyle>
              <a:lvl1pPr marL="342900" indent="-342900" algn="l" rtl="0" eaLnBrk="0" fontAlgn="base" hangingPunct="0">
                <a:spcBef>
                  <a:spcPct val="20000"/>
                </a:spcBef>
                <a:spcAft>
                  <a:spcPct val="0"/>
                </a:spcAft>
                <a:buChar char="•"/>
                <a:defRPr sz="3200">
                  <a:solidFill>
                    <a:srgbClr val="666699"/>
                  </a:solidFill>
                  <a:latin typeface="+mn-lt"/>
                  <a:ea typeface="+mn-ea"/>
                  <a:cs typeface="+mn-cs"/>
                </a:defRPr>
              </a:lvl1pPr>
              <a:lvl2pPr marL="742950" indent="-285750" algn="l" rtl="0" eaLnBrk="0" fontAlgn="base" hangingPunct="0">
                <a:spcBef>
                  <a:spcPct val="20000"/>
                </a:spcBef>
                <a:spcAft>
                  <a:spcPct val="0"/>
                </a:spcAft>
                <a:buChar char="–"/>
                <a:defRPr sz="2800">
                  <a:solidFill>
                    <a:srgbClr val="666699"/>
                  </a:solidFill>
                  <a:latin typeface="+mn-lt"/>
                  <a:ea typeface="+mn-ea"/>
                </a:defRPr>
              </a:lvl2pPr>
              <a:lvl3pPr marL="1143000" indent="-228600" algn="l" rtl="0" eaLnBrk="0" fontAlgn="base" hangingPunct="0">
                <a:spcBef>
                  <a:spcPct val="20000"/>
                </a:spcBef>
                <a:spcAft>
                  <a:spcPct val="0"/>
                </a:spcAft>
                <a:buChar char="•"/>
                <a:defRPr sz="2400">
                  <a:solidFill>
                    <a:srgbClr val="666699"/>
                  </a:solidFill>
                  <a:latin typeface="+mn-lt"/>
                  <a:ea typeface="+mn-ea"/>
                </a:defRPr>
              </a:lvl3pPr>
              <a:lvl4pPr marL="1600200" indent="-228600" algn="l" rtl="0" eaLnBrk="0" fontAlgn="base" hangingPunct="0">
                <a:spcBef>
                  <a:spcPct val="20000"/>
                </a:spcBef>
                <a:spcAft>
                  <a:spcPct val="0"/>
                </a:spcAft>
                <a:buChar char="–"/>
                <a:defRPr sz="2000">
                  <a:solidFill>
                    <a:srgbClr val="666699"/>
                  </a:solidFill>
                  <a:latin typeface="+mn-lt"/>
                  <a:ea typeface="+mn-ea"/>
                </a:defRPr>
              </a:lvl4pPr>
              <a:lvl5pPr marL="2057400" indent="-228600" algn="l" rtl="0" eaLnBrk="0" fontAlgn="base" hangingPunct="0">
                <a:spcBef>
                  <a:spcPct val="20000"/>
                </a:spcBef>
                <a:spcAft>
                  <a:spcPct val="0"/>
                </a:spcAft>
                <a:buChar char="»"/>
                <a:defRPr sz="2000">
                  <a:solidFill>
                    <a:srgbClr val="666699"/>
                  </a:solidFill>
                  <a:latin typeface="+mn-lt"/>
                  <a:ea typeface="+mn-ea"/>
                </a:defRPr>
              </a:lvl5pPr>
            </a:lstStyle>
            <a:p>
              <a:pPr marL="0" lvl="0" indent="0" eaLnBrk="1" hangingPunct="1">
                <a:spcBef>
                  <a:spcPct val="50000"/>
                </a:spcBef>
                <a:buNone/>
              </a:pPr>
              <a:r>
                <a:rPr lang="zh-CN" altLang="en-US" sz="1800" dirty="0">
                  <a:solidFill>
                    <a:schemeClr val="tx1"/>
                  </a:solidFill>
                  <a:latin typeface="Tahoma" panose="020B0604030504040204" pitchFamily="34" charset="0"/>
                </a:rPr>
                <a:t>Ai              Bi</a:t>
              </a:r>
              <a:endParaRPr lang="zh-CN" altLang="en-US" sz="1800" dirty="0">
                <a:solidFill>
                  <a:schemeClr val="tx1"/>
                </a:solidFill>
                <a:latin typeface="Tahoma" panose="020B0604030504040204" pitchFamily="34" charset="0"/>
              </a:endParaRPr>
            </a:p>
          </p:txBody>
        </p:sp>
        <p:sp>
          <p:nvSpPr>
            <p:cNvPr id="70756" name="Text Box 27"/>
            <p:cNvSpPr txBox="1"/>
            <p:nvPr/>
          </p:nvSpPr>
          <p:spPr>
            <a:xfrm>
              <a:off x="0" y="1056"/>
              <a:ext cx="288" cy="231"/>
            </a:xfrm>
            <a:prstGeom prst="rect">
              <a:avLst/>
            </a:prstGeom>
            <a:noFill/>
            <a:ln w="9525">
              <a:noFill/>
            </a:ln>
          </p:spPr>
          <p:txBody>
            <a:bodyPr>
              <a:spAutoFit/>
            </a:bodyPr>
            <a:lstStyle>
              <a:lvl1pPr marL="342900" indent="-342900" algn="l" rtl="0" eaLnBrk="0" fontAlgn="base" hangingPunct="0">
                <a:spcBef>
                  <a:spcPct val="20000"/>
                </a:spcBef>
                <a:spcAft>
                  <a:spcPct val="0"/>
                </a:spcAft>
                <a:buChar char="•"/>
                <a:defRPr sz="3200">
                  <a:solidFill>
                    <a:srgbClr val="666699"/>
                  </a:solidFill>
                  <a:latin typeface="+mn-lt"/>
                  <a:ea typeface="+mn-ea"/>
                  <a:cs typeface="+mn-cs"/>
                </a:defRPr>
              </a:lvl1pPr>
              <a:lvl2pPr marL="742950" indent="-285750" algn="l" rtl="0" eaLnBrk="0" fontAlgn="base" hangingPunct="0">
                <a:spcBef>
                  <a:spcPct val="20000"/>
                </a:spcBef>
                <a:spcAft>
                  <a:spcPct val="0"/>
                </a:spcAft>
                <a:buChar char="–"/>
                <a:defRPr sz="2800">
                  <a:solidFill>
                    <a:srgbClr val="666699"/>
                  </a:solidFill>
                  <a:latin typeface="+mn-lt"/>
                  <a:ea typeface="+mn-ea"/>
                </a:defRPr>
              </a:lvl2pPr>
              <a:lvl3pPr marL="1143000" indent="-228600" algn="l" rtl="0" eaLnBrk="0" fontAlgn="base" hangingPunct="0">
                <a:spcBef>
                  <a:spcPct val="20000"/>
                </a:spcBef>
                <a:spcAft>
                  <a:spcPct val="0"/>
                </a:spcAft>
                <a:buChar char="•"/>
                <a:defRPr sz="2400">
                  <a:solidFill>
                    <a:srgbClr val="666699"/>
                  </a:solidFill>
                  <a:latin typeface="+mn-lt"/>
                  <a:ea typeface="+mn-ea"/>
                </a:defRPr>
              </a:lvl3pPr>
              <a:lvl4pPr marL="1600200" indent="-228600" algn="l" rtl="0" eaLnBrk="0" fontAlgn="base" hangingPunct="0">
                <a:spcBef>
                  <a:spcPct val="20000"/>
                </a:spcBef>
                <a:spcAft>
                  <a:spcPct val="0"/>
                </a:spcAft>
                <a:buChar char="–"/>
                <a:defRPr sz="2000">
                  <a:solidFill>
                    <a:srgbClr val="666699"/>
                  </a:solidFill>
                  <a:latin typeface="+mn-lt"/>
                  <a:ea typeface="+mn-ea"/>
                </a:defRPr>
              </a:lvl4pPr>
              <a:lvl5pPr marL="2057400" indent="-228600" algn="l" rtl="0" eaLnBrk="0" fontAlgn="base" hangingPunct="0">
                <a:spcBef>
                  <a:spcPct val="20000"/>
                </a:spcBef>
                <a:spcAft>
                  <a:spcPct val="0"/>
                </a:spcAft>
                <a:buChar char="»"/>
                <a:defRPr sz="2000">
                  <a:solidFill>
                    <a:srgbClr val="666699"/>
                  </a:solidFill>
                  <a:latin typeface="+mn-lt"/>
                  <a:ea typeface="+mn-ea"/>
                </a:defRPr>
              </a:lvl5pPr>
            </a:lstStyle>
            <a:p>
              <a:pPr marL="0" lvl="0" indent="0" eaLnBrk="1" hangingPunct="1">
                <a:spcBef>
                  <a:spcPct val="50000"/>
                </a:spcBef>
                <a:buNone/>
              </a:pPr>
              <a:r>
                <a:rPr lang="zh-CN" altLang="en-US" sz="1800" dirty="0">
                  <a:solidFill>
                    <a:schemeClr val="tx1"/>
                  </a:solidFill>
                  <a:latin typeface="Tahoma" panose="020B0604030504040204" pitchFamily="34" charset="0"/>
                </a:rPr>
                <a:t>S</a:t>
              </a:r>
              <a:r>
                <a:rPr lang="zh-CN" altLang="en-US" sz="1800" baseline="-25000" dirty="0">
                  <a:solidFill>
                    <a:schemeClr val="tx1"/>
                  </a:solidFill>
                  <a:latin typeface="Tahoma" panose="020B0604030504040204" pitchFamily="34" charset="0"/>
                </a:rPr>
                <a:t>0</a:t>
              </a:r>
              <a:endParaRPr lang="zh-CN" altLang="en-US" sz="1800" baseline="-25000" dirty="0">
                <a:solidFill>
                  <a:schemeClr val="tx1"/>
                </a:solidFill>
                <a:latin typeface="Tahoma" panose="020B0604030504040204" pitchFamily="34" charset="0"/>
              </a:endParaRPr>
            </a:p>
          </p:txBody>
        </p:sp>
        <p:sp>
          <p:nvSpPr>
            <p:cNvPr id="70757" name="Text Box 28"/>
            <p:cNvSpPr txBox="1"/>
            <p:nvPr/>
          </p:nvSpPr>
          <p:spPr>
            <a:xfrm>
              <a:off x="0" y="1296"/>
              <a:ext cx="288" cy="231"/>
            </a:xfrm>
            <a:prstGeom prst="rect">
              <a:avLst/>
            </a:prstGeom>
            <a:noFill/>
            <a:ln w="9525">
              <a:noFill/>
            </a:ln>
          </p:spPr>
          <p:txBody>
            <a:bodyPr>
              <a:spAutoFit/>
            </a:bodyPr>
            <a:lstStyle>
              <a:lvl1pPr marL="342900" indent="-342900" algn="l" rtl="0" eaLnBrk="0" fontAlgn="base" hangingPunct="0">
                <a:spcBef>
                  <a:spcPct val="20000"/>
                </a:spcBef>
                <a:spcAft>
                  <a:spcPct val="0"/>
                </a:spcAft>
                <a:buChar char="•"/>
                <a:defRPr sz="3200">
                  <a:solidFill>
                    <a:srgbClr val="666699"/>
                  </a:solidFill>
                  <a:latin typeface="+mn-lt"/>
                  <a:ea typeface="+mn-ea"/>
                  <a:cs typeface="+mn-cs"/>
                </a:defRPr>
              </a:lvl1pPr>
              <a:lvl2pPr marL="742950" indent="-285750" algn="l" rtl="0" eaLnBrk="0" fontAlgn="base" hangingPunct="0">
                <a:spcBef>
                  <a:spcPct val="20000"/>
                </a:spcBef>
                <a:spcAft>
                  <a:spcPct val="0"/>
                </a:spcAft>
                <a:buChar char="–"/>
                <a:defRPr sz="2800">
                  <a:solidFill>
                    <a:srgbClr val="666699"/>
                  </a:solidFill>
                  <a:latin typeface="+mn-lt"/>
                  <a:ea typeface="+mn-ea"/>
                </a:defRPr>
              </a:lvl2pPr>
              <a:lvl3pPr marL="1143000" indent="-228600" algn="l" rtl="0" eaLnBrk="0" fontAlgn="base" hangingPunct="0">
                <a:spcBef>
                  <a:spcPct val="20000"/>
                </a:spcBef>
                <a:spcAft>
                  <a:spcPct val="0"/>
                </a:spcAft>
                <a:buChar char="•"/>
                <a:defRPr sz="2400">
                  <a:solidFill>
                    <a:srgbClr val="666699"/>
                  </a:solidFill>
                  <a:latin typeface="+mn-lt"/>
                  <a:ea typeface="+mn-ea"/>
                </a:defRPr>
              </a:lvl3pPr>
              <a:lvl4pPr marL="1600200" indent="-228600" algn="l" rtl="0" eaLnBrk="0" fontAlgn="base" hangingPunct="0">
                <a:spcBef>
                  <a:spcPct val="20000"/>
                </a:spcBef>
                <a:spcAft>
                  <a:spcPct val="0"/>
                </a:spcAft>
                <a:buChar char="–"/>
                <a:defRPr sz="2000">
                  <a:solidFill>
                    <a:srgbClr val="666699"/>
                  </a:solidFill>
                  <a:latin typeface="+mn-lt"/>
                  <a:ea typeface="+mn-ea"/>
                </a:defRPr>
              </a:lvl4pPr>
              <a:lvl5pPr marL="2057400" indent="-228600" algn="l" rtl="0" eaLnBrk="0" fontAlgn="base" hangingPunct="0">
                <a:spcBef>
                  <a:spcPct val="20000"/>
                </a:spcBef>
                <a:spcAft>
                  <a:spcPct val="0"/>
                </a:spcAft>
                <a:buChar char="»"/>
                <a:defRPr sz="2000">
                  <a:solidFill>
                    <a:srgbClr val="666699"/>
                  </a:solidFill>
                  <a:latin typeface="+mn-lt"/>
                  <a:ea typeface="+mn-ea"/>
                </a:defRPr>
              </a:lvl5pPr>
            </a:lstStyle>
            <a:p>
              <a:pPr marL="0" lvl="0" indent="0" eaLnBrk="1" hangingPunct="1">
                <a:spcBef>
                  <a:spcPct val="50000"/>
                </a:spcBef>
                <a:buNone/>
              </a:pPr>
              <a:r>
                <a:rPr lang="zh-CN" altLang="en-US" sz="1800" dirty="0">
                  <a:solidFill>
                    <a:schemeClr val="tx1"/>
                  </a:solidFill>
                  <a:latin typeface="Tahoma" panose="020B0604030504040204" pitchFamily="34" charset="0"/>
                </a:rPr>
                <a:t>S</a:t>
              </a:r>
              <a:r>
                <a:rPr lang="zh-CN" altLang="en-US" sz="1800" baseline="-25000" dirty="0">
                  <a:solidFill>
                    <a:schemeClr val="tx1"/>
                  </a:solidFill>
                  <a:latin typeface="Tahoma" panose="020B0604030504040204" pitchFamily="34" charset="0"/>
                </a:rPr>
                <a:t>2</a:t>
              </a:r>
              <a:endParaRPr lang="zh-CN" altLang="en-US" sz="1800" baseline="-25000" dirty="0">
                <a:solidFill>
                  <a:schemeClr val="tx1"/>
                </a:solidFill>
                <a:latin typeface="Tahoma" panose="020B0604030504040204" pitchFamily="34" charset="0"/>
              </a:endParaRPr>
            </a:p>
          </p:txBody>
        </p:sp>
      </p:grpSp>
      <p:sp>
        <p:nvSpPr>
          <p:cNvPr id="70662" name="Text Box 29"/>
          <p:cNvSpPr txBox="1"/>
          <p:nvPr/>
        </p:nvSpPr>
        <p:spPr>
          <a:xfrm>
            <a:off x="0" y="4343400"/>
            <a:ext cx="457200" cy="366713"/>
          </a:xfrm>
          <a:prstGeom prst="rect">
            <a:avLst/>
          </a:prstGeom>
          <a:noFill/>
          <a:ln w="9525">
            <a:noFill/>
          </a:ln>
        </p:spPr>
        <p:txBody>
          <a:bodyPr>
            <a:spAutoFit/>
          </a:bodyPr>
          <a:lstStyle>
            <a:lvl1pPr marL="342900" indent="-342900" algn="l" rtl="0" eaLnBrk="0" fontAlgn="base" hangingPunct="0">
              <a:spcBef>
                <a:spcPct val="20000"/>
              </a:spcBef>
              <a:spcAft>
                <a:spcPct val="0"/>
              </a:spcAft>
              <a:buChar char="•"/>
              <a:defRPr sz="3200">
                <a:solidFill>
                  <a:srgbClr val="666699"/>
                </a:solidFill>
                <a:latin typeface="+mn-lt"/>
                <a:ea typeface="+mn-ea"/>
                <a:cs typeface="+mn-cs"/>
              </a:defRPr>
            </a:lvl1pPr>
            <a:lvl2pPr marL="742950" indent="-285750" algn="l" rtl="0" eaLnBrk="0" fontAlgn="base" hangingPunct="0">
              <a:spcBef>
                <a:spcPct val="20000"/>
              </a:spcBef>
              <a:spcAft>
                <a:spcPct val="0"/>
              </a:spcAft>
              <a:buChar char="–"/>
              <a:defRPr sz="2800">
                <a:solidFill>
                  <a:srgbClr val="666699"/>
                </a:solidFill>
                <a:latin typeface="+mn-lt"/>
                <a:ea typeface="+mn-ea"/>
              </a:defRPr>
            </a:lvl2pPr>
            <a:lvl3pPr marL="1143000" indent="-228600" algn="l" rtl="0" eaLnBrk="0" fontAlgn="base" hangingPunct="0">
              <a:spcBef>
                <a:spcPct val="20000"/>
              </a:spcBef>
              <a:spcAft>
                <a:spcPct val="0"/>
              </a:spcAft>
              <a:buChar char="•"/>
              <a:defRPr sz="2400">
                <a:solidFill>
                  <a:srgbClr val="666699"/>
                </a:solidFill>
                <a:latin typeface="+mn-lt"/>
                <a:ea typeface="+mn-ea"/>
              </a:defRPr>
            </a:lvl3pPr>
            <a:lvl4pPr marL="1600200" indent="-228600" algn="l" rtl="0" eaLnBrk="0" fontAlgn="base" hangingPunct="0">
              <a:spcBef>
                <a:spcPct val="20000"/>
              </a:spcBef>
              <a:spcAft>
                <a:spcPct val="0"/>
              </a:spcAft>
              <a:buChar char="–"/>
              <a:defRPr sz="2000">
                <a:solidFill>
                  <a:srgbClr val="666699"/>
                </a:solidFill>
                <a:latin typeface="+mn-lt"/>
                <a:ea typeface="+mn-ea"/>
              </a:defRPr>
            </a:lvl4pPr>
            <a:lvl5pPr marL="2057400" indent="-228600" algn="l" rtl="0" eaLnBrk="0" fontAlgn="base" hangingPunct="0">
              <a:spcBef>
                <a:spcPct val="20000"/>
              </a:spcBef>
              <a:spcAft>
                <a:spcPct val="0"/>
              </a:spcAft>
              <a:buChar char="»"/>
              <a:defRPr sz="2000">
                <a:solidFill>
                  <a:srgbClr val="666699"/>
                </a:solidFill>
                <a:latin typeface="+mn-lt"/>
                <a:ea typeface="+mn-ea"/>
              </a:defRPr>
            </a:lvl5pPr>
          </a:lstStyle>
          <a:p>
            <a:pPr marL="0" lvl="0" indent="0" eaLnBrk="1" hangingPunct="1">
              <a:spcBef>
                <a:spcPct val="50000"/>
              </a:spcBef>
              <a:buNone/>
            </a:pPr>
            <a:r>
              <a:rPr lang="zh-CN" altLang="en-US" sz="1800" dirty="0">
                <a:solidFill>
                  <a:schemeClr val="tx1"/>
                </a:solidFill>
                <a:latin typeface="Tahoma" panose="020B0604030504040204" pitchFamily="34" charset="0"/>
              </a:rPr>
              <a:t>S</a:t>
            </a:r>
            <a:r>
              <a:rPr lang="zh-CN" altLang="en-US" sz="1800" baseline="-25000" dirty="0">
                <a:solidFill>
                  <a:schemeClr val="tx1"/>
                </a:solidFill>
                <a:latin typeface="Tahoma" panose="020B0604030504040204" pitchFamily="34" charset="0"/>
              </a:rPr>
              <a:t>3</a:t>
            </a:r>
            <a:endParaRPr lang="zh-CN" altLang="en-US" sz="1800" baseline="-25000" dirty="0">
              <a:solidFill>
                <a:schemeClr val="tx1"/>
              </a:solidFill>
              <a:latin typeface="Tahoma" panose="020B0604030504040204" pitchFamily="34" charset="0"/>
            </a:endParaRPr>
          </a:p>
        </p:txBody>
      </p:sp>
      <p:grpSp>
        <p:nvGrpSpPr>
          <p:cNvPr id="70663" name="Group 30"/>
          <p:cNvGrpSpPr/>
          <p:nvPr/>
        </p:nvGrpSpPr>
        <p:grpSpPr>
          <a:xfrm>
            <a:off x="4343400" y="2514600"/>
            <a:ext cx="4648200" cy="1905000"/>
            <a:chOff x="0" y="0"/>
            <a:chExt cx="4021" cy="2116"/>
          </a:xfrm>
        </p:grpSpPr>
        <p:grpSp>
          <p:nvGrpSpPr>
            <p:cNvPr id="70673" name="Group 31"/>
            <p:cNvGrpSpPr/>
            <p:nvPr/>
          </p:nvGrpSpPr>
          <p:grpSpPr>
            <a:xfrm>
              <a:off x="3" y="3"/>
              <a:ext cx="4015" cy="2110"/>
              <a:chOff x="0" y="0"/>
              <a:chExt cx="4015" cy="2110"/>
            </a:xfrm>
          </p:grpSpPr>
          <p:grpSp>
            <p:nvGrpSpPr>
              <p:cNvPr id="70675" name="Group 32"/>
              <p:cNvGrpSpPr/>
              <p:nvPr/>
            </p:nvGrpSpPr>
            <p:grpSpPr>
              <a:xfrm>
                <a:off x="0" y="0"/>
                <a:ext cx="846" cy="422"/>
                <a:chOff x="0" y="0"/>
                <a:chExt cx="846" cy="422"/>
              </a:xfrm>
            </p:grpSpPr>
            <p:sp>
              <p:nvSpPr>
                <p:cNvPr id="70733" name="Rectangle 33"/>
                <p:cNvSpPr/>
                <p:nvPr/>
              </p:nvSpPr>
              <p:spPr>
                <a:xfrm>
                  <a:off x="43" y="0"/>
                  <a:ext cx="760" cy="422"/>
                </a:xfrm>
                <a:prstGeom prst="rect">
                  <a:avLst/>
                </a:prstGeom>
                <a:noFill/>
                <a:ln w="9525">
                  <a:noFill/>
                </a:ln>
              </p:spPr>
              <p:txBody>
                <a:bodyPr/>
                <a:lstStyle>
                  <a:lvl1pPr marL="342900" indent="-342900" algn="l" rtl="0" eaLnBrk="0" fontAlgn="base" hangingPunct="0">
                    <a:spcBef>
                      <a:spcPct val="20000"/>
                    </a:spcBef>
                    <a:spcAft>
                      <a:spcPct val="0"/>
                    </a:spcAft>
                    <a:buChar char="•"/>
                    <a:defRPr sz="3200">
                      <a:solidFill>
                        <a:srgbClr val="666699"/>
                      </a:solidFill>
                      <a:latin typeface="+mn-lt"/>
                      <a:ea typeface="+mn-ea"/>
                      <a:cs typeface="+mn-cs"/>
                    </a:defRPr>
                  </a:lvl1pPr>
                  <a:lvl2pPr marL="742950" indent="-285750" algn="l" rtl="0" eaLnBrk="0" fontAlgn="base" hangingPunct="0">
                    <a:spcBef>
                      <a:spcPct val="20000"/>
                    </a:spcBef>
                    <a:spcAft>
                      <a:spcPct val="0"/>
                    </a:spcAft>
                    <a:buChar char="–"/>
                    <a:defRPr sz="2800">
                      <a:solidFill>
                        <a:srgbClr val="666699"/>
                      </a:solidFill>
                      <a:latin typeface="+mn-lt"/>
                      <a:ea typeface="+mn-ea"/>
                    </a:defRPr>
                  </a:lvl2pPr>
                  <a:lvl3pPr marL="1143000" indent="-228600" algn="l" rtl="0" eaLnBrk="0" fontAlgn="base" hangingPunct="0">
                    <a:spcBef>
                      <a:spcPct val="20000"/>
                    </a:spcBef>
                    <a:spcAft>
                      <a:spcPct val="0"/>
                    </a:spcAft>
                    <a:buChar char="•"/>
                    <a:defRPr sz="2400">
                      <a:solidFill>
                        <a:srgbClr val="666699"/>
                      </a:solidFill>
                      <a:latin typeface="+mn-lt"/>
                      <a:ea typeface="+mn-ea"/>
                    </a:defRPr>
                  </a:lvl3pPr>
                  <a:lvl4pPr marL="1600200" indent="-228600" algn="l" rtl="0" eaLnBrk="0" fontAlgn="base" hangingPunct="0">
                    <a:spcBef>
                      <a:spcPct val="20000"/>
                    </a:spcBef>
                    <a:spcAft>
                      <a:spcPct val="0"/>
                    </a:spcAft>
                    <a:buChar char="–"/>
                    <a:defRPr sz="2000">
                      <a:solidFill>
                        <a:srgbClr val="666699"/>
                      </a:solidFill>
                      <a:latin typeface="+mn-lt"/>
                      <a:ea typeface="+mn-ea"/>
                    </a:defRPr>
                  </a:lvl4pPr>
                  <a:lvl5pPr marL="2057400" indent="-228600" algn="l" rtl="0" eaLnBrk="0" fontAlgn="base" hangingPunct="0">
                    <a:spcBef>
                      <a:spcPct val="20000"/>
                    </a:spcBef>
                    <a:spcAft>
                      <a:spcPct val="0"/>
                    </a:spcAft>
                    <a:buChar char="»"/>
                    <a:defRPr sz="2000">
                      <a:solidFill>
                        <a:srgbClr val="666699"/>
                      </a:solidFill>
                      <a:latin typeface="+mn-lt"/>
                      <a:ea typeface="+mn-ea"/>
                    </a:defRPr>
                  </a:lvl5pPr>
                </a:lstStyle>
                <a:p>
                  <a:pPr marL="0" lvl="0" indent="0" eaLnBrk="1" hangingPunct="1">
                    <a:spcBef>
                      <a:spcPct val="0"/>
                    </a:spcBef>
                    <a:buNone/>
                  </a:pPr>
                  <a:r>
                    <a:rPr lang="zh-CN" altLang="en-US" sz="1800" dirty="0">
                      <a:solidFill>
                        <a:schemeClr val="tx1"/>
                      </a:solidFill>
                      <a:ea typeface="楷体_GB2312" pitchFamily="1" charset="-122"/>
                    </a:rPr>
                    <a:t>S0  S1  </a:t>
                  </a:r>
                  <a:endParaRPr lang="zh-CN" altLang="en-US" dirty="0">
                    <a:solidFill>
                      <a:schemeClr val="tx1"/>
                    </a:solidFill>
                  </a:endParaRPr>
                </a:p>
              </p:txBody>
            </p:sp>
            <p:sp>
              <p:nvSpPr>
                <p:cNvPr id="70734" name="Rectangle 34"/>
                <p:cNvSpPr/>
                <p:nvPr/>
              </p:nvSpPr>
              <p:spPr>
                <a:xfrm>
                  <a:off x="0" y="0"/>
                  <a:ext cx="846" cy="422"/>
                </a:xfrm>
                <a:prstGeom prst="rect">
                  <a:avLst/>
                </a:prstGeom>
                <a:noFill/>
                <a:ln w="7" cap="flat" cmpd="sng">
                  <a:solidFill>
                    <a:srgbClr val="A0A0A0"/>
                  </a:solidFill>
                  <a:prstDash val="solid"/>
                  <a:miter/>
                  <a:headEnd type="none" w="med" len="med"/>
                  <a:tailEnd type="none" w="med" len="med"/>
                </a:ln>
              </p:spPr>
              <p:txBody>
                <a:bodyPr wrap="none"/>
                <a:lstStyle>
                  <a:lvl1pPr marL="342900" indent="-342900" algn="l" rtl="0" eaLnBrk="0" fontAlgn="base" hangingPunct="0">
                    <a:spcBef>
                      <a:spcPct val="20000"/>
                    </a:spcBef>
                    <a:spcAft>
                      <a:spcPct val="0"/>
                    </a:spcAft>
                    <a:buChar char="•"/>
                    <a:defRPr sz="3200">
                      <a:solidFill>
                        <a:srgbClr val="666699"/>
                      </a:solidFill>
                      <a:latin typeface="+mn-lt"/>
                      <a:ea typeface="+mn-ea"/>
                      <a:cs typeface="+mn-cs"/>
                    </a:defRPr>
                  </a:lvl1pPr>
                  <a:lvl2pPr marL="742950" indent="-285750" algn="l" rtl="0" eaLnBrk="0" fontAlgn="base" hangingPunct="0">
                    <a:spcBef>
                      <a:spcPct val="20000"/>
                    </a:spcBef>
                    <a:spcAft>
                      <a:spcPct val="0"/>
                    </a:spcAft>
                    <a:buChar char="–"/>
                    <a:defRPr sz="2800">
                      <a:solidFill>
                        <a:srgbClr val="666699"/>
                      </a:solidFill>
                      <a:latin typeface="+mn-lt"/>
                      <a:ea typeface="+mn-ea"/>
                    </a:defRPr>
                  </a:lvl2pPr>
                  <a:lvl3pPr marL="1143000" indent="-228600" algn="l" rtl="0" eaLnBrk="0" fontAlgn="base" hangingPunct="0">
                    <a:spcBef>
                      <a:spcPct val="20000"/>
                    </a:spcBef>
                    <a:spcAft>
                      <a:spcPct val="0"/>
                    </a:spcAft>
                    <a:buChar char="•"/>
                    <a:defRPr sz="2400">
                      <a:solidFill>
                        <a:srgbClr val="666699"/>
                      </a:solidFill>
                      <a:latin typeface="+mn-lt"/>
                      <a:ea typeface="+mn-ea"/>
                    </a:defRPr>
                  </a:lvl3pPr>
                  <a:lvl4pPr marL="1600200" indent="-228600" algn="l" rtl="0" eaLnBrk="0" fontAlgn="base" hangingPunct="0">
                    <a:spcBef>
                      <a:spcPct val="20000"/>
                    </a:spcBef>
                    <a:spcAft>
                      <a:spcPct val="0"/>
                    </a:spcAft>
                    <a:buChar char="–"/>
                    <a:defRPr sz="2000">
                      <a:solidFill>
                        <a:srgbClr val="666699"/>
                      </a:solidFill>
                      <a:latin typeface="+mn-lt"/>
                      <a:ea typeface="+mn-ea"/>
                    </a:defRPr>
                  </a:lvl4pPr>
                  <a:lvl5pPr marL="2057400" indent="-228600" algn="l" rtl="0" eaLnBrk="0" fontAlgn="base" hangingPunct="0">
                    <a:spcBef>
                      <a:spcPct val="20000"/>
                    </a:spcBef>
                    <a:spcAft>
                      <a:spcPct val="0"/>
                    </a:spcAft>
                    <a:buChar char="»"/>
                    <a:defRPr sz="2000">
                      <a:solidFill>
                        <a:srgbClr val="666699"/>
                      </a:solidFill>
                      <a:latin typeface="+mn-lt"/>
                      <a:ea typeface="+mn-ea"/>
                    </a:defRPr>
                  </a:lvl5pPr>
                </a:lstStyle>
                <a:p>
                  <a:pPr marL="0" lvl="0" indent="0" eaLnBrk="1" hangingPunct="1">
                    <a:spcBef>
                      <a:spcPct val="0"/>
                    </a:spcBef>
                    <a:buNone/>
                  </a:pPr>
                  <a:endParaRPr lang="zh-CN" altLang="en-US" sz="2400" dirty="0">
                    <a:solidFill>
                      <a:schemeClr val="tx1"/>
                    </a:solidFill>
                  </a:endParaRPr>
                </a:p>
              </p:txBody>
            </p:sp>
          </p:grpSp>
          <p:grpSp>
            <p:nvGrpSpPr>
              <p:cNvPr id="70676" name="Group 35"/>
              <p:cNvGrpSpPr/>
              <p:nvPr/>
            </p:nvGrpSpPr>
            <p:grpSpPr>
              <a:xfrm>
                <a:off x="846" y="0"/>
                <a:ext cx="937" cy="422"/>
                <a:chOff x="0" y="0"/>
                <a:chExt cx="937" cy="422"/>
              </a:xfrm>
            </p:grpSpPr>
            <p:sp>
              <p:nvSpPr>
                <p:cNvPr id="70731" name="Rectangle 36"/>
                <p:cNvSpPr/>
                <p:nvPr/>
              </p:nvSpPr>
              <p:spPr>
                <a:xfrm>
                  <a:off x="43" y="0"/>
                  <a:ext cx="851" cy="422"/>
                </a:xfrm>
                <a:prstGeom prst="rect">
                  <a:avLst/>
                </a:prstGeom>
                <a:noFill/>
                <a:ln w="9525">
                  <a:noFill/>
                </a:ln>
              </p:spPr>
              <p:txBody>
                <a:bodyPr/>
                <a:lstStyle>
                  <a:lvl1pPr marL="342900" indent="-342900" algn="l" rtl="0" eaLnBrk="0" fontAlgn="base" hangingPunct="0">
                    <a:spcBef>
                      <a:spcPct val="20000"/>
                    </a:spcBef>
                    <a:spcAft>
                      <a:spcPct val="0"/>
                    </a:spcAft>
                    <a:buChar char="•"/>
                    <a:defRPr sz="3200">
                      <a:solidFill>
                        <a:srgbClr val="666699"/>
                      </a:solidFill>
                      <a:latin typeface="+mn-lt"/>
                      <a:ea typeface="+mn-ea"/>
                      <a:cs typeface="+mn-cs"/>
                    </a:defRPr>
                  </a:lvl1pPr>
                  <a:lvl2pPr marL="742950" indent="-285750" algn="l" rtl="0" eaLnBrk="0" fontAlgn="base" hangingPunct="0">
                    <a:spcBef>
                      <a:spcPct val="20000"/>
                    </a:spcBef>
                    <a:spcAft>
                      <a:spcPct val="0"/>
                    </a:spcAft>
                    <a:buChar char="–"/>
                    <a:defRPr sz="2800">
                      <a:solidFill>
                        <a:srgbClr val="666699"/>
                      </a:solidFill>
                      <a:latin typeface="+mn-lt"/>
                      <a:ea typeface="+mn-ea"/>
                    </a:defRPr>
                  </a:lvl2pPr>
                  <a:lvl3pPr marL="1143000" indent="-228600" algn="l" rtl="0" eaLnBrk="0" fontAlgn="base" hangingPunct="0">
                    <a:spcBef>
                      <a:spcPct val="20000"/>
                    </a:spcBef>
                    <a:spcAft>
                      <a:spcPct val="0"/>
                    </a:spcAft>
                    <a:buChar char="•"/>
                    <a:defRPr sz="2400">
                      <a:solidFill>
                        <a:srgbClr val="666699"/>
                      </a:solidFill>
                      <a:latin typeface="+mn-lt"/>
                      <a:ea typeface="+mn-ea"/>
                    </a:defRPr>
                  </a:lvl3pPr>
                  <a:lvl4pPr marL="1600200" indent="-228600" algn="l" rtl="0" eaLnBrk="0" fontAlgn="base" hangingPunct="0">
                    <a:spcBef>
                      <a:spcPct val="20000"/>
                    </a:spcBef>
                    <a:spcAft>
                      <a:spcPct val="0"/>
                    </a:spcAft>
                    <a:buChar char="–"/>
                    <a:defRPr sz="2000">
                      <a:solidFill>
                        <a:srgbClr val="666699"/>
                      </a:solidFill>
                      <a:latin typeface="+mn-lt"/>
                      <a:ea typeface="+mn-ea"/>
                    </a:defRPr>
                  </a:lvl4pPr>
                  <a:lvl5pPr marL="2057400" indent="-228600" algn="l" rtl="0" eaLnBrk="0" fontAlgn="base" hangingPunct="0">
                    <a:spcBef>
                      <a:spcPct val="20000"/>
                    </a:spcBef>
                    <a:spcAft>
                      <a:spcPct val="0"/>
                    </a:spcAft>
                    <a:buChar char="»"/>
                    <a:defRPr sz="2000">
                      <a:solidFill>
                        <a:srgbClr val="666699"/>
                      </a:solidFill>
                      <a:latin typeface="+mn-lt"/>
                      <a:ea typeface="+mn-ea"/>
                    </a:defRPr>
                  </a:lvl5pPr>
                </a:lstStyle>
                <a:p>
                  <a:pPr marL="0" lvl="0" indent="0" eaLnBrk="1" hangingPunct="1">
                    <a:spcBef>
                      <a:spcPct val="0"/>
                    </a:spcBef>
                    <a:buNone/>
                  </a:pPr>
                  <a:r>
                    <a:rPr lang="zh-CN" altLang="en-US" sz="1600" dirty="0">
                      <a:solidFill>
                        <a:schemeClr val="tx1"/>
                      </a:solidFill>
                      <a:ea typeface="楷体_GB2312" pitchFamily="1" charset="-122"/>
                    </a:rPr>
                    <a:t>        </a:t>
                  </a:r>
                  <a:r>
                    <a:rPr lang="zh-CN" altLang="en-US" sz="1800" dirty="0">
                      <a:solidFill>
                        <a:schemeClr val="tx1"/>
                      </a:solidFill>
                      <a:ea typeface="楷体_GB2312" pitchFamily="1" charset="-122"/>
                    </a:rPr>
                    <a:t>Yi</a:t>
                  </a:r>
                  <a:endParaRPr lang="zh-CN" altLang="en-US" sz="1800" dirty="0">
                    <a:solidFill>
                      <a:schemeClr val="tx1"/>
                    </a:solidFill>
                    <a:ea typeface="楷体_GB2312" pitchFamily="1" charset="-122"/>
                  </a:endParaRPr>
                </a:p>
              </p:txBody>
            </p:sp>
            <p:sp>
              <p:nvSpPr>
                <p:cNvPr id="70732" name="Rectangle 37"/>
                <p:cNvSpPr/>
                <p:nvPr/>
              </p:nvSpPr>
              <p:spPr>
                <a:xfrm>
                  <a:off x="0" y="0"/>
                  <a:ext cx="937" cy="422"/>
                </a:xfrm>
                <a:prstGeom prst="rect">
                  <a:avLst/>
                </a:prstGeom>
                <a:noFill/>
                <a:ln w="7" cap="flat" cmpd="sng">
                  <a:solidFill>
                    <a:srgbClr val="A0A0A0"/>
                  </a:solidFill>
                  <a:prstDash val="solid"/>
                  <a:miter/>
                  <a:headEnd type="none" w="med" len="med"/>
                  <a:tailEnd type="none" w="med" len="med"/>
                </a:ln>
              </p:spPr>
              <p:txBody>
                <a:bodyPr wrap="none"/>
                <a:lstStyle>
                  <a:lvl1pPr marL="342900" indent="-342900" algn="l" rtl="0" eaLnBrk="0" fontAlgn="base" hangingPunct="0">
                    <a:spcBef>
                      <a:spcPct val="20000"/>
                    </a:spcBef>
                    <a:spcAft>
                      <a:spcPct val="0"/>
                    </a:spcAft>
                    <a:buChar char="•"/>
                    <a:defRPr sz="3200">
                      <a:solidFill>
                        <a:srgbClr val="666699"/>
                      </a:solidFill>
                      <a:latin typeface="+mn-lt"/>
                      <a:ea typeface="+mn-ea"/>
                      <a:cs typeface="+mn-cs"/>
                    </a:defRPr>
                  </a:lvl1pPr>
                  <a:lvl2pPr marL="742950" indent="-285750" algn="l" rtl="0" eaLnBrk="0" fontAlgn="base" hangingPunct="0">
                    <a:spcBef>
                      <a:spcPct val="20000"/>
                    </a:spcBef>
                    <a:spcAft>
                      <a:spcPct val="0"/>
                    </a:spcAft>
                    <a:buChar char="–"/>
                    <a:defRPr sz="2800">
                      <a:solidFill>
                        <a:srgbClr val="666699"/>
                      </a:solidFill>
                      <a:latin typeface="+mn-lt"/>
                      <a:ea typeface="+mn-ea"/>
                    </a:defRPr>
                  </a:lvl2pPr>
                  <a:lvl3pPr marL="1143000" indent="-228600" algn="l" rtl="0" eaLnBrk="0" fontAlgn="base" hangingPunct="0">
                    <a:spcBef>
                      <a:spcPct val="20000"/>
                    </a:spcBef>
                    <a:spcAft>
                      <a:spcPct val="0"/>
                    </a:spcAft>
                    <a:buChar char="•"/>
                    <a:defRPr sz="2400">
                      <a:solidFill>
                        <a:srgbClr val="666699"/>
                      </a:solidFill>
                      <a:latin typeface="+mn-lt"/>
                      <a:ea typeface="+mn-ea"/>
                    </a:defRPr>
                  </a:lvl3pPr>
                  <a:lvl4pPr marL="1600200" indent="-228600" algn="l" rtl="0" eaLnBrk="0" fontAlgn="base" hangingPunct="0">
                    <a:spcBef>
                      <a:spcPct val="20000"/>
                    </a:spcBef>
                    <a:spcAft>
                      <a:spcPct val="0"/>
                    </a:spcAft>
                    <a:buChar char="–"/>
                    <a:defRPr sz="2000">
                      <a:solidFill>
                        <a:srgbClr val="666699"/>
                      </a:solidFill>
                      <a:latin typeface="+mn-lt"/>
                      <a:ea typeface="+mn-ea"/>
                    </a:defRPr>
                  </a:lvl4pPr>
                  <a:lvl5pPr marL="2057400" indent="-228600" algn="l" rtl="0" eaLnBrk="0" fontAlgn="base" hangingPunct="0">
                    <a:spcBef>
                      <a:spcPct val="20000"/>
                    </a:spcBef>
                    <a:spcAft>
                      <a:spcPct val="0"/>
                    </a:spcAft>
                    <a:buChar char="»"/>
                    <a:defRPr sz="2000">
                      <a:solidFill>
                        <a:srgbClr val="666699"/>
                      </a:solidFill>
                      <a:latin typeface="+mn-lt"/>
                      <a:ea typeface="+mn-ea"/>
                    </a:defRPr>
                  </a:lvl5pPr>
                </a:lstStyle>
                <a:p>
                  <a:pPr marL="0" lvl="0" indent="0" eaLnBrk="1" hangingPunct="1">
                    <a:spcBef>
                      <a:spcPct val="0"/>
                    </a:spcBef>
                    <a:buNone/>
                  </a:pPr>
                  <a:endParaRPr lang="zh-CN" altLang="en-US" sz="2400" dirty="0">
                    <a:solidFill>
                      <a:schemeClr val="tx1"/>
                    </a:solidFill>
                  </a:endParaRPr>
                </a:p>
              </p:txBody>
            </p:sp>
          </p:grpSp>
          <p:grpSp>
            <p:nvGrpSpPr>
              <p:cNvPr id="70677" name="Group 38"/>
              <p:cNvGrpSpPr/>
              <p:nvPr/>
            </p:nvGrpSpPr>
            <p:grpSpPr>
              <a:xfrm>
                <a:off x="1783" y="0"/>
                <a:ext cx="1116" cy="422"/>
                <a:chOff x="0" y="0"/>
                <a:chExt cx="1116" cy="422"/>
              </a:xfrm>
            </p:grpSpPr>
            <p:sp>
              <p:nvSpPr>
                <p:cNvPr id="70729" name="Rectangle 39"/>
                <p:cNvSpPr/>
                <p:nvPr/>
              </p:nvSpPr>
              <p:spPr>
                <a:xfrm>
                  <a:off x="43" y="0"/>
                  <a:ext cx="1030" cy="422"/>
                </a:xfrm>
                <a:prstGeom prst="rect">
                  <a:avLst/>
                </a:prstGeom>
                <a:noFill/>
                <a:ln w="9525">
                  <a:noFill/>
                </a:ln>
              </p:spPr>
              <p:txBody>
                <a:bodyPr/>
                <a:lstStyle>
                  <a:lvl1pPr marL="342900" indent="-342900" algn="l" rtl="0" eaLnBrk="0" fontAlgn="base" hangingPunct="0">
                    <a:spcBef>
                      <a:spcPct val="20000"/>
                    </a:spcBef>
                    <a:spcAft>
                      <a:spcPct val="0"/>
                    </a:spcAft>
                    <a:buChar char="•"/>
                    <a:defRPr sz="3200">
                      <a:solidFill>
                        <a:srgbClr val="666699"/>
                      </a:solidFill>
                      <a:latin typeface="+mn-lt"/>
                      <a:ea typeface="+mn-ea"/>
                      <a:cs typeface="+mn-cs"/>
                    </a:defRPr>
                  </a:lvl1pPr>
                  <a:lvl2pPr marL="742950" indent="-285750" algn="l" rtl="0" eaLnBrk="0" fontAlgn="base" hangingPunct="0">
                    <a:spcBef>
                      <a:spcPct val="20000"/>
                    </a:spcBef>
                    <a:spcAft>
                      <a:spcPct val="0"/>
                    </a:spcAft>
                    <a:buChar char="–"/>
                    <a:defRPr sz="2800">
                      <a:solidFill>
                        <a:srgbClr val="666699"/>
                      </a:solidFill>
                      <a:latin typeface="+mn-lt"/>
                      <a:ea typeface="+mn-ea"/>
                    </a:defRPr>
                  </a:lvl2pPr>
                  <a:lvl3pPr marL="1143000" indent="-228600" algn="l" rtl="0" eaLnBrk="0" fontAlgn="base" hangingPunct="0">
                    <a:spcBef>
                      <a:spcPct val="20000"/>
                    </a:spcBef>
                    <a:spcAft>
                      <a:spcPct val="0"/>
                    </a:spcAft>
                    <a:buChar char="•"/>
                    <a:defRPr sz="2400">
                      <a:solidFill>
                        <a:srgbClr val="666699"/>
                      </a:solidFill>
                      <a:latin typeface="+mn-lt"/>
                      <a:ea typeface="+mn-ea"/>
                    </a:defRPr>
                  </a:lvl3pPr>
                  <a:lvl4pPr marL="1600200" indent="-228600" algn="l" rtl="0" eaLnBrk="0" fontAlgn="base" hangingPunct="0">
                    <a:spcBef>
                      <a:spcPct val="20000"/>
                    </a:spcBef>
                    <a:spcAft>
                      <a:spcPct val="0"/>
                    </a:spcAft>
                    <a:buChar char="–"/>
                    <a:defRPr sz="2000">
                      <a:solidFill>
                        <a:srgbClr val="666699"/>
                      </a:solidFill>
                      <a:latin typeface="+mn-lt"/>
                      <a:ea typeface="+mn-ea"/>
                    </a:defRPr>
                  </a:lvl4pPr>
                  <a:lvl5pPr marL="2057400" indent="-228600" algn="l" rtl="0" eaLnBrk="0" fontAlgn="base" hangingPunct="0">
                    <a:spcBef>
                      <a:spcPct val="20000"/>
                    </a:spcBef>
                    <a:spcAft>
                      <a:spcPct val="0"/>
                    </a:spcAft>
                    <a:buChar char="»"/>
                    <a:defRPr sz="2000">
                      <a:solidFill>
                        <a:srgbClr val="666699"/>
                      </a:solidFill>
                      <a:latin typeface="+mn-lt"/>
                      <a:ea typeface="+mn-ea"/>
                    </a:defRPr>
                  </a:lvl5pPr>
                </a:lstStyle>
                <a:p>
                  <a:pPr marL="0" lvl="0" indent="0" eaLnBrk="1" hangingPunct="1">
                    <a:spcBef>
                      <a:spcPct val="0"/>
                    </a:spcBef>
                    <a:buNone/>
                  </a:pPr>
                  <a:r>
                    <a:rPr lang="zh-CN" altLang="en-US" sz="1800" dirty="0">
                      <a:solidFill>
                        <a:schemeClr val="tx1"/>
                      </a:solidFill>
                      <a:ea typeface="楷体_GB2312" pitchFamily="1" charset="-122"/>
                    </a:rPr>
                    <a:t>    S2     S3</a:t>
                  </a:r>
                  <a:endParaRPr lang="zh-CN" altLang="en-US" sz="1800" dirty="0">
                    <a:solidFill>
                      <a:schemeClr val="tx1"/>
                    </a:solidFill>
                    <a:ea typeface="楷体_GB2312" pitchFamily="1" charset="-122"/>
                  </a:endParaRPr>
                </a:p>
              </p:txBody>
            </p:sp>
            <p:sp>
              <p:nvSpPr>
                <p:cNvPr id="70730" name="Rectangle 40"/>
                <p:cNvSpPr/>
                <p:nvPr/>
              </p:nvSpPr>
              <p:spPr>
                <a:xfrm>
                  <a:off x="0" y="0"/>
                  <a:ext cx="1116" cy="422"/>
                </a:xfrm>
                <a:prstGeom prst="rect">
                  <a:avLst/>
                </a:prstGeom>
                <a:noFill/>
                <a:ln w="7" cap="flat" cmpd="sng">
                  <a:solidFill>
                    <a:srgbClr val="A0A0A0"/>
                  </a:solidFill>
                  <a:prstDash val="solid"/>
                  <a:miter/>
                  <a:headEnd type="none" w="med" len="med"/>
                  <a:tailEnd type="none" w="med" len="med"/>
                </a:ln>
              </p:spPr>
              <p:txBody>
                <a:bodyPr wrap="none"/>
                <a:lstStyle>
                  <a:lvl1pPr marL="342900" indent="-342900" algn="l" rtl="0" eaLnBrk="0" fontAlgn="base" hangingPunct="0">
                    <a:spcBef>
                      <a:spcPct val="20000"/>
                    </a:spcBef>
                    <a:spcAft>
                      <a:spcPct val="0"/>
                    </a:spcAft>
                    <a:buChar char="•"/>
                    <a:defRPr sz="3200">
                      <a:solidFill>
                        <a:srgbClr val="666699"/>
                      </a:solidFill>
                      <a:latin typeface="+mn-lt"/>
                      <a:ea typeface="+mn-ea"/>
                      <a:cs typeface="+mn-cs"/>
                    </a:defRPr>
                  </a:lvl1pPr>
                  <a:lvl2pPr marL="742950" indent="-285750" algn="l" rtl="0" eaLnBrk="0" fontAlgn="base" hangingPunct="0">
                    <a:spcBef>
                      <a:spcPct val="20000"/>
                    </a:spcBef>
                    <a:spcAft>
                      <a:spcPct val="0"/>
                    </a:spcAft>
                    <a:buChar char="–"/>
                    <a:defRPr sz="2800">
                      <a:solidFill>
                        <a:srgbClr val="666699"/>
                      </a:solidFill>
                      <a:latin typeface="+mn-lt"/>
                      <a:ea typeface="+mn-ea"/>
                    </a:defRPr>
                  </a:lvl2pPr>
                  <a:lvl3pPr marL="1143000" indent="-228600" algn="l" rtl="0" eaLnBrk="0" fontAlgn="base" hangingPunct="0">
                    <a:spcBef>
                      <a:spcPct val="20000"/>
                    </a:spcBef>
                    <a:spcAft>
                      <a:spcPct val="0"/>
                    </a:spcAft>
                    <a:buChar char="•"/>
                    <a:defRPr sz="2400">
                      <a:solidFill>
                        <a:srgbClr val="666699"/>
                      </a:solidFill>
                      <a:latin typeface="+mn-lt"/>
                      <a:ea typeface="+mn-ea"/>
                    </a:defRPr>
                  </a:lvl3pPr>
                  <a:lvl4pPr marL="1600200" indent="-228600" algn="l" rtl="0" eaLnBrk="0" fontAlgn="base" hangingPunct="0">
                    <a:spcBef>
                      <a:spcPct val="20000"/>
                    </a:spcBef>
                    <a:spcAft>
                      <a:spcPct val="0"/>
                    </a:spcAft>
                    <a:buChar char="–"/>
                    <a:defRPr sz="2000">
                      <a:solidFill>
                        <a:srgbClr val="666699"/>
                      </a:solidFill>
                      <a:latin typeface="+mn-lt"/>
                      <a:ea typeface="+mn-ea"/>
                    </a:defRPr>
                  </a:lvl4pPr>
                  <a:lvl5pPr marL="2057400" indent="-228600" algn="l" rtl="0" eaLnBrk="0" fontAlgn="base" hangingPunct="0">
                    <a:spcBef>
                      <a:spcPct val="20000"/>
                    </a:spcBef>
                    <a:spcAft>
                      <a:spcPct val="0"/>
                    </a:spcAft>
                    <a:buChar char="»"/>
                    <a:defRPr sz="2000">
                      <a:solidFill>
                        <a:srgbClr val="666699"/>
                      </a:solidFill>
                      <a:latin typeface="+mn-lt"/>
                      <a:ea typeface="+mn-ea"/>
                    </a:defRPr>
                  </a:lvl5pPr>
                </a:lstStyle>
                <a:p>
                  <a:pPr marL="0" lvl="0" indent="0" eaLnBrk="1" hangingPunct="1">
                    <a:spcBef>
                      <a:spcPct val="0"/>
                    </a:spcBef>
                    <a:buNone/>
                  </a:pPr>
                  <a:endParaRPr lang="zh-CN" altLang="en-US" sz="2400" dirty="0">
                    <a:solidFill>
                      <a:schemeClr val="tx1"/>
                    </a:solidFill>
                  </a:endParaRPr>
                </a:p>
              </p:txBody>
            </p:sp>
          </p:grpSp>
          <p:grpSp>
            <p:nvGrpSpPr>
              <p:cNvPr id="70678" name="Group 41"/>
              <p:cNvGrpSpPr/>
              <p:nvPr/>
            </p:nvGrpSpPr>
            <p:grpSpPr>
              <a:xfrm>
                <a:off x="2899" y="0"/>
                <a:ext cx="1116" cy="422"/>
                <a:chOff x="0" y="0"/>
                <a:chExt cx="1116" cy="422"/>
              </a:xfrm>
            </p:grpSpPr>
            <p:sp>
              <p:nvSpPr>
                <p:cNvPr id="70727" name="Rectangle 42"/>
                <p:cNvSpPr/>
                <p:nvPr/>
              </p:nvSpPr>
              <p:spPr>
                <a:xfrm>
                  <a:off x="43" y="0"/>
                  <a:ext cx="1030" cy="422"/>
                </a:xfrm>
                <a:prstGeom prst="rect">
                  <a:avLst/>
                </a:prstGeom>
                <a:noFill/>
                <a:ln w="9525">
                  <a:noFill/>
                </a:ln>
              </p:spPr>
              <p:txBody>
                <a:bodyPr/>
                <a:lstStyle>
                  <a:lvl1pPr marL="342900" indent="-342900" algn="l" rtl="0" eaLnBrk="0" fontAlgn="base" hangingPunct="0">
                    <a:spcBef>
                      <a:spcPct val="20000"/>
                    </a:spcBef>
                    <a:spcAft>
                      <a:spcPct val="0"/>
                    </a:spcAft>
                    <a:buChar char="•"/>
                    <a:defRPr sz="3200">
                      <a:solidFill>
                        <a:srgbClr val="666699"/>
                      </a:solidFill>
                      <a:latin typeface="+mn-lt"/>
                      <a:ea typeface="+mn-ea"/>
                      <a:cs typeface="+mn-cs"/>
                    </a:defRPr>
                  </a:lvl1pPr>
                  <a:lvl2pPr marL="742950" indent="-285750" algn="l" rtl="0" eaLnBrk="0" fontAlgn="base" hangingPunct="0">
                    <a:spcBef>
                      <a:spcPct val="20000"/>
                    </a:spcBef>
                    <a:spcAft>
                      <a:spcPct val="0"/>
                    </a:spcAft>
                    <a:buChar char="–"/>
                    <a:defRPr sz="2800">
                      <a:solidFill>
                        <a:srgbClr val="666699"/>
                      </a:solidFill>
                      <a:latin typeface="+mn-lt"/>
                      <a:ea typeface="+mn-ea"/>
                    </a:defRPr>
                  </a:lvl2pPr>
                  <a:lvl3pPr marL="1143000" indent="-228600" algn="l" rtl="0" eaLnBrk="0" fontAlgn="base" hangingPunct="0">
                    <a:spcBef>
                      <a:spcPct val="20000"/>
                    </a:spcBef>
                    <a:spcAft>
                      <a:spcPct val="0"/>
                    </a:spcAft>
                    <a:buChar char="•"/>
                    <a:defRPr sz="2400">
                      <a:solidFill>
                        <a:srgbClr val="666699"/>
                      </a:solidFill>
                      <a:latin typeface="+mn-lt"/>
                      <a:ea typeface="+mn-ea"/>
                    </a:defRPr>
                  </a:lvl3pPr>
                  <a:lvl4pPr marL="1600200" indent="-228600" algn="l" rtl="0" eaLnBrk="0" fontAlgn="base" hangingPunct="0">
                    <a:spcBef>
                      <a:spcPct val="20000"/>
                    </a:spcBef>
                    <a:spcAft>
                      <a:spcPct val="0"/>
                    </a:spcAft>
                    <a:buChar char="–"/>
                    <a:defRPr sz="2000">
                      <a:solidFill>
                        <a:srgbClr val="666699"/>
                      </a:solidFill>
                      <a:latin typeface="+mn-lt"/>
                      <a:ea typeface="+mn-ea"/>
                    </a:defRPr>
                  </a:lvl4pPr>
                  <a:lvl5pPr marL="2057400" indent="-228600" algn="l" rtl="0" eaLnBrk="0" fontAlgn="base" hangingPunct="0">
                    <a:spcBef>
                      <a:spcPct val="20000"/>
                    </a:spcBef>
                    <a:spcAft>
                      <a:spcPct val="0"/>
                    </a:spcAft>
                    <a:buChar char="»"/>
                    <a:defRPr sz="2000">
                      <a:solidFill>
                        <a:srgbClr val="666699"/>
                      </a:solidFill>
                      <a:latin typeface="+mn-lt"/>
                      <a:ea typeface="+mn-ea"/>
                    </a:defRPr>
                  </a:lvl5pPr>
                </a:lstStyle>
                <a:p>
                  <a:pPr marL="0" lvl="0" indent="0" eaLnBrk="1" hangingPunct="1">
                    <a:spcBef>
                      <a:spcPct val="0"/>
                    </a:spcBef>
                    <a:buNone/>
                  </a:pPr>
                  <a:r>
                    <a:rPr lang="zh-CN" altLang="en-US" sz="1800" dirty="0">
                      <a:solidFill>
                        <a:schemeClr val="tx1"/>
                      </a:solidFill>
                      <a:ea typeface="楷体_GB2312" pitchFamily="1" charset="-122"/>
                    </a:rPr>
                    <a:t>       Xi</a:t>
                  </a:r>
                  <a:endParaRPr lang="zh-CN" altLang="en-US" sz="1800" dirty="0">
                    <a:solidFill>
                      <a:schemeClr val="tx1"/>
                    </a:solidFill>
                    <a:ea typeface="楷体_GB2312" pitchFamily="1" charset="-122"/>
                  </a:endParaRPr>
                </a:p>
              </p:txBody>
            </p:sp>
            <p:sp>
              <p:nvSpPr>
                <p:cNvPr id="70728" name="Rectangle 43"/>
                <p:cNvSpPr/>
                <p:nvPr/>
              </p:nvSpPr>
              <p:spPr>
                <a:xfrm>
                  <a:off x="0" y="0"/>
                  <a:ext cx="1116" cy="422"/>
                </a:xfrm>
                <a:prstGeom prst="rect">
                  <a:avLst/>
                </a:prstGeom>
                <a:noFill/>
                <a:ln w="7" cap="flat" cmpd="sng">
                  <a:solidFill>
                    <a:srgbClr val="A0A0A0"/>
                  </a:solidFill>
                  <a:prstDash val="solid"/>
                  <a:miter/>
                  <a:headEnd type="none" w="med" len="med"/>
                  <a:tailEnd type="none" w="med" len="med"/>
                </a:ln>
              </p:spPr>
              <p:txBody>
                <a:bodyPr wrap="none"/>
                <a:lstStyle>
                  <a:lvl1pPr marL="342900" indent="-342900" algn="l" rtl="0" eaLnBrk="0" fontAlgn="base" hangingPunct="0">
                    <a:spcBef>
                      <a:spcPct val="20000"/>
                    </a:spcBef>
                    <a:spcAft>
                      <a:spcPct val="0"/>
                    </a:spcAft>
                    <a:buChar char="•"/>
                    <a:defRPr sz="3200">
                      <a:solidFill>
                        <a:srgbClr val="666699"/>
                      </a:solidFill>
                      <a:latin typeface="+mn-lt"/>
                      <a:ea typeface="+mn-ea"/>
                      <a:cs typeface="+mn-cs"/>
                    </a:defRPr>
                  </a:lvl1pPr>
                  <a:lvl2pPr marL="742950" indent="-285750" algn="l" rtl="0" eaLnBrk="0" fontAlgn="base" hangingPunct="0">
                    <a:spcBef>
                      <a:spcPct val="20000"/>
                    </a:spcBef>
                    <a:spcAft>
                      <a:spcPct val="0"/>
                    </a:spcAft>
                    <a:buChar char="–"/>
                    <a:defRPr sz="2800">
                      <a:solidFill>
                        <a:srgbClr val="666699"/>
                      </a:solidFill>
                      <a:latin typeface="+mn-lt"/>
                      <a:ea typeface="+mn-ea"/>
                    </a:defRPr>
                  </a:lvl2pPr>
                  <a:lvl3pPr marL="1143000" indent="-228600" algn="l" rtl="0" eaLnBrk="0" fontAlgn="base" hangingPunct="0">
                    <a:spcBef>
                      <a:spcPct val="20000"/>
                    </a:spcBef>
                    <a:spcAft>
                      <a:spcPct val="0"/>
                    </a:spcAft>
                    <a:buChar char="•"/>
                    <a:defRPr sz="2400">
                      <a:solidFill>
                        <a:srgbClr val="666699"/>
                      </a:solidFill>
                      <a:latin typeface="+mn-lt"/>
                      <a:ea typeface="+mn-ea"/>
                    </a:defRPr>
                  </a:lvl3pPr>
                  <a:lvl4pPr marL="1600200" indent="-228600" algn="l" rtl="0" eaLnBrk="0" fontAlgn="base" hangingPunct="0">
                    <a:spcBef>
                      <a:spcPct val="20000"/>
                    </a:spcBef>
                    <a:spcAft>
                      <a:spcPct val="0"/>
                    </a:spcAft>
                    <a:buChar char="–"/>
                    <a:defRPr sz="2000">
                      <a:solidFill>
                        <a:srgbClr val="666699"/>
                      </a:solidFill>
                      <a:latin typeface="+mn-lt"/>
                      <a:ea typeface="+mn-ea"/>
                    </a:defRPr>
                  </a:lvl4pPr>
                  <a:lvl5pPr marL="2057400" indent="-228600" algn="l" rtl="0" eaLnBrk="0" fontAlgn="base" hangingPunct="0">
                    <a:spcBef>
                      <a:spcPct val="20000"/>
                    </a:spcBef>
                    <a:spcAft>
                      <a:spcPct val="0"/>
                    </a:spcAft>
                    <a:buChar char="»"/>
                    <a:defRPr sz="2000">
                      <a:solidFill>
                        <a:srgbClr val="666699"/>
                      </a:solidFill>
                      <a:latin typeface="+mn-lt"/>
                      <a:ea typeface="+mn-ea"/>
                    </a:defRPr>
                  </a:lvl5pPr>
                </a:lstStyle>
                <a:p>
                  <a:pPr marL="0" lvl="0" indent="0" eaLnBrk="1" hangingPunct="1">
                    <a:spcBef>
                      <a:spcPct val="0"/>
                    </a:spcBef>
                    <a:buNone/>
                  </a:pPr>
                  <a:endParaRPr lang="zh-CN" altLang="en-US" sz="2400" dirty="0">
                    <a:solidFill>
                      <a:schemeClr val="tx1"/>
                    </a:solidFill>
                  </a:endParaRPr>
                </a:p>
              </p:txBody>
            </p:sp>
          </p:grpSp>
          <p:grpSp>
            <p:nvGrpSpPr>
              <p:cNvPr id="70679" name="Group 44"/>
              <p:cNvGrpSpPr/>
              <p:nvPr/>
            </p:nvGrpSpPr>
            <p:grpSpPr>
              <a:xfrm>
                <a:off x="0" y="422"/>
                <a:ext cx="846" cy="422"/>
                <a:chOff x="0" y="0"/>
                <a:chExt cx="846" cy="422"/>
              </a:xfrm>
            </p:grpSpPr>
            <p:sp>
              <p:nvSpPr>
                <p:cNvPr id="70725" name="Rectangle 45"/>
                <p:cNvSpPr/>
                <p:nvPr/>
              </p:nvSpPr>
              <p:spPr>
                <a:xfrm>
                  <a:off x="43" y="0"/>
                  <a:ext cx="760" cy="422"/>
                </a:xfrm>
                <a:prstGeom prst="rect">
                  <a:avLst/>
                </a:prstGeom>
                <a:noFill/>
                <a:ln w="9525">
                  <a:noFill/>
                </a:ln>
              </p:spPr>
              <p:txBody>
                <a:bodyPr/>
                <a:lstStyle>
                  <a:lvl1pPr marL="342900" indent="-342900" algn="l" rtl="0" eaLnBrk="0" fontAlgn="base" hangingPunct="0">
                    <a:spcBef>
                      <a:spcPct val="20000"/>
                    </a:spcBef>
                    <a:spcAft>
                      <a:spcPct val="0"/>
                    </a:spcAft>
                    <a:buChar char="•"/>
                    <a:defRPr sz="3200">
                      <a:solidFill>
                        <a:srgbClr val="666699"/>
                      </a:solidFill>
                      <a:latin typeface="+mn-lt"/>
                      <a:ea typeface="+mn-ea"/>
                      <a:cs typeface="+mn-cs"/>
                    </a:defRPr>
                  </a:lvl1pPr>
                  <a:lvl2pPr marL="742950" indent="-285750" algn="l" rtl="0" eaLnBrk="0" fontAlgn="base" hangingPunct="0">
                    <a:spcBef>
                      <a:spcPct val="20000"/>
                    </a:spcBef>
                    <a:spcAft>
                      <a:spcPct val="0"/>
                    </a:spcAft>
                    <a:buChar char="–"/>
                    <a:defRPr sz="2800">
                      <a:solidFill>
                        <a:srgbClr val="666699"/>
                      </a:solidFill>
                      <a:latin typeface="+mn-lt"/>
                      <a:ea typeface="+mn-ea"/>
                    </a:defRPr>
                  </a:lvl2pPr>
                  <a:lvl3pPr marL="1143000" indent="-228600" algn="l" rtl="0" eaLnBrk="0" fontAlgn="base" hangingPunct="0">
                    <a:spcBef>
                      <a:spcPct val="20000"/>
                    </a:spcBef>
                    <a:spcAft>
                      <a:spcPct val="0"/>
                    </a:spcAft>
                    <a:buChar char="•"/>
                    <a:defRPr sz="2400">
                      <a:solidFill>
                        <a:srgbClr val="666699"/>
                      </a:solidFill>
                      <a:latin typeface="+mn-lt"/>
                      <a:ea typeface="+mn-ea"/>
                    </a:defRPr>
                  </a:lvl3pPr>
                  <a:lvl4pPr marL="1600200" indent="-228600" algn="l" rtl="0" eaLnBrk="0" fontAlgn="base" hangingPunct="0">
                    <a:spcBef>
                      <a:spcPct val="20000"/>
                    </a:spcBef>
                    <a:spcAft>
                      <a:spcPct val="0"/>
                    </a:spcAft>
                    <a:buChar char="–"/>
                    <a:defRPr sz="2000">
                      <a:solidFill>
                        <a:srgbClr val="666699"/>
                      </a:solidFill>
                      <a:latin typeface="+mn-lt"/>
                      <a:ea typeface="+mn-ea"/>
                    </a:defRPr>
                  </a:lvl4pPr>
                  <a:lvl5pPr marL="2057400" indent="-228600" algn="l" rtl="0" eaLnBrk="0" fontAlgn="base" hangingPunct="0">
                    <a:spcBef>
                      <a:spcPct val="20000"/>
                    </a:spcBef>
                    <a:spcAft>
                      <a:spcPct val="0"/>
                    </a:spcAft>
                    <a:buChar char="»"/>
                    <a:defRPr sz="2000">
                      <a:solidFill>
                        <a:srgbClr val="666699"/>
                      </a:solidFill>
                      <a:latin typeface="+mn-lt"/>
                      <a:ea typeface="+mn-ea"/>
                    </a:defRPr>
                  </a:lvl5pPr>
                </a:lstStyle>
                <a:p>
                  <a:pPr marL="0" lvl="0" indent="0" eaLnBrk="1" hangingPunct="1">
                    <a:spcBef>
                      <a:spcPct val="0"/>
                    </a:spcBef>
                    <a:buNone/>
                  </a:pPr>
                  <a:r>
                    <a:rPr lang="zh-CN" altLang="en-US" sz="1800" dirty="0">
                      <a:solidFill>
                        <a:schemeClr val="tx1"/>
                      </a:solidFill>
                      <a:ea typeface="楷体_GB2312" pitchFamily="1" charset="-122"/>
                    </a:rPr>
                    <a:t>   0   0 </a:t>
                  </a:r>
                  <a:endParaRPr lang="zh-CN" altLang="en-US" sz="1800" dirty="0">
                    <a:solidFill>
                      <a:schemeClr val="tx1"/>
                    </a:solidFill>
                    <a:ea typeface="楷体_GB2312" pitchFamily="1" charset="-122"/>
                  </a:endParaRPr>
                </a:p>
              </p:txBody>
            </p:sp>
            <p:sp>
              <p:nvSpPr>
                <p:cNvPr id="70726" name="Rectangle 46"/>
                <p:cNvSpPr/>
                <p:nvPr/>
              </p:nvSpPr>
              <p:spPr>
                <a:xfrm>
                  <a:off x="0" y="0"/>
                  <a:ext cx="846" cy="422"/>
                </a:xfrm>
                <a:prstGeom prst="rect">
                  <a:avLst/>
                </a:prstGeom>
                <a:noFill/>
                <a:ln w="7" cap="flat" cmpd="sng">
                  <a:solidFill>
                    <a:srgbClr val="A0A0A0"/>
                  </a:solidFill>
                  <a:prstDash val="solid"/>
                  <a:miter/>
                  <a:headEnd type="none" w="med" len="med"/>
                  <a:tailEnd type="none" w="med" len="med"/>
                </a:ln>
              </p:spPr>
              <p:txBody>
                <a:bodyPr wrap="none"/>
                <a:lstStyle>
                  <a:lvl1pPr marL="342900" indent="-342900" algn="l" rtl="0" eaLnBrk="0" fontAlgn="base" hangingPunct="0">
                    <a:spcBef>
                      <a:spcPct val="20000"/>
                    </a:spcBef>
                    <a:spcAft>
                      <a:spcPct val="0"/>
                    </a:spcAft>
                    <a:buChar char="•"/>
                    <a:defRPr sz="3200">
                      <a:solidFill>
                        <a:srgbClr val="666699"/>
                      </a:solidFill>
                      <a:latin typeface="+mn-lt"/>
                      <a:ea typeface="+mn-ea"/>
                      <a:cs typeface="+mn-cs"/>
                    </a:defRPr>
                  </a:lvl1pPr>
                  <a:lvl2pPr marL="742950" indent="-285750" algn="l" rtl="0" eaLnBrk="0" fontAlgn="base" hangingPunct="0">
                    <a:spcBef>
                      <a:spcPct val="20000"/>
                    </a:spcBef>
                    <a:spcAft>
                      <a:spcPct val="0"/>
                    </a:spcAft>
                    <a:buChar char="–"/>
                    <a:defRPr sz="2800">
                      <a:solidFill>
                        <a:srgbClr val="666699"/>
                      </a:solidFill>
                      <a:latin typeface="+mn-lt"/>
                      <a:ea typeface="+mn-ea"/>
                    </a:defRPr>
                  </a:lvl2pPr>
                  <a:lvl3pPr marL="1143000" indent="-228600" algn="l" rtl="0" eaLnBrk="0" fontAlgn="base" hangingPunct="0">
                    <a:spcBef>
                      <a:spcPct val="20000"/>
                    </a:spcBef>
                    <a:spcAft>
                      <a:spcPct val="0"/>
                    </a:spcAft>
                    <a:buChar char="•"/>
                    <a:defRPr sz="2400">
                      <a:solidFill>
                        <a:srgbClr val="666699"/>
                      </a:solidFill>
                      <a:latin typeface="+mn-lt"/>
                      <a:ea typeface="+mn-ea"/>
                    </a:defRPr>
                  </a:lvl3pPr>
                  <a:lvl4pPr marL="1600200" indent="-228600" algn="l" rtl="0" eaLnBrk="0" fontAlgn="base" hangingPunct="0">
                    <a:spcBef>
                      <a:spcPct val="20000"/>
                    </a:spcBef>
                    <a:spcAft>
                      <a:spcPct val="0"/>
                    </a:spcAft>
                    <a:buChar char="–"/>
                    <a:defRPr sz="2000">
                      <a:solidFill>
                        <a:srgbClr val="666699"/>
                      </a:solidFill>
                      <a:latin typeface="+mn-lt"/>
                      <a:ea typeface="+mn-ea"/>
                    </a:defRPr>
                  </a:lvl4pPr>
                  <a:lvl5pPr marL="2057400" indent="-228600" algn="l" rtl="0" eaLnBrk="0" fontAlgn="base" hangingPunct="0">
                    <a:spcBef>
                      <a:spcPct val="20000"/>
                    </a:spcBef>
                    <a:spcAft>
                      <a:spcPct val="0"/>
                    </a:spcAft>
                    <a:buChar char="»"/>
                    <a:defRPr sz="2000">
                      <a:solidFill>
                        <a:srgbClr val="666699"/>
                      </a:solidFill>
                      <a:latin typeface="+mn-lt"/>
                      <a:ea typeface="+mn-ea"/>
                    </a:defRPr>
                  </a:lvl5pPr>
                </a:lstStyle>
                <a:p>
                  <a:pPr marL="0" lvl="0" indent="0" eaLnBrk="1" hangingPunct="1">
                    <a:spcBef>
                      <a:spcPct val="0"/>
                    </a:spcBef>
                    <a:buNone/>
                  </a:pPr>
                  <a:endParaRPr lang="zh-CN" altLang="en-US" sz="2400" dirty="0">
                    <a:solidFill>
                      <a:schemeClr val="tx1"/>
                    </a:solidFill>
                  </a:endParaRPr>
                </a:p>
              </p:txBody>
            </p:sp>
          </p:grpSp>
          <p:grpSp>
            <p:nvGrpSpPr>
              <p:cNvPr id="70680" name="Group 47"/>
              <p:cNvGrpSpPr/>
              <p:nvPr/>
            </p:nvGrpSpPr>
            <p:grpSpPr>
              <a:xfrm>
                <a:off x="846" y="422"/>
                <a:ext cx="937" cy="422"/>
                <a:chOff x="0" y="0"/>
                <a:chExt cx="937" cy="422"/>
              </a:xfrm>
            </p:grpSpPr>
            <p:sp>
              <p:nvSpPr>
                <p:cNvPr id="70723" name="Rectangle 48"/>
                <p:cNvSpPr/>
                <p:nvPr/>
              </p:nvSpPr>
              <p:spPr>
                <a:xfrm>
                  <a:off x="43" y="0"/>
                  <a:ext cx="851" cy="422"/>
                </a:xfrm>
                <a:prstGeom prst="rect">
                  <a:avLst/>
                </a:prstGeom>
                <a:noFill/>
                <a:ln w="9525">
                  <a:noFill/>
                </a:ln>
              </p:spPr>
              <p:txBody>
                <a:bodyPr/>
                <a:lstStyle>
                  <a:lvl1pPr marL="342900" indent="-342900" algn="l" rtl="0" eaLnBrk="0" fontAlgn="base" hangingPunct="0">
                    <a:spcBef>
                      <a:spcPct val="20000"/>
                    </a:spcBef>
                    <a:spcAft>
                      <a:spcPct val="0"/>
                    </a:spcAft>
                    <a:buChar char="•"/>
                    <a:defRPr sz="3200">
                      <a:solidFill>
                        <a:srgbClr val="666699"/>
                      </a:solidFill>
                      <a:latin typeface="+mn-lt"/>
                      <a:ea typeface="+mn-ea"/>
                      <a:cs typeface="+mn-cs"/>
                    </a:defRPr>
                  </a:lvl1pPr>
                  <a:lvl2pPr marL="742950" indent="-285750" algn="l" rtl="0" eaLnBrk="0" fontAlgn="base" hangingPunct="0">
                    <a:spcBef>
                      <a:spcPct val="20000"/>
                    </a:spcBef>
                    <a:spcAft>
                      <a:spcPct val="0"/>
                    </a:spcAft>
                    <a:buChar char="–"/>
                    <a:defRPr sz="2800">
                      <a:solidFill>
                        <a:srgbClr val="666699"/>
                      </a:solidFill>
                      <a:latin typeface="+mn-lt"/>
                      <a:ea typeface="+mn-ea"/>
                    </a:defRPr>
                  </a:lvl2pPr>
                  <a:lvl3pPr marL="1143000" indent="-228600" algn="l" rtl="0" eaLnBrk="0" fontAlgn="base" hangingPunct="0">
                    <a:spcBef>
                      <a:spcPct val="20000"/>
                    </a:spcBef>
                    <a:spcAft>
                      <a:spcPct val="0"/>
                    </a:spcAft>
                    <a:buChar char="•"/>
                    <a:defRPr sz="2400">
                      <a:solidFill>
                        <a:srgbClr val="666699"/>
                      </a:solidFill>
                      <a:latin typeface="+mn-lt"/>
                      <a:ea typeface="+mn-ea"/>
                    </a:defRPr>
                  </a:lvl3pPr>
                  <a:lvl4pPr marL="1600200" indent="-228600" algn="l" rtl="0" eaLnBrk="0" fontAlgn="base" hangingPunct="0">
                    <a:spcBef>
                      <a:spcPct val="20000"/>
                    </a:spcBef>
                    <a:spcAft>
                      <a:spcPct val="0"/>
                    </a:spcAft>
                    <a:buChar char="–"/>
                    <a:defRPr sz="2000">
                      <a:solidFill>
                        <a:srgbClr val="666699"/>
                      </a:solidFill>
                      <a:latin typeface="+mn-lt"/>
                      <a:ea typeface="+mn-ea"/>
                    </a:defRPr>
                  </a:lvl4pPr>
                  <a:lvl5pPr marL="2057400" indent="-228600" algn="l" rtl="0" eaLnBrk="0" fontAlgn="base" hangingPunct="0">
                    <a:spcBef>
                      <a:spcPct val="20000"/>
                    </a:spcBef>
                    <a:spcAft>
                      <a:spcPct val="0"/>
                    </a:spcAft>
                    <a:buChar char="»"/>
                    <a:defRPr sz="2000">
                      <a:solidFill>
                        <a:srgbClr val="666699"/>
                      </a:solidFill>
                      <a:latin typeface="+mn-lt"/>
                      <a:ea typeface="+mn-ea"/>
                    </a:defRPr>
                  </a:lvl5pPr>
                </a:lstStyle>
                <a:p>
                  <a:pPr marL="0" lvl="0" indent="0" eaLnBrk="1" hangingPunct="1">
                    <a:spcBef>
                      <a:spcPct val="0"/>
                    </a:spcBef>
                    <a:buNone/>
                  </a:pPr>
                  <a:r>
                    <a:rPr lang="zh-CN" altLang="en-US" sz="1600" dirty="0">
                      <a:solidFill>
                        <a:schemeClr val="tx1"/>
                      </a:solidFill>
                      <a:ea typeface="楷体_GB2312" pitchFamily="1" charset="-122"/>
                    </a:rPr>
                    <a:t>      </a:t>
                  </a:r>
                  <a:r>
                    <a:rPr lang="zh-CN" altLang="en-US" sz="1800" dirty="0">
                      <a:solidFill>
                        <a:schemeClr val="tx1"/>
                      </a:solidFill>
                      <a:ea typeface="楷体_GB2312" pitchFamily="1" charset="-122"/>
                    </a:rPr>
                    <a:t>Ai</a:t>
                  </a:r>
                  <a:endParaRPr lang="zh-CN" altLang="en-US" sz="1800" dirty="0">
                    <a:solidFill>
                      <a:schemeClr val="tx1"/>
                    </a:solidFill>
                    <a:ea typeface="楷体_GB2312" pitchFamily="1" charset="-122"/>
                  </a:endParaRPr>
                </a:p>
              </p:txBody>
            </p:sp>
            <p:sp>
              <p:nvSpPr>
                <p:cNvPr id="70724" name="Rectangle 49"/>
                <p:cNvSpPr/>
                <p:nvPr/>
              </p:nvSpPr>
              <p:spPr>
                <a:xfrm>
                  <a:off x="0" y="0"/>
                  <a:ext cx="937" cy="422"/>
                </a:xfrm>
                <a:prstGeom prst="rect">
                  <a:avLst/>
                </a:prstGeom>
                <a:noFill/>
                <a:ln w="7" cap="flat" cmpd="sng">
                  <a:solidFill>
                    <a:srgbClr val="A0A0A0"/>
                  </a:solidFill>
                  <a:prstDash val="solid"/>
                  <a:miter/>
                  <a:headEnd type="none" w="med" len="med"/>
                  <a:tailEnd type="none" w="med" len="med"/>
                </a:ln>
              </p:spPr>
              <p:txBody>
                <a:bodyPr wrap="none"/>
                <a:lstStyle>
                  <a:lvl1pPr marL="342900" indent="-342900" algn="l" rtl="0" eaLnBrk="0" fontAlgn="base" hangingPunct="0">
                    <a:spcBef>
                      <a:spcPct val="20000"/>
                    </a:spcBef>
                    <a:spcAft>
                      <a:spcPct val="0"/>
                    </a:spcAft>
                    <a:buChar char="•"/>
                    <a:defRPr sz="3200">
                      <a:solidFill>
                        <a:srgbClr val="666699"/>
                      </a:solidFill>
                      <a:latin typeface="+mn-lt"/>
                      <a:ea typeface="+mn-ea"/>
                      <a:cs typeface="+mn-cs"/>
                    </a:defRPr>
                  </a:lvl1pPr>
                  <a:lvl2pPr marL="742950" indent="-285750" algn="l" rtl="0" eaLnBrk="0" fontAlgn="base" hangingPunct="0">
                    <a:spcBef>
                      <a:spcPct val="20000"/>
                    </a:spcBef>
                    <a:spcAft>
                      <a:spcPct val="0"/>
                    </a:spcAft>
                    <a:buChar char="–"/>
                    <a:defRPr sz="2800">
                      <a:solidFill>
                        <a:srgbClr val="666699"/>
                      </a:solidFill>
                      <a:latin typeface="+mn-lt"/>
                      <a:ea typeface="+mn-ea"/>
                    </a:defRPr>
                  </a:lvl2pPr>
                  <a:lvl3pPr marL="1143000" indent="-228600" algn="l" rtl="0" eaLnBrk="0" fontAlgn="base" hangingPunct="0">
                    <a:spcBef>
                      <a:spcPct val="20000"/>
                    </a:spcBef>
                    <a:spcAft>
                      <a:spcPct val="0"/>
                    </a:spcAft>
                    <a:buChar char="•"/>
                    <a:defRPr sz="2400">
                      <a:solidFill>
                        <a:srgbClr val="666699"/>
                      </a:solidFill>
                      <a:latin typeface="+mn-lt"/>
                      <a:ea typeface="+mn-ea"/>
                    </a:defRPr>
                  </a:lvl3pPr>
                  <a:lvl4pPr marL="1600200" indent="-228600" algn="l" rtl="0" eaLnBrk="0" fontAlgn="base" hangingPunct="0">
                    <a:spcBef>
                      <a:spcPct val="20000"/>
                    </a:spcBef>
                    <a:spcAft>
                      <a:spcPct val="0"/>
                    </a:spcAft>
                    <a:buChar char="–"/>
                    <a:defRPr sz="2000">
                      <a:solidFill>
                        <a:srgbClr val="666699"/>
                      </a:solidFill>
                      <a:latin typeface="+mn-lt"/>
                      <a:ea typeface="+mn-ea"/>
                    </a:defRPr>
                  </a:lvl4pPr>
                  <a:lvl5pPr marL="2057400" indent="-228600" algn="l" rtl="0" eaLnBrk="0" fontAlgn="base" hangingPunct="0">
                    <a:spcBef>
                      <a:spcPct val="20000"/>
                    </a:spcBef>
                    <a:spcAft>
                      <a:spcPct val="0"/>
                    </a:spcAft>
                    <a:buChar char="»"/>
                    <a:defRPr sz="2000">
                      <a:solidFill>
                        <a:srgbClr val="666699"/>
                      </a:solidFill>
                      <a:latin typeface="+mn-lt"/>
                      <a:ea typeface="+mn-ea"/>
                    </a:defRPr>
                  </a:lvl5pPr>
                </a:lstStyle>
                <a:p>
                  <a:pPr marL="0" lvl="0" indent="0" eaLnBrk="1" hangingPunct="1">
                    <a:spcBef>
                      <a:spcPct val="0"/>
                    </a:spcBef>
                    <a:buNone/>
                  </a:pPr>
                  <a:endParaRPr lang="zh-CN" altLang="en-US" sz="2400" dirty="0">
                    <a:solidFill>
                      <a:schemeClr val="tx1"/>
                    </a:solidFill>
                  </a:endParaRPr>
                </a:p>
              </p:txBody>
            </p:sp>
          </p:grpSp>
          <p:grpSp>
            <p:nvGrpSpPr>
              <p:cNvPr id="70681" name="Group 50"/>
              <p:cNvGrpSpPr/>
              <p:nvPr/>
            </p:nvGrpSpPr>
            <p:grpSpPr>
              <a:xfrm>
                <a:off x="1783" y="422"/>
                <a:ext cx="1116" cy="422"/>
                <a:chOff x="0" y="0"/>
                <a:chExt cx="1116" cy="422"/>
              </a:xfrm>
            </p:grpSpPr>
            <p:sp>
              <p:nvSpPr>
                <p:cNvPr id="70721" name="Rectangle 51"/>
                <p:cNvSpPr/>
                <p:nvPr/>
              </p:nvSpPr>
              <p:spPr>
                <a:xfrm>
                  <a:off x="43" y="0"/>
                  <a:ext cx="1030" cy="422"/>
                </a:xfrm>
                <a:prstGeom prst="rect">
                  <a:avLst/>
                </a:prstGeom>
                <a:noFill/>
                <a:ln w="9525">
                  <a:noFill/>
                </a:ln>
              </p:spPr>
              <p:txBody>
                <a:bodyPr/>
                <a:lstStyle>
                  <a:lvl1pPr marL="342900" indent="-342900" algn="l" rtl="0" eaLnBrk="0" fontAlgn="base" hangingPunct="0">
                    <a:spcBef>
                      <a:spcPct val="20000"/>
                    </a:spcBef>
                    <a:spcAft>
                      <a:spcPct val="0"/>
                    </a:spcAft>
                    <a:buChar char="•"/>
                    <a:defRPr sz="3200">
                      <a:solidFill>
                        <a:srgbClr val="666699"/>
                      </a:solidFill>
                      <a:latin typeface="+mn-lt"/>
                      <a:ea typeface="+mn-ea"/>
                      <a:cs typeface="+mn-cs"/>
                    </a:defRPr>
                  </a:lvl1pPr>
                  <a:lvl2pPr marL="742950" indent="-285750" algn="l" rtl="0" eaLnBrk="0" fontAlgn="base" hangingPunct="0">
                    <a:spcBef>
                      <a:spcPct val="20000"/>
                    </a:spcBef>
                    <a:spcAft>
                      <a:spcPct val="0"/>
                    </a:spcAft>
                    <a:buChar char="–"/>
                    <a:defRPr sz="2800">
                      <a:solidFill>
                        <a:srgbClr val="666699"/>
                      </a:solidFill>
                      <a:latin typeface="+mn-lt"/>
                      <a:ea typeface="+mn-ea"/>
                    </a:defRPr>
                  </a:lvl2pPr>
                  <a:lvl3pPr marL="1143000" indent="-228600" algn="l" rtl="0" eaLnBrk="0" fontAlgn="base" hangingPunct="0">
                    <a:spcBef>
                      <a:spcPct val="20000"/>
                    </a:spcBef>
                    <a:spcAft>
                      <a:spcPct val="0"/>
                    </a:spcAft>
                    <a:buChar char="•"/>
                    <a:defRPr sz="2400">
                      <a:solidFill>
                        <a:srgbClr val="666699"/>
                      </a:solidFill>
                      <a:latin typeface="+mn-lt"/>
                      <a:ea typeface="+mn-ea"/>
                    </a:defRPr>
                  </a:lvl3pPr>
                  <a:lvl4pPr marL="1600200" indent="-228600" algn="l" rtl="0" eaLnBrk="0" fontAlgn="base" hangingPunct="0">
                    <a:spcBef>
                      <a:spcPct val="20000"/>
                    </a:spcBef>
                    <a:spcAft>
                      <a:spcPct val="0"/>
                    </a:spcAft>
                    <a:buChar char="–"/>
                    <a:defRPr sz="2000">
                      <a:solidFill>
                        <a:srgbClr val="666699"/>
                      </a:solidFill>
                      <a:latin typeface="+mn-lt"/>
                      <a:ea typeface="+mn-ea"/>
                    </a:defRPr>
                  </a:lvl4pPr>
                  <a:lvl5pPr marL="2057400" indent="-228600" algn="l" rtl="0" eaLnBrk="0" fontAlgn="base" hangingPunct="0">
                    <a:spcBef>
                      <a:spcPct val="20000"/>
                    </a:spcBef>
                    <a:spcAft>
                      <a:spcPct val="0"/>
                    </a:spcAft>
                    <a:buChar char="»"/>
                    <a:defRPr sz="2000">
                      <a:solidFill>
                        <a:srgbClr val="666699"/>
                      </a:solidFill>
                      <a:latin typeface="+mn-lt"/>
                      <a:ea typeface="+mn-ea"/>
                    </a:defRPr>
                  </a:lvl5pPr>
                </a:lstStyle>
                <a:p>
                  <a:pPr marL="0" lvl="0" indent="0" eaLnBrk="1" hangingPunct="1">
                    <a:spcBef>
                      <a:spcPct val="0"/>
                    </a:spcBef>
                    <a:buNone/>
                  </a:pPr>
                  <a:r>
                    <a:rPr lang="zh-CN" altLang="en-US" sz="1800" dirty="0">
                      <a:solidFill>
                        <a:schemeClr val="tx1"/>
                      </a:solidFill>
                      <a:ea typeface="楷体_GB2312" pitchFamily="1" charset="-122"/>
                    </a:rPr>
                    <a:t>     0   0</a:t>
                  </a:r>
                  <a:endParaRPr lang="zh-CN" altLang="en-US" sz="1800" dirty="0">
                    <a:solidFill>
                      <a:schemeClr val="tx1"/>
                    </a:solidFill>
                    <a:ea typeface="楷体_GB2312" pitchFamily="1" charset="-122"/>
                  </a:endParaRPr>
                </a:p>
              </p:txBody>
            </p:sp>
            <p:sp>
              <p:nvSpPr>
                <p:cNvPr id="70722" name="Rectangle 52"/>
                <p:cNvSpPr/>
                <p:nvPr/>
              </p:nvSpPr>
              <p:spPr>
                <a:xfrm>
                  <a:off x="0" y="0"/>
                  <a:ext cx="1116" cy="422"/>
                </a:xfrm>
                <a:prstGeom prst="rect">
                  <a:avLst/>
                </a:prstGeom>
                <a:noFill/>
                <a:ln w="7" cap="flat" cmpd="sng">
                  <a:solidFill>
                    <a:srgbClr val="A0A0A0"/>
                  </a:solidFill>
                  <a:prstDash val="solid"/>
                  <a:miter/>
                  <a:headEnd type="none" w="med" len="med"/>
                  <a:tailEnd type="none" w="med" len="med"/>
                </a:ln>
              </p:spPr>
              <p:txBody>
                <a:bodyPr wrap="none"/>
                <a:lstStyle>
                  <a:lvl1pPr marL="342900" indent="-342900" algn="l" rtl="0" eaLnBrk="0" fontAlgn="base" hangingPunct="0">
                    <a:spcBef>
                      <a:spcPct val="20000"/>
                    </a:spcBef>
                    <a:spcAft>
                      <a:spcPct val="0"/>
                    </a:spcAft>
                    <a:buChar char="•"/>
                    <a:defRPr sz="3200">
                      <a:solidFill>
                        <a:srgbClr val="666699"/>
                      </a:solidFill>
                      <a:latin typeface="+mn-lt"/>
                      <a:ea typeface="+mn-ea"/>
                      <a:cs typeface="+mn-cs"/>
                    </a:defRPr>
                  </a:lvl1pPr>
                  <a:lvl2pPr marL="742950" indent="-285750" algn="l" rtl="0" eaLnBrk="0" fontAlgn="base" hangingPunct="0">
                    <a:spcBef>
                      <a:spcPct val="20000"/>
                    </a:spcBef>
                    <a:spcAft>
                      <a:spcPct val="0"/>
                    </a:spcAft>
                    <a:buChar char="–"/>
                    <a:defRPr sz="2800">
                      <a:solidFill>
                        <a:srgbClr val="666699"/>
                      </a:solidFill>
                      <a:latin typeface="+mn-lt"/>
                      <a:ea typeface="+mn-ea"/>
                    </a:defRPr>
                  </a:lvl2pPr>
                  <a:lvl3pPr marL="1143000" indent="-228600" algn="l" rtl="0" eaLnBrk="0" fontAlgn="base" hangingPunct="0">
                    <a:spcBef>
                      <a:spcPct val="20000"/>
                    </a:spcBef>
                    <a:spcAft>
                      <a:spcPct val="0"/>
                    </a:spcAft>
                    <a:buChar char="•"/>
                    <a:defRPr sz="2400">
                      <a:solidFill>
                        <a:srgbClr val="666699"/>
                      </a:solidFill>
                      <a:latin typeface="+mn-lt"/>
                      <a:ea typeface="+mn-ea"/>
                    </a:defRPr>
                  </a:lvl3pPr>
                  <a:lvl4pPr marL="1600200" indent="-228600" algn="l" rtl="0" eaLnBrk="0" fontAlgn="base" hangingPunct="0">
                    <a:spcBef>
                      <a:spcPct val="20000"/>
                    </a:spcBef>
                    <a:spcAft>
                      <a:spcPct val="0"/>
                    </a:spcAft>
                    <a:buChar char="–"/>
                    <a:defRPr sz="2000">
                      <a:solidFill>
                        <a:srgbClr val="666699"/>
                      </a:solidFill>
                      <a:latin typeface="+mn-lt"/>
                      <a:ea typeface="+mn-ea"/>
                    </a:defRPr>
                  </a:lvl4pPr>
                  <a:lvl5pPr marL="2057400" indent="-228600" algn="l" rtl="0" eaLnBrk="0" fontAlgn="base" hangingPunct="0">
                    <a:spcBef>
                      <a:spcPct val="20000"/>
                    </a:spcBef>
                    <a:spcAft>
                      <a:spcPct val="0"/>
                    </a:spcAft>
                    <a:buChar char="»"/>
                    <a:defRPr sz="2000">
                      <a:solidFill>
                        <a:srgbClr val="666699"/>
                      </a:solidFill>
                      <a:latin typeface="+mn-lt"/>
                      <a:ea typeface="+mn-ea"/>
                    </a:defRPr>
                  </a:lvl5pPr>
                </a:lstStyle>
                <a:p>
                  <a:pPr marL="0" lvl="0" indent="0" eaLnBrk="1" hangingPunct="1">
                    <a:spcBef>
                      <a:spcPct val="0"/>
                    </a:spcBef>
                    <a:buNone/>
                  </a:pPr>
                  <a:endParaRPr lang="zh-CN" altLang="en-US" sz="2400" dirty="0">
                    <a:solidFill>
                      <a:schemeClr val="tx1"/>
                    </a:solidFill>
                  </a:endParaRPr>
                </a:p>
              </p:txBody>
            </p:sp>
          </p:grpSp>
          <p:grpSp>
            <p:nvGrpSpPr>
              <p:cNvPr id="70682" name="Group 53"/>
              <p:cNvGrpSpPr/>
              <p:nvPr/>
            </p:nvGrpSpPr>
            <p:grpSpPr>
              <a:xfrm>
                <a:off x="2899" y="422"/>
                <a:ext cx="1116" cy="422"/>
                <a:chOff x="0" y="0"/>
                <a:chExt cx="1116" cy="422"/>
              </a:xfrm>
            </p:grpSpPr>
            <p:sp>
              <p:nvSpPr>
                <p:cNvPr id="70719" name="Rectangle 54"/>
                <p:cNvSpPr/>
                <p:nvPr/>
              </p:nvSpPr>
              <p:spPr>
                <a:xfrm>
                  <a:off x="43" y="0"/>
                  <a:ext cx="1030" cy="422"/>
                </a:xfrm>
                <a:prstGeom prst="rect">
                  <a:avLst/>
                </a:prstGeom>
                <a:noFill/>
                <a:ln w="9525">
                  <a:noFill/>
                </a:ln>
              </p:spPr>
              <p:txBody>
                <a:bodyPr/>
                <a:lstStyle>
                  <a:lvl1pPr marL="342900" indent="-342900" algn="l" rtl="0" eaLnBrk="0" fontAlgn="base" hangingPunct="0">
                    <a:spcBef>
                      <a:spcPct val="20000"/>
                    </a:spcBef>
                    <a:spcAft>
                      <a:spcPct val="0"/>
                    </a:spcAft>
                    <a:buChar char="•"/>
                    <a:defRPr sz="3200">
                      <a:solidFill>
                        <a:srgbClr val="666699"/>
                      </a:solidFill>
                      <a:latin typeface="+mn-lt"/>
                      <a:ea typeface="+mn-ea"/>
                      <a:cs typeface="+mn-cs"/>
                    </a:defRPr>
                  </a:lvl1pPr>
                  <a:lvl2pPr marL="742950" indent="-285750" algn="l" rtl="0" eaLnBrk="0" fontAlgn="base" hangingPunct="0">
                    <a:spcBef>
                      <a:spcPct val="20000"/>
                    </a:spcBef>
                    <a:spcAft>
                      <a:spcPct val="0"/>
                    </a:spcAft>
                    <a:buChar char="–"/>
                    <a:defRPr sz="2800">
                      <a:solidFill>
                        <a:srgbClr val="666699"/>
                      </a:solidFill>
                      <a:latin typeface="+mn-lt"/>
                      <a:ea typeface="+mn-ea"/>
                    </a:defRPr>
                  </a:lvl2pPr>
                  <a:lvl3pPr marL="1143000" indent="-228600" algn="l" rtl="0" eaLnBrk="0" fontAlgn="base" hangingPunct="0">
                    <a:spcBef>
                      <a:spcPct val="20000"/>
                    </a:spcBef>
                    <a:spcAft>
                      <a:spcPct val="0"/>
                    </a:spcAft>
                    <a:buChar char="•"/>
                    <a:defRPr sz="2400">
                      <a:solidFill>
                        <a:srgbClr val="666699"/>
                      </a:solidFill>
                      <a:latin typeface="+mn-lt"/>
                      <a:ea typeface="+mn-ea"/>
                    </a:defRPr>
                  </a:lvl3pPr>
                  <a:lvl4pPr marL="1600200" indent="-228600" algn="l" rtl="0" eaLnBrk="0" fontAlgn="base" hangingPunct="0">
                    <a:spcBef>
                      <a:spcPct val="20000"/>
                    </a:spcBef>
                    <a:spcAft>
                      <a:spcPct val="0"/>
                    </a:spcAft>
                    <a:buChar char="–"/>
                    <a:defRPr sz="2000">
                      <a:solidFill>
                        <a:srgbClr val="666699"/>
                      </a:solidFill>
                      <a:latin typeface="+mn-lt"/>
                      <a:ea typeface="+mn-ea"/>
                    </a:defRPr>
                  </a:lvl4pPr>
                  <a:lvl5pPr marL="2057400" indent="-228600" algn="l" rtl="0" eaLnBrk="0" fontAlgn="base" hangingPunct="0">
                    <a:spcBef>
                      <a:spcPct val="20000"/>
                    </a:spcBef>
                    <a:spcAft>
                      <a:spcPct val="0"/>
                    </a:spcAft>
                    <a:buChar char="»"/>
                    <a:defRPr sz="2000">
                      <a:solidFill>
                        <a:srgbClr val="666699"/>
                      </a:solidFill>
                      <a:latin typeface="+mn-lt"/>
                      <a:ea typeface="+mn-ea"/>
                    </a:defRPr>
                  </a:lvl5pPr>
                </a:lstStyle>
                <a:p>
                  <a:pPr marL="0" lvl="0" indent="0" eaLnBrk="1" hangingPunct="1">
                    <a:spcBef>
                      <a:spcPct val="0"/>
                    </a:spcBef>
                    <a:buNone/>
                  </a:pPr>
                  <a:r>
                    <a:rPr lang="zh-CN" altLang="en-US" sz="1800" dirty="0">
                      <a:solidFill>
                        <a:schemeClr val="tx1"/>
                      </a:solidFill>
                      <a:ea typeface="楷体_GB2312" pitchFamily="1" charset="-122"/>
                    </a:rPr>
                    <a:t>      1</a:t>
                  </a:r>
                  <a:endParaRPr lang="zh-CN" altLang="en-US" sz="1800" dirty="0">
                    <a:solidFill>
                      <a:schemeClr val="tx1"/>
                    </a:solidFill>
                    <a:ea typeface="楷体_GB2312" pitchFamily="1" charset="-122"/>
                  </a:endParaRPr>
                </a:p>
              </p:txBody>
            </p:sp>
            <p:sp>
              <p:nvSpPr>
                <p:cNvPr id="70720" name="Rectangle 55"/>
                <p:cNvSpPr/>
                <p:nvPr/>
              </p:nvSpPr>
              <p:spPr>
                <a:xfrm>
                  <a:off x="0" y="0"/>
                  <a:ext cx="1116" cy="422"/>
                </a:xfrm>
                <a:prstGeom prst="rect">
                  <a:avLst/>
                </a:prstGeom>
                <a:noFill/>
                <a:ln w="7" cap="flat" cmpd="sng">
                  <a:solidFill>
                    <a:srgbClr val="A0A0A0"/>
                  </a:solidFill>
                  <a:prstDash val="solid"/>
                  <a:miter/>
                  <a:headEnd type="none" w="med" len="med"/>
                  <a:tailEnd type="none" w="med" len="med"/>
                </a:ln>
              </p:spPr>
              <p:txBody>
                <a:bodyPr wrap="none"/>
                <a:lstStyle>
                  <a:lvl1pPr marL="342900" indent="-342900" algn="l" rtl="0" eaLnBrk="0" fontAlgn="base" hangingPunct="0">
                    <a:spcBef>
                      <a:spcPct val="20000"/>
                    </a:spcBef>
                    <a:spcAft>
                      <a:spcPct val="0"/>
                    </a:spcAft>
                    <a:buChar char="•"/>
                    <a:defRPr sz="3200">
                      <a:solidFill>
                        <a:srgbClr val="666699"/>
                      </a:solidFill>
                      <a:latin typeface="+mn-lt"/>
                      <a:ea typeface="+mn-ea"/>
                      <a:cs typeface="+mn-cs"/>
                    </a:defRPr>
                  </a:lvl1pPr>
                  <a:lvl2pPr marL="742950" indent="-285750" algn="l" rtl="0" eaLnBrk="0" fontAlgn="base" hangingPunct="0">
                    <a:spcBef>
                      <a:spcPct val="20000"/>
                    </a:spcBef>
                    <a:spcAft>
                      <a:spcPct val="0"/>
                    </a:spcAft>
                    <a:buChar char="–"/>
                    <a:defRPr sz="2800">
                      <a:solidFill>
                        <a:srgbClr val="666699"/>
                      </a:solidFill>
                      <a:latin typeface="+mn-lt"/>
                      <a:ea typeface="+mn-ea"/>
                    </a:defRPr>
                  </a:lvl2pPr>
                  <a:lvl3pPr marL="1143000" indent="-228600" algn="l" rtl="0" eaLnBrk="0" fontAlgn="base" hangingPunct="0">
                    <a:spcBef>
                      <a:spcPct val="20000"/>
                    </a:spcBef>
                    <a:spcAft>
                      <a:spcPct val="0"/>
                    </a:spcAft>
                    <a:buChar char="•"/>
                    <a:defRPr sz="2400">
                      <a:solidFill>
                        <a:srgbClr val="666699"/>
                      </a:solidFill>
                      <a:latin typeface="+mn-lt"/>
                      <a:ea typeface="+mn-ea"/>
                    </a:defRPr>
                  </a:lvl3pPr>
                  <a:lvl4pPr marL="1600200" indent="-228600" algn="l" rtl="0" eaLnBrk="0" fontAlgn="base" hangingPunct="0">
                    <a:spcBef>
                      <a:spcPct val="20000"/>
                    </a:spcBef>
                    <a:spcAft>
                      <a:spcPct val="0"/>
                    </a:spcAft>
                    <a:buChar char="–"/>
                    <a:defRPr sz="2000">
                      <a:solidFill>
                        <a:srgbClr val="666699"/>
                      </a:solidFill>
                      <a:latin typeface="+mn-lt"/>
                      <a:ea typeface="+mn-ea"/>
                    </a:defRPr>
                  </a:lvl4pPr>
                  <a:lvl5pPr marL="2057400" indent="-228600" algn="l" rtl="0" eaLnBrk="0" fontAlgn="base" hangingPunct="0">
                    <a:spcBef>
                      <a:spcPct val="20000"/>
                    </a:spcBef>
                    <a:spcAft>
                      <a:spcPct val="0"/>
                    </a:spcAft>
                    <a:buChar char="»"/>
                    <a:defRPr sz="2000">
                      <a:solidFill>
                        <a:srgbClr val="666699"/>
                      </a:solidFill>
                      <a:latin typeface="+mn-lt"/>
                      <a:ea typeface="+mn-ea"/>
                    </a:defRPr>
                  </a:lvl5pPr>
                </a:lstStyle>
                <a:p>
                  <a:pPr marL="0" lvl="0" indent="0" eaLnBrk="1" hangingPunct="1">
                    <a:spcBef>
                      <a:spcPct val="0"/>
                    </a:spcBef>
                    <a:buNone/>
                  </a:pPr>
                  <a:endParaRPr lang="zh-CN" altLang="en-US" sz="2400" dirty="0">
                    <a:solidFill>
                      <a:schemeClr val="tx1"/>
                    </a:solidFill>
                  </a:endParaRPr>
                </a:p>
              </p:txBody>
            </p:sp>
          </p:grpSp>
          <p:grpSp>
            <p:nvGrpSpPr>
              <p:cNvPr id="70683" name="Group 56"/>
              <p:cNvGrpSpPr/>
              <p:nvPr/>
            </p:nvGrpSpPr>
            <p:grpSpPr>
              <a:xfrm>
                <a:off x="0" y="844"/>
                <a:ext cx="846" cy="422"/>
                <a:chOff x="0" y="0"/>
                <a:chExt cx="846" cy="422"/>
              </a:xfrm>
            </p:grpSpPr>
            <p:sp>
              <p:nvSpPr>
                <p:cNvPr id="70717" name="Rectangle 57"/>
                <p:cNvSpPr/>
                <p:nvPr/>
              </p:nvSpPr>
              <p:spPr>
                <a:xfrm>
                  <a:off x="43" y="0"/>
                  <a:ext cx="760" cy="422"/>
                </a:xfrm>
                <a:prstGeom prst="rect">
                  <a:avLst/>
                </a:prstGeom>
                <a:noFill/>
                <a:ln w="9525">
                  <a:noFill/>
                </a:ln>
              </p:spPr>
              <p:txBody>
                <a:bodyPr/>
                <a:lstStyle>
                  <a:lvl1pPr marL="342900" indent="-342900" algn="l" rtl="0" eaLnBrk="0" fontAlgn="base" hangingPunct="0">
                    <a:spcBef>
                      <a:spcPct val="20000"/>
                    </a:spcBef>
                    <a:spcAft>
                      <a:spcPct val="0"/>
                    </a:spcAft>
                    <a:buChar char="•"/>
                    <a:defRPr sz="3200">
                      <a:solidFill>
                        <a:srgbClr val="666699"/>
                      </a:solidFill>
                      <a:latin typeface="+mn-lt"/>
                      <a:ea typeface="+mn-ea"/>
                      <a:cs typeface="+mn-cs"/>
                    </a:defRPr>
                  </a:lvl1pPr>
                  <a:lvl2pPr marL="742950" indent="-285750" algn="l" rtl="0" eaLnBrk="0" fontAlgn="base" hangingPunct="0">
                    <a:spcBef>
                      <a:spcPct val="20000"/>
                    </a:spcBef>
                    <a:spcAft>
                      <a:spcPct val="0"/>
                    </a:spcAft>
                    <a:buChar char="–"/>
                    <a:defRPr sz="2800">
                      <a:solidFill>
                        <a:srgbClr val="666699"/>
                      </a:solidFill>
                      <a:latin typeface="+mn-lt"/>
                      <a:ea typeface="+mn-ea"/>
                    </a:defRPr>
                  </a:lvl2pPr>
                  <a:lvl3pPr marL="1143000" indent="-228600" algn="l" rtl="0" eaLnBrk="0" fontAlgn="base" hangingPunct="0">
                    <a:spcBef>
                      <a:spcPct val="20000"/>
                    </a:spcBef>
                    <a:spcAft>
                      <a:spcPct val="0"/>
                    </a:spcAft>
                    <a:buChar char="•"/>
                    <a:defRPr sz="2400">
                      <a:solidFill>
                        <a:srgbClr val="666699"/>
                      </a:solidFill>
                      <a:latin typeface="+mn-lt"/>
                      <a:ea typeface="+mn-ea"/>
                    </a:defRPr>
                  </a:lvl3pPr>
                  <a:lvl4pPr marL="1600200" indent="-228600" algn="l" rtl="0" eaLnBrk="0" fontAlgn="base" hangingPunct="0">
                    <a:spcBef>
                      <a:spcPct val="20000"/>
                    </a:spcBef>
                    <a:spcAft>
                      <a:spcPct val="0"/>
                    </a:spcAft>
                    <a:buChar char="–"/>
                    <a:defRPr sz="2000">
                      <a:solidFill>
                        <a:srgbClr val="666699"/>
                      </a:solidFill>
                      <a:latin typeface="+mn-lt"/>
                      <a:ea typeface="+mn-ea"/>
                    </a:defRPr>
                  </a:lvl4pPr>
                  <a:lvl5pPr marL="2057400" indent="-228600" algn="l" rtl="0" eaLnBrk="0" fontAlgn="base" hangingPunct="0">
                    <a:spcBef>
                      <a:spcPct val="20000"/>
                    </a:spcBef>
                    <a:spcAft>
                      <a:spcPct val="0"/>
                    </a:spcAft>
                    <a:buChar char="»"/>
                    <a:defRPr sz="2000">
                      <a:solidFill>
                        <a:srgbClr val="666699"/>
                      </a:solidFill>
                      <a:latin typeface="+mn-lt"/>
                      <a:ea typeface="+mn-ea"/>
                    </a:defRPr>
                  </a:lvl5pPr>
                </a:lstStyle>
                <a:p>
                  <a:pPr marL="0" lvl="0" indent="0" eaLnBrk="1" hangingPunct="1">
                    <a:spcBef>
                      <a:spcPct val="0"/>
                    </a:spcBef>
                    <a:buNone/>
                  </a:pPr>
                  <a:r>
                    <a:rPr lang="zh-CN" altLang="en-US" sz="1800" dirty="0">
                      <a:solidFill>
                        <a:schemeClr val="tx1"/>
                      </a:solidFill>
                      <a:ea typeface="楷体_GB2312" pitchFamily="1" charset="-122"/>
                    </a:rPr>
                    <a:t>   0   1</a:t>
                  </a:r>
                  <a:endParaRPr lang="zh-CN" altLang="en-US" sz="1800" dirty="0">
                    <a:solidFill>
                      <a:schemeClr val="tx1"/>
                    </a:solidFill>
                    <a:ea typeface="楷体_GB2312" pitchFamily="1" charset="-122"/>
                  </a:endParaRPr>
                </a:p>
              </p:txBody>
            </p:sp>
            <p:sp>
              <p:nvSpPr>
                <p:cNvPr id="70718" name="Rectangle 58"/>
                <p:cNvSpPr/>
                <p:nvPr/>
              </p:nvSpPr>
              <p:spPr>
                <a:xfrm>
                  <a:off x="0" y="0"/>
                  <a:ext cx="846" cy="422"/>
                </a:xfrm>
                <a:prstGeom prst="rect">
                  <a:avLst/>
                </a:prstGeom>
                <a:noFill/>
                <a:ln w="7" cap="flat" cmpd="sng">
                  <a:solidFill>
                    <a:srgbClr val="A0A0A0"/>
                  </a:solidFill>
                  <a:prstDash val="solid"/>
                  <a:miter/>
                  <a:headEnd type="none" w="med" len="med"/>
                  <a:tailEnd type="none" w="med" len="med"/>
                </a:ln>
              </p:spPr>
              <p:txBody>
                <a:bodyPr wrap="none"/>
                <a:lstStyle>
                  <a:lvl1pPr marL="342900" indent="-342900" algn="l" rtl="0" eaLnBrk="0" fontAlgn="base" hangingPunct="0">
                    <a:spcBef>
                      <a:spcPct val="20000"/>
                    </a:spcBef>
                    <a:spcAft>
                      <a:spcPct val="0"/>
                    </a:spcAft>
                    <a:buChar char="•"/>
                    <a:defRPr sz="3200">
                      <a:solidFill>
                        <a:srgbClr val="666699"/>
                      </a:solidFill>
                      <a:latin typeface="+mn-lt"/>
                      <a:ea typeface="+mn-ea"/>
                      <a:cs typeface="+mn-cs"/>
                    </a:defRPr>
                  </a:lvl1pPr>
                  <a:lvl2pPr marL="742950" indent="-285750" algn="l" rtl="0" eaLnBrk="0" fontAlgn="base" hangingPunct="0">
                    <a:spcBef>
                      <a:spcPct val="20000"/>
                    </a:spcBef>
                    <a:spcAft>
                      <a:spcPct val="0"/>
                    </a:spcAft>
                    <a:buChar char="–"/>
                    <a:defRPr sz="2800">
                      <a:solidFill>
                        <a:srgbClr val="666699"/>
                      </a:solidFill>
                      <a:latin typeface="+mn-lt"/>
                      <a:ea typeface="+mn-ea"/>
                    </a:defRPr>
                  </a:lvl2pPr>
                  <a:lvl3pPr marL="1143000" indent="-228600" algn="l" rtl="0" eaLnBrk="0" fontAlgn="base" hangingPunct="0">
                    <a:spcBef>
                      <a:spcPct val="20000"/>
                    </a:spcBef>
                    <a:spcAft>
                      <a:spcPct val="0"/>
                    </a:spcAft>
                    <a:buChar char="•"/>
                    <a:defRPr sz="2400">
                      <a:solidFill>
                        <a:srgbClr val="666699"/>
                      </a:solidFill>
                      <a:latin typeface="+mn-lt"/>
                      <a:ea typeface="+mn-ea"/>
                    </a:defRPr>
                  </a:lvl3pPr>
                  <a:lvl4pPr marL="1600200" indent="-228600" algn="l" rtl="0" eaLnBrk="0" fontAlgn="base" hangingPunct="0">
                    <a:spcBef>
                      <a:spcPct val="20000"/>
                    </a:spcBef>
                    <a:spcAft>
                      <a:spcPct val="0"/>
                    </a:spcAft>
                    <a:buChar char="–"/>
                    <a:defRPr sz="2000">
                      <a:solidFill>
                        <a:srgbClr val="666699"/>
                      </a:solidFill>
                      <a:latin typeface="+mn-lt"/>
                      <a:ea typeface="+mn-ea"/>
                    </a:defRPr>
                  </a:lvl4pPr>
                  <a:lvl5pPr marL="2057400" indent="-228600" algn="l" rtl="0" eaLnBrk="0" fontAlgn="base" hangingPunct="0">
                    <a:spcBef>
                      <a:spcPct val="20000"/>
                    </a:spcBef>
                    <a:spcAft>
                      <a:spcPct val="0"/>
                    </a:spcAft>
                    <a:buChar char="»"/>
                    <a:defRPr sz="2000">
                      <a:solidFill>
                        <a:srgbClr val="666699"/>
                      </a:solidFill>
                      <a:latin typeface="+mn-lt"/>
                      <a:ea typeface="+mn-ea"/>
                    </a:defRPr>
                  </a:lvl5pPr>
                </a:lstStyle>
                <a:p>
                  <a:pPr marL="0" lvl="0" indent="0" eaLnBrk="1" hangingPunct="1">
                    <a:spcBef>
                      <a:spcPct val="0"/>
                    </a:spcBef>
                    <a:buNone/>
                  </a:pPr>
                  <a:endParaRPr lang="zh-CN" altLang="en-US" sz="2400" dirty="0">
                    <a:solidFill>
                      <a:schemeClr val="tx1"/>
                    </a:solidFill>
                  </a:endParaRPr>
                </a:p>
              </p:txBody>
            </p:sp>
          </p:grpSp>
          <p:grpSp>
            <p:nvGrpSpPr>
              <p:cNvPr id="70684" name="Group 59"/>
              <p:cNvGrpSpPr/>
              <p:nvPr/>
            </p:nvGrpSpPr>
            <p:grpSpPr>
              <a:xfrm>
                <a:off x="846" y="844"/>
                <a:ext cx="937" cy="422"/>
                <a:chOff x="0" y="0"/>
                <a:chExt cx="937" cy="422"/>
              </a:xfrm>
            </p:grpSpPr>
            <p:sp>
              <p:nvSpPr>
                <p:cNvPr id="70715" name="Rectangle 60"/>
                <p:cNvSpPr/>
                <p:nvPr/>
              </p:nvSpPr>
              <p:spPr>
                <a:xfrm>
                  <a:off x="43" y="0"/>
                  <a:ext cx="851" cy="422"/>
                </a:xfrm>
                <a:prstGeom prst="rect">
                  <a:avLst/>
                </a:prstGeom>
                <a:noFill/>
                <a:ln w="9525">
                  <a:noFill/>
                </a:ln>
              </p:spPr>
              <p:txBody>
                <a:bodyPr/>
                <a:lstStyle>
                  <a:lvl1pPr marL="342900" indent="-342900" algn="l" rtl="0" eaLnBrk="0" fontAlgn="base" hangingPunct="0">
                    <a:spcBef>
                      <a:spcPct val="20000"/>
                    </a:spcBef>
                    <a:spcAft>
                      <a:spcPct val="0"/>
                    </a:spcAft>
                    <a:buChar char="•"/>
                    <a:defRPr sz="3200">
                      <a:solidFill>
                        <a:srgbClr val="666699"/>
                      </a:solidFill>
                      <a:latin typeface="+mn-lt"/>
                      <a:ea typeface="+mn-ea"/>
                      <a:cs typeface="+mn-cs"/>
                    </a:defRPr>
                  </a:lvl1pPr>
                  <a:lvl2pPr marL="742950" indent="-285750" algn="l" rtl="0" eaLnBrk="0" fontAlgn="base" hangingPunct="0">
                    <a:spcBef>
                      <a:spcPct val="20000"/>
                    </a:spcBef>
                    <a:spcAft>
                      <a:spcPct val="0"/>
                    </a:spcAft>
                    <a:buChar char="–"/>
                    <a:defRPr sz="2800">
                      <a:solidFill>
                        <a:srgbClr val="666699"/>
                      </a:solidFill>
                      <a:latin typeface="+mn-lt"/>
                      <a:ea typeface="+mn-ea"/>
                    </a:defRPr>
                  </a:lvl2pPr>
                  <a:lvl3pPr marL="1143000" indent="-228600" algn="l" rtl="0" eaLnBrk="0" fontAlgn="base" hangingPunct="0">
                    <a:spcBef>
                      <a:spcPct val="20000"/>
                    </a:spcBef>
                    <a:spcAft>
                      <a:spcPct val="0"/>
                    </a:spcAft>
                    <a:buChar char="•"/>
                    <a:defRPr sz="2400">
                      <a:solidFill>
                        <a:srgbClr val="666699"/>
                      </a:solidFill>
                      <a:latin typeface="+mn-lt"/>
                      <a:ea typeface="+mn-ea"/>
                    </a:defRPr>
                  </a:lvl3pPr>
                  <a:lvl4pPr marL="1600200" indent="-228600" algn="l" rtl="0" eaLnBrk="0" fontAlgn="base" hangingPunct="0">
                    <a:spcBef>
                      <a:spcPct val="20000"/>
                    </a:spcBef>
                    <a:spcAft>
                      <a:spcPct val="0"/>
                    </a:spcAft>
                    <a:buChar char="–"/>
                    <a:defRPr sz="2000">
                      <a:solidFill>
                        <a:srgbClr val="666699"/>
                      </a:solidFill>
                      <a:latin typeface="+mn-lt"/>
                      <a:ea typeface="+mn-ea"/>
                    </a:defRPr>
                  </a:lvl4pPr>
                  <a:lvl5pPr marL="2057400" indent="-228600" algn="l" rtl="0" eaLnBrk="0" fontAlgn="base" hangingPunct="0">
                    <a:spcBef>
                      <a:spcPct val="20000"/>
                    </a:spcBef>
                    <a:spcAft>
                      <a:spcPct val="0"/>
                    </a:spcAft>
                    <a:buChar char="»"/>
                    <a:defRPr sz="2000">
                      <a:solidFill>
                        <a:srgbClr val="666699"/>
                      </a:solidFill>
                      <a:latin typeface="+mn-lt"/>
                      <a:ea typeface="+mn-ea"/>
                    </a:defRPr>
                  </a:lvl5pPr>
                </a:lstStyle>
                <a:p>
                  <a:pPr marL="0" lvl="0" indent="0" eaLnBrk="1" hangingPunct="1">
                    <a:spcBef>
                      <a:spcPct val="0"/>
                    </a:spcBef>
                    <a:buNone/>
                  </a:pPr>
                  <a:r>
                    <a:rPr lang="zh-CN" altLang="en-US" sz="1600" dirty="0">
                      <a:solidFill>
                        <a:schemeClr val="tx1"/>
                      </a:solidFill>
                      <a:ea typeface="楷体_GB2312" pitchFamily="1" charset="-122"/>
                    </a:rPr>
                    <a:t>    </a:t>
                  </a:r>
                  <a:r>
                    <a:rPr lang="zh-CN" altLang="en-US" sz="1800" dirty="0">
                      <a:solidFill>
                        <a:schemeClr val="tx1"/>
                      </a:solidFill>
                      <a:ea typeface="楷体_GB2312" pitchFamily="1" charset="-122"/>
                    </a:rPr>
                    <a:t>AiBi</a:t>
                  </a:r>
                  <a:endParaRPr lang="zh-CN" altLang="en-US" sz="1800" dirty="0">
                    <a:solidFill>
                      <a:schemeClr val="tx1"/>
                    </a:solidFill>
                    <a:ea typeface="楷体_GB2312" pitchFamily="1" charset="-122"/>
                  </a:endParaRPr>
                </a:p>
              </p:txBody>
            </p:sp>
            <p:sp>
              <p:nvSpPr>
                <p:cNvPr id="70716" name="Rectangle 61"/>
                <p:cNvSpPr/>
                <p:nvPr/>
              </p:nvSpPr>
              <p:spPr>
                <a:xfrm>
                  <a:off x="0" y="0"/>
                  <a:ext cx="937" cy="422"/>
                </a:xfrm>
                <a:prstGeom prst="rect">
                  <a:avLst/>
                </a:prstGeom>
                <a:noFill/>
                <a:ln w="7" cap="flat" cmpd="sng">
                  <a:solidFill>
                    <a:srgbClr val="A0A0A0"/>
                  </a:solidFill>
                  <a:prstDash val="solid"/>
                  <a:miter/>
                  <a:headEnd type="none" w="med" len="med"/>
                  <a:tailEnd type="none" w="med" len="med"/>
                </a:ln>
              </p:spPr>
              <p:txBody>
                <a:bodyPr wrap="none"/>
                <a:lstStyle>
                  <a:lvl1pPr marL="342900" indent="-342900" algn="l" rtl="0" eaLnBrk="0" fontAlgn="base" hangingPunct="0">
                    <a:spcBef>
                      <a:spcPct val="20000"/>
                    </a:spcBef>
                    <a:spcAft>
                      <a:spcPct val="0"/>
                    </a:spcAft>
                    <a:buChar char="•"/>
                    <a:defRPr sz="3200">
                      <a:solidFill>
                        <a:srgbClr val="666699"/>
                      </a:solidFill>
                      <a:latin typeface="+mn-lt"/>
                      <a:ea typeface="+mn-ea"/>
                      <a:cs typeface="+mn-cs"/>
                    </a:defRPr>
                  </a:lvl1pPr>
                  <a:lvl2pPr marL="742950" indent="-285750" algn="l" rtl="0" eaLnBrk="0" fontAlgn="base" hangingPunct="0">
                    <a:spcBef>
                      <a:spcPct val="20000"/>
                    </a:spcBef>
                    <a:spcAft>
                      <a:spcPct val="0"/>
                    </a:spcAft>
                    <a:buChar char="–"/>
                    <a:defRPr sz="2800">
                      <a:solidFill>
                        <a:srgbClr val="666699"/>
                      </a:solidFill>
                      <a:latin typeface="+mn-lt"/>
                      <a:ea typeface="+mn-ea"/>
                    </a:defRPr>
                  </a:lvl2pPr>
                  <a:lvl3pPr marL="1143000" indent="-228600" algn="l" rtl="0" eaLnBrk="0" fontAlgn="base" hangingPunct="0">
                    <a:spcBef>
                      <a:spcPct val="20000"/>
                    </a:spcBef>
                    <a:spcAft>
                      <a:spcPct val="0"/>
                    </a:spcAft>
                    <a:buChar char="•"/>
                    <a:defRPr sz="2400">
                      <a:solidFill>
                        <a:srgbClr val="666699"/>
                      </a:solidFill>
                      <a:latin typeface="+mn-lt"/>
                      <a:ea typeface="+mn-ea"/>
                    </a:defRPr>
                  </a:lvl3pPr>
                  <a:lvl4pPr marL="1600200" indent="-228600" algn="l" rtl="0" eaLnBrk="0" fontAlgn="base" hangingPunct="0">
                    <a:spcBef>
                      <a:spcPct val="20000"/>
                    </a:spcBef>
                    <a:spcAft>
                      <a:spcPct val="0"/>
                    </a:spcAft>
                    <a:buChar char="–"/>
                    <a:defRPr sz="2000">
                      <a:solidFill>
                        <a:srgbClr val="666699"/>
                      </a:solidFill>
                      <a:latin typeface="+mn-lt"/>
                      <a:ea typeface="+mn-ea"/>
                    </a:defRPr>
                  </a:lvl4pPr>
                  <a:lvl5pPr marL="2057400" indent="-228600" algn="l" rtl="0" eaLnBrk="0" fontAlgn="base" hangingPunct="0">
                    <a:spcBef>
                      <a:spcPct val="20000"/>
                    </a:spcBef>
                    <a:spcAft>
                      <a:spcPct val="0"/>
                    </a:spcAft>
                    <a:buChar char="»"/>
                    <a:defRPr sz="2000">
                      <a:solidFill>
                        <a:srgbClr val="666699"/>
                      </a:solidFill>
                      <a:latin typeface="+mn-lt"/>
                      <a:ea typeface="+mn-ea"/>
                    </a:defRPr>
                  </a:lvl5pPr>
                </a:lstStyle>
                <a:p>
                  <a:pPr marL="0" lvl="0" indent="0" eaLnBrk="1" hangingPunct="1">
                    <a:spcBef>
                      <a:spcPct val="0"/>
                    </a:spcBef>
                    <a:buNone/>
                  </a:pPr>
                  <a:endParaRPr lang="zh-CN" altLang="en-US" sz="2400" dirty="0">
                    <a:solidFill>
                      <a:schemeClr val="tx1"/>
                    </a:solidFill>
                  </a:endParaRPr>
                </a:p>
              </p:txBody>
            </p:sp>
          </p:grpSp>
          <p:grpSp>
            <p:nvGrpSpPr>
              <p:cNvPr id="70685" name="Group 62"/>
              <p:cNvGrpSpPr/>
              <p:nvPr/>
            </p:nvGrpSpPr>
            <p:grpSpPr>
              <a:xfrm>
                <a:off x="1783" y="844"/>
                <a:ext cx="1116" cy="422"/>
                <a:chOff x="0" y="0"/>
                <a:chExt cx="1116" cy="422"/>
              </a:xfrm>
            </p:grpSpPr>
            <p:sp>
              <p:nvSpPr>
                <p:cNvPr id="70713" name="Rectangle 63"/>
                <p:cNvSpPr/>
                <p:nvPr/>
              </p:nvSpPr>
              <p:spPr>
                <a:xfrm>
                  <a:off x="43" y="0"/>
                  <a:ext cx="1030" cy="422"/>
                </a:xfrm>
                <a:prstGeom prst="rect">
                  <a:avLst/>
                </a:prstGeom>
                <a:noFill/>
                <a:ln w="9525">
                  <a:noFill/>
                </a:ln>
              </p:spPr>
              <p:txBody>
                <a:bodyPr/>
                <a:lstStyle>
                  <a:lvl1pPr marL="342900" indent="-342900" algn="l" rtl="0" eaLnBrk="0" fontAlgn="base" hangingPunct="0">
                    <a:spcBef>
                      <a:spcPct val="20000"/>
                    </a:spcBef>
                    <a:spcAft>
                      <a:spcPct val="0"/>
                    </a:spcAft>
                    <a:buChar char="•"/>
                    <a:defRPr sz="3200">
                      <a:solidFill>
                        <a:srgbClr val="666699"/>
                      </a:solidFill>
                      <a:latin typeface="+mn-lt"/>
                      <a:ea typeface="+mn-ea"/>
                      <a:cs typeface="+mn-cs"/>
                    </a:defRPr>
                  </a:lvl1pPr>
                  <a:lvl2pPr marL="742950" indent="-285750" algn="l" rtl="0" eaLnBrk="0" fontAlgn="base" hangingPunct="0">
                    <a:spcBef>
                      <a:spcPct val="20000"/>
                    </a:spcBef>
                    <a:spcAft>
                      <a:spcPct val="0"/>
                    </a:spcAft>
                    <a:buChar char="–"/>
                    <a:defRPr sz="2800">
                      <a:solidFill>
                        <a:srgbClr val="666699"/>
                      </a:solidFill>
                      <a:latin typeface="+mn-lt"/>
                      <a:ea typeface="+mn-ea"/>
                    </a:defRPr>
                  </a:lvl2pPr>
                  <a:lvl3pPr marL="1143000" indent="-228600" algn="l" rtl="0" eaLnBrk="0" fontAlgn="base" hangingPunct="0">
                    <a:spcBef>
                      <a:spcPct val="20000"/>
                    </a:spcBef>
                    <a:spcAft>
                      <a:spcPct val="0"/>
                    </a:spcAft>
                    <a:buChar char="•"/>
                    <a:defRPr sz="2400">
                      <a:solidFill>
                        <a:srgbClr val="666699"/>
                      </a:solidFill>
                      <a:latin typeface="+mn-lt"/>
                      <a:ea typeface="+mn-ea"/>
                    </a:defRPr>
                  </a:lvl3pPr>
                  <a:lvl4pPr marL="1600200" indent="-228600" algn="l" rtl="0" eaLnBrk="0" fontAlgn="base" hangingPunct="0">
                    <a:spcBef>
                      <a:spcPct val="20000"/>
                    </a:spcBef>
                    <a:spcAft>
                      <a:spcPct val="0"/>
                    </a:spcAft>
                    <a:buChar char="–"/>
                    <a:defRPr sz="2000">
                      <a:solidFill>
                        <a:srgbClr val="666699"/>
                      </a:solidFill>
                      <a:latin typeface="+mn-lt"/>
                      <a:ea typeface="+mn-ea"/>
                    </a:defRPr>
                  </a:lvl4pPr>
                  <a:lvl5pPr marL="2057400" indent="-228600" algn="l" rtl="0" eaLnBrk="0" fontAlgn="base" hangingPunct="0">
                    <a:spcBef>
                      <a:spcPct val="20000"/>
                    </a:spcBef>
                    <a:spcAft>
                      <a:spcPct val="0"/>
                    </a:spcAft>
                    <a:buChar char="»"/>
                    <a:defRPr sz="2000">
                      <a:solidFill>
                        <a:srgbClr val="666699"/>
                      </a:solidFill>
                      <a:latin typeface="+mn-lt"/>
                      <a:ea typeface="+mn-ea"/>
                    </a:defRPr>
                  </a:lvl5pPr>
                </a:lstStyle>
                <a:p>
                  <a:pPr marL="0" lvl="0" indent="0" eaLnBrk="1" hangingPunct="1">
                    <a:spcBef>
                      <a:spcPct val="0"/>
                    </a:spcBef>
                    <a:buNone/>
                  </a:pPr>
                  <a:r>
                    <a:rPr lang="zh-CN" altLang="en-US" sz="1800" dirty="0">
                      <a:solidFill>
                        <a:schemeClr val="tx1"/>
                      </a:solidFill>
                      <a:ea typeface="楷体_GB2312" pitchFamily="1" charset="-122"/>
                    </a:rPr>
                    <a:t>     0   1</a:t>
                  </a:r>
                  <a:endParaRPr lang="zh-CN" altLang="en-US" sz="1800" dirty="0">
                    <a:solidFill>
                      <a:schemeClr val="tx1"/>
                    </a:solidFill>
                    <a:ea typeface="楷体_GB2312" pitchFamily="1" charset="-122"/>
                  </a:endParaRPr>
                </a:p>
              </p:txBody>
            </p:sp>
            <p:sp>
              <p:nvSpPr>
                <p:cNvPr id="70714" name="Rectangle 64"/>
                <p:cNvSpPr/>
                <p:nvPr/>
              </p:nvSpPr>
              <p:spPr>
                <a:xfrm>
                  <a:off x="0" y="0"/>
                  <a:ext cx="1116" cy="422"/>
                </a:xfrm>
                <a:prstGeom prst="rect">
                  <a:avLst/>
                </a:prstGeom>
                <a:noFill/>
                <a:ln w="7" cap="flat" cmpd="sng">
                  <a:solidFill>
                    <a:srgbClr val="A0A0A0"/>
                  </a:solidFill>
                  <a:prstDash val="solid"/>
                  <a:miter/>
                  <a:headEnd type="none" w="med" len="med"/>
                  <a:tailEnd type="none" w="med" len="med"/>
                </a:ln>
              </p:spPr>
              <p:txBody>
                <a:bodyPr wrap="none"/>
                <a:lstStyle>
                  <a:lvl1pPr marL="342900" indent="-342900" algn="l" rtl="0" eaLnBrk="0" fontAlgn="base" hangingPunct="0">
                    <a:spcBef>
                      <a:spcPct val="20000"/>
                    </a:spcBef>
                    <a:spcAft>
                      <a:spcPct val="0"/>
                    </a:spcAft>
                    <a:buChar char="•"/>
                    <a:defRPr sz="3200">
                      <a:solidFill>
                        <a:srgbClr val="666699"/>
                      </a:solidFill>
                      <a:latin typeface="+mn-lt"/>
                      <a:ea typeface="+mn-ea"/>
                      <a:cs typeface="+mn-cs"/>
                    </a:defRPr>
                  </a:lvl1pPr>
                  <a:lvl2pPr marL="742950" indent="-285750" algn="l" rtl="0" eaLnBrk="0" fontAlgn="base" hangingPunct="0">
                    <a:spcBef>
                      <a:spcPct val="20000"/>
                    </a:spcBef>
                    <a:spcAft>
                      <a:spcPct val="0"/>
                    </a:spcAft>
                    <a:buChar char="–"/>
                    <a:defRPr sz="2800">
                      <a:solidFill>
                        <a:srgbClr val="666699"/>
                      </a:solidFill>
                      <a:latin typeface="+mn-lt"/>
                      <a:ea typeface="+mn-ea"/>
                    </a:defRPr>
                  </a:lvl2pPr>
                  <a:lvl3pPr marL="1143000" indent="-228600" algn="l" rtl="0" eaLnBrk="0" fontAlgn="base" hangingPunct="0">
                    <a:spcBef>
                      <a:spcPct val="20000"/>
                    </a:spcBef>
                    <a:spcAft>
                      <a:spcPct val="0"/>
                    </a:spcAft>
                    <a:buChar char="•"/>
                    <a:defRPr sz="2400">
                      <a:solidFill>
                        <a:srgbClr val="666699"/>
                      </a:solidFill>
                      <a:latin typeface="+mn-lt"/>
                      <a:ea typeface="+mn-ea"/>
                    </a:defRPr>
                  </a:lvl3pPr>
                  <a:lvl4pPr marL="1600200" indent="-228600" algn="l" rtl="0" eaLnBrk="0" fontAlgn="base" hangingPunct="0">
                    <a:spcBef>
                      <a:spcPct val="20000"/>
                    </a:spcBef>
                    <a:spcAft>
                      <a:spcPct val="0"/>
                    </a:spcAft>
                    <a:buChar char="–"/>
                    <a:defRPr sz="2000">
                      <a:solidFill>
                        <a:srgbClr val="666699"/>
                      </a:solidFill>
                      <a:latin typeface="+mn-lt"/>
                      <a:ea typeface="+mn-ea"/>
                    </a:defRPr>
                  </a:lvl4pPr>
                  <a:lvl5pPr marL="2057400" indent="-228600" algn="l" rtl="0" eaLnBrk="0" fontAlgn="base" hangingPunct="0">
                    <a:spcBef>
                      <a:spcPct val="20000"/>
                    </a:spcBef>
                    <a:spcAft>
                      <a:spcPct val="0"/>
                    </a:spcAft>
                    <a:buChar char="»"/>
                    <a:defRPr sz="2000">
                      <a:solidFill>
                        <a:srgbClr val="666699"/>
                      </a:solidFill>
                      <a:latin typeface="+mn-lt"/>
                      <a:ea typeface="+mn-ea"/>
                    </a:defRPr>
                  </a:lvl5pPr>
                </a:lstStyle>
                <a:p>
                  <a:pPr marL="0" lvl="0" indent="0" eaLnBrk="1" hangingPunct="1">
                    <a:spcBef>
                      <a:spcPct val="0"/>
                    </a:spcBef>
                    <a:buNone/>
                  </a:pPr>
                  <a:endParaRPr lang="zh-CN" altLang="en-US" sz="2400" dirty="0">
                    <a:solidFill>
                      <a:schemeClr val="tx1"/>
                    </a:solidFill>
                  </a:endParaRPr>
                </a:p>
              </p:txBody>
            </p:sp>
          </p:grpSp>
          <p:grpSp>
            <p:nvGrpSpPr>
              <p:cNvPr id="70686" name="Group 65"/>
              <p:cNvGrpSpPr/>
              <p:nvPr/>
            </p:nvGrpSpPr>
            <p:grpSpPr>
              <a:xfrm>
                <a:off x="2899" y="844"/>
                <a:ext cx="1116" cy="422"/>
                <a:chOff x="0" y="0"/>
                <a:chExt cx="1116" cy="422"/>
              </a:xfrm>
            </p:grpSpPr>
            <p:sp>
              <p:nvSpPr>
                <p:cNvPr id="70711" name="Rectangle 66"/>
                <p:cNvSpPr/>
                <p:nvPr/>
              </p:nvSpPr>
              <p:spPr>
                <a:xfrm>
                  <a:off x="43" y="0"/>
                  <a:ext cx="1030" cy="422"/>
                </a:xfrm>
                <a:prstGeom prst="rect">
                  <a:avLst/>
                </a:prstGeom>
                <a:noFill/>
                <a:ln w="9525">
                  <a:noFill/>
                </a:ln>
              </p:spPr>
              <p:txBody>
                <a:bodyPr/>
                <a:lstStyle>
                  <a:lvl1pPr marL="342900" indent="-342900" algn="l" rtl="0" eaLnBrk="0" fontAlgn="base" hangingPunct="0">
                    <a:spcBef>
                      <a:spcPct val="20000"/>
                    </a:spcBef>
                    <a:spcAft>
                      <a:spcPct val="0"/>
                    </a:spcAft>
                    <a:buChar char="•"/>
                    <a:defRPr sz="3200">
                      <a:solidFill>
                        <a:srgbClr val="666699"/>
                      </a:solidFill>
                      <a:latin typeface="+mn-lt"/>
                      <a:ea typeface="+mn-ea"/>
                      <a:cs typeface="+mn-cs"/>
                    </a:defRPr>
                  </a:lvl1pPr>
                  <a:lvl2pPr marL="742950" indent="-285750" algn="l" rtl="0" eaLnBrk="0" fontAlgn="base" hangingPunct="0">
                    <a:spcBef>
                      <a:spcPct val="20000"/>
                    </a:spcBef>
                    <a:spcAft>
                      <a:spcPct val="0"/>
                    </a:spcAft>
                    <a:buChar char="–"/>
                    <a:defRPr sz="2800">
                      <a:solidFill>
                        <a:srgbClr val="666699"/>
                      </a:solidFill>
                      <a:latin typeface="+mn-lt"/>
                      <a:ea typeface="+mn-ea"/>
                    </a:defRPr>
                  </a:lvl2pPr>
                  <a:lvl3pPr marL="1143000" indent="-228600" algn="l" rtl="0" eaLnBrk="0" fontAlgn="base" hangingPunct="0">
                    <a:spcBef>
                      <a:spcPct val="20000"/>
                    </a:spcBef>
                    <a:spcAft>
                      <a:spcPct val="0"/>
                    </a:spcAft>
                    <a:buChar char="•"/>
                    <a:defRPr sz="2400">
                      <a:solidFill>
                        <a:srgbClr val="666699"/>
                      </a:solidFill>
                      <a:latin typeface="+mn-lt"/>
                      <a:ea typeface="+mn-ea"/>
                    </a:defRPr>
                  </a:lvl3pPr>
                  <a:lvl4pPr marL="1600200" indent="-228600" algn="l" rtl="0" eaLnBrk="0" fontAlgn="base" hangingPunct="0">
                    <a:spcBef>
                      <a:spcPct val="20000"/>
                    </a:spcBef>
                    <a:spcAft>
                      <a:spcPct val="0"/>
                    </a:spcAft>
                    <a:buChar char="–"/>
                    <a:defRPr sz="2000">
                      <a:solidFill>
                        <a:srgbClr val="666699"/>
                      </a:solidFill>
                      <a:latin typeface="+mn-lt"/>
                      <a:ea typeface="+mn-ea"/>
                    </a:defRPr>
                  </a:lvl4pPr>
                  <a:lvl5pPr marL="2057400" indent="-228600" algn="l" rtl="0" eaLnBrk="0" fontAlgn="base" hangingPunct="0">
                    <a:spcBef>
                      <a:spcPct val="20000"/>
                    </a:spcBef>
                    <a:spcAft>
                      <a:spcPct val="0"/>
                    </a:spcAft>
                    <a:buChar char="»"/>
                    <a:defRPr sz="2000">
                      <a:solidFill>
                        <a:srgbClr val="666699"/>
                      </a:solidFill>
                      <a:latin typeface="+mn-lt"/>
                      <a:ea typeface="+mn-ea"/>
                    </a:defRPr>
                  </a:lvl5pPr>
                </a:lstStyle>
                <a:p>
                  <a:pPr marL="0" lvl="0" indent="0" eaLnBrk="1" hangingPunct="1">
                    <a:spcBef>
                      <a:spcPct val="0"/>
                    </a:spcBef>
                    <a:buNone/>
                  </a:pPr>
                  <a:r>
                    <a:rPr lang="zh-CN" altLang="en-US" sz="1800" dirty="0">
                      <a:solidFill>
                        <a:schemeClr val="tx1"/>
                      </a:solidFill>
                      <a:ea typeface="楷体_GB2312" pitchFamily="1" charset="-122"/>
                    </a:rPr>
                    <a:t>     Ai+Bi</a:t>
                  </a:r>
                  <a:endParaRPr lang="zh-CN" altLang="en-US" sz="1800" dirty="0">
                    <a:solidFill>
                      <a:schemeClr val="tx1"/>
                    </a:solidFill>
                    <a:ea typeface="楷体_GB2312" pitchFamily="1" charset="-122"/>
                  </a:endParaRPr>
                </a:p>
              </p:txBody>
            </p:sp>
            <p:sp>
              <p:nvSpPr>
                <p:cNvPr id="70712" name="Rectangle 67"/>
                <p:cNvSpPr/>
                <p:nvPr/>
              </p:nvSpPr>
              <p:spPr>
                <a:xfrm>
                  <a:off x="0" y="0"/>
                  <a:ext cx="1116" cy="422"/>
                </a:xfrm>
                <a:prstGeom prst="rect">
                  <a:avLst/>
                </a:prstGeom>
                <a:noFill/>
                <a:ln w="7" cap="flat" cmpd="sng">
                  <a:solidFill>
                    <a:srgbClr val="A0A0A0"/>
                  </a:solidFill>
                  <a:prstDash val="solid"/>
                  <a:miter/>
                  <a:headEnd type="none" w="med" len="med"/>
                  <a:tailEnd type="none" w="med" len="med"/>
                </a:ln>
              </p:spPr>
              <p:txBody>
                <a:bodyPr wrap="none"/>
                <a:lstStyle>
                  <a:lvl1pPr marL="342900" indent="-342900" algn="l" rtl="0" eaLnBrk="0" fontAlgn="base" hangingPunct="0">
                    <a:spcBef>
                      <a:spcPct val="20000"/>
                    </a:spcBef>
                    <a:spcAft>
                      <a:spcPct val="0"/>
                    </a:spcAft>
                    <a:buChar char="•"/>
                    <a:defRPr sz="3200">
                      <a:solidFill>
                        <a:srgbClr val="666699"/>
                      </a:solidFill>
                      <a:latin typeface="+mn-lt"/>
                      <a:ea typeface="+mn-ea"/>
                      <a:cs typeface="+mn-cs"/>
                    </a:defRPr>
                  </a:lvl1pPr>
                  <a:lvl2pPr marL="742950" indent="-285750" algn="l" rtl="0" eaLnBrk="0" fontAlgn="base" hangingPunct="0">
                    <a:spcBef>
                      <a:spcPct val="20000"/>
                    </a:spcBef>
                    <a:spcAft>
                      <a:spcPct val="0"/>
                    </a:spcAft>
                    <a:buChar char="–"/>
                    <a:defRPr sz="2800">
                      <a:solidFill>
                        <a:srgbClr val="666699"/>
                      </a:solidFill>
                      <a:latin typeface="+mn-lt"/>
                      <a:ea typeface="+mn-ea"/>
                    </a:defRPr>
                  </a:lvl2pPr>
                  <a:lvl3pPr marL="1143000" indent="-228600" algn="l" rtl="0" eaLnBrk="0" fontAlgn="base" hangingPunct="0">
                    <a:spcBef>
                      <a:spcPct val="20000"/>
                    </a:spcBef>
                    <a:spcAft>
                      <a:spcPct val="0"/>
                    </a:spcAft>
                    <a:buChar char="•"/>
                    <a:defRPr sz="2400">
                      <a:solidFill>
                        <a:srgbClr val="666699"/>
                      </a:solidFill>
                      <a:latin typeface="+mn-lt"/>
                      <a:ea typeface="+mn-ea"/>
                    </a:defRPr>
                  </a:lvl3pPr>
                  <a:lvl4pPr marL="1600200" indent="-228600" algn="l" rtl="0" eaLnBrk="0" fontAlgn="base" hangingPunct="0">
                    <a:spcBef>
                      <a:spcPct val="20000"/>
                    </a:spcBef>
                    <a:spcAft>
                      <a:spcPct val="0"/>
                    </a:spcAft>
                    <a:buChar char="–"/>
                    <a:defRPr sz="2000">
                      <a:solidFill>
                        <a:srgbClr val="666699"/>
                      </a:solidFill>
                      <a:latin typeface="+mn-lt"/>
                      <a:ea typeface="+mn-ea"/>
                    </a:defRPr>
                  </a:lvl4pPr>
                  <a:lvl5pPr marL="2057400" indent="-228600" algn="l" rtl="0" eaLnBrk="0" fontAlgn="base" hangingPunct="0">
                    <a:spcBef>
                      <a:spcPct val="20000"/>
                    </a:spcBef>
                    <a:spcAft>
                      <a:spcPct val="0"/>
                    </a:spcAft>
                    <a:buChar char="»"/>
                    <a:defRPr sz="2000">
                      <a:solidFill>
                        <a:srgbClr val="666699"/>
                      </a:solidFill>
                      <a:latin typeface="+mn-lt"/>
                      <a:ea typeface="+mn-ea"/>
                    </a:defRPr>
                  </a:lvl5pPr>
                </a:lstStyle>
                <a:p>
                  <a:pPr marL="0" lvl="0" indent="0" eaLnBrk="1" hangingPunct="1">
                    <a:spcBef>
                      <a:spcPct val="0"/>
                    </a:spcBef>
                    <a:buNone/>
                  </a:pPr>
                  <a:endParaRPr lang="zh-CN" altLang="en-US" sz="2400" dirty="0">
                    <a:solidFill>
                      <a:schemeClr val="tx1"/>
                    </a:solidFill>
                  </a:endParaRPr>
                </a:p>
              </p:txBody>
            </p:sp>
          </p:grpSp>
          <p:grpSp>
            <p:nvGrpSpPr>
              <p:cNvPr id="70687" name="Group 68"/>
              <p:cNvGrpSpPr/>
              <p:nvPr/>
            </p:nvGrpSpPr>
            <p:grpSpPr>
              <a:xfrm>
                <a:off x="0" y="1266"/>
                <a:ext cx="846" cy="422"/>
                <a:chOff x="0" y="0"/>
                <a:chExt cx="846" cy="422"/>
              </a:xfrm>
            </p:grpSpPr>
            <p:sp>
              <p:nvSpPr>
                <p:cNvPr id="70709" name="Rectangle 69"/>
                <p:cNvSpPr/>
                <p:nvPr/>
              </p:nvSpPr>
              <p:spPr>
                <a:xfrm>
                  <a:off x="43" y="0"/>
                  <a:ext cx="760" cy="422"/>
                </a:xfrm>
                <a:prstGeom prst="rect">
                  <a:avLst/>
                </a:prstGeom>
                <a:noFill/>
                <a:ln w="9525">
                  <a:noFill/>
                </a:ln>
              </p:spPr>
              <p:txBody>
                <a:bodyPr/>
                <a:lstStyle>
                  <a:lvl1pPr marL="342900" indent="-342900" algn="l" rtl="0" eaLnBrk="0" fontAlgn="base" hangingPunct="0">
                    <a:spcBef>
                      <a:spcPct val="20000"/>
                    </a:spcBef>
                    <a:spcAft>
                      <a:spcPct val="0"/>
                    </a:spcAft>
                    <a:buChar char="•"/>
                    <a:defRPr sz="3200">
                      <a:solidFill>
                        <a:srgbClr val="666699"/>
                      </a:solidFill>
                      <a:latin typeface="+mn-lt"/>
                      <a:ea typeface="+mn-ea"/>
                      <a:cs typeface="+mn-cs"/>
                    </a:defRPr>
                  </a:lvl1pPr>
                  <a:lvl2pPr marL="742950" indent="-285750" algn="l" rtl="0" eaLnBrk="0" fontAlgn="base" hangingPunct="0">
                    <a:spcBef>
                      <a:spcPct val="20000"/>
                    </a:spcBef>
                    <a:spcAft>
                      <a:spcPct val="0"/>
                    </a:spcAft>
                    <a:buChar char="–"/>
                    <a:defRPr sz="2800">
                      <a:solidFill>
                        <a:srgbClr val="666699"/>
                      </a:solidFill>
                      <a:latin typeface="+mn-lt"/>
                      <a:ea typeface="+mn-ea"/>
                    </a:defRPr>
                  </a:lvl2pPr>
                  <a:lvl3pPr marL="1143000" indent="-228600" algn="l" rtl="0" eaLnBrk="0" fontAlgn="base" hangingPunct="0">
                    <a:spcBef>
                      <a:spcPct val="20000"/>
                    </a:spcBef>
                    <a:spcAft>
                      <a:spcPct val="0"/>
                    </a:spcAft>
                    <a:buChar char="•"/>
                    <a:defRPr sz="2400">
                      <a:solidFill>
                        <a:srgbClr val="666699"/>
                      </a:solidFill>
                      <a:latin typeface="+mn-lt"/>
                      <a:ea typeface="+mn-ea"/>
                    </a:defRPr>
                  </a:lvl3pPr>
                  <a:lvl4pPr marL="1600200" indent="-228600" algn="l" rtl="0" eaLnBrk="0" fontAlgn="base" hangingPunct="0">
                    <a:spcBef>
                      <a:spcPct val="20000"/>
                    </a:spcBef>
                    <a:spcAft>
                      <a:spcPct val="0"/>
                    </a:spcAft>
                    <a:buChar char="–"/>
                    <a:defRPr sz="2000">
                      <a:solidFill>
                        <a:srgbClr val="666699"/>
                      </a:solidFill>
                      <a:latin typeface="+mn-lt"/>
                      <a:ea typeface="+mn-ea"/>
                    </a:defRPr>
                  </a:lvl4pPr>
                  <a:lvl5pPr marL="2057400" indent="-228600" algn="l" rtl="0" eaLnBrk="0" fontAlgn="base" hangingPunct="0">
                    <a:spcBef>
                      <a:spcPct val="20000"/>
                    </a:spcBef>
                    <a:spcAft>
                      <a:spcPct val="0"/>
                    </a:spcAft>
                    <a:buChar char="»"/>
                    <a:defRPr sz="2000">
                      <a:solidFill>
                        <a:srgbClr val="666699"/>
                      </a:solidFill>
                      <a:latin typeface="+mn-lt"/>
                      <a:ea typeface="+mn-ea"/>
                    </a:defRPr>
                  </a:lvl5pPr>
                </a:lstStyle>
                <a:p>
                  <a:pPr marL="0" lvl="0" indent="0" eaLnBrk="1" hangingPunct="1">
                    <a:spcBef>
                      <a:spcPct val="0"/>
                    </a:spcBef>
                    <a:buNone/>
                  </a:pPr>
                  <a:r>
                    <a:rPr lang="zh-CN" altLang="en-US" sz="1800" dirty="0">
                      <a:solidFill>
                        <a:schemeClr val="tx1"/>
                      </a:solidFill>
                      <a:ea typeface="楷体_GB2312" pitchFamily="1" charset="-122"/>
                    </a:rPr>
                    <a:t>   1   0</a:t>
                  </a:r>
                  <a:endParaRPr lang="zh-CN" altLang="en-US" sz="1800" dirty="0">
                    <a:solidFill>
                      <a:schemeClr val="tx1"/>
                    </a:solidFill>
                    <a:ea typeface="楷体_GB2312" pitchFamily="1" charset="-122"/>
                  </a:endParaRPr>
                </a:p>
              </p:txBody>
            </p:sp>
            <p:sp>
              <p:nvSpPr>
                <p:cNvPr id="70710" name="Rectangle 70"/>
                <p:cNvSpPr/>
                <p:nvPr/>
              </p:nvSpPr>
              <p:spPr>
                <a:xfrm>
                  <a:off x="0" y="0"/>
                  <a:ext cx="846" cy="422"/>
                </a:xfrm>
                <a:prstGeom prst="rect">
                  <a:avLst/>
                </a:prstGeom>
                <a:noFill/>
                <a:ln w="7" cap="flat" cmpd="sng">
                  <a:solidFill>
                    <a:srgbClr val="A0A0A0"/>
                  </a:solidFill>
                  <a:prstDash val="solid"/>
                  <a:miter/>
                  <a:headEnd type="none" w="med" len="med"/>
                  <a:tailEnd type="none" w="med" len="med"/>
                </a:ln>
              </p:spPr>
              <p:txBody>
                <a:bodyPr wrap="none"/>
                <a:lstStyle>
                  <a:lvl1pPr marL="342900" indent="-342900" algn="l" rtl="0" eaLnBrk="0" fontAlgn="base" hangingPunct="0">
                    <a:spcBef>
                      <a:spcPct val="20000"/>
                    </a:spcBef>
                    <a:spcAft>
                      <a:spcPct val="0"/>
                    </a:spcAft>
                    <a:buChar char="•"/>
                    <a:defRPr sz="3200">
                      <a:solidFill>
                        <a:srgbClr val="666699"/>
                      </a:solidFill>
                      <a:latin typeface="+mn-lt"/>
                      <a:ea typeface="+mn-ea"/>
                      <a:cs typeface="+mn-cs"/>
                    </a:defRPr>
                  </a:lvl1pPr>
                  <a:lvl2pPr marL="742950" indent="-285750" algn="l" rtl="0" eaLnBrk="0" fontAlgn="base" hangingPunct="0">
                    <a:spcBef>
                      <a:spcPct val="20000"/>
                    </a:spcBef>
                    <a:spcAft>
                      <a:spcPct val="0"/>
                    </a:spcAft>
                    <a:buChar char="–"/>
                    <a:defRPr sz="2800">
                      <a:solidFill>
                        <a:srgbClr val="666699"/>
                      </a:solidFill>
                      <a:latin typeface="+mn-lt"/>
                      <a:ea typeface="+mn-ea"/>
                    </a:defRPr>
                  </a:lvl2pPr>
                  <a:lvl3pPr marL="1143000" indent="-228600" algn="l" rtl="0" eaLnBrk="0" fontAlgn="base" hangingPunct="0">
                    <a:spcBef>
                      <a:spcPct val="20000"/>
                    </a:spcBef>
                    <a:spcAft>
                      <a:spcPct val="0"/>
                    </a:spcAft>
                    <a:buChar char="•"/>
                    <a:defRPr sz="2400">
                      <a:solidFill>
                        <a:srgbClr val="666699"/>
                      </a:solidFill>
                      <a:latin typeface="+mn-lt"/>
                      <a:ea typeface="+mn-ea"/>
                    </a:defRPr>
                  </a:lvl3pPr>
                  <a:lvl4pPr marL="1600200" indent="-228600" algn="l" rtl="0" eaLnBrk="0" fontAlgn="base" hangingPunct="0">
                    <a:spcBef>
                      <a:spcPct val="20000"/>
                    </a:spcBef>
                    <a:spcAft>
                      <a:spcPct val="0"/>
                    </a:spcAft>
                    <a:buChar char="–"/>
                    <a:defRPr sz="2000">
                      <a:solidFill>
                        <a:srgbClr val="666699"/>
                      </a:solidFill>
                      <a:latin typeface="+mn-lt"/>
                      <a:ea typeface="+mn-ea"/>
                    </a:defRPr>
                  </a:lvl4pPr>
                  <a:lvl5pPr marL="2057400" indent="-228600" algn="l" rtl="0" eaLnBrk="0" fontAlgn="base" hangingPunct="0">
                    <a:spcBef>
                      <a:spcPct val="20000"/>
                    </a:spcBef>
                    <a:spcAft>
                      <a:spcPct val="0"/>
                    </a:spcAft>
                    <a:buChar char="»"/>
                    <a:defRPr sz="2000">
                      <a:solidFill>
                        <a:srgbClr val="666699"/>
                      </a:solidFill>
                      <a:latin typeface="+mn-lt"/>
                      <a:ea typeface="+mn-ea"/>
                    </a:defRPr>
                  </a:lvl5pPr>
                </a:lstStyle>
                <a:p>
                  <a:pPr marL="0" lvl="0" indent="0" eaLnBrk="1" hangingPunct="1">
                    <a:spcBef>
                      <a:spcPct val="0"/>
                    </a:spcBef>
                    <a:buNone/>
                  </a:pPr>
                  <a:endParaRPr lang="zh-CN" altLang="en-US" sz="2400" dirty="0">
                    <a:solidFill>
                      <a:schemeClr val="tx1"/>
                    </a:solidFill>
                  </a:endParaRPr>
                </a:p>
              </p:txBody>
            </p:sp>
          </p:grpSp>
          <p:grpSp>
            <p:nvGrpSpPr>
              <p:cNvPr id="70688" name="Group 71"/>
              <p:cNvGrpSpPr/>
              <p:nvPr/>
            </p:nvGrpSpPr>
            <p:grpSpPr>
              <a:xfrm>
                <a:off x="846" y="1266"/>
                <a:ext cx="937" cy="422"/>
                <a:chOff x="0" y="0"/>
                <a:chExt cx="937" cy="422"/>
              </a:xfrm>
            </p:grpSpPr>
            <p:sp>
              <p:nvSpPr>
                <p:cNvPr id="70707" name="Rectangle 72"/>
                <p:cNvSpPr/>
                <p:nvPr/>
              </p:nvSpPr>
              <p:spPr>
                <a:xfrm>
                  <a:off x="43" y="0"/>
                  <a:ext cx="851" cy="422"/>
                </a:xfrm>
                <a:prstGeom prst="rect">
                  <a:avLst/>
                </a:prstGeom>
                <a:noFill/>
                <a:ln w="9525">
                  <a:noFill/>
                </a:ln>
              </p:spPr>
              <p:txBody>
                <a:bodyPr/>
                <a:lstStyle>
                  <a:lvl1pPr marL="342900" indent="-342900" algn="l" rtl="0" eaLnBrk="0" fontAlgn="base" hangingPunct="0">
                    <a:spcBef>
                      <a:spcPct val="20000"/>
                    </a:spcBef>
                    <a:spcAft>
                      <a:spcPct val="0"/>
                    </a:spcAft>
                    <a:buChar char="•"/>
                    <a:defRPr sz="3200">
                      <a:solidFill>
                        <a:srgbClr val="666699"/>
                      </a:solidFill>
                      <a:latin typeface="+mn-lt"/>
                      <a:ea typeface="+mn-ea"/>
                      <a:cs typeface="+mn-cs"/>
                    </a:defRPr>
                  </a:lvl1pPr>
                  <a:lvl2pPr marL="742950" indent="-285750" algn="l" rtl="0" eaLnBrk="0" fontAlgn="base" hangingPunct="0">
                    <a:spcBef>
                      <a:spcPct val="20000"/>
                    </a:spcBef>
                    <a:spcAft>
                      <a:spcPct val="0"/>
                    </a:spcAft>
                    <a:buChar char="–"/>
                    <a:defRPr sz="2800">
                      <a:solidFill>
                        <a:srgbClr val="666699"/>
                      </a:solidFill>
                      <a:latin typeface="+mn-lt"/>
                      <a:ea typeface="+mn-ea"/>
                    </a:defRPr>
                  </a:lvl2pPr>
                  <a:lvl3pPr marL="1143000" indent="-228600" algn="l" rtl="0" eaLnBrk="0" fontAlgn="base" hangingPunct="0">
                    <a:spcBef>
                      <a:spcPct val="20000"/>
                    </a:spcBef>
                    <a:spcAft>
                      <a:spcPct val="0"/>
                    </a:spcAft>
                    <a:buChar char="•"/>
                    <a:defRPr sz="2400">
                      <a:solidFill>
                        <a:srgbClr val="666699"/>
                      </a:solidFill>
                      <a:latin typeface="+mn-lt"/>
                      <a:ea typeface="+mn-ea"/>
                    </a:defRPr>
                  </a:lvl3pPr>
                  <a:lvl4pPr marL="1600200" indent="-228600" algn="l" rtl="0" eaLnBrk="0" fontAlgn="base" hangingPunct="0">
                    <a:spcBef>
                      <a:spcPct val="20000"/>
                    </a:spcBef>
                    <a:spcAft>
                      <a:spcPct val="0"/>
                    </a:spcAft>
                    <a:buChar char="–"/>
                    <a:defRPr sz="2000">
                      <a:solidFill>
                        <a:srgbClr val="666699"/>
                      </a:solidFill>
                      <a:latin typeface="+mn-lt"/>
                      <a:ea typeface="+mn-ea"/>
                    </a:defRPr>
                  </a:lvl4pPr>
                  <a:lvl5pPr marL="2057400" indent="-228600" algn="l" rtl="0" eaLnBrk="0" fontAlgn="base" hangingPunct="0">
                    <a:spcBef>
                      <a:spcPct val="20000"/>
                    </a:spcBef>
                    <a:spcAft>
                      <a:spcPct val="0"/>
                    </a:spcAft>
                    <a:buChar char="»"/>
                    <a:defRPr sz="2000">
                      <a:solidFill>
                        <a:srgbClr val="666699"/>
                      </a:solidFill>
                      <a:latin typeface="+mn-lt"/>
                      <a:ea typeface="+mn-ea"/>
                    </a:defRPr>
                  </a:lvl5pPr>
                </a:lstStyle>
                <a:p>
                  <a:pPr marL="0" lvl="0" indent="0" eaLnBrk="1" hangingPunct="1">
                    <a:spcBef>
                      <a:spcPct val="0"/>
                    </a:spcBef>
                    <a:buNone/>
                  </a:pPr>
                  <a:r>
                    <a:rPr lang="zh-CN" altLang="en-US" sz="1600" dirty="0">
                      <a:solidFill>
                        <a:schemeClr val="tx1"/>
                      </a:solidFill>
                      <a:ea typeface="楷体_GB2312" pitchFamily="1" charset="-122"/>
                    </a:rPr>
                    <a:t>    </a:t>
                  </a:r>
                  <a:r>
                    <a:rPr lang="zh-CN" altLang="en-US" sz="1800" dirty="0">
                      <a:solidFill>
                        <a:schemeClr val="tx1"/>
                      </a:solidFill>
                      <a:ea typeface="楷体_GB2312" pitchFamily="1" charset="-122"/>
                    </a:rPr>
                    <a:t>AiBi</a:t>
                  </a:r>
                  <a:endParaRPr lang="zh-CN" altLang="en-US" sz="1800" dirty="0">
                    <a:solidFill>
                      <a:schemeClr val="tx1"/>
                    </a:solidFill>
                    <a:ea typeface="楷体_GB2312" pitchFamily="1" charset="-122"/>
                  </a:endParaRPr>
                </a:p>
              </p:txBody>
            </p:sp>
            <p:sp>
              <p:nvSpPr>
                <p:cNvPr id="70708" name="Rectangle 73"/>
                <p:cNvSpPr/>
                <p:nvPr/>
              </p:nvSpPr>
              <p:spPr>
                <a:xfrm>
                  <a:off x="0" y="0"/>
                  <a:ext cx="937" cy="422"/>
                </a:xfrm>
                <a:prstGeom prst="rect">
                  <a:avLst/>
                </a:prstGeom>
                <a:noFill/>
                <a:ln w="7" cap="flat" cmpd="sng">
                  <a:solidFill>
                    <a:srgbClr val="A0A0A0"/>
                  </a:solidFill>
                  <a:prstDash val="solid"/>
                  <a:miter/>
                  <a:headEnd type="none" w="med" len="med"/>
                  <a:tailEnd type="none" w="med" len="med"/>
                </a:ln>
              </p:spPr>
              <p:txBody>
                <a:bodyPr wrap="none"/>
                <a:lstStyle>
                  <a:lvl1pPr marL="342900" indent="-342900" algn="l" rtl="0" eaLnBrk="0" fontAlgn="base" hangingPunct="0">
                    <a:spcBef>
                      <a:spcPct val="20000"/>
                    </a:spcBef>
                    <a:spcAft>
                      <a:spcPct val="0"/>
                    </a:spcAft>
                    <a:buChar char="•"/>
                    <a:defRPr sz="3200">
                      <a:solidFill>
                        <a:srgbClr val="666699"/>
                      </a:solidFill>
                      <a:latin typeface="+mn-lt"/>
                      <a:ea typeface="+mn-ea"/>
                      <a:cs typeface="+mn-cs"/>
                    </a:defRPr>
                  </a:lvl1pPr>
                  <a:lvl2pPr marL="742950" indent="-285750" algn="l" rtl="0" eaLnBrk="0" fontAlgn="base" hangingPunct="0">
                    <a:spcBef>
                      <a:spcPct val="20000"/>
                    </a:spcBef>
                    <a:spcAft>
                      <a:spcPct val="0"/>
                    </a:spcAft>
                    <a:buChar char="–"/>
                    <a:defRPr sz="2800">
                      <a:solidFill>
                        <a:srgbClr val="666699"/>
                      </a:solidFill>
                      <a:latin typeface="+mn-lt"/>
                      <a:ea typeface="+mn-ea"/>
                    </a:defRPr>
                  </a:lvl2pPr>
                  <a:lvl3pPr marL="1143000" indent="-228600" algn="l" rtl="0" eaLnBrk="0" fontAlgn="base" hangingPunct="0">
                    <a:spcBef>
                      <a:spcPct val="20000"/>
                    </a:spcBef>
                    <a:spcAft>
                      <a:spcPct val="0"/>
                    </a:spcAft>
                    <a:buChar char="•"/>
                    <a:defRPr sz="2400">
                      <a:solidFill>
                        <a:srgbClr val="666699"/>
                      </a:solidFill>
                      <a:latin typeface="+mn-lt"/>
                      <a:ea typeface="+mn-ea"/>
                    </a:defRPr>
                  </a:lvl3pPr>
                  <a:lvl4pPr marL="1600200" indent="-228600" algn="l" rtl="0" eaLnBrk="0" fontAlgn="base" hangingPunct="0">
                    <a:spcBef>
                      <a:spcPct val="20000"/>
                    </a:spcBef>
                    <a:spcAft>
                      <a:spcPct val="0"/>
                    </a:spcAft>
                    <a:buChar char="–"/>
                    <a:defRPr sz="2000">
                      <a:solidFill>
                        <a:srgbClr val="666699"/>
                      </a:solidFill>
                      <a:latin typeface="+mn-lt"/>
                      <a:ea typeface="+mn-ea"/>
                    </a:defRPr>
                  </a:lvl4pPr>
                  <a:lvl5pPr marL="2057400" indent="-228600" algn="l" rtl="0" eaLnBrk="0" fontAlgn="base" hangingPunct="0">
                    <a:spcBef>
                      <a:spcPct val="20000"/>
                    </a:spcBef>
                    <a:spcAft>
                      <a:spcPct val="0"/>
                    </a:spcAft>
                    <a:buChar char="»"/>
                    <a:defRPr sz="2000">
                      <a:solidFill>
                        <a:srgbClr val="666699"/>
                      </a:solidFill>
                      <a:latin typeface="+mn-lt"/>
                      <a:ea typeface="+mn-ea"/>
                    </a:defRPr>
                  </a:lvl5pPr>
                </a:lstStyle>
                <a:p>
                  <a:pPr marL="0" lvl="0" indent="0" eaLnBrk="1" hangingPunct="1">
                    <a:spcBef>
                      <a:spcPct val="0"/>
                    </a:spcBef>
                    <a:buNone/>
                  </a:pPr>
                  <a:endParaRPr lang="zh-CN" altLang="en-US" sz="2400" dirty="0">
                    <a:solidFill>
                      <a:schemeClr val="tx1"/>
                    </a:solidFill>
                  </a:endParaRPr>
                </a:p>
              </p:txBody>
            </p:sp>
          </p:grpSp>
          <p:grpSp>
            <p:nvGrpSpPr>
              <p:cNvPr id="70689" name="Group 74"/>
              <p:cNvGrpSpPr/>
              <p:nvPr/>
            </p:nvGrpSpPr>
            <p:grpSpPr>
              <a:xfrm>
                <a:off x="1783" y="1266"/>
                <a:ext cx="1116" cy="422"/>
                <a:chOff x="0" y="0"/>
                <a:chExt cx="1116" cy="422"/>
              </a:xfrm>
            </p:grpSpPr>
            <p:sp>
              <p:nvSpPr>
                <p:cNvPr id="70705" name="Rectangle 75"/>
                <p:cNvSpPr/>
                <p:nvPr/>
              </p:nvSpPr>
              <p:spPr>
                <a:xfrm>
                  <a:off x="43" y="0"/>
                  <a:ext cx="1030" cy="422"/>
                </a:xfrm>
                <a:prstGeom prst="rect">
                  <a:avLst/>
                </a:prstGeom>
                <a:noFill/>
                <a:ln w="9525">
                  <a:noFill/>
                </a:ln>
              </p:spPr>
              <p:txBody>
                <a:bodyPr/>
                <a:lstStyle>
                  <a:lvl1pPr marL="342900" indent="-342900" algn="l" rtl="0" eaLnBrk="0" fontAlgn="base" hangingPunct="0">
                    <a:spcBef>
                      <a:spcPct val="20000"/>
                    </a:spcBef>
                    <a:spcAft>
                      <a:spcPct val="0"/>
                    </a:spcAft>
                    <a:buChar char="•"/>
                    <a:defRPr sz="3200">
                      <a:solidFill>
                        <a:srgbClr val="666699"/>
                      </a:solidFill>
                      <a:latin typeface="+mn-lt"/>
                      <a:ea typeface="+mn-ea"/>
                      <a:cs typeface="+mn-cs"/>
                    </a:defRPr>
                  </a:lvl1pPr>
                  <a:lvl2pPr marL="742950" indent="-285750" algn="l" rtl="0" eaLnBrk="0" fontAlgn="base" hangingPunct="0">
                    <a:spcBef>
                      <a:spcPct val="20000"/>
                    </a:spcBef>
                    <a:spcAft>
                      <a:spcPct val="0"/>
                    </a:spcAft>
                    <a:buChar char="–"/>
                    <a:defRPr sz="2800">
                      <a:solidFill>
                        <a:srgbClr val="666699"/>
                      </a:solidFill>
                      <a:latin typeface="+mn-lt"/>
                      <a:ea typeface="+mn-ea"/>
                    </a:defRPr>
                  </a:lvl2pPr>
                  <a:lvl3pPr marL="1143000" indent="-228600" algn="l" rtl="0" eaLnBrk="0" fontAlgn="base" hangingPunct="0">
                    <a:spcBef>
                      <a:spcPct val="20000"/>
                    </a:spcBef>
                    <a:spcAft>
                      <a:spcPct val="0"/>
                    </a:spcAft>
                    <a:buChar char="•"/>
                    <a:defRPr sz="2400">
                      <a:solidFill>
                        <a:srgbClr val="666699"/>
                      </a:solidFill>
                      <a:latin typeface="+mn-lt"/>
                      <a:ea typeface="+mn-ea"/>
                    </a:defRPr>
                  </a:lvl3pPr>
                  <a:lvl4pPr marL="1600200" indent="-228600" algn="l" rtl="0" eaLnBrk="0" fontAlgn="base" hangingPunct="0">
                    <a:spcBef>
                      <a:spcPct val="20000"/>
                    </a:spcBef>
                    <a:spcAft>
                      <a:spcPct val="0"/>
                    </a:spcAft>
                    <a:buChar char="–"/>
                    <a:defRPr sz="2000">
                      <a:solidFill>
                        <a:srgbClr val="666699"/>
                      </a:solidFill>
                      <a:latin typeface="+mn-lt"/>
                      <a:ea typeface="+mn-ea"/>
                    </a:defRPr>
                  </a:lvl4pPr>
                  <a:lvl5pPr marL="2057400" indent="-228600" algn="l" rtl="0" eaLnBrk="0" fontAlgn="base" hangingPunct="0">
                    <a:spcBef>
                      <a:spcPct val="20000"/>
                    </a:spcBef>
                    <a:spcAft>
                      <a:spcPct val="0"/>
                    </a:spcAft>
                    <a:buChar char="»"/>
                    <a:defRPr sz="2000">
                      <a:solidFill>
                        <a:srgbClr val="666699"/>
                      </a:solidFill>
                      <a:latin typeface="+mn-lt"/>
                      <a:ea typeface="+mn-ea"/>
                    </a:defRPr>
                  </a:lvl5pPr>
                </a:lstStyle>
                <a:p>
                  <a:pPr marL="0" lvl="0" indent="0" eaLnBrk="1" hangingPunct="1">
                    <a:spcBef>
                      <a:spcPct val="0"/>
                    </a:spcBef>
                    <a:buNone/>
                  </a:pPr>
                  <a:r>
                    <a:rPr lang="zh-CN" altLang="en-US" sz="1800" dirty="0">
                      <a:solidFill>
                        <a:schemeClr val="tx1"/>
                      </a:solidFill>
                      <a:ea typeface="楷体_GB2312" pitchFamily="1" charset="-122"/>
                    </a:rPr>
                    <a:t>     1   0</a:t>
                  </a:r>
                  <a:endParaRPr lang="zh-CN" altLang="en-US" sz="1800" dirty="0">
                    <a:solidFill>
                      <a:schemeClr val="tx1"/>
                    </a:solidFill>
                    <a:ea typeface="楷体_GB2312" pitchFamily="1" charset="-122"/>
                  </a:endParaRPr>
                </a:p>
              </p:txBody>
            </p:sp>
            <p:sp>
              <p:nvSpPr>
                <p:cNvPr id="70706" name="Rectangle 76"/>
                <p:cNvSpPr/>
                <p:nvPr/>
              </p:nvSpPr>
              <p:spPr>
                <a:xfrm>
                  <a:off x="0" y="0"/>
                  <a:ext cx="1116" cy="422"/>
                </a:xfrm>
                <a:prstGeom prst="rect">
                  <a:avLst/>
                </a:prstGeom>
                <a:noFill/>
                <a:ln w="7" cap="flat" cmpd="sng">
                  <a:solidFill>
                    <a:srgbClr val="A0A0A0"/>
                  </a:solidFill>
                  <a:prstDash val="solid"/>
                  <a:miter/>
                  <a:headEnd type="none" w="med" len="med"/>
                  <a:tailEnd type="none" w="med" len="med"/>
                </a:ln>
              </p:spPr>
              <p:txBody>
                <a:bodyPr wrap="none"/>
                <a:lstStyle>
                  <a:lvl1pPr marL="342900" indent="-342900" algn="l" rtl="0" eaLnBrk="0" fontAlgn="base" hangingPunct="0">
                    <a:spcBef>
                      <a:spcPct val="20000"/>
                    </a:spcBef>
                    <a:spcAft>
                      <a:spcPct val="0"/>
                    </a:spcAft>
                    <a:buChar char="•"/>
                    <a:defRPr sz="3200">
                      <a:solidFill>
                        <a:srgbClr val="666699"/>
                      </a:solidFill>
                      <a:latin typeface="+mn-lt"/>
                      <a:ea typeface="+mn-ea"/>
                      <a:cs typeface="+mn-cs"/>
                    </a:defRPr>
                  </a:lvl1pPr>
                  <a:lvl2pPr marL="742950" indent="-285750" algn="l" rtl="0" eaLnBrk="0" fontAlgn="base" hangingPunct="0">
                    <a:spcBef>
                      <a:spcPct val="20000"/>
                    </a:spcBef>
                    <a:spcAft>
                      <a:spcPct val="0"/>
                    </a:spcAft>
                    <a:buChar char="–"/>
                    <a:defRPr sz="2800">
                      <a:solidFill>
                        <a:srgbClr val="666699"/>
                      </a:solidFill>
                      <a:latin typeface="+mn-lt"/>
                      <a:ea typeface="+mn-ea"/>
                    </a:defRPr>
                  </a:lvl2pPr>
                  <a:lvl3pPr marL="1143000" indent="-228600" algn="l" rtl="0" eaLnBrk="0" fontAlgn="base" hangingPunct="0">
                    <a:spcBef>
                      <a:spcPct val="20000"/>
                    </a:spcBef>
                    <a:spcAft>
                      <a:spcPct val="0"/>
                    </a:spcAft>
                    <a:buChar char="•"/>
                    <a:defRPr sz="2400">
                      <a:solidFill>
                        <a:srgbClr val="666699"/>
                      </a:solidFill>
                      <a:latin typeface="+mn-lt"/>
                      <a:ea typeface="+mn-ea"/>
                    </a:defRPr>
                  </a:lvl3pPr>
                  <a:lvl4pPr marL="1600200" indent="-228600" algn="l" rtl="0" eaLnBrk="0" fontAlgn="base" hangingPunct="0">
                    <a:spcBef>
                      <a:spcPct val="20000"/>
                    </a:spcBef>
                    <a:spcAft>
                      <a:spcPct val="0"/>
                    </a:spcAft>
                    <a:buChar char="–"/>
                    <a:defRPr sz="2000">
                      <a:solidFill>
                        <a:srgbClr val="666699"/>
                      </a:solidFill>
                      <a:latin typeface="+mn-lt"/>
                      <a:ea typeface="+mn-ea"/>
                    </a:defRPr>
                  </a:lvl4pPr>
                  <a:lvl5pPr marL="2057400" indent="-228600" algn="l" rtl="0" eaLnBrk="0" fontAlgn="base" hangingPunct="0">
                    <a:spcBef>
                      <a:spcPct val="20000"/>
                    </a:spcBef>
                    <a:spcAft>
                      <a:spcPct val="0"/>
                    </a:spcAft>
                    <a:buChar char="»"/>
                    <a:defRPr sz="2000">
                      <a:solidFill>
                        <a:srgbClr val="666699"/>
                      </a:solidFill>
                      <a:latin typeface="+mn-lt"/>
                      <a:ea typeface="+mn-ea"/>
                    </a:defRPr>
                  </a:lvl5pPr>
                </a:lstStyle>
                <a:p>
                  <a:pPr marL="0" lvl="0" indent="0" eaLnBrk="1" hangingPunct="1">
                    <a:spcBef>
                      <a:spcPct val="0"/>
                    </a:spcBef>
                    <a:buNone/>
                  </a:pPr>
                  <a:endParaRPr lang="zh-CN" altLang="en-US" sz="2400" dirty="0">
                    <a:solidFill>
                      <a:schemeClr val="tx1"/>
                    </a:solidFill>
                  </a:endParaRPr>
                </a:p>
              </p:txBody>
            </p:sp>
          </p:grpSp>
          <p:grpSp>
            <p:nvGrpSpPr>
              <p:cNvPr id="70690" name="Group 77"/>
              <p:cNvGrpSpPr/>
              <p:nvPr/>
            </p:nvGrpSpPr>
            <p:grpSpPr>
              <a:xfrm>
                <a:off x="2899" y="1266"/>
                <a:ext cx="1116" cy="422"/>
                <a:chOff x="0" y="0"/>
                <a:chExt cx="1116" cy="422"/>
              </a:xfrm>
            </p:grpSpPr>
            <p:sp>
              <p:nvSpPr>
                <p:cNvPr id="70703" name="Rectangle 78"/>
                <p:cNvSpPr/>
                <p:nvPr/>
              </p:nvSpPr>
              <p:spPr>
                <a:xfrm>
                  <a:off x="43" y="0"/>
                  <a:ext cx="1030" cy="422"/>
                </a:xfrm>
                <a:prstGeom prst="rect">
                  <a:avLst/>
                </a:prstGeom>
                <a:noFill/>
                <a:ln w="9525">
                  <a:noFill/>
                </a:ln>
              </p:spPr>
              <p:txBody>
                <a:bodyPr/>
                <a:lstStyle>
                  <a:lvl1pPr marL="342900" indent="-342900" algn="l" rtl="0" eaLnBrk="0" fontAlgn="base" hangingPunct="0">
                    <a:spcBef>
                      <a:spcPct val="20000"/>
                    </a:spcBef>
                    <a:spcAft>
                      <a:spcPct val="0"/>
                    </a:spcAft>
                    <a:buChar char="•"/>
                    <a:defRPr sz="3200">
                      <a:solidFill>
                        <a:srgbClr val="666699"/>
                      </a:solidFill>
                      <a:latin typeface="+mn-lt"/>
                      <a:ea typeface="+mn-ea"/>
                      <a:cs typeface="+mn-cs"/>
                    </a:defRPr>
                  </a:lvl1pPr>
                  <a:lvl2pPr marL="742950" indent="-285750" algn="l" rtl="0" eaLnBrk="0" fontAlgn="base" hangingPunct="0">
                    <a:spcBef>
                      <a:spcPct val="20000"/>
                    </a:spcBef>
                    <a:spcAft>
                      <a:spcPct val="0"/>
                    </a:spcAft>
                    <a:buChar char="–"/>
                    <a:defRPr sz="2800">
                      <a:solidFill>
                        <a:srgbClr val="666699"/>
                      </a:solidFill>
                      <a:latin typeface="+mn-lt"/>
                      <a:ea typeface="+mn-ea"/>
                    </a:defRPr>
                  </a:lvl2pPr>
                  <a:lvl3pPr marL="1143000" indent="-228600" algn="l" rtl="0" eaLnBrk="0" fontAlgn="base" hangingPunct="0">
                    <a:spcBef>
                      <a:spcPct val="20000"/>
                    </a:spcBef>
                    <a:spcAft>
                      <a:spcPct val="0"/>
                    </a:spcAft>
                    <a:buChar char="•"/>
                    <a:defRPr sz="2400">
                      <a:solidFill>
                        <a:srgbClr val="666699"/>
                      </a:solidFill>
                      <a:latin typeface="+mn-lt"/>
                      <a:ea typeface="+mn-ea"/>
                    </a:defRPr>
                  </a:lvl3pPr>
                  <a:lvl4pPr marL="1600200" indent="-228600" algn="l" rtl="0" eaLnBrk="0" fontAlgn="base" hangingPunct="0">
                    <a:spcBef>
                      <a:spcPct val="20000"/>
                    </a:spcBef>
                    <a:spcAft>
                      <a:spcPct val="0"/>
                    </a:spcAft>
                    <a:buChar char="–"/>
                    <a:defRPr sz="2000">
                      <a:solidFill>
                        <a:srgbClr val="666699"/>
                      </a:solidFill>
                      <a:latin typeface="+mn-lt"/>
                      <a:ea typeface="+mn-ea"/>
                    </a:defRPr>
                  </a:lvl4pPr>
                  <a:lvl5pPr marL="2057400" indent="-228600" algn="l" rtl="0" eaLnBrk="0" fontAlgn="base" hangingPunct="0">
                    <a:spcBef>
                      <a:spcPct val="20000"/>
                    </a:spcBef>
                    <a:spcAft>
                      <a:spcPct val="0"/>
                    </a:spcAft>
                    <a:buChar char="»"/>
                    <a:defRPr sz="2000">
                      <a:solidFill>
                        <a:srgbClr val="666699"/>
                      </a:solidFill>
                      <a:latin typeface="+mn-lt"/>
                      <a:ea typeface="+mn-ea"/>
                    </a:defRPr>
                  </a:lvl5pPr>
                </a:lstStyle>
                <a:p>
                  <a:pPr marL="0" lvl="0" indent="0" eaLnBrk="1" hangingPunct="1">
                    <a:spcBef>
                      <a:spcPct val="0"/>
                    </a:spcBef>
                    <a:buNone/>
                  </a:pPr>
                  <a:r>
                    <a:rPr lang="zh-CN" altLang="en-US" sz="1800" dirty="0">
                      <a:solidFill>
                        <a:schemeClr val="tx1"/>
                      </a:solidFill>
                      <a:ea typeface="楷体_GB2312" pitchFamily="1" charset="-122"/>
                    </a:rPr>
                    <a:t>     Ai+Bi</a:t>
                  </a:r>
                  <a:endParaRPr lang="zh-CN" altLang="en-US" sz="1800" dirty="0">
                    <a:solidFill>
                      <a:schemeClr val="tx1"/>
                    </a:solidFill>
                    <a:ea typeface="楷体_GB2312" pitchFamily="1" charset="-122"/>
                  </a:endParaRPr>
                </a:p>
              </p:txBody>
            </p:sp>
            <p:sp>
              <p:nvSpPr>
                <p:cNvPr id="70704" name="Rectangle 79"/>
                <p:cNvSpPr/>
                <p:nvPr/>
              </p:nvSpPr>
              <p:spPr>
                <a:xfrm>
                  <a:off x="0" y="0"/>
                  <a:ext cx="1116" cy="422"/>
                </a:xfrm>
                <a:prstGeom prst="rect">
                  <a:avLst/>
                </a:prstGeom>
                <a:noFill/>
                <a:ln w="7" cap="flat" cmpd="sng">
                  <a:solidFill>
                    <a:srgbClr val="A0A0A0"/>
                  </a:solidFill>
                  <a:prstDash val="solid"/>
                  <a:miter/>
                  <a:headEnd type="none" w="med" len="med"/>
                  <a:tailEnd type="none" w="med" len="med"/>
                </a:ln>
              </p:spPr>
              <p:txBody>
                <a:bodyPr wrap="none"/>
                <a:lstStyle>
                  <a:lvl1pPr marL="342900" indent="-342900" algn="l" rtl="0" eaLnBrk="0" fontAlgn="base" hangingPunct="0">
                    <a:spcBef>
                      <a:spcPct val="20000"/>
                    </a:spcBef>
                    <a:spcAft>
                      <a:spcPct val="0"/>
                    </a:spcAft>
                    <a:buChar char="•"/>
                    <a:defRPr sz="3200">
                      <a:solidFill>
                        <a:srgbClr val="666699"/>
                      </a:solidFill>
                      <a:latin typeface="+mn-lt"/>
                      <a:ea typeface="+mn-ea"/>
                      <a:cs typeface="+mn-cs"/>
                    </a:defRPr>
                  </a:lvl1pPr>
                  <a:lvl2pPr marL="742950" indent="-285750" algn="l" rtl="0" eaLnBrk="0" fontAlgn="base" hangingPunct="0">
                    <a:spcBef>
                      <a:spcPct val="20000"/>
                    </a:spcBef>
                    <a:spcAft>
                      <a:spcPct val="0"/>
                    </a:spcAft>
                    <a:buChar char="–"/>
                    <a:defRPr sz="2800">
                      <a:solidFill>
                        <a:srgbClr val="666699"/>
                      </a:solidFill>
                      <a:latin typeface="+mn-lt"/>
                      <a:ea typeface="+mn-ea"/>
                    </a:defRPr>
                  </a:lvl2pPr>
                  <a:lvl3pPr marL="1143000" indent="-228600" algn="l" rtl="0" eaLnBrk="0" fontAlgn="base" hangingPunct="0">
                    <a:spcBef>
                      <a:spcPct val="20000"/>
                    </a:spcBef>
                    <a:spcAft>
                      <a:spcPct val="0"/>
                    </a:spcAft>
                    <a:buChar char="•"/>
                    <a:defRPr sz="2400">
                      <a:solidFill>
                        <a:srgbClr val="666699"/>
                      </a:solidFill>
                      <a:latin typeface="+mn-lt"/>
                      <a:ea typeface="+mn-ea"/>
                    </a:defRPr>
                  </a:lvl3pPr>
                  <a:lvl4pPr marL="1600200" indent="-228600" algn="l" rtl="0" eaLnBrk="0" fontAlgn="base" hangingPunct="0">
                    <a:spcBef>
                      <a:spcPct val="20000"/>
                    </a:spcBef>
                    <a:spcAft>
                      <a:spcPct val="0"/>
                    </a:spcAft>
                    <a:buChar char="–"/>
                    <a:defRPr sz="2000">
                      <a:solidFill>
                        <a:srgbClr val="666699"/>
                      </a:solidFill>
                      <a:latin typeface="+mn-lt"/>
                      <a:ea typeface="+mn-ea"/>
                    </a:defRPr>
                  </a:lvl4pPr>
                  <a:lvl5pPr marL="2057400" indent="-228600" algn="l" rtl="0" eaLnBrk="0" fontAlgn="base" hangingPunct="0">
                    <a:spcBef>
                      <a:spcPct val="20000"/>
                    </a:spcBef>
                    <a:spcAft>
                      <a:spcPct val="0"/>
                    </a:spcAft>
                    <a:buChar char="»"/>
                    <a:defRPr sz="2000">
                      <a:solidFill>
                        <a:srgbClr val="666699"/>
                      </a:solidFill>
                      <a:latin typeface="+mn-lt"/>
                      <a:ea typeface="+mn-ea"/>
                    </a:defRPr>
                  </a:lvl5pPr>
                </a:lstStyle>
                <a:p>
                  <a:pPr marL="0" lvl="0" indent="0" eaLnBrk="1" hangingPunct="1">
                    <a:spcBef>
                      <a:spcPct val="0"/>
                    </a:spcBef>
                    <a:buNone/>
                  </a:pPr>
                  <a:endParaRPr lang="zh-CN" altLang="en-US" sz="2400" dirty="0">
                    <a:solidFill>
                      <a:schemeClr val="tx1"/>
                    </a:solidFill>
                  </a:endParaRPr>
                </a:p>
              </p:txBody>
            </p:sp>
          </p:grpSp>
          <p:grpSp>
            <p:nvGrpSpPr>
              <p:cNvPr id="70691" name="Group 80"/>
              <p:cNvGrpSpPr/>
              <p:nvPr/>
            </p:nvGrpSpPr>
            <p:grpSpPr>
              <a:xfrm>
                <a:off x="0" y="1688"/>
                <a:ext cx="846" cy="422"/>
                <a:chOff x="0" y="0"/>
                <a:chExt cx="846" cy="422"/>
              </a:xfrm>
            </p:grpSpPr>
            <p:sp>
              <p:nvSpPr>
                <p:cNvPr id="70701" name="Rectangle 81"/>
                <p:cNvSpPr/>
                <p:nvPr/>
              </p:nvSpPr>
              <p:spPr>
                <a:xfrm>
                  <a:off x="43" y="0"/>
                  <a:ext cx="760" cy="422"/>
                </a:xfrm>
                <a:prstGeom prst="rect">
                  <a:avLst/>
                </a:prstGeom>
                <a:noFill/>
                <a:ln w="9525">
                  <a:noFill/>
                </a:ln>
              </p:spPr>
              <p:txBody>
                <a:bodyPr/>
                <a:lstStyle>
                  <a:lvl1pPr marL="342900" indent="-342900" algn="l" rtl="0" eaLnBrk="0" fontAlgn="base" hangingPunct="0">
                    <a:spcBef>
                      <a:spcPct val="20000"/>
                    </a:spcBef>
                    <a:spcAft>
                      <a:spcPct val="0"/>
                    </a:spcAft>
                    <a:buChar char="•"/>
                    <a:defRPr sz="3200">
                      <a:solidFill>
                        <a:srgbClr val="666699"/>
                      </a:solidFill>
                      <a:latin typeface="+mn-lt"/>
                      <a:ea typeface="+mn-ea"/>
                      <a:cs typeface="+mn-cs"/>
                    </a:defRPr>
                  </a:lvl1pPr>
                  <a:lvl2pPr marL="742950" indent="-285750" algn="l" rtl="0" eaLnBrk="0" fontAlgn="base" hangingPunct="0">
                    <a:spcBef>
                      <a:spcPct val="20000"/>
                    </a:spcBef>
                    <a:spcAft>
                      <a:spcPct val="0"/>
                    </a:spcAft>
                    <a:buChar char="–"/>
                    <a:defRPr sz="2800">
                      <a:solidFill>
                        <a:srgbClr val="666699"/>
                      </a:solidFill>
                      <a:latin typeface="+mn-lt"/>
                      <a:ea typeface="+mn-ea"/>
                    </a:defRPr>
                  </a:lvl2pPr>
                  <a:lvl3pPr marL="1143000" indent="-228600" algn="l" rtl="0" eaLnBrk="0" fontAlgn="base" hangingPunct="0">
                    <a:spcBef>
                      <a:spcPct val="20000"/>
                    </a:spcBef>
                    <a:spcAft>
                      <a:spcPct val="0"/>
                    </a:spcAft>
                    <a:buChar char="•"/>
                    <a:defRPr sz="2400">
                      <a:solidFill>
                        <a:srgbClr val="666699"/>
                      </a:solidFill>
                      <a:latin typeface="+mn-lt"/>
                      <a:ea typeface="+mn-ea"/>
                    </a:defRPr>
                  </a:lvl3pPr>
                  <a:lvl4pPr marL="1600200" indent="-228600" algn="l" rtl="0" eaLnBrk="0" fontAlgn="base" hangingPunct="0">
                    <a:spcBef>
                      <a:spcPct val="20000"/>
                    </a:spcBef>
                    <a:spcAft>
                      <a:spcPct val="0"/>
                    </a:spcAft>
                    <a:buChar char="–"/>
                    <a:defRPr sz="2000">
                      <a:solidFill>
                        <a:srgbClr val="666699"/>
                      </a:solidFill>
                      <a:latin typeface="+mn-lt"/>
                      <a:ea typeface="+mn-ea"/>
                    </a:defRPr>
                  </a:lvl4pPr>
                  <a:lvl5pPr marL="2057400" indent="-228600" algn="l" rtl="0" eaLnBrk="0" fontAlgn="base" hangingPunct="0">
                    <a:spcBef>
                      <a:spcPct val="20000"/>
                    </a:spcBef>
                    <a:spcAft>
                      <a:spcPct val="0"/>
                    </a:spcAft>
                    <a:buChar char="»"/>
                    <a:defRPr sz="2000">
                      <a:solidFill>
                        <a:srgbClr val="666699"/>
                      </a:solidFill>
                      <a:latin typeface="+mn-lt"/>
                      <a:ea typeface="+mn-ea"/>
                    </a:defRPr>
                  </a:lvl5pPr>
                </a:lstStyle>
                <a:p>
                  <a:pPr marL="0" lvl="0" indent="0" eaLnBrk="1" hangingPunct="1">
                    <a:spcBef>
                      <a:spcPct val="0"/>
                    </a:spcBef>
                    <a:buNone/>
                  </a:pPr>
                  <a:r>
                    <a:rPr lang="zh-CN" altLang="en-US" sz="1800" dirty="0">
                      <a:solidFill>
                        <a:schemeClr val="tx1"/>
                      </a:solidFill>
                      <a:ea typeface="楷体_GB2312" pitchFamily="1" charset="-122"/>
                    </a:rPr>
                    <a:t>   1   1</a:t>
                  </a:r>
                  <a:endParaRPr lang="zh-CN" altLang="en-US" sz="1800" dirty="0">
                    <a:solidFill>
                      <a:schemeClr val="tx1"/>
                    </a:solidFill>
                    <a:ea typeface="楷体_GB2312" pitchFamily="1" charset="-122"/>
                  </a:endParaRPr>
                </a:p>
              </p:txBody>
            </p:sp>
            <p:sp>
              <p:nvSpPr>
                <p:cNvPr id="70702" name="Rectangle 82"/>
                <p:cNvSpPr/>
                <p:nvPr/>
              </p:nvSpPr>
              <p:spPr>
                <a:xfrm>
                  <a:off x="0" y="0"/>
                  <a:ext cx="846" cy="422"/>
                </a:xfrm>
                <a:prstGeom prst="rect">
                  <a:avLst/>
                </a:prstGeom>
                <a:noFill/>
                <a:ln w="7" cap="flat" cmpd="sng">
                  <a:solidFill>
                    <a:srgbClr val="A0A0A0"/>
                  </a:solidFill>
                  <a:prstDash val="solid"/>
                  <a:miter/>
                  <a:headEnd type="none" w="med" len="med"/>
                  <a:tailEnd type="none" w="med" len="med"/>
                </a:ln>
              </p:spPr>
              <p:txBody>
                <a:bodyPr wrap="none"/>
                <a:lstStyle>
                  <a:lvl1pPr marL="342900" indent="-342900" algn="l" rtl="0" eaLnBrk="0" fontAlgn="base" hangingPunct="0">
                    <a:spcBef>
                      <a:spcPct val="20000"/>
                    </a:spcBef>
                    <a:spcAft>
                      <a:spcPct val="0"/>
                    </a:spcAft>
                    <a:buChar char="•"/>
                    <a:defRPr sz="3200">
                      <a:solidFill>
                        <a:srgbClr val="666699"/>
                      </a:solidFill>
                      <a:latin typeface="+mn-lt"/>
                      <a:ea typeface="+mn-ea"/>
                      <a:cs typeface="+mn-cs"/>
                    </a:defRPr>
                  </a:lvl1pPr>
                  <a:lvl2pPr marL="742950" indent="-285750" algn="l" rtl="0" eaLnBrk="0" fontAlgn="base" hangingPunct="0">
                    <a:spcBef>
                      <a:spcPct val="20000"/>
                    </a:spcBef>
                    <a:spcAft>
                      <a:spcPct val="0"/>
                    </a:spcAft>
                    <a:buChar char="–"/>
                    <a:defRPr sz="2800">
                      <a:solidFill>
                        <a:srgbClr val="666699"/>
                      </a:solidFill>
                      <a:latin typeface="+mn-lt"/>
                      <a:ea typeface="+mn-ea"/>
                    </a:defRPr>
                  </a:lvl2pPr>
                  <a:lvl3pPr marL="1143000" indent="-228600" algn="l" rtl="0" eaLnBrk="0" fontAlgn="base" hangingPunct="0">
                    <a:spcBef>
                      <a:spcPct val="20000"/>
                    </a:spcBef>
                    <a:spcAft>
                      <a:spcPct val="0"/>
                    </a:spcAft>
                    <a:buChar char="•"/>
                    <a:defRPr sz="2400">
                      <a:solidFill>
                        <a:srgbClr val="666699"/>
                      </a:solidFill>
                      <a:latin typeface="+mn-lt"/>
                      <a:ea typeface="+mn-ea"/>
                    </a:defRPr>
                  </a:lvl3pPr>
                  <a:lvl4pPr marL="1600200" indent="-228600" algn="l" rtl="0" eaLnBrk="0" fontAlgn="base" hangingPunct="0">
                    <a:spcBef>
                      <a:spcPct val="20000"/>
                    </a:spcBef>
                    <a:spcAft>
                      <a:spcPct val="0"/>
                    </a:spcAft>
                    <a:buChar char="–"/>
                    <a:defRPr sz="2000">
                      <a:solidFill>
                        <a:srgbClr val="666699"/>
                      </a:solidFill>
                      <a:latin typeface="+mn-lt"/>
                      <a:ea typeface="+mn-ea"/>
                    </a:defRPr>
                  </a:lvl4pPr>
                  <a:lvl5pPr marL="2057400" indent="-228600" algn="l" rtl="0" eaLnBrk="0" fontAlgn="base" hangingPunct="0">
                    <a:spcBef>
                      <a:spcPct val="20000"/>
                    </a:spcBef>
                    <a:spcAft>
                      <a:spcPct val="0"/>
                    </a:spcAft>
                    <a:buChar char="»"/>
                    <a:defRPr sz="2000">
                      <a:solidFill>
                        <a:srgbClr val="666699"/>
                      </a:solidFill>
                      <a:latin typeface="+mn-lt"/>
                      <a:ea typeface="+mn-ea"/>
                    </a:defRPr>
                  </a:lvl5pPr>
                </a:lstStyle>
                <a:p>
                  <a:pPr marL="0" lvl="0" indent="0" eaLnBrk="1" hangingPunct="1">
                    <a:spcBef>
                      <a:spcPct val="0"/>
                    </a:spcBef>
                    <a:buNone/>
                  </a:pPr>
                  <a:endParaRPr lang="zh-CN" altLang="en-US" sz="2400" dirty="0">
                    <a:solidFill>
                      <a:schemeClr val="tx1"/>
                    </a:solidFill>
                  </a:endParaRPr>
                </a:p>
              </p:txBody>
            </p:sp>
          </p:grpSp>
          <p:grpSp>
            <p:nvGrpSpPr>
              <p:cNvPr id="70692" name="Group 83"/>
              <p:cNvGrpSpPr/>
              <p:nvPr/>
            </p:nvGrpSpPr>
            <p:grpSpPr>
              <a:xfrm>
                <a:off x="846" y="1688"/>
                <a:ext cx="937" cy="422"/>
                <a:chOff x="0" y="0"/>
                <a:chExt cx="937" cy="422"/>
              </a:xfrm>
            </p:grpSpPr>
            <p:sp>
              <p:nvSpPr>
                <p:cNvPr id="70699" name="Rectangle 84"/>
                <p:cNvSpPr/>
                <p:nvPr/>
              </p:nvSpPr>
              <p:spPr>
                <a:xfrm>
                  <a:off x="43" y="0"/>
                  <a:ext cx="851" cy="422"/>
                </a:xfrm>
                <a:prstGeom prst="rect">
                  <a:avLst/>
                </a:prstGeom>
                <a:noFill/>
                <a:ln w="9525">
                  <a:noFill/>
                </a:ln>
              </p:spPr>
              <p:txBody>
                <a:bodyPr/>
                <a:lstStyle>
                  <a:lvl1pPr marL="342900" indent="-342900" algn="l" rtl="0" eaLnBrk="0" fontAlgn="base" hangingPunct="0">
                    <a:spcBef>
                      <a:spcPct val="20000"/>
                    </a:spcBef>
                    <a:spcAft>
                      <a:spcPct val="0"/>
                    </a:spcAft>
                    <a:buChar char="•"/>
                    <a:defRPr sz="3200">
                      <a:solidFill>
                        <a:srgbClr val="666699"/>
                      </a:solidFill>
                      <a:latin typeface="+mn-lt"/>
                      <a:ea typeface="+mn-ea"/>
                      <a:cs typeface="+mn-cs"/>
                    </a:defRPr>
                  </a:lvl1pPr>
                  <a:lvl2pPr marL="742950" indent="-285750" algn="l" rtl="0" eaLnBrk="0" fontAlgn="base" hangingPunct="0">
                    <a:spcBef>
                      <a:spcPct val="20000"/>
                    </a:spcBef>
                    <a:spcAft>
                      <a:spcPct val="0"/>
                    </a:spcAft>
                    <a:buChar char="–"/>
                    <a:defRPr sz="2800">
                      <a:solidFill>
                        <a:srgbClr val="666699"/>
                      </a:solidFill>
                      <a:latin typeface="+mn-lt"/>
                      <a:ea typeface="+mn-ea"/>
                    </a:defRPr>
                  </a:lvl2pPr>
                  <a:lvl3pPr marL="1143000" indent="-228600" algn="l" rtl="0" eaLnBrk="0" fontAlgn="base" hangingPunct="0">
                    <a:spcBef>
                      <a:spcPct val="20000"/>
                    </a:spcBef>
                    <a:spcAft>
                      <a:spcPct val="0"/>
                    </a:spcAft>
                    <a:buChar char="•"/>
                    <a:defRPr sz="2400">
                      <a:solidFill>
                        <a:srgbClr val="666699"/>
                      </a:solidFill>
                      <a:latin typeface="+mn-lt"/>
                      <a:ea typeface="+mn-ea"/>
                    </a:defRPr>
                  </a:lvl3pPr>
                  <a:lvl4pPr marL="1600200" indent="-228600" algn="l" rtl="0" eaLnBrk="0" fontAlgn="base" hangingPunct="0">
                    <a:spcBef>
                      <a:spcPct val="20000"/>
                    </a:spcBef>
                    <a:spcAft>
                      <a:spcPct val="0"/>
                    </a:spcAft>
                    <a:buChar char="–"/>
                    <a:defRPr sz="2000">
                      <a:solidFill>
                        <a:srgbClr val="666699"/>
                      </a:solidFill>
                      <a:latin typeface="+mn-lt"/>
                      <a:ea typeface="+mn-ea"/>
                    </a:defRPr>
                  </a:lvl4pPr>
                  <a:lvl5pPr marL="2057400" indent="-228600" algn="l" rtl="0" eaLnBrk="0" fontAlgn="base" hangingPunct="0">
                    <a:spcBef>
                      <a:spcPct val="20000"/>
                    </a:spcBef>
                    <a:spcAft>
                      <a:spcPct val="0"/>
                    </a:spcAft>
                    <a:buChar char="»"/>
                    <a:defRPr sz="2000">
                      <a:solidFill>
                        <a:srgbClr val="666699"/>
                      </a:solidFill>
                      <a:latin typeface="+mn-lt"/>
                      <a:ea typeface="+mn-ea"/>
                    </a:defRPr>
                  </a:lvl5pPr>
                </a:lstStyle>
                <a:p>
                  <a:pPr marL="0" lvl="0" indent="0" eaLnBrk="1" hangingPunct="1">
                    <a:spcBef>
                      <a:spcPct val="0"/>
                    </a:spcBef>
                    <a:buNone/>
                  </a:pPr>
                  <a:r>
                    <a:rPr lang="zh-CN" altLang="en-US" sz="1800" dirty="0">
                      <a:solidFill>
                        <a:schemeClr val="tx1"/>
                      </a:solidFill>
                      <a:ea typeface="楷体_GB2312" pitchFamily="1" charset="-122"/>
                    </a:rPr>
                    <a:t>     0</a:t>
                  </a:r>
                  <a:endParaRPr lang="zh-CN" altLang="en-US" sz="1800" dirty="0">
                    <a:solidFill>
                      <a:schemeClr val="tx1"/>
                    </a:solidFill>
                    <a:ea typeface="楷体_GB2312" pitchFamily="1" charset="-122"/>
                  </a:endParaRPr>
                </a:p>
              </p:txBody>
            </p:sp>
            <p:sp>
              <p:nvSpPr>
                <p:cNvPr id="70700" name="Rectangle 85"/>
                <p:cNvSpPr/>
                <p:nvPr/>
              </p:nvSpPr>
              <p:spPr>
                <a:xfrm>
                  <a:off x="0" y="0"/>
                  <a:ext cx="937" cy="422"/>
                </a:xfrm>
                <a:prstGeom prst="rect">
                  <a:avLst/>
                </a:prstGeom>
                <a:noFill/>
                <a:ln w="7" cap="flat" cmpd="sng">
                  <a:solidFill>
                    <a:srgbClr val="A0A0A0"/>
                  </a:solidFill>
                  <a:prstDash val="solid"/>
                  <a:miter/>
                  <a:headEnd type="none" w="med" len="med"/>
                  <a:tailEnd type="none" w="med" len="med"/>
                </a:ln>
              </p:spPr>
              <p:txBody>
                <a:bodyPr wrap="none"/>
                <a:lstStyle>
                  <a:lvl1pPr marL="342900" indent="-342900" algn="l" rtl="0" eaLnBrk="0" fontAlgn="base" hangingPunct="0">
                    <a:spcBef>
                      <a:spcPct val="20000"/>
                    </a:spcBef>
                    <a:spcAft>
                      <a:spcPct val="0"/>
                    </a:spcAft>
                    <a:buChar char="•"/>
                    <a:defRPr sz="3200">
                      <a:solidFill>
                        <a:srgbClr val="666699"/>
                      </a:solidFill>
                      <a:latin typeface="+mn-lt"/>
                      <a:ea typeface="+mn-ea"/>
                      <a:cs typeface="+mn-cs"/>
                    </a:defRPr>
                  </a:lvl1pPr>
                  <a:lvl2pPr marL="742950" indent="-285750" algn="l" rtl="0" eaLnBrk="0" fontAlgn="base" hangingPunct="0">
                    <a:spcBef>
                      <a:spcPct val="20000"/>
                    </a:spcBef>
                    <a:spcAft>
                      <a:spcPct val="0"/>
                    </a:spcAft>
                    <a:buChar char="–"/>
                    <a:defRPr sz="2800">
                      <a:solidFill>
                        <a:srgbClr val="666699"/>
                      </a:solidFill>
                      <a:latin typeface="+mn-lt"/>
                      <a:ea typeface="+mn-ea"/>
                    </a:defRPr>
                  </a:lvl2pPr>
                  <a:lvl3pPr marL="1143000" indent="-228600" algn="l" rtl="0" eaLnBrk="0" fontAlgn="base" hangingPunct="0">
                    <a:spcBef>
                      <a:spcPct val="20000"/>
                    </a:spcBef>
                    <a:spcAft>
                      <a:spcPct val="0"/>
                    </a:spcAft>
                    <a:buChar char="•"/>
                    <a:defRPr sz="2400">
                      <a:solidFill>
                        <a:srgbClr val="666699"/>
                      </a:solidFill>
                      <a:latin typeface="+mn-lt"/>
                      <a:ea typeface="+mn-ea"/>
                    </a:defRPr>
                  </a:lvl3pPr>
                  <a:lvl4pPr marL="1600200" indent="-228600" algn="l" rtl="0" eaLnBrk="0" fontAlgn="base" hangingPunct="0">
                    <a:spcBef>
                      <a:spcPct val="20000"/>
                    </a:spcBef>
                    <a:spcAft>
                      <a:spcPct val="0"/>
                    </a:spcAft>
                    <a:buChar char="–"/>
                    <a:defRPr sz="2000">
                      <a:solidFill>
                        <a:srgbClr val="666699"/>
                      </a:solidFill>
                      <a:latin typeface="+mn-lt"/>
                      <a:ea typeface="+mn-ea"/>
                    </a:defRPr>
                  </a:lvl4pPr>
                  <a:lvl5pPr marL="2057400" indent="-228600" algn="l" rtl="0" eaLnBrk="0" fontAlgn="base" hangingPunct="0">
                    <a:spcBef>
                      <a:spcPct val="20000"/>
                    </a:spcBef>
                    <a:spcAft>
                      <a:spcPct val="0"/>
                    </a:spcAft>
                    <a:buChar char="»"/>
                    <a:defRPr sz="2000">
                      <a:solidFill>
                        <a:srgbClr val="666699"/>
                      </a:solidFill>
                      <a:latin typeface="+mn-lt"/>
                      <a:ea typeface="+mn-ea"/>
                    </a:defRPr>
                  </a:lvl5pPr>
                </a:lstStyle>
                <a:p>
                  <a:pPr marL="0" lvl="0" indent="0" eaLnBrk="1" hangingPunct="1">
                    <a:spcBef>
                      <a:spcPct val="0"/>
                    </a:spcBef>
                    <a:buNone/>
                  </a:pPr>
                  <a:endParaRPr lang="zh-CN" altLang="en-US" sz="2400" dirty="0">
                    <a:solidFill>
                      <a:schemeClr val="tx1"/>
                    </a:solidFill>
                  </a:endParaRPr>
                </a:p>
              </p:txBody>
            </p:sp>
          </p:grpSp>
          <p:grpSp>
            <p:nvGrpSpPr>
              <p:cNvPr id="70693" name="Group 86"/>
              <p:cNvGrpSpPr/>
              <p:nvPr/>
            </p:nvGrpSpPr>
            <p:grpSpPr>
              <a:xfrm>
                <a:off x="1783" y="1688"/>
                <a:ext cx="1116" cy="422"/>
                <a:chOff x="0" y="0"/>
                <a:chExt cx="1116" cy="422"/>
              </a:xfrm>
            </p:grpSpPr>
            <p:sp>
              <p:nvSpPr>
                <p:cNvPr id="70697" name="Rectangle 87"/>
                <p:cNvSpPr/>
                <p:nvPr/>
              </p:nvSpPr>
              <p:spPr>
                <a:xfrm>
                  <a:off x="43" y="0"/>
                  <a:ext cx="1030" cy="422"/>
                </a:xfrm>
                <a:prstGeom prst="rect">
                  <a:avLst/>
                </a:prstGeom>
                <a:noFill/>
                <a:ln w="9525">
                  <a:noFill/>
                </a:ln>
              </p:spPr>
              <p:txBody>
                <a:bodyPr/>
                <a:lstStyle>
                  <a:lvl1pPr marL="342900" indent="-342900" algn="l" rtl="0" eaLnBrk="0" fontAlgn="base" hangingPunct="0">
                    <a:spcBef>
                      <a:spcPct val="20000"/>
                    </a:spcBef>
                    <a:spcAft>
                      <a:spcPct val="0"/>
                    </a:spcAft>
                    <a:buChar char="•"/>
                    <a:defRPr sz="3200">
                      <a:solidFill>
                        <a:srgbClr val="666699"/>
                      </a:solidFill>
                      <a:latin typeface="+mn-lt"/>
                      <a:ea typeface="+mn-ea"/>
                      <a:cs typeface="+mn-cs"/>
                    </a:defRPr>
                  </a:lvl1pPr>
                  <a:lvl2pPr marL="742950" indent="-285750" algn="l" rtl="0" eaLnBrk="0" fontAlgn="base" hangingPunct="0">
                    <a:spcBef>
                      <a:spcPct val="20000"/>
                    </a:spcBef>
                    <a:spcAft>
                      <a:spcPct val="0"/>
                    </a:spcAft>
                    <a:buChar char="–"/>
                    <a:defRPr sz="2800">
                      <a:solidFill>
                        <a:srgbClr val="666699"/>
                      </a:solidFill>
                      <a:latin typeface="+mn-lt"/>
                      <a:ea typeface="+mn-ea"/>
                    </a:defRPr>
                  </a:lvl2pPr>
                  <a:lvl3pPr marL="1143000" indent="-228600" algn="l" rtl="0" eaLnBrk="0" fontAlgn="base" hangingPunct="0">
                    <a:spcBef>
                      <a:spcPct val="20000"/>
                    </a:spcBef>
                    <a:spcAft>
                      <a:spcPct val="0"/>
                    </a:spcAft>
                    <a:buChar char="•"/>
                    <a:defRPr sz="2400">
                      <a:solidFill>
                        <a:srgbClr val="666699"/>
                      </a:solidFill>
                      <a:latin typeface="+mn-lt"/>
                      <a:ea typeface="+mn-ea"/>
                    </a:defRPr>
                  </a:lvl3pPr>
                  <a:lvl4pPr marL="1600200" indent="-228600" algn="l" rtl="0" eaLnBrk="0" fontAlgn="base" hangingPunct="0">
                    <a:spcBef>
                      <a:spcPct val="20000"/>
                    </a:spcBef>
                    <a:spcAft>
                      <a:spcPct val="0"/>
                    </a:spcAft>
                    <a:buChar char="–"/>
                    <a:defRPr sz="2000">
                      <a:solidFill>
                        <a:srgbClr val="666699"/>
                      </a:solidFill>
                      <a:latin typeface="+mn-lt"/>
                      <a:ea typeface="+mn-ea"/>
                    </a:defRPr>
                  </a:lvl4pPr>
                  <a:lvl5pPr marL="2057400" indent="-228600" algn="l" rtl="0" eaLnBrk="0" fontAlgn="base" hangingPunct="0">
                    <a:spcBef>
                      <a:spcPct val="20000"/>
                    </a:spcBef>
                    <a:spcAft>
                      <a:spcPct val="0"/>
                    </a:spcAft>
                    <a:buChar char="»"/>
                    <a:defRPr sz="2000">
                      <a:solidFill>
                        <a:srgbClr val="666699"/>
                      </a:solidFill>
                      <a:latin typeface="+mn-lt"/>
                      <a:ea typeface="+mn-ea"/>
                    </a:defRPr>
                  </a:lvl5pPr>
                </a:lstStyle>
                <a:p>
                  <a:pPr marL="0" lvl="0" indent="0" eaLnBrk="1" hangingPunct="1">
                    <a:spcBef>
                      <a:spcPct val="0"/>
                    </a:spcBef>
                    <a:buNone/>
                  </a:pPr>
                  <a:r>
                    <a:rPr lang="zh-CN" altLang="en-US" sz="1800" dirty="0">
                      <a:solidFill>
                        <a:schemeClr val="tx1"/>
                      </a:solidFill>
                      <a:ea typeface="楷体_GB2312" pitchFamily="1" charset="-122"/>
                    </a:rPr>
                    <a:t>     1   1</a:t>
                  </a:r>
                  <a:endParaRPr lang="zh-CN" altLang="en-US" sz="1800" dirty="0">
                    <a:solidFill>
                      <a:schemeClr val="tx1"/>
                    </a:solidFill>
                    <a:ea typeface="楷体_GB2312" pitchFamily="1" charset="-122"/>
                  </a:endParaRPr>
                </a:p>
              </p:txBody>
            </p:sp>
            <p:sp>
              <p:nvSpPr>
                <p:cNvPr id="70698" name="Rectangle 88"/>
                <p:cNvSpPr/>
                <p:nvPr/>
              </p:nvSpPr>
              <p:spPr>
                <a:xfrm>
                  <a:off x="0" y="0"/>
                  <a:ext cx="1116" cy="422"/>
                </a:xfrm>
                <a:prstGeom prst="rect">
                  <a:avLst/>
                </a:prstGeom>
                <a:noFill/>
                <a:ln w="7" cap="flat" cmpd="sng">
                  <a:solidFill>
                    <a:srgbClr val="A0A0A0"/>
                  </a:solidFill>
                  <a:prstDash val="solid"/>
                  <a:miter/>
                  <a:headEnd type="none" w="med" len="med"/>
                  <a:tailEnd type="none" w="med" len="med"/>
                </a:ln>
              </p:spPr>
              <p:txBody>
                <a:bodyPr wrap="none"/>
                <a:lstStyle>
                  <a:lvl1pPr marL="342900" indent="-342900" algn="l" rtl="0" eaLnBrk="0" fontAlgn="base" hangingPunct="0">
                    <a:spcBef>
                      <a:spcPct val="20000"/>
                    </a:spcBef>
                    <a:spcAft>
                      <a:spcPct val="0"/>
                    </a:spcAft>
                    <a:buChar char="•"/>
                    <a:defRPr sz="3200">
                      <a:solidFill>
                        <a:srgbClr val="666699"/>
                      </a:solidFill>
                      <a:latin typeface="+mn-lt"/>
                      <a:ea typeface="+mn-ea"/>
                      <a:cs typeface="+mn-cs"/>
                    </a:defRPr>
                  </a:lvl1pPr>
                  <a:lvl2pPr marL="742950" indent="-285750" algn="l" rtl="0" eaLnBrk="0" fontAlgn="base" hangingPunct="0">
                    <a:spcBef>
                      <a:spcPct val="20000"/>
                    </a:spcBef>
                    <a:spcAft>
                      <a:spcPct val="0"/>
                    </a:spcAft>
                    <a:buChar char="–"/>
                    <a:defRPr sz="2800">
                      <a:solidFill>
                        <a:srgbClr val="666699"/>
                      </a:solidFill>
                      <a:latin typeface="+mn-lt"/>
                      <a:ea typeface="+mn-ea"/>
                    </a:defRPr>
                  </a:lvl2pPr>
                  <a:lvl3pPr marL="1143000" indent="-228600" algn="l" rtl="0" eaLnBrk="0" fontAlgn="base" hangingPunct="0">
                    <a:spcBef>
                      <a:spcPct val="20000"/>
                    </a:spcBef>
                    <a:spcAft>
                      <a:spcPct val="0"/>
                    </a:spcAft>
                    <a:buChar char="•"/>
                    <a:defRPr sz="2400">
                      <a:solidFill>
                        <a:srgbClr val="666699"/>
                      </a:solidFill>
                      <a:latin typeface="+mn-lt"/>
                      <a:ea typeface="+mn-ea"/>
                    </a:defRPr>
                  </a:lvl3pPr>
                  <a:lvl4pPr marL="1600200" indent="-228600" algn="l" rtl="0" eaLnBrk="0" fontAlgn="base" hangingPunct="0">
                    <a:spcBef>
                      <a:spcPct val="20000"/>
                    </a:spcBef>
                    <a:spcAft>
                      <a:spcPct val="0"/>
                    </a:spcAft>
                    <a:buChar char="–"/>
                    <a:defRPr sz="2000">
                      <a:solidFill>
                        <a:srgbClr val="666699"/>
                      </a:solidFill>
                      <a:latin typeface="+mn-lt"/>
                      <a:ea typeface="+mn-ea"/>
                    </a:defRPr>
                  </a:lvl4pPr>
                  <a:lvl5pPr marL="2057400" indent="-228600" algn="l" rtl="0" eaLnBrk="0" fontAlgn="base" hangingPunct="0">
                    <a:spcBef>
                      <a:spcPct val="20000"/>
                    </a:spcBef>
                    <a:spcAft>
                      <a:spcPct val="0"/>
                    </a:spcAft>
                    <a:buChar char="»"/>
                    <a:defRPr sz="2000">
                      <a:solidFill>
                        <a:srgbClr val="666699"/>
                      </a:solidFill>
                      <a:latin typeface="+mn-lt"/>
                      <a:ea typeface="+mn-ea"/>
                    </a:defRPr>
                  </a:lvl5pPr>
                </a:lstStyle>
                <a:p>
                  <a:pPr marL="0" lvl="0" indent="0" eaLnBrk="1" hangingPunct="1">
                    <a:spcBef>
                      <a:spcPct val="0"/>
                    </a:spcBef>
                    <a:buNone/>
                  </a:pPr>
                  <a:endParaRPr lang="zh-CN" altLang="en-US" sz="2400" dirty="0">
                    <a:solidFill>
                      <a:schemeClr val="tx1"/>
                    </a:solidFill>
                  </a:endParaRPr>
                </a:p>
              </p:txBody>
            </p:sp>
          </p:grpSp>
          <p:grpSp>
            <p:nvGrpSpPr>
              <p:cNvPr id="70694" name="Group 89"/>
              <p:cNvGrpSpPr/>
              <p:nvPr/>
            </p:nvGrpSpPr>
            <p:grpSpPr>
              <a:xfrm>
                <a:off x="2899" y="1688"/>
                <a:ext cx="1116" cy="422"/>
                <a:chOff x="0" y="0"/>
                <a:chExt cx="1116" cy="422"/>
              </a:xfrm>
            </p:grpSpPr>
            <p:sp>
              <p:nvSpPr>
                <p:cNvPr id="70695" name="Rectangle 90"/>
                <p:cNvSpPr/>
                <p:nvPr/>
              </p:nvSpPr>
              <p:spPr>
                <a:xfrm>
                  <a:off x="43" y="0"/>
                  <a:ext cx="1030" cy="422"/>
                </a:xfrm>
                <a:prstGeom prst="rect">
                  <a:avLst/>
                </a:prstGeom>
                <a:noFill/>
                <a:ln w="9525">
                  <a:noFill/>
                </a:ln>
              </p:spPr>
              <p:txBody>
                <a:bodyPr/>
                <a:lstStyle>
                  <a:lvl1pPr marL="342900" indent="-342900" algn="l" rtl="0" eaLnBrk="0" fontAlgn="base" hangingPunct="0">
                    <a:spcBef>
                      <a:spcPct val="20000"/>
                    </a:spcBef>
                    <a:spcAft>
                      <a:spcPct val="0"/>
                    </a:spcAft>
                    <a:buChar char="•"/>
                    <a:defRPr sz="3200">
                      <a:solidFill>
                        <a:srgbClr val="666699"/>
                      </a:solidFill>
                      <a:latin typeface="+mn-lt"/>
                      <a:ea typeface="+mn-ea"/>
                      <a:cs typeface="+mn-cs"/>
                    </a:defRPr>
                  </a:lvl1pPr>
                  <a:lvl2pPr marL="742950" indent="-285750" algn="l" rtl="0" eaLnBrk="0" fontAlgn="base" hangingPunct="0">
                    <a:spcBef>
                      <a:spcPct val="20000"/>
                    </a:spcBef>
                    <a:spcAft>
                      <a:spcPct val="0"/>
                    </a:spcAft>
                    <a:buChar char="–"/>
                    <a:defRPr sz="2800">
                      <a:solidFill>
                        <a:srgbClr val="666699"/>
                      </a:solidFill>
                      <a:latin typeface="+mn-lt"/>
                      <a:ea typeface="+mn-ea"/>
                    </a:defRPr>
                  </a:lvl2pPr>
                  <a:lvl3pPr marL="1143000" indent="-228600" algn="l" rtl="0" eaLnBrk="0" fontAlgn="base" hangingPunct="0">
                    <a:spcBef>
                      <a:spcPct val="20000"/>
                    </a:spcBef>
                    <a:spcAft>
                      <a:spcPct val="0"/>
                    </a:spcAft>
                    <a:buChar char="•"/>
                    <a:defRPr sz="2400">
                      <a:solidFill>
                        <a:srgbClr val="666699"/>
                      </a:solidFill>
                      <a:latin typeface="+mn-lt"/>
                      <a:ea typeface="+mn-ea"/>
                    </a:defRPr>
                  </a:lvl3pPr>
                  <a:lvl4pPr marL="1600200" indent="-228600" algn="l" rtl="0" eaLnBrk="0" fontAlgn="base" hangingPunct="0">
                    <a:spcBef>
                      <a:spcPct val="20000"/>
                    </a:spcBef>
                    <a:spcAft>
                      <a:spcPct val="0"/>
                    </a:spcAft>
                    <a:buChar char="–"/>
                    <a:defRPr sz="2000">
                      <a:solidFill>
                        <a:srgbClr val="666699"/>
                      </a:solidFill>
                      <a:latin typeface="+mn-lt"/>
                      <a:ea typeface="+mn-ea"/>
                    </a:defRPr>
                  </a:lvl4pPr>
                  <a:lvl5pPr marL="2057400" indent="-228600" algn="l" rtl="0" eaLnBrk="0" fontAlgn="base" hangingPunct="0">
                    <a:spcBef>
                      <a:spcPct val="20000"/>
                    </a:spcBef>
                    <a:spcAft>
                      <a:spcPct val="0"/>
                    </a:spcAft>
                    <a:buChar char="»"/>
                    <a:defRPr sz="2000">
                      <a:solidFill>
                        <a:srgbClr val="666699"/>
                      </a:solidFill>
                      <a:latin typeface="+mn-lt"/>
                      <a:ea typeface="+mn-ea"/>
                    </a:defRPr>
                  </a:lvl5pPr>
                </a:lstStyle>
                <a:p>
                  <a:pPr marL="0" lvl="0" indent="0" eaLnBrk="1" hangingPunct="1">
                    <a:spcBef>
                      <a:spcPct val="0"/>
                    </a:spcBef>
                    <a:buNone/>
                  </a:pPr>
                  <a:r>
                    <a:rPr lang="zh-CN" altLang="en-US" sz="1800" dirty="0">
                      <a:solidFill>
                        <a:schemeClr val="tx1"/>
                      </a:solidFill>
                      <a:ea typeface="楷体_GB2312" pitchFamily="1" charset="-122"/>
                    </a:rPr>
                    <a:t>      Ai</a:t>
                  </a:r>
                  <a:endParaRPr lang="zh-CN" altLang="en-US" sz="1800" dirty="0">
                    <a:solidFill>
                      <a:schemeClr val="tx1"/>
                    </a:solidFill>
                    <a:ea typeface="楷体_GB2312" pitchFamily="1" charset="-122"/>
                  </a:endParaRPr>
                </a:p>
              </p:txBody>
            </p:sp>
            <p:sp>
              <p:nvSpPr>
                <p:cNvPr id="70696" name="Rectangle 91"/>
                <p:cNvSpPr/>
                <p:nvPr/>
              </p:nvSpPr>
              <p:spPr>
                <a:xfrm>
                  <a:off x="0" y="0"/>
                  <a:ext cx="1116" cy="422"/>
                </a:xfrm>
                <a:prstGeom prst="rect">
                  <a:avLst/>
                </a:prstGeom>
                <a:noFill/>
                <a:ln w="7" cap="flat" cmpd="sng">
                  <a:solidFill>
                    <a:srgbClr val="A0A0A0"/>
                  </a:solidFill>
                  <a:prstDash val="solid"/>
                  <a:miter/>
                  <a:headEnd type="none" w="med" len="med"/>
                  <a:tailEnd type="none" w="med" len="med"/>
                </a:ln>
              </p:spPr>
              <p:txBody>
                <a:bodyPr wrap="none"/>
                <a:lstStyle>
                  <a:lvl1pPr marL="342900" indent="-342900" algn="l" rtl="0" eaLnBrk="0" fontAlgn="base" hangingPunct="0">
                    <a:spcBef>
                      <a:spcPct val="20000"/>
                    </a:spcBef>
                    <a:spcAft>
                      <a:spcPct val="0"/>
                    </a:spcAft>
                    <a:buChar char="•"/>
                    <a:defRPr sz="3200">
                      <a:solidFill>
                        <a:srgbClr val="666699"/>
                      </a:solidFill>
                      <a:latin typeface="+mn-lt"/>
                      <a:ea typeface="+mn-ea"/>
                      <a:cs typeface="+mn-cs"/>
                    </a:defRPr>
                  </a:lvl1pPr>
                  <a:lvl2pPr marL="742950" indent="-285750" algn="l" rtl="0" eaLnBrk="0" fontAlgn="base" hangingPunct="0">
                    <a:spcBef>
                      <a:spcPct val="20000"/>
                    </a:spcBef>
                    <a:spcAft>
                      <a:spcPct val="0"/>
                    </a:spcAft>
                    <a:buChar char="–"/>
                    <a:defRPr sz="2800">
                      <a:solidFill>
                        <a:srgbClr val="666699"/>
                      </a:solidFill>
                      <a:latin typeface="+mn-lt"/>
                      <a:ea typeface="+mn-ea"/>
                    </a:defRPr>
                  </a:lvl2pPr>
                  <a:lvl3pPr marL="1143000" indent="-228600" algn="l" rtl="0" eaLnBrk="0" fontAlgn="base" hangingPunct="0">
                    <a:spcBef>
                      <a:spcPct val="20000"/>
                    </a:spcBef>
                    <a:spcAft>
                      <a:spcPct val="0"/>
                    </a:spcAft>
                    <a:buChar char="•"/>
                    <a:defRPr sz="2400">
                      <a:solidFill>
                        <a:srgbClr val="666699"/>
                      </a:solidFill>
                      <a:latin typeface="+mn-lt"/>
                      <a:ea typeface="+mn-ea"/>
                    </a:defRPr>
                  </a:lvl3pPr>
                  <a:lvl4pPr marL="1600200" indent="-228600" algn="l" rtl="0" eaLnBrk="0" fontAlgn="base" hangingPunct="0">
                    <a:spcBef>
                      <a:spcPct val="20000"/>
                    </a:spcBef>
                    <a:spcAft>
                      <a:spcPct val="0"/>
                    </a:spcAft>
                    <a:buChar char="–"/>
                    <a:defRPr sz="2000">
                      <a:solidFill>
                        <a:srgbClr val="666699"/>
                      </a:solidFill>
                      <a:latin typeface="+mn-lt"/>
                      <a:ea typeface="+mn-ea"/>
                    </a:defRPr>
                  </a:lvl4pPr>
                  <a:lvl5pPr marL="2057400" indent="-228600" algn="l" rtl="0" eaLnBrk="0" fontAlgn="base" hangingPunct="0">
                    <a:spcBef>
                      <a:spcPct val="20000"/>
                    </a:spcBef>
                    <a:spcAft>
                      <a:spcPct val="0"/>
                    </a:spcAft>
                    <a:buChar char="»"/>
                    <a:defRPr sz="2000">
                      <a:solidFill>
                        <a:srgbClr val="666699"/>
                      </a:solidFill>
                      <a:latin typeface="+mn-lt"/>
                      <a:ea typeface="+mn-ea"/>
                    </a:defRPr>
                  </a:lvl5pPr>
                </a:lstStyle>
                <a:p>
                  <a:pPr marL="0" lvl="0" indent="0" eaLnBrk="1" hangingPunct="1">
                    <a:spcBef>
                      <a:spcPct val="0"/>
                    </a:spcBef>
                    <a:buNone/>
                  </a:pPr>
                  <a:endParaRPr lang="zh-CN" altLang="en-US" sz="2400" dirty="0">
                    <a:solidFill>
                      <a:schemeClr val="tx1"/>
                    </a:solidFill>
                  </a:endParaRPr>
                </a:p>
              </p:txBody>
            </p:sp>
          </p:grpSp>
        </p:grpSp>
        <p:sp>
          <p:nvSpPr>
            <p:cNvPr id="70674" name="Rectangle 92"/>
            <p:cNvSpPr/>
            <p:nvPr/>
          </p:nvSpPr>
          <p:spPr>
            <a:xfrm>
              <a:off x="0" y="0"/>
              <a:ext cx="4021" cy="2116"/>
            </a:xfrm>
            <a:prstGeom prst="rect">
              <a:avLst/>
            </a:prstGeom>
            <a:noFill/>
            <a:ln w="9525" cap="flat" cmpd="sng">
              <a:solidFill>
                <a:srgbClr val="A0A0A0"/>
              </a:solidFill>
              <a:prstDash val="solid"/>
              <a:miter/>
              <a:headEnd type="none" w="med" len="med"/>
              <a:tailEnd type="none" w="med" len="med"/>
            </a:ln>
          </p:spPr>
          <p:txBody>
            <a:bodyPr wrap="none"/>
            <a:lstStyle>
              <a:lvl1pPr marL="342900" indent="-342900" algn="l" rtl="0" eaLnBrk="0" fontAlgn="base" hangingPunct="0">
                <a:spcBef>
                  <a:spcPct val="20000"/>
                </a:spcBef>
                <a:spcAft>
                  <a:spcPct val="0"/>
                </a:spcAft>
                <a:buChar char="•"/>
                <a:defRPr sz="3200">
                  <a:solidFill>
                    <a:srgbClr val="666699"/>
                  </a:solidFill>
                  <a:latin typeface="+mn-lt"/>
                  <a:ea typeface="+mn-ea"/>
                  <a:cs typeface="+mn-cs"/>
                </a:defRPr>
              </a:lvl1pPr>
              <a:lvl2pPr marL="742950" indent="-285750" algn="l" rtl="0" eaLnBrk="0" fontAlgn="base" hangingPunct="0">
                <a:spcBef>
                  <a:spcPct val="20000"/>
                </a:spcBef>
                <a:spcAft>
                  <a:spcPct val="0"/>
                </a:spcAft>
                <a:buChar char="–"/>
                <a:defRPr sz="2800">
                  <a:solidFill>
                    <a:srgbClr val="666699"/>
                  </a:solidFill>
                  <a:latin typeface="+mn-lt"/>
                  <a:ea typeface="+mn-ea"/>
                </a:defRPr>
              </a:lvl2pPr>
              <a:lvl3pPr marL="1143000" indent="-228600" algn="l" rtl="0" eaLnBrk="0" fontAlgn="base" hangingPunct="0">
                <a:spcBef>
                  <a:spcPct val="20000"/>
                </a:spcBef>
                <a:spcAft>
                  <a:spcPct val="0"/>
                </a:spcAft>
                <a:buChar char="•"/>
                <a:defRPr sz="2400">
                  <a:solidFill>
                    <a:srgbClr val="666699"/>
                  </a:solidFill>
                  <a:latin typeface="+mn-lt"/>
                  <a:ea typeface="+mn-ea"/>
                </a:defRPr>
              </a:lvl3pPr>
              <a:lvl4pPr marL="1600200" indent="-228600" algn="l" rtl="0" eaLnBrk="0" fontAlgn="base" hangingPunct="0">
                <a:spcBef>
                  <a:spcPct val="20000"/>
                </a:spcBef>
                <a:spcAft>
                  <a:spcPct val="0"/>
                </a:spcAft>
                <a:buChar char="–"/>
                <a:defRPr sz="2000">
                  <a:solidFill>
                    <a:srgbClr val="666699"/>
                  </a:solidFill>
                  <a:latin typeface="+mn-lt"/>
                  <a:ea typeface="+mn-ea"/>
                </a:defRPr>
              </a:lvl4pPr>
              <a:lvl5pPr marL="2057400" indent="-228600" algn="l" rtl="0" eaLnBrk="0" fontAlgn="base" hangingPunct="0">
                <a:spcBef>
                  <a:spcPct val="20000"/>
                </a:spcBef>
                <a:spcAft>
                  <a:spcPct val="0"/>
                </a:spcAft>
                <a:buChar char="»"/>
                <a:defRPr sz="2000">
                  <a:solidFill>
                    <a:srgbClr val="666699"/>
                  </a:solidFill>
                  <a:latin typeface="+mn-lt"/>
                  <a:ea typeface="+mn-ea"/>
                </a:defRPr>
              </a:lvl5pPr>
            </a:lstStyle>
            <a:p>
              <a:pPr marL="0" lvl="0" indent="0" eaLnBrk="1" hangingPunct="1">
                <a:spcBef>
                  <a:spcPct val="0"/>
                </a:spcBef>
                <a:buNone/>
              </a:pPr>
              <a:endParaRPr lang="zh-CN" altLang="en-US" sz="2400" dirty="0">
                <a:solidFill>
                  <a:schemeClr val="tx1"/>
                </a:solidFill>
              </a:endParaRPr>
            </a:p>
          </p:txBody>
        </p:sp>
      </p:grpSp>
      <p:sp>
        <p:nvSpPr>
          <p:cNvPr id="70664" name="Text Box 93"/>
          <p:cNvSpPr txBox="1"/>
          <p:nvPr/>
        </p:nvSpPr>
        <p:spPr>
          <a:xfrm>
            <a:off x="4800600" y="2057400"/>
            <a:ext cx="4038600" cy="396875"/>
          </a:xfrm>
          <a:prstGeom prst="rect">
            <a:avLst/>
          </a:prstGeom>
          <a:noFill/>
          <a:ln w="9525">
            <a:noFill/>
          </a:ln>
        </p:spPr>
        <p:txBody>
          <a:bodyPr>
            <a:spAutoFit/>
          </a:bodyPr>
          <a:lstStyle>
            <a:lvl1pPr marL="342900" indent="-342900" algn="l" rtl="0" eaLnBrk="0" fontAlgn="base" hangingPunct="0">
              <a:spcBef>
                <a:spcPct val="20000"/>
              </a:spcBef>
              <a:spcAft>
                <a:spcPct val="0"/>
              </a:spcAft>
              <a:buChar char="•"/>
              <a:defRPr sz="3200">
                <a:solidFill>
                  <a:srgbClr val="666699"/>
                </a:solidFill>
                <a:latin typeface="+mn-lt"/>
                <a:ea typeface="+mn-ea"/>
                <a:cs typeface="+mn-cs"/>
              </a:defRPr>
            </a:lvl1pPr>
            <a:lvl2pPr marL="742950" indent="-285750" algn="l" rtl="0" eaLnBrk="0" fontAlgn="base" hangingPunct="0">
              <a:spcBef>
                <a:spcPct val="20000"/>
              </a:spcBef>
              <a:spcAft>
                <a:spcPct val="0"/>
              </a:spcAft>
              <a:buChar char="–"/>
              <a:defRPr sz="2800">
                <a:solidFill>
                  <a:srgbClr val="666699"/>
                </a:solidFill>
                <a:latin typeface="+mn-lt"/>
                <a:ea typeface="+mn-ea"/>
              </a:defRPr>
            </a:lvl2pPr>
            <a:lvl3pPr marL="1143000" indent="-228600" algn="l" rtl="0" eaLnBrk="0" fontAlgn="base" hangingPunct="0">
              <a:spcBef>
                <a:spcPct val="20000"/>
              </a:spcBef>
              <a:spcAft>
                <a:spcPct val="0"/>
              </a:spcAft>
              <a:buChar char="•"/>
              <a:defRPr sz="2400">
                <a:solidFill>
                  <a:srgbClr val="666699"/>
                </a:solidFill>
                <a:latin typeface="+mn-lt"/>
                <a:ea typeface="+mn-ea"/>
              </a:defRPr>
            </a:lvl3pPr>
            <a:lvl4pPr marL="1600200" indent="-228600" algn="l" rtl="0" eaLnBrk="0" fontAlgn="base" hangingPunct="0">
              <a:spcBef>
                <a:spcPct val="20000"/>
              </a:spcBef>
              <a:spcAft>
                <a:spcPct val="0"/>
              </a:spcAft>
              <a:buChar char="–"/>
              <a:defRPr sz="2000">
                <a:solidFill>
                  <a:srgbClr val="666699"/>
                </a:solidFill>
                <a:latin typeface="+mn-lt"/>
                <a:ea typeface="+mn-ea"/>
              </a:defRPr>
            </a:lvl4pPr>
            <a:lvl5pPr marL="2057400" indent="-228600" algn="l" rtl="0" eaLnBrk="0" fontAlgn="base" hangingPunct="0">
              <a:spcBef>
                <a:spcPct val="20000"/>
              </a:spcBef>
              <a:spcAft>
                <a:spcPct val="0"/>
              </a:spcAft>
              <a:buChar char="»"/>
              <a:defRPr sz="2000">
                <a:solidFill>
                  <a:srgbClr val="666699"/>
                </a:solidFill>
                <a:latin typeface="+mn-lt"/>
                <a:ea typeface="+mn-ea"/>
              </a:defRPr>
            </a:lvl5pPr>
          </a:lstStyle>
          <a:p>
            <a:pPr marL="0" lvl="0" indent="0" eaLnBrk="1" hangingPunct="1">
              <a:spcBef>
                <a:spcPct val="50000"/>
              </a:spcBef>
              <a:buNone/>
            </a:pPr>
            <a:r>
              <a:rPr lang="zh-CN" altLang="en-US" sz="2000" dirty="0">
                <a:solidFill>
                  <a:schemeClr val="tx1"/>
                </a:solidFill>
                <a:latin typeface="Tahoma" panose="020B0604030504040204" pitchFamily="34" charset="0"/>
              </a:rPr>
              <a:t>Xi 、Yi与控制参数和输入量的关系</a:t>
            </a:r>
            <a:endParaRPr lang="zh-CN" altLang="en-US" sz="2000" dirty="0">
              <a:solidFill>
                <a:schemeClr val="tx1"/>
              </a:solidFill>
              <a:latin typeface="Tahoma" panose="020B0604030504040204" pitchFamily="34" charset="0"/>
            </a:endParaRPr>
          </a:p>
        </p:txBody>
      </p:sp>
      <p:sp>
        <p:nvSpPr>
          <p:cNvPr id="70665" name="Line 94"/>
          <p:cNvSpPr/>
          <p:nvPr/>
        </p:nvSpPr>
        <p:spPr>
          <a:xfrm>
            <a:off x="5784850" y="2924175"/>
            <a:ext cx="152400" cy="0"/>
          </a:xfrm>
          <a:prstGeom prst="line">
            <a:avLst/>
          </a:prstGeom>
          <a:ln w="9525" cap="flat" cmpd="sng">
            <a:solidFill>
              <a:schemeClr val="tx1"/>
            </a:solidFill>
            <a:prstDash val="solid"/>
            <a:headEnd type="none" w="med" len="med"/>
            <a:tailEnd type="none" w="med" len="med"/>
          </a:ln>
        </p:spPr>
      </p:sp>
      <p:sp>
        <p:nvSpPr>
          <p:cNvPr id="70666" name="Line 95"/>
          <p:cNvSpPr/>
          <p:nvPr/>
        </p:nvSpPr>
        <p:spPr>
          <a:xfrm>
            <a:off x="5708650" y="3305175"/>
            <a:ext cx="152400" cy="0"/>
          </a:xfrm>
          <a:prstGeom prst="line">
            <a:avLst/>
          </a:prstGeom>
          <a:ln w="9525" cap="flat" cmpd="sng">
            <a:solidFill>
              <a:schemeClr val="tx1"/>
            </a:solidFill>
            <a:prstDash val="solid"/>
            <a:headEnd type="none" w="med" len="med"/>
            <a:tailEnd type="none" w="med" len="med"/>
          </a:ln>
        </p:spPr>
      </p:sp>
      <p:sp>
        <p:nvSpPr>
          <p:cNvPr id="70667" name="Line 96"/>
          <p:cNvSpPr/>
          <p:nvPr/>
        </p:nvSpPr>
        <p:spPr>
          <a:xfrm>
            <a:off x="8451850" y="3305175"/>
            <a:ext cx="152400" cy="0"/>
          </a:xfrm>
          <a:prstGeom prst="line">
            <a:avLst/>
          </a:prstGeom>
          <a:ln w="9525" cap="flat" cmpd="sng">
            <a:solidFill>
              <a:schemeClr val="tx1"/>
            </a:solidFill>
            <a:prstDash val="solid"/>
            <a:headEnd type="none" w="med" len="med"/>
            <a:tailEnd type="none" w="med" len="med"/>
          </a:ln>
        </p:spPr>
      </p:sp>
      <p:sp>
        <p:nvSpPr>
          <p:cNvPr id="70668" name="Line 97"/>
          <p:cNvSpPr/>
          <p:nvPr/>
        </p:nvSpPr>
        <p:spPr>
          <a:xfrm>
            <a:off x="8147050" y="3305175"/>
            <a:ext cx="152400" cy="0"/>
          </a:xfrm>
          <a:prstGeom prst="line">
            <a:avLst/>
          </a:prstGeom>
          <a:ln w="9525" cap="flat" cmpd="sng">
            <a:solidFill>
              <a:schemeClr val="tx1"/>
            </a:solidFill>
            <a:prstDash val="solid"/>
            <a:headEnd type="none" w="med" len="med"/>
            <a:tailEnd type="none" w="med" len="med"/>
          </a:ln>
        </p:spPr>
      </p:sp>
      <p:sp>
        <p:nvSpPr>
          <p:cNvPr id="70669" name="Line 98"/>
          <p:cNvSpPr/>
          <p:nvPr/>
        </p:nvSpPr>
        <p:spPr>
          <a:xfrm>
            <a:off x="5708650" y="3686175"/>
            <a:ext cx="152400" cy="0"/>
          </a:xfrm>
          <a:prstGeom prst="line">
            <a:avLst/>
          </a:prstGeom>
          <a:ln w="9525" cap="flat" cmpd="sng">
            <a:solidFill>
              <a:schemeClr val="tx1"/>
            </a:solidFill>
            <a:prstDash val="solid"/>
            <a:headEnd type="none" w="med" len="med"/>
            <a:tailEnd type="none" w="med" len="med"/>
          </a:ln>
        </p:spPr>
      </p:sp>
      <p:sp>
        <p:nvSpPr>
          <p:cNvPr id="70670" name="Line 99"/>
          <p:cNvSpPr/>
          <p:nvPr/>
        </p:nvSpPr>
        <p:spPr>
          <a:xfrm>
            <a:off x="5937250" y="3686175"/>
            <a:ext cx="152400" cy="0"/>
          </a:xfrm>
          <a:prstGeom prst="line">
            <a:avLst/>
          </a:prstGeom>
          <a:ln w="9525" cap="flat" cmpd="sng">
            <a:solidFill>
              <a:schemeClr val="tx1"/>
            </a:solidFill>
            <a:prstDash val="solid"/>
            <a:headEnd type="none" w="med" len="med"/>
            <a:tailEnd type="none" w="med" len="med"/>
          </a:ln>
        </p:spPr>
      </p:sp>
      <p:sp>
        <p:nvSpPr>
          <p:cNvPr id="70671" name="Line 100"/>
          <p:cNvSpPr/>
          <p:nvPr/>
        </p:nvSpPr>
        <p:spPr>
          <a:xfrm>
            <a:off x="8147050" y="3686175"/>
            <a:ext cx="152400" cy="0"/>
          </a:xfrm>
          <a:prstGeom prst="line">
            <a:avLst/>
          </a:prstGeom>
          <a:ln w="9525" cap="flat" cmpd="sng">
            <a:solidFill>
              <a:schemeClr val="tx1"/>
            </a:solidFill>
            <a:prstDash val="solid"/>
            <a:headEnd type="none" w="med" len="med"/>
            <a:tailEnd type="none" w="med" len="med"/>
          </a:ln>
        </p:spPr>
      </p:sp>
      <p:sp>
        <p:nvSpPr>
          <p:cNvPr id="70672" name="Line 101"/>
          <p:cNvSpPr/>
          <p:nvPr/>
        </p:nvSpPr>
        <p:spPr>
          <a:xfrm>
            <a:off x="8223250" y="4067175"/>
            <a:ext cx="152400" cy="0"/>
          </a:xfrm>
          <a:prstGeom prst="line">
            <a:avLst/>
          </a:prstGeom>
          <a:ln w="9525" cap="flat" cmpd="sng">
            <a:solidFill>
              <a:schemeClr val="tx1"/>
            </a:solidFill>
            <a:prstDash val="solid"/>
            <a:headEnd type="none" w="med" len="med"/>
            <a:tailEnd type="none" w="med" len="med"/>
          </a:ln>
        </p:spPr>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1682" name="Rectangle 2"/>
          <p:cNvSpPr>
            <a:spLocks noGrp="1"/>
          </p:cNvSpPr>
          <p:nvPr>
            <p:ph type="title"/>
          </p:nvPr>
        </p:nvSpPr>
        <p:spPr>
          <a:xfrm>
            <a:off x="685800" y="914400"/>
            <a:ext cx="7772400" cy="838200"/>
          </a:xfrm>
          <a:ln/>
        </p:spPr>
        <p:txBody>
          <a:bodyPr vert="horz" wrap="square" lIns="91440" tIns="45720" rIns="91440" bIns="45720" anchor="ctr" anchorCtr="0"/>
          <a:p>
            <a:pPr eaLnBrk="1" hangingPunct="1"/>
            <a:r>
              <a:rPr lang="zh-CN" altLang="en-US" dirty="0"/>
              <a:t>定点运算器的组成——</a:t>
            </a:r>
            <a:r>
              <a:rPr lang="zh-CN" altLang="en-US" sz="1800" dirty="0"/>
              <a:t>多功能算术/逻辑运算单元</a:t>
            </a:r>
            <a:endParaRPr lang="zh-CN" altLang="en-US" sz="1800" dirty="0"/>
          </a:p>
        </p:txBody>
      </p:sp>
      <p:sp>
        <p:nvSpPr>
          <p:cNvPr id="71683" name="Text Box 3"/>
          <p:cNvSpPr txBox="1"/>
          <p:nvPr/>
        </p:nvSpPr>
        <p:spPr>
          <a:xfrm>
            <a:off x="1143000" y="1981200"/>
            <a:ext cx="5486400" cy="3167063"/>
          </a:xfrm>
          <a:prstGeom prst="rect">
            <a:avLst/>
          </a:prstGeom>
          <a:noFill/>
          <a:ln w="9525">
            <a:noFill/>
          </a:ln>
        </p:spPr>
        <p:txBody>
          <a:bodyPr>
            <a:spAutoFit/>
          </a:bodyPr>
          <a:lstStyle>
            <a:lvl1pPr marL="342900" indent="-342900" algn="l" rtl="0" eaLnBrk="0" fontAlgn="base" hangingPunct="0">
              <a:spcBef>
                <a:spcPct val="20000"/>
              </a:spcBef>
              <a:spcAft>
                <a:spcPct val="0"/>
              </a:spcAft>
              <a:buChar char="•"/>
              <a:defRPr sz="3200">
                <a:solidFill>
                  <a:srgbClr val="666699"/>
                </a:solidFill>
                <a:latin typeface="+mn-lt"/>
                <a:ea typeface="+mn-ea"/>
                <a:cs typeface="+mn-cs"/>
              </a:defRPr>
            </a:lvl1pPr>
            <a:lvl2pPr marL="742950" indent="-285750" algn="l" rtl="0" eaLnBrk="0" fontAlgn="base" hangingPunct="0">
              <a:spcBef>
                <a:spcPct val="20000"/>
              </a:spcBef>
              <a:spcAft>
                <a:spcPct val="0"/>
              </a:spcAft>
              <a:buChar char="–"/>
              <a:defRPr sz="2800">
                <a:solidFill>
                  <a:srgbClr val="666699"/>
                </a:solidFill>
                <a:latin typeface="+mn-lt"/>
                <a:ea typeface="+mn-ea"/>
              </a:defRPr>
            </a:lvl2pPr>
            <a:lvl3pPr marL="1143000" indent="-228600" algn="l" rtl="0" eaLnBrk="0" fontAlgn="base" hangingPunct="0">
              <a:spcBef>
                <a:spcPct val="20000"/>
              </a:spcBef>
              <a:spcAft>
                <a:spcPct val="0"/>
              </a:spcAft>
              <a:buChar char="•"/>
              <a:defRPr sz="2400">
                <a:solidFill>
                  <a:srgbClr val="666699"/>
                </a:solidFill>
                <a:latin typeface="+mn-lt"/>
                <a:ea typeface="+mn-ea"/>
              </a:defRPr>
            </a:lvl3pPr>
            <a:lvl4pPr marL="1600200" indent="-228600" algn="l" rtl="0" eaLnBrk="0" fontAlgn="base" hangingPunct="0">
              <a:spcBef>
                <a:spcPct val="20000"/>
              </a:spcBef>
              <a:spcAft>
                <a:spcPct val="0"/>
              </a:spcAft>
              <a:buChar char="–"/>
              <a:defRPr sz="2000">
                <a:solidFill>
                  <a:srgbClr val="666699"/>
                </a:solidFill>
                <a:latin typeface="+mn-lt"/>
                <a:ea typeface="+mn-ea"/>
              </a:defRPr>
            </a:lvl4pPr>
            <a:lvl5pPr marL="2057400" indent="-228600" algn="l" rtl="0" eaLnBrk="0" fontAlgn="base" hangingPunct="0">
              <a:spcBef>
                <a:spcPct val="20000"/>
              </a:spcBef>
              <a:spcAft>
                <a:spcPct val="0"/>
              </a:spcAft>
              <a:buChar char="»"/>
              <a:defRPr sz="2000">
                <a:solidFill>
                  <a:srgbClr val="666699"/>
                </a:solidFill>
                <a:latin typeface="+mn-lt"/>
                <a:ea typeface="+mn-ea"/>
              </a:defRPr>
            </a:lvl5pPr>
          </a:lstStyle>
          <a:p>
            <a:pPr marL="0" lvl="0" indent="0" eaLnBrk="1" hangingPunct="1">
              <a:spcBef>
                <a:spcPct val="50000"/>
              </a:spcBef>
              <a:buNone/>
            </a:pPr>
            <a:r>
              <a:rPr lang="zh-CN" altLang="en-US" sz="2800" b="1" dirty="0">
                <a:solidFill>
                  <a:schemeClr val="tx1"/>
                </a:solidFill>
                <a:latin typeface="宋体" panose="02010600030101010101" pitchFamily="2" charset="-122"/>
              </a:rPr>
              <a:t>ALU的某一位逻辑表达式如下：        </a:t>
            </a:r>
            <a:endParaRPr lang="zh-CN" altLang="en-US" sz="2800" b="1" dirty="0">
              <a:solidFill>
                <a:schemeClr val="tx1"/>
              </a:solidFill>
              <a:latin typeface="宋体" panose="02010600030101010101" pitchFamily="2" charset="-122"/>
            </a:endParaRPr>
          </a:p>
          <a:p>
            <a:pPr marL="0" lvl="0" indent="0" eaLnBrk="1" hangingPunct="1">
              <a:spcBef>
                <a:spcPct val="50000"/>
              </a:spcBef>
              <a:buNone/>
            </a:pPr>
            <a:r>
              <a:rPr lang="zh-CN" altLang="en-US" sz="2800" b="1" dirty="0">
                <a:solidFill>
                  <a:schemeClr val="tx1"/>
                </a:solidFill>
                <a:latin typeface="宋体" panose="02010600030101010101" pitchFamily="2" charset="-122"/>
              </a:rPr>
              <a:t>X</a:t>
            </a:r>
            <a:r>
              <a:rPr lang="zh-CN" altLang="en-US" sz="2800" b="1" baseline="-25000" dirty="0">
                <a:solidFill>
                  <a:schemeClr val="tx1"/>
                </a:solidFill>
                <a:latin typeface="宋体" panose="02010600030101010101" pitchFamily="2" charset="-122"/>
              </a:rPr>
              <a:t>i</a:t>
            </a:r>
            <a:r>
              <a:rPr lang="zh-CN" altLang="en-US" sz="2800" b="1" dirty="0">
                <a:solidFill>
                  <a:schemeClr val="tx1"/>
                </a:solidFill>
                <a:latin typeface="宋体" panose="02010600030101010101" pitchFamily="2" charset="-122"/>
              </a:rPr>
              <a:t>=S</a:t>
            </a:r>
            <a:r>
              <a:rPr lang="zh-CN" altLang="en-US" sz="2800" b="1" baseline="-25000" dirty="0">
                <a:solidFill>
                  <a:schemeClr val="tx1"/>
                </a:solidFill>
                <a:latin typeface="宋体" panose="02010600030101010101" pitchFamily="2" charset="-122"/>
              </a:rPr>
              <a:t>3</a:t>
            </a:r>
            <a:r>
              <a:rPr lang="zh-CN" altLang="en-US" sz="2800" b="1" dirty="0">
                <a:solidFill>
                  <a:schemeClr val="tx1"/>
                </a:solidFill>
                <a:latin typeface="宋体" panose="02010600030101010101" pitchFamily="2" charset="-122"/>
              </a:rPr>
              <a:t>A</a:t>
            </a:r>
            <a:r>
              <a:rPr lang="zh-CN" altLang="en-US" sz="2800" b="1" baseline="-25000" dirty="0">
                <a:solidFill>
                  <a:schemeClr val="tx1"/>
                </a:solidFill>
                <a:latin typeface="宋体" panose="02010600030101010101" pitchFamily="2" charset="-122"/>
              </a:rPr>
              <a:t>i</a:t>
            </a:r>
            <a:r>
              <a:rPr lang="zh-CN" altLang="en-US" sz="2800" b="1" dirty="0">
                <a:solidFill>
                  <a:schemeClr val="tx1"/>
                </a:solidFill>
                <a:latin typeface="宋体" panose="02010600030101010101" pitchFamily="2" charset="-122"/>
              </a:rPr>
              <a:t>B</a:t>
            </a:r>
            <a:r>
              <a:rPr lang="zh-CN" altLang="en-US" sz="2800" b="1" baseline="-25000" dirty="0">
                <a:solidFill>
                  <a:schemeClr val="tx1"/>
                </a:solidFill>
                <a:latin typeface="宋体" panose="02010600030101010101" pitchFamily="2" charset="-122"/>
              </a:rPr>
              <a:t>i</a:t>
            </a:r>
            <a:r>
              <a:rPr lang="zh-CN" altLang="en-US" sz="2800" b="1" dirty="0">
                <a:solidFill>
                  <a:schemeClr val="tx1"/>
                </a:solidFill>
                <a:latin typeface="宋体" panose="02010600030101010101" pitchFamily="2" charset="-122"/>
              </a:rPr>
              <a:t>+S</a:t>
            </a:r>
            <a:r>
              <a:rPr lang="zh-CN" altLang="en-US" sz="2800" b="1" baseline="-25000" dirty="0">
                <a:solidFill>
                  <a:schemeClr val="tx1"/>
                </a:solidFill>
                <a:latin typeface="宋体" panose="02010600030101010101" pitchFamily="2" charset="-122"/>
              </a:rPr>
              <a:t>2</a:t>
            </a:r>
            <a:r>
              <a:rPr lang="zh-CN" altLang="en-US" sz="2800" b="1" dirty="0">
                <a:solidFill>
                  <a:schemeClr val="tx1"/>
                </a:solidFill>
                <a:latin typeface="宋体" panose="02010600030101010101" pitchFamily="2" charset="-122"/>
              </a:rPr>
              <a:t>A</a:t>
            </a:r>
            <a:r>
              <a:rPr lang="zh-CN" altLang="en-US" sz="2800" b="1" baseline="-25000" dirty="0">
                <a:solidFill>
                  <a:schemeClr val="tx1"/>
                </a:solidFill>
                <a:latin typeface="宋体" panose="02010600030101010101" pitchFamily="2" charset="-122"/>
              </a:rPr>
              <a:t>i</a:t>
            </a:r>
            <a:r>
              <a:rPr lang="zh-CN" altLang="en-US" sz="2800" b="1" dirty="0">
                <a:solidFill>
                  <a:schemeClr val="tx1"/>
                </a:solidFill>
                <a:latin typeface="宋体" panose="02010600030101010101" pitchFamily="2" charset="-122"/>
              </a:rPr>
              <a:t>B</a:t>
            </a:r>
            <a:r>
              <a:rPr lang="zh-CN" altLang="en-US" sz="2800" b="1" baseline="-25000" dirty="0">
                <a:solidFill>
                  <a:schemeClr val="tx1"/>
                </a:solidFill>
                <a:latin typeface="宋体" panose="02010600030101010101" pitchFamily="2" charset="-122"/>
              </a:rPr>
              <a:t>i</a:t>
            </a:r>
            <a:endParaRPr lang="zh-CN" altLang="en-US" sz="2800" b="1" baseline="-25000" dirty="0">
              <a:solidFill>
                <a:schemeClr val="tx1"/>
              </a:solidFill>
              <a:latin typeface="宋体" panose="02010600030101010101" pitchFamily="2" charset="-122"/>
            </a:endParaRPr>
          </a:p>
          <a:p>
            <a:pPr marL="0" lvl="0" indent="0" eaLnBrk="1" hangingPunct="1">
              <a:spcBef>
                <a:spcPct val="50000"/>
              </a:spcBef>
              <a:buNone/>
            </a:pPr>
            <a:r>
              <a:rPr lang="zh-CN" altLang="en-US" sz="2800" b="1" dirty="0">
                <a:solidFill>
                  <a:schemeClr val="tx1"/>
                </a:solidFill>
                <a:latin typeface="宋体" panose="02010600030101010101" pitchFamily="2" charset="-122"/>
              </a:rPr>
              <a:t>Y</a:t>
            </a:r>
            <a:r>
              <a:rPr lang="zh-CN" altLang="en-US" sz="2800" b="1" baseline="-25000" dirty="0">
                <a:solidFill>
                  <a:schemeClr val="tx1"/>
                </a:solidFill>
                <a:latin typeface="宋体" panose="02010600030101010101" pitchFamily="2" charset="-122"/>
              </a:rPr>
              <a:t>i</a:t>
            </a:r>
            <a:r>
              <a:rPr lang="zh-CN" altLang="en-US" sz="2800" b="1" dirty="0">
                <a:solidFill>
                  <a:schemeClr val="tx1"/>
                </a:solidFill>
                <a:latin typeface="宋体" panose="02010600030101010101" pitchFamily="2" charset="-122"/>
              </a:rPr>
              <a:t>=A</a:t>
            </a:r>
            <a:r>
              <a:rPr lang="zh-CN" altLang="en-US" sz="2800" b="1" baseline="-25000" dirty="0">
                <a:solidFill>
                  <a:schemeClr val="tx1"/>
                </a:solidFill>
                <a:latin typeface="宋体" panose="02010600030101010101" pitchFamily="2" charset="-122"/>
              </a:rPr>
              <a:t>i</a:t>
            </a:r>
            <a:r>
              <a:rPr lang="zh-CN" altLang="en-US" sz="2800" b="1" dirty="0">
                <a:solidFill>
                  <a:schemeClr val="tx1"/>
                </a:solidFill>
                <a:latin typeface="宋体" panose="02010600030101010101" pitchFamily="2" charset="-122"/>
              </a:rPr>
              <a:t>+S</a:t>
            </a:r>
            <a:r>
              <a:rPr lang="zh-CN" altLang="en-US" sz="2800" b="1" baseline="-25000" dirty="0">
                <a:solidFill>
                  <a:schemeClr val="tx1"/>
                </a:solidFill>
                <a:latin typeface="宋体" panose="02010600030101010101" pitchFamily="2" charset="-122"/>
              </a:rPr>
              <a:t>0</a:t>
            </a:r>
            <a:r>
              <a:rPr lang="zh-CN" altLang="en-US" sz="2800" b="1" dirty="0">
                <a:solidFill>
                  <a:schemeClr val="tx1"/>
                </a:solidFill>
                <a:latin typeface="宋体" panose="02010600030101010101" pitchFamily="2" charset="-122"/>
              </a:rPr>
              <a:t>B</a:t>
            </a:r>
            <a:r>
              <a:rPr lang="zh-CN" altLang="en-US" sz="2800" b="1" baseline="-25000" dirty="0">
                <a:solidFill>
                  <a:schemeClr val="tx1"/>
                </a:solidFill>
                <a:latin typeface="宋体" panose="02010600030101010101" pitchFamily="2" charset="-122"/>
              </a:rPr>
              <a:t>i</a:t>
            </a:r>
            <a:r>
              <a:rPr lang="zh-CN" altLang="en-US" sz="2800" b="1" dirty="0">
                <a:solidFill>
                  <a:schemeClr val="tx1"/>
                </a:solidFill>
                <a:latin typeface="宋体" panose="02010600030101010101" pitchFamily="2" charset="-122"/>
              </a:rPr>
              <a:t>+S</a:t>
            </a:r>
            <a:r>
              <a:rPr lang="zh-CN" altLang="en-US" sz="2800" b="1" baseline="-25000" dirty="0">
                <a:solidFill>
                  <a:schemeClr val="tx1"/>
                </a:solidFill>
                <a:latin typeface="宋体" panose="02010600030101010101" pitchFamily="2" charset="-122"/>
              </a:rPr>
              <a:t>1</a:t>
            </a:r>
            <a:r>
              <a:rPr lang="zh-CN" altLang="en-US" sz="2800" b="1" dirty="0">
                <a:solidFill>
                  <a:schemeClr val="tx1"/>
                </a:solidFill>
                <a:latin typeface="宋体" panose="02010600030101010101" pitchFamily="2" charset="-122"/>
              </a:rPr>
              <a:t>B</a:t>
            </a:r>
            <a:r>
              <a:rPr lang="zh-CN" altLang="en-US" sz="2800" b="1" baseline="-25000" dirty="0">
                <a:solidFill>
                  <a:schemeClr val="tx1"/>
                </a:solidFill>
                <a:latin typeface="宋体" panose="02010600030101010101" pitchFamily="2" charset="-122"/>
              </a:rPr>
              <a:t>i</a:t>
            </a:r>
            <a:endParaRPr lang="zh-CN" altLang="en-US" sz="2800" b="1" baseline="-25000" dirty="0">
              <a:solidFill>
                <a:schemeClr val="tx1"/>
              </a:solidFill>
              <a:latin typeface="宋体" panose="02010600030101010101" pitchFamily="2" charset="-122"/>
            </a:endParaRPr>
          </a:p>
          <a:p>
            <a:pPr marL="0" lvl="0" indent="0" eaLnBrk="1" hangingPunct="1">
              <a:spcBef>
                <a:spcPct val="50000"/>
              </a:spcBef>
              <a:buNone/>
            </a:pPr>
            <a:r>
              <a:rPr lang="zh-CN" altLang="en-US" sz="2800" b="1" dirty="0">
                <a:solidFill>
                  <a:schemeClr val="tx1"/>
                </a:solidFill>
                <a:latin typeface="宋体" panose="02010600030101010101" pitchFamily="2" charset="-122"/>
              </a:rPr>
              <a:t>F</a:t>
            </a:r>
            <a:r>
              <a:rPr lang="zh-CN" altLang="en-US" sz="2800" b="1" baseline="-25000" dirty="0">
                <a:solidFill>
                  <a:schemeClr val="tx1"/>
                </a:solidFill>
                <a:latin typeface="宋体" panose="02010600030101010101" pitchFamily="2" charset="-122"/>
              </a:rPr>
              <a:t>i</a:t>
            </a:r>
            <a:r>
              <a:rPr lang="zh-CN" altLang="en-US" sz="2800" b="1" dirty="0">
                <a:solidFill>
                  <a:schemeClr val="tx1"/>
                </a:solidFill>
                <a:latin typeface="宋体" panose="02010600030101010101" pitchFamily="2" charset="-122"/>
              </a:rPr>
              <a:t>=Y</a:t>
            </a:r>
            <a:r>
              <a:rPr lang="zh-CN" altLang="en-US" sz="2800" b="1" baseline="-25000" dirty="0">
                <a:solidFill>
                  <a:schemeClr val="tx1"/>
                </a:solidFill>
                <a:latin typeface="宋体" panose="02010600030101010101" pitchFamily="2" charset="-122"/>
              </a:rPr>
              <a:t>i</a:t>
            </a:r>
            <a:r>
              <a:rPr lang="zh-CN" altLang="en-US" sz="2800" b="1" dirty="0">
                <a:solidFill>
                  <a:schemeClr val="tx1"/>
                </a:solidFill>
                <a:latin typeface="宋体" panose="02010600030101010101" pitchFamily="2" charset="-122"/>
              </a:rPr>
              <a:t>+ X</a:t>
            </a:r>
            <a:r>
              <a:rPr lang="zh-CN" altLang="en-US" sz="2800" b="1" baseline="-25000" dirty="0">
                <a:solidFill>
                  <a:schemeClr val="tx1"/>
                </a:solidFill>
                <a:latin typeface="宋体" panose="02010600030101010101" pitchFamily="2" charset="-122"/>
              </a:rPr>
              <a:t>i</a:t>
            </a:r>
            <a:r>
              <a:rPr lang="zh-CN" altLang="en-US" sz="2800" b="1" dirty="0">
                <a:solidFill>
                  <a:schemeClr val="tx1"/>
                </a:solidFill>
                <a:latin typeface="宋体" panose="02010600030101010101" pitchFamily="2" charset="-122"/>
              </a:rPr>
              <a:t>+ C</a:t>
            </a:r>
            <a:r>
              <a:rPr lang="zh-CN" altLang="en-US" sz="2800" b="1" baseline="-30000" dirty="0">
                <a:solidFill>
                  <a:schemeClr val="tx1"/>
                </a:solidFill>
                <a:latin typeface="宋体" panose="02010600030101010101" pitchFamily="2" charset="-122"/>
              </a:rPr>
              <a:t>n+i</a:t>
            </a:r>
            <a:endParaRPr lang="zh-CN" altLang="en-US" sz="2800" b="1" dirty="0">
              <a:solidFill>
                <a:schemeClr val="tx1"/>
              </a:solidFill>
              <a:latin typeface="宋体" panose="02010600030101010101" pitchFamily="2" charset="-122"/>
            </a:endParaRPr>
          </a:p>
          <a:p>
            <a:pPr marL="0" lvl="0" indent="0" eaLnBrk="1" hangingPunct="1">
              <a:spcBef>
                <a:spcPct val="50000"/>
              </a:spcBef>
              <a:buNone/>
            </a:pPr>
            <a:r>
              <a:rPr lang="zh-CN" altLang="en-US" sz="2800" b="1" dirty="0">
                <a:solidFill>
                  <a:schemeClr val="tx1"/>
                </a:solidFill>
                <a:latin typeface="宋体" panose="02010600030101010101" pitchFamily="2" charset="-122"/>
              </a:rPr>
              <a:t>C</a:t>
            </a:r>
            <a:r>
              <a:rPr lang="zh-CN" altLang="en-US" sz="2800" b="1" baseline="-30000" dirty="0">
                <a:solidFill>
                  <a:schemeClr val="tx1"/>
                </a:solidFill>
                <a:latin typeface="宋体" panose="02010600030101010101" pitchFamily="2" charset="-122"/>
              </a:rPr>
              <a:t>n+i+1</a:t>
            </a:r>
            <a:r>
              <a:rPr lang="zh-CN" altLang="en-US" sz="2800" b="1" dirty="0">
                <a:solidFill>
                  <a:schemeClr val="tx1"/>
                </a:solidFill>
                <a:latin typeface="宋体" panose="02010600030101010101" pitchFamily="2" charset="-122"/>
              </a:rPr>
              <a:t>=Y</a:t>
            </a:r>
            <a:r>
              <a:rPr lang="zh-CN" altLang="en-US" sz="2800" b="1" baseline="-25000" dirty="0">
                <a:solidFill>
                  <a:schemeClr val="tx1"/>
                </a:solidFill>
                <a:latin typeface="宋体" panose="02010600030101010101" pitchFamily="2" charset="-122"/>
              </a:rPr>
              <a:t>i</a:t>
            </a:r>
            <a:r>
              <a:rPr lang="zh-CN" altLang="en-US" sz="2800" b="1" dirty="0">
                <a:solidFill>
                  <a:schemeClr val="tx1"/>
                </a:solidFill>
                <a:latin typeface="宋体" panose="02010600030101010101" pitchFamily="2" charset="-122"/>
              </a:rPr>
              <a:t>+X</a:t>
            </a:r>
            <a:r>
              <a:rPr lang="zh-CN" altLang="en-US" sz="2800" b="1" baseline="-25000" dirty="0">
                <a:solidFill>
                  <a:schemeClr val="tx1"/>
                </a:solidFill>
                <a:latin typeface="宋体" panose="02010600030101010101" pitchFamily="2" charset="-122"/>
              </a:rPr>
              <a:t>i</a:t>
            </a:r>
            <a:r>
              <a:rPr lang="zh-CN" altLang="en-US" sz="2800" b="1" dirty="0">
                <a:solidFill>
                  <a:schemeClr val="tx1"/>
                </a:solidFill>
                <a:latin typeface="宋体" panose="02010600030101010101" pitchFamily="2" charset="-122"/>
              </a:rPr>
              <a:t>C</a:t>
            </a:r>
            <a:r>
              <a:rPr lang="zh-CN" altLang="en-US" sz="2800" b="1" baseline="-30000" dirty="0">
                <a:solidFill>
                  <a:schemeClr val="tx1"/>
                </a:solidFill>
                <a:latin typeface="宋体" panose="02010600030101010101" pitchFamily="2" charset="-122"/>
              </a:rPr>
              <a:t>n+i</a:t>
            </a:r>
            <a:endParaRPr lang="zh-CN" altLang="en-US" sz="2800" dirty="0">
              <a:solidFill>
                <a:schemeClr val="tx1"/>
              </a:solidFill>
              <a:latin typeface="宋体" panose="02010600030101010101" pitchFamily="2" charset="-122"/>
            </a:endParaRPr>
          </a:p>
        </p:txBody>
      </p:sp>
      <p:sp>
        <p:nvSpPr>
          <p:cNvPr id="71684" name="Line 4"/>
          <p:cNvSpPr/>
          <p:nvPr/>
        </p:nvSpPr>
        <p:spPr>
          <a:xfrm>
            <a:off x="1752600" y="2743200"/>
            <a:ext cx="1828800" cy="0"/>
          </a:xfrm>
          <a:prstGeom prst="line">
            <a:avLst/>
          </a:prstGeom>
          <a:ln w="9525" cap="flat" cmpd="sng">
            <a:solidFill>
              <a:schemeClr val="tx1"/>
            </a:solidFill>
            <a:prstDash val="solid"/>
            <a:headEnd type="none" w="med" len="med"/>
            <a:tailEnd type="none" w="med" len="med"/>
          </a:ln>
        </p:spPr>
      </p:sp>
      <p:sp>
        <p:nvSpPr>
          <p:cNvPr id="71685" name="Line 5"/>
          <p:cNvSpPr/>
          <p:nvPr/>
        </p:nvSpPr>
        <p:spPr>
          <a:xfrm>
            <a:off x="1752600" y="3352800"/>
            <a:ext cx="1752600" cy="0"/>
          </a:xfrm>
          <a:prstGeom prst="line">
            <a:avLst/>
          </a:prstGeom>
          <a:ln w="9525" cap="flat" cmpd="sng">
            <a:solidFill>
              <a:schemeClr val="tx1"/>
            </a:solidFill>
            <a:prstDash val="solid"/>
            <a:headEnd type="none" w="med" len="med"/>
            <a:tailEnd type="none" w="med" len="med"/>
          </a:ln>
        </p:spPr>
      </p:sp>
      <p:sp>
        <p:nvSpPr>
          <p:cNvPr id="71686" name="Oval 6"/>
          <p:cNvSpPr/>
          <p:nvPr/>
        </p:nvSpPr>
        <p:spPr>
          <a:xfrm>
            <a:off x="2014538" y="4076700"/>
            <a:ext cx="228600" cy="228600"/>
          </a:xfrm>
          <a:prstGeom prst="ellipse">
            <a:avLst/>
          </a:prstGeom>
          <a:noFill/>
          <a:ln w="9525"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har char="•"/>
              <a:defRPr sz="3200">
                <a:solidFill>
                  <a:srgbClr val="666699"/>
                </a:solidFill>
                <a:latin typeface="+mn-lt"/>
                <a:ea typeface="+mn-ea"/>
                <a:cs typeface="+mn-cs"/>
              </a:defRPr>
            </a:lvl1pPr>
            <a:lvl2pPr marL="742950" indent="-285750" algn="l" rtl="0" eaLnBrk="0" fontAlgn="base" hangingPunct="0">
              <a:spcBef>
                <a:spcPct val="20000"/>
              </a:spcBef>
              <a:spcAft>
                <a:spcPct val="0"/>
              </a:spcAft>
              <a:buChar char="–"/>
              <a:defRPr sz="2800">
                <a:solidFill>
                  <a:srgbClr val="666699"/>
                </a:solidFill>
                <a:latin typeface="+mn-lt"/>
                <a:ea typeface="+mn-ea"/>
              </a:defRPr>
            </a:lvl2pPr>
            <a:lvl3pPr marL="1143000" indent="-228600" algn="l" rtl="0" eaLnBrk="0" fontAlgn="base" hangingPunct="0">
              <a:spcBef>
                <a:spcPct val="20000"/>
              </a:spcBef>
              <a:spcAft>
                <a:spcPct val="0"/>
              </a:spcAft>
              <a:buChar char="•"/>
              <a:defRPr sz="2400">
                <a:solidFill>
                  <a:srgbClr val="666699"/>
                </a:solidFill>
                <a:latin typeface="+mn-lt"/>
                <a:ea typeface="+mn-ea"/>
              </a:defRPr>
            </a:lvl3pPr>
            <a:lvl4pPr marL="1600200" indent="-228600" algn="l" rtl="0" eaLnBrk="0" fontAlgn="base" hangingPunct="0">
              <a:spcBef>
                <a:spcPct val="20000"/>
              </a:spcBef>
              <a:spcAft>
                <a:spcPct val="0"/>
              </a:spcAft>
              <a:buChar char="–"/>
              <a:defRPr sz="2000">
                <a:solidFill>
                  <a:srgbClr val="666699"/>
                </a:solidFill>
                <a:latin typeface="+mn-lt"/>
                <a:ea typeface="+mn-ea"/>
              </a:defRPr>
            </a:lvl4pPr>
            <a:lvl5pPr marL="2057400" indent="-228600" algn="l" rtl="0" eaLnBrk="0" fontAlgn="base" hangingPunct="0">
              <a:spcBef>
                <a:spcPct val="20000"/>
              </a:spcBef>
              <a:spcAft>
                <a:spcPct val="0"/>
              </a:spcAft>
              <a:buChar char="»"/>
              <a:defRPr sz="2000">
                <a:solidFill>
                  <a:srgbClr val="666699"/>
                </a:solidFill>
                <a:latin typeface="+mn-lt"/>
                <a:ea typeface="+mn-ea"/>
              </a:defRPr>
            </a:lvl5pPr>
          </a:lstStyle>
          <a:p>
            <a:pPr marL="0" lvl="0" indent="0" eaLnBrk="1" hangingPunct="1">
              <a:spcBef>
                <a:spcPct val="0"/>
              </a:spcBef>
              <a:buNone/>
            </a:pPr>
            <a:endParaRPr lang="zh-CN" altLang="en-US" sz="2400" dirty="0">
              <a:solidFill>
                <a:schemeClr val="tx1"/>
              </a:solidFill>
            </a:endParaRPr>
          </a:p>
        </p:txBody>
      </p:sp>
      <p:sp>
        <p:nvSpPr>
          <p:cNvPr id="71687" name="Oval 7"/>
          <p:cNvSpPr/>
          <p:nvPr/>
        </p:nvSpPr>
        <p:spPr>
          <a:xfrm>
            <a:off x="2616200" y="4076700"/>
            <a:ext cx="228600" cy="228600"/>
          </a:xfrm>
          <a:prstGeom prst="ellipse">
            <a:avLst/>
          </a:prstGeom>
          <a:noFill/>
          <a:ln w="9525"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har char="•"/>
              <a:defRPr sz="3200">
                <a:solidFill>
                  <a:srgbClr val="666699"/>
                </a:solidFill>
                <a:latin typeface="+mn-lt"/>
                <a:ea typeface="+mn-ea"/>
                <a:cs typeface="+mn-cs"/>
              </a:defRPr>
            </a:lvl1pPr>
            <a:lvl2pPr marL="742950" indent="-285750" algn="l" rtl="0" eaLnBrk="0" fontAlgn="base" hangingPunct="0">
              <a:spcBef>
                <a:spcPct val="20000"/>
              </a:spcBef>
              <a:spcAft>
                <a:spcPct val="0"/>
              </a:spcAft>
              <a:buChar char="–"/>
              <a:defRPr sz="2800">
                <a:solidFill>
                  <a:srgbClr val="666699"/>
                </a:solidFill>
                <a:latin typeface="+mn-lt"/>
                <a:ea typeface="+mn-ea"/>
              </a:defRPr>
            </a:lvl2pPr>
            <a:lvl3pPr marL="1143000" indent="-228600" algn="l" rtl="0" eaLnBrk="0" fontAlgn="base" hangingPunct="0">
              <a:spcBef>
                <a:spcPct val="20000"/>
              </a:spcBef>
              <a:spcAft>
                <a:spcPct val="0"/>
              </a:spcAft>
              <a:buChar char="•"/>
              <a:defRPr sz="2400">
                <a:solidFill>
                  <a:srgbClr val="666699"/>
                </a:solidFill>
                <a:latin typeface="+mn-lt"/>
                <a:ea typeface="+mn-ea"/>
              </a:defRPr>
            </a:lvl3pPr>
            <a:lvl4pPr marL="1600200" indent="-228600" algn="l" rtl="0" eaLnBrk="0" fontAlgn="base" hangingPunct="0">
              <a:spcBef>
                <a:spcPct val="20000"/>
              </a:spcBef>
              <a:spcAft>
                <a:spcPct val="0"/>
              </a:spcAft>
              <a:buChar char="–"/>
              <a:defRPr sz="2000">
                <a:solidFill>
                  <a:srgbClr val="666699"/>
                </a:solidFill>
                <a:latin typeface="+mn-lt"/>
                <a:ea typeface="+mn-ea"/>
              </a:defRPr>
            </a:lvl4pPr>
            <a:lvl5pPr marL="2057400" indent="-228600" algn="l" rtl="0" eaLnBrk="0" fontAlgn="base" hangingPunct="0">
              <a:spcBef>
                <a:spcPct val="20000"/>
              </a:spcBef>
              <a:spcAft>
                <a:spcPct val="0"/>
              </a:spcAft>
              <a:buChar char="»"/>
              <a:defRPr sz="2000">
                <a:solidFill>
                  <a:srgbClr val="666699"/>
                </a:solidFill>
                <a:latin typeface="+mn-lt"/>
                <a:ea typeface="+mn-ea"/>
              </a:defRPr>
            </a:lvl5pPr>
          </a:lstStyle>
          <a:p>
            <a:pPr marL="0" lvl="0" indent="0" eaLnBrk="1" hangingPunct="1">
              <a:spcBef>
                <a:spcPct val="0"/>
              </a:spcBef>
              <a:buNone/>
            </a:pPr>
            <a:endParaRPr lang="zh-CN" altLang="en-US" sz="2400" dirty="0">
              <a:solidFill>
                <a:schemeClr val="tx1"/>
              </a:solidFill>
            </a:endParaRPr>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2706" name="Rectangle 2"/>
          <p:cNvSpPr>
            <a:spLocks noGrp="1"/>
          </p:cNvSpPr>
          <p:nvPr>
            <p:ph type="title"/>
          </p:nvPr>
        </p:nvSpPr>
        <p:spPr>
          <a:xfrm>
            <a:off x="685800" y="914400"/>
            <a:ext cx="7772400" cy="838200"/>
          </a:xfrm>
          <a:ln/>
        </p:spPr>
        <p:txBody>
          <a:bodyPr vert="horz" wrap="square" lIns="91440" tIns="45720" rIns="91440" bIns="45720" anchor="ctr" anchorCtr="0"/>
          <a:p>
            <a:pPr eaLnBrk="1" hangingPunct="1"/>
            <a:r>
              <a:rPr lang="zh-CN" altLang="en-US" dirty="0"/>
              <a:t>定点运算器的组成——</a:t>
            </a:r>
            <a:r>
              <a:rPr lang="zh-CN" altLang="en-US" sz="1800" dirty="0"/>
              <a:t>多功能算术/逻辑运算单元</a:t>
            </a:r>
            <a:endParaRPr lang="zh-CN" altLang="en-US" sz="1800" dirty="0"/>
          </a:p>
        </p:txBody>
      </p:sp>
      <p:sp>
        <p:nvSpPr>
          <p:cNvPr id="72707" name="Rectangle 3"/>
          <p:cNvSpPr>
            <a:spLocks noGrp="1"/>
          </p:cNvSpPr>
          <p:nvPr>
            <p:ph type="body"/>
          </p:nvPr>
        </p:nvSpPr>
        <p:spPr>
          <a:xfrm>
            <a:off x="304800" y="1981200"/>
            <a:ext cx="8458200" cy="4114800"/>
          </a:xfrm>
          <a:ln/>
        </p:spPr>
        <p:txBody>
          <a:bodyPr vert="horz" wrap="square" lIns="91440" tIns="45720" rIns="91440" bIns="45720" anchor="t" anchorCtr="0"/>
          <a:p>
            <a:pPr eaLnBrk="1" hangingPunct="1"/>
            <a:r>
              <a:rPr lang="zh-CN" altLang="en-US" sz="2800" b="1" dirty="0"/>
              <a:t>每一位的进位公式可递推如下：</a:t>
            </a:r>
            <a:endParaRPr lang="zh-CN" altLang="en-US" sz="2800" b="1" baseline="-25000" dirty="0"/>
          </a:p>
        </p:txBody>
      </p:sp>
      <p:sp>
        <p:nvSpPr>
          <p:cNvPr id="72708" name="Text Box 4"/>
          <p:cNvSpPr txBox="1"/>
          <p:nvPr/>
        </p:nvSpPr>
        <p:spPr>
          <a:xfrm>
            <a:off x="914400" y="2590800"/>
            <a:ext cx="184150" cy="366713"/>
          </a:xfrm>
          <a:prstGeom prst="rect">
            <a:avLst/>
          </a:prstGeom>
          <a:noFill/>
          <a:ln w="9525">
            <a:noFill/>
          </a:ln>
        </p:spPr>
        <p:txBody>
          <a:bodyPr wrap="none">
            <a:spAutoFit/>
          </a:bodyPr>
          <a:lstStyle>
            <a:lvl1pPr marL="342900" indent="-342900" algn="l" rtl="0" eaLnBrk="0" fontAlgn="base" hangingPunct="0">
              <a:spcBef>
                <a:spcPct val="20000"/>
              </a:spcBef>
              <a:spcAft>
                <a:spcPct val="0"/>
              </a:spcAft>
              <a:buChar char="•"/>
              <a:defRPr sz="3200">
                <a:solidFill>
                  <a:srgbClr val="666699"/>
                </a:solidFill>
                <a:latin typeface="+mn-lt"/>
                <a:ea typeface="+mn-ea"/>
                <a:cs typeface="+mn-cs"/>
              </a:defRPr>
            </a:lvl1pPr>
            <a:lvl2pPr marL="742950" indent="-285750" algn="l" rtl="0" eaLnBrk="0" fontAlgn="base" hangingPunct="0">
              <a:spcBef>
                <a:spcPct val="20000"/>
              </a:spcBef>
              <a:spcAft>
                <a:spcPct val="0"/>
              </a:spcAft>
              <a:buChar char="–"/>
              <a:defRPr sz="2800">
                <a:solidFill>
                  <a:srgbClr val="666699"/>
                </a:solidFill>
                <a:latin typeface="+mn-lt"/>
                <a:ea typeface="+mn-ea"/>
              </a:defRPr>
            </a:lvl2pPr>
            <a:lvl3pPr marL="1143000" indent="-228600" algn="l" rtl="0" eaLnBrk="0" fontAlgn="base" hangingPunct="0">
              <a:spcBef>
                <a:spcPct val="20000"/>
              </a:spcBef>
              <a:spcAft>
                <a:spcPct val="0"/>
              </a:spcAft>
              <a:buChar char="•"/>
              <a:defRPr sz="2400">
                <a:solidFill>
                  <a:srgbClr val="666699"/>
                </a:solidFill>
                <a:latin typeface="+mn-lt"/>
                <a:ea typeface="+mn-ea"/>
              </a:defRPr>
            </a:lvl3pPr>
            <a:lvl4pPr marL="1600200" indent="-228600" algn="l" rtl="0" eaLnBrk="0" fontAlgn="base" hangingPunct="0">
              <a:spcBef>
                <a:spcPct val="20000"/>
              </a:spcBef>
              <a:spcAft>
                <a:spcPct val="0"/>
              </a:spcAft>
              <a:buChar char="–"/>
              <a:defRPr sz="2000">
                <a:solidFill>
                  <a:srgbClr val="666699"/>
                </a:solidFill>
                <a:latin typeface="+mn-lt"/>
                <a:ea typeface="+mn-ea"/>
              </a:defRPr>
            </a:lvl4pPr>
            <a:lvl5pPr marL="2057400" indent="-228600" algn="l" rtl="0" eaLnBrk="0" fontAlgn="base" hangingPunct="0">
              <a:spcBef>
                <a:spcPct val="20000"/>
              </a:spcBef>
              <a:spcAft>
                <a:spcPct val="0"/>
              </a:spcAft>
              <a:buChar char="»"/>
              <a:defRPr sz="2000">
                <a:solidFill>
                  <a:srgbClr val="666699"/>
                </a:solidFill>
                <a:latin typeface="+mn-lt"/>
                <a:ea typeface="+mn-ea"/>
              </a:defRPr>
            </a:lvl5pPr>
          </a:lstStyle>
          <a:p>
            <a:pPr marL="0" lvl="0" indent="0" eaLnBrk="1" hangingPunct="1">
              <a:spcBef>
                <a:spcPct val="0"/>
              </a:spcBef>
              <a:buNone/>
            </a:pPr>
            <a:endParaRPr lang="zh-CN" altLang="en-US" sz="1800" dirty="0">
              <a:solidFill>
                <a:schemeClr val="tx1"/>
              </a:solidFill>
              <a:latin typeface="Tahoma" panose="020B0604030504040204" pitchFamily="34" charset="0"/>
            </a:endParaRPr>
          </a:p>
        </p:txBody>
      </p:sp>
      <p:sp>
        <p:nvSpPr>
          <p:cNvPr id="72709" name="Text Box 5"/>
          <p:cNvSpPr txBox="1"/>
          <p:nvPr/>
        </p:nvSpPr>
        <p:spPr>
          <a:xfrm>
            <a:off x="914400" y="2590800"/>
            <a:ext cx="3200400" cy="457200"/>
          </a:xfrm>
          <a:prstGeom prst="rect">
            <a:avLst/>
          </a:prstGeom>
          <a:noFill/>
          <a:ln w="9525">
            <a:noFill/>
          </a:ln>
        </p:spPr>
        <p:txBody>
          <a:bodyPr>
            <a:spAutoFit/>
          </a:bodyPr>
          <a:lstStyle>
            <a:lvl1pPr marL="342900" indent="-342900" algn="l" rtl="0" eaLnBrk="0" fontAlgn="base" hangingPunct="0">
              <a:spcBef>
                <a:spcPct val="20000"/>
              </a:spcBef>
              <a:spcAft>
                <a:spcPct val="0"/>
              </a:spcAft>
              <a:buChar char="•"/>
              <a:defRPr sz="3200">
                <a:solidFill>
                  <a:srgbClr val="666699"/>
                </a:solidFill>
                <a:latin typeface="+mn-lt"/>
                <a:ea typeface="+mn-ea"/>
                <a:cs typeface="+mn-cs"/>
              </a:defRPr>
            </a:lvl1pPr>
            <a:lvl2pPr marL="742950" indent="-285750" algn="l" rtl="0" eaLnBrk="0" fontAlgn="base" hangingPunct="0">
              <a:spcBef>
                <a:spcPct val="20000"/>
              </a:spcBef>
              <a:spcAft>
                <a:spcPct val="0"/>
              </a:spcAft>
              <a:buChar char="–"/>
              <a:defRPr sz="2800">
                <a:solidFill>
                  <a:srgbClr val="666699"/>
                </a:solidFill>
                <a:latin typeface="+mn-lt"/>
                <a:ea typeface="+mn-ea"/>
              </a:defRPr>
            </a:lvl2pPr>
            <a:lvl3pPr marL="1143000" indent="-228600" algn="l" rtl="0" eaLnBrk="0" fontAlgn="base" hangingPunct="0">
              <a:spcBef>
                <a:spcPct val="20000"/>
              </a:spcBef>
              <a:spcAft>
                <a:spcPct val="0"/>
              </a:spcAft>
              <a:buChar char="•"/>
              <a:defRPr sz="2400">
                <a:solidFill>
                  <a:srgbClr val="666699"/>
                </a:solidFill>
                <a:latin typeface="+mn-lt"/>
                <a:ea typeface="+mn-ea"/>
              </a:defRPr>
            </a:lvl3pPr>
            <a:lvl4pPr marL="1600200" indent="-228600" algn="l" rtl="0" eaLnBrk="0" fontAlgn="base" hangingPunct="0">
              <a:spcBef>
                <a:spcPct val="20000"/>
              </a:spcBef>
              <a:spcAft>
                <a:spcPct val="0"/>
              </a:spcAft>
              <a:buChar char="–"/>
              <a:defRPr sz="2000">
                <a:solidFill>
                  <a:srgbClr val="666699"/>
                </a:solidFill>
                <a:latin typeface="+mn-lt"/>
                <a:ea typeface="+mn-ea"/>
              </a:defRPr>
            </a:lvl4pPr>
            <a:lvl5pPr marL="2057400" indent="-228600" algn="l" rtl="0" eaLnBrk="0" fontAlgn="base" hangingPunct="0">
              <a:spcBef>
                <a:spcPct val="20000"/>
              </a:spcBef>
              <a:spcAft>
                <a:spcPct val="0"/>
              </a:spcAft>
              <a:buChar char="»"/>
              <a:defRPr sz="2000">
                <a:solidFill>
                  <a:srgbClr val="666699"/>
                </a:solidFill>
                <a:latin typeface="+mn-lt"/>
                <a:ea typeface="+mn-ea"/>
              </a:defRPr>
            </a:lvl5pPr>
          </a:lstStyle>
          <a:p>
            <a:pPr marL="0" lvl="0" indent="0" eaLnBrk="1" hangingPunct="1">
              <a:spcBef>
                <a:spcPct val="50000"/>
              </a:spcBef>
              <a:buNone/>
            </a:pPr>
            <a:r>
              <a:rPr lang="zh-CN" altLang="en-US" sz="2400" dirty="0">
                <a:solidFill>
                  <a:schemeClr val="tx1"/>
                </a:solidFill>
                <a:latin typeface="Tahoma" panose="020B0604030504040204" pitchFamily="34" charset="0"/>
              </a:rPr>
              <a:t>C </a:t>
            </a:r>
            <a:r>
              <a:rPr lang="zh-CN" altLang="en-US" sz="2400" baseline="-25000" dirty="0">
                <a:solidFill>
                  <a:schemeClr val="tx1"/>
                </a:solidFill>
                <a:latin typeface="Tahoma" panose="020B0604030504040204" pitchFamily="34" charset="0"/>
              </a:rPr>
              <a:t>n+1</a:t>
            </a:r>
            <a:r>
              <a:rPr lang="zh-CN" altLang="en-US" sz="2400" dirty="0">
                <a:solidFill>
                  <a:schemeClr val="tx1"/>
                </a:solidFill>
                <a:latin typeface="Tahoma" panose="020B0604030504040204" pitchFamily="34" charset="0"/>
              </a:rPr>
              <a:t>=Y</a:t>
            </a:r>
            <a:r>
              <a:rPr lang="zh-CN" altLang="en-US" sz="2400" baseline="-25000" dirty="0">
                <a:solidFill>
                  <a:schemeClr val="tx1"/>
                </a:solidFill>
                <a:latin typeface="Tahoma" panose="020B0604030504040204" pitchFamily="34" charset="0"/>
              </a:rPr>
              <a:t>0</a:t>
            </a:r>
            <a:r>
              <a:rPr lang="zh-CN" altLang="en-US" sz="2400" dirty="0">
                <a:solidFill>
                  <a:schemeClr val="tx1"/>
                </a:solidFill>
                <a:latin typeface="Tahoma" panose="020B0604030504040204" pitchFamily="34" charset="0"/>
              </a:rPr>
              <a:t>+X</a:t>
            </a:r>
            <a:r>
              <a:rPr lang="zh-CN" altLang="en-US" sz="2400" baseline="-25000" dirty="0">
                <a:solidFill>
                  <a:schemeClr val="tx1"/>
                </a:solidFill>
                <a:latin typeface="Tahoma" panose="020B0604030504040204" pitchFamily="34" charset="0"/>
              </a:rPr>
              <a:t>0</a:t>
            </a:r>
            <a:r>
              <a:rPr lang="zh-CN" altLang="en-US" sz="2400" dirty="0">
                <a:solidFill>
                  <a:schemeClr val="tx1"/>
                </a:solidFill>
                <a:latin typeface="Tahoma" panose="020B0604030504040204" pitchFamily="34" charset="0"/>
              </a:rPr>
              <a:t>C</a:t>
            </a:r>
            <a:r>
              <a:rPr lang="zh-CN" altLang="en-US" sz="2400" baseline="-25000" dirty="0">
                <a:solidFill>
                  <a:schemeClr val="tx1"/>
                </a:solidFill>
                <a:latin typeface="Tahoma" panose="020B0604030504040204" pitchFamily="34" charset="0"/>
              </a:rPr>
              <a:t>n</a:t>
            </a:r>
            <a:endParaRPr lang="zh-CN" altLang="en-US" sz="2400" baseline="-25000" dirty="0">
              <a:solidFill>
                <a:schemeClr val="tx1"/>
              </a:solidFill>
              <a:latin typeface="Tahoma" panose="020B0604030504040204" pitchFamily="34" charset="0"/>
            </a:endParaRPr>
          </a:p>
        </p:txBody>
      </p:sp>
      <p:sp>
        <p:nvSpPr>
          <p:cNvPr id="72710" name="Text Box 6"/>
          <p:cNvSpPr txBox="1"/>
          <p:nvPr/>
        </p:nvSpPr>
        <p:spPr>
          <a:xfrm>
            <a:off x="914400" y="3124200"/>
            <a:ext cx="5029200" cy="457200"/>
          </a:xfrm>
          <a:prstGeom prst="rect">
            <a:avLst/>
          </a:prstGeom>
          <a:noFill/>
          <a:ln w="9525">
            <a:noFill/>
          </a:ln>
        </p:spPr>
        <p:txBody>
          <a:bodyPr>
            <a:spAutoFit/>
          </a:bodyPr>
          <a:lstStyle>
            <a:lvl1pPr marL="342900" indent="-342900" algn="l" rtl="0" eaLnBrk="0" fontAlgn="base" hangingPunct="0">
              <a:spcBef>
                <a:spcPct val="20000"/>
              </a:spcBef>
              <a:spcAft>
                <a:spcPct val="0"/>
              </a:spcAft>
              <a:buChar char="•"/>
              <a:defRPr sz="3200">
                <a:solidFill>
                  <a:srgbClr val="666699"/>
                </a:solidFill>
                <a:latin typeface="+mn-lt"/>
                <a:ea typeface="+mn-ea"/>
                <a:cs typeface="+mn-cs"/>
              </a:defRPr>
            </a:lvl1pPr>
            <a:lvl2pPr marL="742950" indent="-285750" algn="l" rtl="0" eaLnBrk="0" fontAlgn="base" hangingPunct="0">
              <a:spcBef>
                <a:spcPct val="20000"/>
              </a:spcBef>
              <a:spcAft>
                <a:spcPct val="0"/>
              </a:spcAft>
              <a:buChar char="–"/>
              <a:defRPr sz="2800">
                <a:solidFill>
                  <a:srgbClr val="666699"/>
                </a:solidFill>
                <a:latin typeface="+mn-lt"/>
                <a:ea typeface="+mn-ea"/>
              </a:defRPr>
            </a:lvl2pPr>
            <a:lvl3pPr marL="1143000" indent="-228600" algn="l" rtl="0" eaLnBrk="0" fontAlgn="base" hangingPunct="0">
              <a:spcBef>
                <a:spcPct val="20000"/>
              </a:spcBef>
              <a:spcAft>
                <a:spcPct val="0"/>
              </a:spcAft>
              <a:buChar char="•"/>
              <a:defRPr sz="2400">
                <a:solidFill>
                  <a:srgbClr val="666699"/>
                </a:solidFill>
                <a:latin typeface="+mn-lt"/>
                <a:ea typeface="+mn-ea"/>
              </a:defRPr>
            </a:lvl3pPr>
            <a:lvl4pPr marL="1600200" indent="-228600" algn="l" rtl="0" eaLnBrk="0" fontAlgn="base" hangingPunct="0">
              <a:spcBef>
                <a:spcPct val="20000"/>
              </a:spcBef>
              <a:spcAft>
                <a:spcPct val="0"/>
              </a:spcAft>
              <a:buChar char="–"/>
              <a:defRPr sz="2000">
                <a:solidFill>
                  <a:srgbClr val="666699"/>
                </a:solidFill>
                <a:latin typeface="+mn-lt"/>
                <a:ea typeface="+mn-ea"/>
              </a:defRPr>
            </a:lvl4pPr>
            <a:lvl5pPr marL="2057400" indent="-228600" algn="l" rtl="0" eaLnBrk="0" fontAlgn="base" hangingPunct="0">
              <a:spcBef>
                <a:spcPct val="20000"/>
              </a:spcBef>
              <a:spcAft>
                <a:spcPct val="0"/>
              </a:spcAft>
              <a:buChar char="»"/>
              <a:defRPr sz="2000">
                <a:solidFill>
                  <a:srgbClr val="666699"/>
                </a:solidFill>
                <a:latin typeface="+mn-lt"/>
                <a:ea typeface="+mn-ea"/>
              </a:defRPr>
            </a:lvl5pPr>
          </a:lstStyle>
          <a:p>
            <a:pPr marL="0" lvl="0" indent="0" eaLnBrk="1" hangingPunct="1">
              <a:spcBef>
                <a:spcPct val="50000"/>
              </a:spcBef>
              <a:buNone/>
            </a:pPr>
            <a:r>
              <a:rPr lang="zh-CN" altLang="en-US" sz="2400" dirty="0">
                <a:solidFill>
                  <a:schemeClr val="tx1"/>
                </a:solidFill>
                <a:latin typeface="Tahoma" panose="020B0604030504040204" pitchFamily="34" charset="0"/>
              </a:rPr>
              <a:t>C </a:t>
            </a:r>
            <a:r>
              <a:rPr lang="zh-CN" altLang="en-US" sz="2400" baseline="-25000" dirty="0">
                <a:solidFill>
                  <a:schemeClr val="tx1"/>
                </a:solidFill>
                <a:latin typeface="Tahoma" panose="020B0604030504040204" pitchFamily="34" charset="0"/>
              </a:rPr>
              <a:t>n+2</a:t>
            </a:r>
            <a:r>
              <a:rPr lang="zh-CN" altLang="en-US" sz="2400" dirty="0">
                <a:solidFill>
                  <a:schemeClr val="tx1"/>
                </a:solidFill>
                <a:latin typeface="Tahoma" panose="020B0604030504040204" pitchFamily="34" charset="0"/>
              </a:rPr>
              <a:t>=Y</a:t>
            </a:r>
            <a:r>
              <a:rPr lang="zh-CN" altLang="en-US" sz="2400" baseline="-25000" dirty="0">
                <a:solidFill>
                  <a:schemeClr val="tx1"/>
                </a:solidFill>
                <a:latin typeface="Tahoma" panose="020B0604030504040204" pitchFamily="34" charset="0"/>
              </a:rPr>
              <a:t>1</a:t>
            </a:r>
            <a:r>
              <a:rPr lang="zh-CN" altLang="en-US" sz="2400" dirty="0">
                <a:solidFill>
                  <a:schemeClr val="tx1"/>
                </a:solidFill>
                <a:latin typeface="Tahoma" panose="020B0604030504040204" pitchFamily="34" charset="0"/>
              </a:rPr>
              <a:t>+X</a:t>
            </a:r>
            <a:r>
              <a:rPr lang="zh-CN" altLang="en-US" sz="2400" baseline="-25000" dirty="0">
                <a:solidFill>
                  <a:schemeClr val="tx1"/>
                </a:solidFill>
                <a:latin typeface="Tahoma" panose="020B0604030504040204" pitchFamily="34" charset="0"/>
              </a:rPr>
              <a:t>1</a:t>
            </a:r>
            <a:r>
              <a:rPr lang="zh-CN" altLang="en-US" sz="2400" dirty="0">
                <a:solidFill>
                  <a:schemeClr val="tx1"/>
                </a:solidFill>
                <a:latin typeface="Tahoma" panose="020B0604030504040204" pitchFamily="34" charset="0"/>
              </a:rPr>
              <a:t>C</a:t>
            </a:r>
            <a:r>
              <a:rPr lang="zh-CN" altLang="en-US" sz="2400" baseline="-25000" dirty="0">
                <a:solidFill>
                  <a:schemeClr val="tx1"/>
                </a:solidFill>
                <a:latin typeface="Tahoma" panose="020B0604030504040204" pitchFamily="34" charset="0"/>
              </a:rPr>
              <a:t>n+1</a:t>
            </a:r>
            <a:r>
              <a:rPr lang="zh-CN" altLang="en-US" sz="2400" dirty="0">
                <a:solidFill>
                  <a:schemeClr val="tx1"/>
                </a:solidFill>
                <a:latin typeface="Tahoma" panose="020B0604030504040204" pitchFamily="34" charset="0"/>
              </a:rPr>
              <a:t>= Y</a:t>
            </a:r>
            <a:r>
              <a:rPr lang="zh-CN" altLang="en-US" sz="2400" baseline="-25000" dirty="0">
                <a:solidFill>
                  <a:schemeClr val="tx1"/>
                </a:solidFill>
                <a:latin typeface="Tahoma" panose="020B0604030504040204" pitchFamily="34" charset="0"/>
              </a:rPr>
              <a:t>1</a:t>
            </a:r>
            <a:r>
              <a:rPr lang="zh-CN" altLang="en-US" sz="2400" dirty="0">
                <a:solidFill>
                  <a:schemeClr val="tx1"/>
                </a:solidFill>
                <a:latin typeface="Tahoma" panose="020B0604030504040204" pitchFamily="34" charset="0"/>
              </a:rPr>
              <a:t>+ Y</a:t>
            </a:r>
            <a:r>
              <a:rPr lang="zh-CN" altLang="en-US" sz="2400" baseline="-25000" dirty="0">
                <a:solidFill>
                  <a:schemeClr val="tx1"/>
                </a:solidFill>
                <a:latin typeface="Tahoma" panose="020B0604030504040204" pitchFamily="34" charset="0"/>
              </a:rPr>
              <a:t>0</a:t>
            </a:r>
            <a:r>
              <a:rPr lang="zh-CN" altLang="en-US" sz="2400" dirty="0">
                <a:solidFill>
                  <a:schemeClr val="tx1"/>
                </a:solidFill>
                <a:latin typeface="Tahoma" panose="020B0604030504040204" pitchFamily="34" charset="0"/>
              </a:rPr>
              <a:t>X</a:t>
            </a:r>
            <a:r>
              <a:rPr lang="zh-CN" altLang="en-US" sz="2400" baseline="-25000" dirty="0">
                <a:solidFill>
                  <a:schemeClr val="tx1"/>
                </a:solidFill>
                <a:latin typeface="Tahoma" panose="020B0604030504040204" pitchFamily="34" charset="0"/>
              </a:rPr>
              <a:t>1</a:t>
            </a:r>
            <a:r>
              <a:rPr lang="zh-CN" altLang="en-US" sz="2400" dirty="0">
                <a:solidFill>
                  <a:schemeClr val="tx1"/>
                </a:solidFill>
                <a:latin typeface="Tahoma" panose="020B0604030504040204" pitchFamily="34" charset="0"/>
              </a:rPr>
              <a:t>+X</a:t>
            </a:r>
            <a:r>
              <a:rPr lang="zh-CN" altLang="en-US" sz="2400" baseline="-25000" dirty="0">
                <a:solidFill>
                  <a:schemeClr val="tx1"/>
                </a:solidFill>
                <a:latin typeface="Tahoma" panose="020B0604030504040204" pitchFamily="34" charset="0"/>
              </a:rPr>
              <a:t>0</a:t>
            </a:r>
            <a:r>
              <a:rPr lang="zh-CN" altLang="en-US" sz="2400" dirty="0">
                <a:solidFill>
                  <a:schemeClr val="tx1"/>
                </a:solidFill>
                <a:latin typeface="Tahoma" panose="020B0604030504040204" pitchFamily="34" charset="0"/>
              </a:rPr>
              <a:t>X</a:t>
            </a:r>
            <a:r>
              <a:rPr lang="zh-CN" altLang="en-US" sz="2400" baseline="-25000" dirty="0">
                <a:solidFill>
                  <a:schemeClr val="tx1"/>
                </a:solidFill>
                <a:latin typeface="Tahoma" panose="020B0604030504040204" pitchFamily="34" charset="0"/>
              </a:rPr>
              <a:t>1</a:t>
            </a:r>
            <a:r>
              <a:rPr lang="zh-CN" altLang="en-US" sz="2400" dirty="0">
                <a:solidFill>
                  <a:schemeClr val="tx1"/>
                </a:solidFill>
                <a:latin typeface="Tahoma" panose="020B0604030504040204" pitchFamily="34" charset="0"/>
              </a:rPr>
              <a:t>C</a:t>
            </a:r>
            <a:r>
              <a:rPr lang="zh-CN" altLang="en-US" sz="2400" baseline="-25000" dirty="0">
                <a:solidFill>
                  <a:schemeClr val="tx1"/>
                </a:solidFill>
                <a:latin typeface="Tahoma" panose="020B0604030504040204" pitchFamily="34" charset="0"/>
              </a:rPr>
              <a:t>n</a:t>
            </a:r>
            <a:endParaRPr lang="zh-CN" altLang="en-US" sz="2400" baseline="-25000" dirty="0">
              <a:solidFill>
                <a:schemeClr val="tx1"/>
              </a:solidFill>
              <a:latin typeface="Tahoma" panose="020B0604030504040204" pitchFamily="34" charset="0"/>
            </a:endParaRPr>
          </a:p>
        </p:txBody>
      </p:sp>
      <p:sp>
        <p:nvSpPr>
          <p:cNvPr id="72711" name="Text Box 7"/>
          <p:cNvSpPr txBox="1"/>
          <p:nvPr/>
        </p:nvSpPr>
        <p:spPr>
          <a:xfrm>
            <a:off x="914400" y="3657600"/>
            <a:ext cx="7315200" cy="457200"/>
          </a:xfrm>
          <a:prstGeom prst="rect">
            <a:avLst/>
          </a:prstGeom>
          <a:noFill/>
          <a:ln w="9525">
            <a:noFill/>
          </a:ln>
        </p:spPr>
        <p:txBody>
          <a:bodyPr>
            <a:spAutoFit/>
          </a:bodyPr>
          <a:lstStyle>
            <a:lvl1pPr marL="342900" indent="-342900" algn="l" rtl="0" eaLnBrk="0" fontAlgn="base" hangingPunct="0">
              <a:spcBef>
                <a:spcPct val="20000"/>
              </a:spcBef>
              <a:spcAft>
                <a:spcPct val="0"/>
              </a:spcAft>
              <a:buChar char="•"/>
              <a:defRPr sz="3200">
                <a:solidFill>
                  <a:srgbClr val="666699"/>
                </a:solidFill>
                <a:latin typeface="+mn-lt"/>
                <a:ea typeface="+mn-ea"/>
                <a:cs typeface="+mn-cs"/>
              </a:defRPr>
            </a:lvl1pPr>
            <a:lvl2pPr marL="742950" indent="-285750" algn="l" rtl="0" eaLnBrk="0" fontAlgn="base" hangingPunct="0">
              <a:spcBef>
                <a:spcPct val="20000"/>
              </a:spcBef>
              <a:spcAft>
                <a:spcPct val="0"/>
              </a:spcAft>
              <a:buChar char="–"/>
              <a:defRPr sz="2800">
                <a:solidFill>
                  <a:srgbClr val="666699"/>
                </a:solidFill>
                <a:latin typeface="+mn-lt"/>
                <a:ea typeface="+mn-ea"/>
              </a:defRPr>
            </a:lvl2pPr>
            <a:lvl3pPr marL="1143000" indent="-228600" algn="l" rtl="0" eaLnBrk="0" fontAlgn="base" hangingPunct="0">
              <a:spcBef>
                <a:spcPct val="20000"/>
              </a:spcBef>
              <a:spcAft>
                <a:spcPct val="0"/>
              </a:spcAft>
              <a:buChar char="•"/>
              <a:defRPr sz="2400">
                <a:solidFill>
                  <a:srgbClr val="666699"/>
                </a:solidFill>
                <a:latin typeface="+mn-lt"/>
                <a:ea typeface="+mn-ea"/>
              </a:defRPr>
            </a:lvl3pPr>
            <a:lvl4pPr marL="1600200" indent="-228600" algn="l" rtl="0" eaLnBrk="0" fontAlgn="base" hangingPunct="0">
              <a:spcBef>
                <a:spcPct val="20000"/>
              </a:spcBef>
              <a:spcAft>
                <a:spcPct val="0"/>
              </a:spcAft>
              <a:buChar char="–"/>
              <a:defRPr sz="2000">
                <a:solidFill>
                  <a:srgbClr val="666699"/>
                </a:solidFill>
                <a:latin typeface="+mn-lt"/>
                <a:ea typeface="+mn-ea"/>
              </a:defRPr>
            </a:lvl4pPr>
            <a:lvl5pPr marL="2057400" indent="-228600" algn="l" rtl="0" eaLnBrk="0" fontAlgn="base" hangingPunct="0">
              <a:spcBef>
                <a:spcPct val="20000"/>
              </a:spcBef>
              <a:spcAft>
                <a:spcPct val="0"/>
              </a:spcAft>
              <a:buChar char="»"/>
              <a:defRPr sz="2000">
                <a:solidFill>
                  <a:srgbClr val="666699"/>
                </a:solidFill>
                <a:latin typeface="+mn-lt"/>
                <a:ea typeface="+mn-ea"/>
              </a:defRPr>
            </a:lvl5pPr>
          </a:lstStyle>
          <a:p>
            <a:pPr marL="0" lvl="0" indent="0" eaLnBrk="1" hangingPunct="1">
              <a:spcBef>
                <a:spcPct val="50000"/>
              </a:spcBef>
              <a:buNone/>
            </a:pPr>
            <a:r>
              <a:rPr lang="zh-CN" altLang="en-US" sz="2400" dirty="0">
                <a:solidFill>
                  <a:schemeClr val="tx1"/>
                </a:solidFill>
                <a:latin typeface="Tahoma" panose="020B0604030504040204" pitchFamily="34" charset="0"/>
              </a:rPr>
              <a:t>C </a:t>
            </a:r>
            <a:r>
              <a:rPr lang="zh-CN" altLang="en-US" sz="2400" baseline="-25000" dirty="0">
                <a:solidFill>
                  <a:schemeClr val="tx1"/>
                </a:solidFill>
                <a:latin typeface="Tahoma" panose="020B0604030504040204" pitchFamily="34" charset="0"/>
              </a:rPr>
              <a:t>n+3</a:t>
            </a:r>
            <a:r>
              <a:rPr lang="zh-CN" altLang="en-US" sz="2400" dirty="0">
                <a:solidFill>
                  <a:schemeClr val="tx1"/>
                </a:solidFill>
                <a:latin typeface="Tahoma" panose="020B0604030504040204" pitchFamily="34" charset="0"/>
              </a:rPr>
              <a:t>=Y</a:t>
            </a:r>
            <a:r>
              <a:rPr lang="zh-CN" altLang="en-US" sz="2400" baseline="-25000" dirty="0">
                <a:solidFill>
                  <a:schemeClr val="tx1"/>
                </a:solidFill>
                <a:latin typeface="Tahoma" panose="020B0604030504040204" pitchFamily="34" charset="0"/>
              </a:rPr>
              <a:t>2</a:t>
            </a:r>
            <a:r>
              <a:rPr lang="zh-CN" altLang="en-US" sz="2400" dirty="0">
                <a:solidFill>
                  <a:schemeClr val="tx1"/>
                </a:solidFill>
                <a:latin typeface="Tahoma" panose="020B0604030504040204" pitchFamily="34" charset="0"/>
              </a:rPr>
              <a:t>+X</a:t>
            </a:r>
            <a:r>
              <a:rPr lang="zh-CN" altLang="en-US" sz="2400" baseline="-25000" dirty="0">
                <a:solidFill>
                  <a:schemeClr val="tx1"/>
                </a:solidFill>
                <a:latin typeface="Tahoma" panose="020B0604030504040204" pitchFamily="34" charset="0"/>
              </a:rPr>
              <a:t>2</a:t>
            </a:r>
            <a:r>
              <a:rPr lang="zh-CN" altLang="en-US" sz="2400" dirty="0">
                <a:solidFill>
                  <a:schemeClr val="tx1"/>
                </a:solidFill>
                <a:latin typeface="Tahoma" panose="020B0604030504040204" pitchFamily="34" charset="0"/>
              </a:rPr>
              <a:t>C</a:t>
            </a:r>
            <a:r>
              <a:rPr lang="zh-CN" altLang="en-US" sz="2400" baseline="-25000" dirty="0">
                <a:solidFill>
                  <a:schemeClr val="tx1"/>
                </a:solidFill>
                <a:latin typeface="Tahoma" panose="020B0604030504040204" pitchFamily="34" charset="0"/>
              </a:rPr>
              <a:t>n+2 </a:t>
            </a:r>
            <a:r>
              <a:rPr lang="zh-CN" altLang="en-US" sz="2400" dirty="0">
                <a:solidFill>
                  <a:schemeClr val="tx1"/>
                </a:solidFill>
                <a:latin typeface="Tahoma" panose="020B0604030504040204" pitchFamily="34" charset="0"/>
              </a:rPr>
              <a:t>=Y</a:t>
            </a:r>
            <a:r>
              <a:rPr lang="zh-CN" altLang="en-US" sz="2400" baseline="-25000" dirty="0">
                <a:solidFill>
                  <a:schemeClr val="tx1"/>
                </a:solidFill>
                <a:latin typeface="Tahoma" panose="020B0604030504040204" pitchFamily="34" charset="0"/>
              </a:rPr>
              <a:t>2 </a:t>
            </a:r>
            <a:r>
              <a:rPr lang="zh-CN" altLang="en-US" sz="2400" dirty="0">
                <a:solidFill>
                  <a:schemeClr val="tx1"/>
                </a:solidFill>
                <a:latin typeface="Tahoma" panose="020B0604030504040204" pitchFamily="34" charset="0"/>
              </a:rPr>
              <a:t>+X</a:t>
            </a:r>
            <a:r>
              <a:rPr lang="zh-CN" altLang="en-US" sz="2400" baseline="-25000" dirty="0">
                <a:solidFill>
                  <a:schemeClr val="tx1"/>
                </a:solidFill>
                <a:latin typeface="Tahoma" panose="020B0604030504040204" pitchFamily="34" charset="0"/>
              </a:rPr>
              <a:t>2 </a:t>
            </a:r>
            <a:r>
              <a:rPr lang="zh-CN" altLang="en-US" sz="2400" dirty="0">
                <a:solidFill>
                  <a:schemeClr val="tx1"/>
                </a:solidFill>
                <a:latin typeface="Tahoma" panose="020B0604030504040204" pitchFamily="34" charset="0"/>
              </a:rPr>
              <a:t>Y</a:t>
            </a:r>
            <a:r>
              <a:rPr lang="zh-CN" altLang="en-US" sz="2400" baseline="-25000" dirty="0">
                <a:solidFill>
                  <a:schemeClr val="tx1"/>
                </a:solidFill>
                <a:latin typeface="Tahoma" panose="020B0604030504040204" pitchFamily="34" charset="0"/>
              </a:rPr>
              <a:t>1</a:t>
            </a:r>
            <a:r>
              <a:rPr lang="zh-CN" altLang="en-US" sz="2400" dirty="0">
                <a:solidFill>
                  <a:schemeClr val="tx1"/>
                </a:solidFill>
                <a:latin typeface="Tahoma" panose="020B0604030504040204" pitchFamily="34" charset="0"/>
              </a:rPr>
              <a:t>+ Y</a:t>
            </a:r>
            <a:r>
              <a:rPr lang="zh-CN" altLang="en-US" sz="2400" baseline="-25000" dirty="0">
                <a:solidFill>
                  <a:schemeClr val="tx1"/>
                </a:solidFill>
                <a:latin typeface="Tahoma" panose="020B0604030504040204" pitchFamily="34" charset="0"/>
              </a:rPr>
              <a:t>0</a:t>
            </a:r>
            <a:r>
              <a:rPr lang="zh-CN" altLang="en-US" sz="2400" dirty="0">
                <a:solidFill>
                  <a:schemeClr val="tx1"/>
                </a:solidFill>
                <a:latin typeface="Tahoma" panose="020B0604030504040204" pitchFamily="34" charset="0"/>
              </a:rPr>
              <a:t>X</a:t>
            </a:r>
            <a:r>
              <a:rPr lang="zh-CN" altLang="en-US" sz="2400" baseline="-25000" dirty="0">
                <a:solidFill>
                  <a:schemeClr val="tx1"/>
                </a:solidFill>
                <a:latin typeface="Tahoma" panose="020B0604030504040204" pitchFamily="34" charset="0"/>
              </a:rPr>
              <a:t>1 </a:t>
            </a:r>
            <a:r>
              <a:rPr lang="zh-CN" altLang="en-US" sz="2400" dirty="0">
                <a:solidFill>
                  <a:schemeClr val="tx1"/>
                </a:solidFill>
                <a:latin typeface="Tahoma" panose="020B0604030504040204" pitchFamily="34" charset="0"/>
              </a:rPr>
              <a:t>X</a:t>
            </a:r>
            <a:r>
              <a:rPr lang="zh-CN" altLang="en-US" sz="2400" baseline="-25000" dirty="0">
                <a:solidFill>
                  <a:schemeClr val="tx1"/>
                </a:solidFill>
                <a:latin typeface="Tahoma" panose="020B0604030504040204" pitchFamily="34" charset="0"/>
              </a:rPr>
              <a:t>2 </a:t>
            </a:r>
            <a:r>
              <a:rPr lang="zh-CN" altLang="en-US" sz="2400" dirty="0">
                <a:solidFill>
                  <a:schemeClr val="tx1"/>
                </a:solidFill>
                <a:latin typeface="Tahoma" panose="020B0604030504040204" pitchFamily="34" charset="0"/>
              </a:rPr>
              <a:t>+X</a:t>
            </a:r>
            <a:r>
              <a:rPr lang="zh-CN" altLang="en-US" sz="2400" baseline="-25000" dirty="0">
                <a:solidFill>
                  <a:schemeClr val="tx1"/>
                </a:solidFill>
                <a:latin typeface="Tahoma" panose="020B0604030504040204" pitchFamily="34" charset="0"/>
              </a:rPr>
              <a:t>0</a:t>
            </a:r>
            <a:r>
              <a:rPr lang="zh-CN" altLang="en-US" sz="2400" dirty="0">
                <a:solidFill>
                  <a:schemeClr val="tx1"/>
                </a:solidFill>
                <a:latin typeface="Tahoma" panose="020B0604030504040204" pitchFamily="34" charset="0"/>
              </a:rPr>
              <a:t>X</a:t>
            </a:r>
            <a:r>
              <a:rPr lang="zh-CN" altLang="en-US" sz="2400" baseline="-25000" dirty="0">
                <a:solidFill>
                  <a:schemeClr val="tx1"/>
                </a:solidFill>
                <a:latin typeface="Tahoma" panose="020B0604030504040204" pitchFamily="34" charset="0"/>
              </a:rPr>
              <a:t>1 </a:t>
            </a:r>
            <a:r>
              <a:rPr lang="zh-CN" altLang="en-US" sz="2400" dirty="0">
                <a:solidFill>
                  <a:schemeClr val="tx1"/>
                </a:solidFill>
                <a:latin typeface="Tahoma" panose="020B0604030504040204" pitchFamily="34" charset="0"/>
              </a:rPr>
              <a:t>X</a:t>
            </a:r>
            <a:r>
              <a:rPr lang="zh-CN" altLang="en-US" sz="2400" baseline="-25000" dirty="0">
                <a:solidFill>
                  <a:schemeClr val="tx1"/>
                </a:solidFill>
                <a:latin typeface="Tahoma" panose="020B0604030504040204" pitchFamily="34" charset="0"/>
              </a:rPr>
              <a:t>2 </a:t>
            </a:r>
            <a:r>
              <a:rPr lang="zh-CN" altLang="en-US" sz="2400" dirty="0">
                <a:solidFill>
                  <a:schemeClr val="tx1"/>
                </a:solidFill>
                <a:latin typeface="Tahoma" panose="020B0604030504040204" pitchFamily="34" charset="0"/>
              </a:rPr>
              <a:t>C</a:t>
            </a:r>
            <a:r>
              <a:rPr lang="zh-CN" altLang="en-US" sz="2400" baseline="-25000" dirty="0">
                <a:solidFill>
                  <a:schemeClr val="tx1"/>
                </a:solidFill>
                <a:latin typeface="Tahoma" panose="020B0604030504040204" pitchFamily="34" charset="0"/>
              </a:rPr>
              <a:t>n</a:t>
            </a:r>
            <a:endParaRPr lang="zh-CN" altLang="en-US" sz="2400" baseline="-25000" dirty="0">
              <a:solidFill>
                <a:schemeClr val="tx1"/>
              </a:solidFill>
              <a:latin typeface="Tahoma" panose="020B0604030504040204" pitchFamily="34" charset="0"/>
            </a:endParaRPr>
          </a:p>
        </p:txBody>
      </p:sp>
      <p:sp>
        <p:nvSpPr>
          <p:cNvPr id="72712" name="Text Box 8"/>
          <p:cNvSpPr txBox="1"/>
          <p:nvPr/>
        </p:nvSpPr>
        <p:spPr>
          <a:xfrm>
            <a:off x="914400" y="4114800"/>
            <a:ext cx="7467600" cy="895350"/>
          </a:xfrm>
          <a:prstGeom prst="rect">
            <a:avLst/>
          </a:prstGeom>
          <a:noFill/>
          <a:ln w="9525">
            <a:noFill/>
          </a:ln>
        </p:spPr>
        <p:txBody>
          <a:bodyPr>
            <a:spAutoFit/>
          </a:bodyPr>
          <a:lstStyle>
            <a:lvl1pPr marL="342900" indent="-342900" algn="l" rtl="0" eaLnBrk="0" fontAlgn="base" hangingPunct="0">
              <a:spcBef>
                <a:spcPct val="20000"/>
              </a:spcBef>
              <a:spcAft>
                <a:spcPct val="0"/>
              </a:spcAft>
              <a:buChar char="•"/>
              <a:defRPr sz="3200">
                <a:solidFill>
                  <a:srgbClr val="666699"/>
                </a:solidFill>
                <a:latin typeface="+mn-lt"/>
                <a:ea typeface="+mn-ea"/>
                <a:cs typeface="+mn-cs"/>
              </a:defRPr>
            </a:lvl1pPr>
            <a:lvl2pPr marL="742950" indent="-285750" algn="l" rtl="0" eaLnBrk="0" fontAlgn="base" hangingPunct="0">
              <a:spcBef>
                <a:spcPct val="20000"/>
              </a:spcBef>
              <a:spcAft>
                <a:spcPct val="0"/>
              </a:spcAft>
              <a:buChar char="–"/>
              <a:defRPr sz="2800">
                <a:solidFill>
                  <a:srgbClr val="666699"/>
                </a:solidFill>
                <a:latin typeface="+mn-lt"/>
                <a:ea typeface="+mn-ea"/>
              </a:defRPr>
            </a:lvl2pPr>
            <a:lvl3pPr marL="1143000" indent="-228600" algn="l" rtl="0" eaLnBrk="0" fontAlgn="base" hangingPunct="0">
              <a:spcBef>
                <a:spcPct val="20000"/>
              </a:spcBef>
              <a:spcAft>
                <a:spcPct val="0"/>
              </a:spcAft>
              <a:buChar char="•"/>
              <a:defRPr sz="2400">
                <a:solidFill>
                  <a:srgbClr val="666699"/>
                </a:solidFill>
                <a:latin typeface="+mn-lt"/>
                <a:ea typeface="+mn-ea"/>
              </a:defRPr>
            </a:lvl3pPr>
            <a:lvl4pPr marL="1600200" indent="-228600" algn="l" rtl="0" eaLnBrk="0" fontAlgn="base" hangingPunct="0">
              <a:spcBef>
                <a:spcPct val="20000"/>
              </a:spcBef>
              <a:spcAft>
                <a:spcPct val="0"/>
              </a:spcAft>
              <a:buChar char="–"/>
              <a:defRPr sz="2000">
                <a:solidFill>
                  <a:srgbClr val="666699"/>
                </a:solidFill>
                <a:latin typeface="+mn-lt"/>
                <a:ea typeface="+mn-ea"/>
              </a:defRPr>
            </a:lvl4pPr>
            <a:lvl5pPr marL="2057400" indent="-228600" algn="l" rtl="0" eaLnBrk="0" fontAlgn="base" hangingPunct="0">
              <a:spcBef>
                <a:spcPct val="20000"/>
              </a:spcBef>
              <a:spcAft>
                <a:spcPct val="0"/>
              </a:spcAft>
              <a:buChar char="»"/>
              <a:defRPr sz="2000">
                <a:solidFill>
                  <a:srgbClr val="666699"/>
                </a:solidFill>
                <a:latin typeface="+mn-lt"/>
                <a:ea typeface="+mn-ea"/>
              </a:defRPr>
            </a:lvl5pPr>
          </a:lstStyle>
          <a:p>
            <a:pPr marL="0" lvl="0" indent="0" eaLnBrk="1" hangingPunct="1">
              <a:buClr>
                <a:schemeClr val="folHlink"/>
              </a:buClr>
              <a:buSzPct val="60000"/>
              <a:buFont typeface="Wingdings" panose="05000000000000000000" pitchFamily="2" charset="2"/>
              <a:buNone/>
            </a:pPr>
            <a:r>
              <a:rPr lang="zh-CN" altLang="en-US" sz="2400" dirty="0">
                <a:solidFill>
                  <a:schemeClr val="tx1"/>
                </a:solidFill>
                <a:latin typeface="Tahoma" panose="020B0604030504040204" pitchFamily="34" charset="0"/>
              </a:rPr>
              <a:t>C </a:t>
            </a:r>
            <a:r>
              <a:rPr lang="zh-CN" altLang="en-US" sz="2400" baseline="-25000" dirty="0">
                <a:solidFill>
                  <a:schemeClr val="tx1"/>
                </a:solidFill>
                <a:latin typeface="Tahoma" panose="020B0604030504040204" pitchFamily="34" charset="0"/>
              </a:rPr>
              <a:t>n+4</a:t>
            </a:r>
            <a:r>
              <a:rPr lang="zh-CN" altLang="en-US" sz="2400" dirty="0">
                <a:solidFill>
                  <a:schemeClr val="tx1"/>
                </a:solidFill>
                <a:latin typeface="Tahoma" panose="020B0604030504040204" pitchFamily="34" charset="0"/>
              </a:rPr>
              <a:t>=Y</a:t>
            </a:r>
            <a:r>
              <a:rPr lang="zh-CN" altLang="en-US" sz="2400" baseline="-25000" dirty="0">
                <a:solidFill>
                  <a:schemeClr val="tx1"/>
                </a:solidFill>
                <a:latin typeface="Tahoma" panose="020B0604030504040204" pitchFamily="34" charset="0"/>
              </a:rPr>
              <a:t>3</a:t>
            </a:r>
            <a:r>
              <a:rPr lang="zh-CN" altLang="en-US" sz="2400" dirty="0">
                <a:solidFill>
                  <a:schemeClr val="tx1"/>
                </a:solidFill>
                <a:latin typeface="Tahoma" panose="020B0604030504040204" pitchFamily="34" charset="0"/>
              </a:rPr>
              <a:t>+X</a:t>
            </a:r>
            <a:r>
              <a:rPr lang="zh-CN" altLang="en-US" sz="2400" baseline="-25000" dirty="0">
                <a:solidFill>
                  <a:schemeClr val="tx1"/>
                </a:solidFill>
                <a:latin typeface="Tahoma" panose="020B0604030504040204" pitchFamily="34" charset="0"/>
              </a:rPr>
              <a:t>3</a:t>
            </a:r>
            <a:r>
              <a:rPr lang="zh-CN" altLang="en-US" sz="2400" dirty="0">
                <a:solidFill>
                  <a:schemeClr val="tx1"/>
                </a:solidFill>
                <a:latin typeface="Tahoma" panose="020B0604030504040204" pitchFamily="34" charset="0"/>
              </a:rPr>
              <a:t>C</a:t>
            </a:r>
            <a:r>
              <a:rPr lang="zh-CN" altLang="en-US" sz="2400" baseline="-25000" dirty="0">
                <a:solidFill>
                  <a:schemeClr val="tx1"/>
                </a:solidFill>
                <a:latin typeface="Tahoma" panose="020B0604030504040204" pitchFamily="34" charset="0"/>
              </a:rPr>
              <a:t>n+3 </a:t>
            </a:r>
            <a:endParaRPr lang="zh-CN" altLang="en-US" sz="2400" baseline="-25000" dirty="0">
              <a:solidFill>
                <a:schemeClr val="tx1"/>
              </a:solidFill>
              <a:latin typeface="Tahoma" panose="020B0604030504040204" pitchFamily="34" charset="0"/>
            </a:endParaRPr>
          </a:p>
          <a:p>
            <a:pPr marL="0" lvl="0" indent="0" eaLnBrk="1" hangingPunct="1">
              <a:buClr>
                <a:schemeClr val="folHlink"/>
              </a:buClr>
              <a:buSzPct val="60000"/>
              <a:buFont typeface="Wingdings" panose="05000000000000000000" pitchFamily="2" charset="2"/>
              <a:buNone/>
            </a:pPr>
            <a:r>
              <a:rPr lang="zh-CN" altLang="en-US" sz="2400" baseline="-25000" dirty="0">
                <a:solidFill>
                  <a:schemeClr val="tx1"/>
                </a:solidFill>
                <a:latin typeface="Tahoma" panose="020B0604030504040204" pitchFamily="34" charset="0"/>
              </a:rPr>
              <a:t>          </a:t>
            </a:r>
            <a:r>
              <a:rPr lang="zh-CN" altLang="en-US" sz="2400" dirty="0">
                <a:solidFill>
                  <a:schemeClr val="tx1"/>
                </a:solidFill>
                <a:latin typeface="Tahoma" panose="020B0604030504040204" pitchFamily="34" charset="0"/>
              </a:rPr>
              <a:t>=Y</a:t>
            </a:r>
            <a:r>
              <a:rPr lang="zh-CN" altLang="en-US" sz="2400" baseline="-25000" dirty="0">
                <a:solidFill>
                  <a:schemeClr val="tx1"/>
                </a:solidFill>
                <a:latin typeface="Tahoma" panose="020B0604030504040204" pitchFamily="34" charset="0"/>
              </a:rPr>
              <a:t>3</a:t>
            </a:r>
            <a:r>
              <a:rPr lang="zh-CN" altLang="en-US" sz="2400" dirty="0">
                <a:solidFill>
                  <a:schemeClr val="tx1"/>
                </a:solidFill>
                <a:latin typeface="Tahoma" panose="020B0604030504040204" pitchFamily="34" charset="0"/>
              </a:rPr>
              <a:t>+X</a:t>
            </a:r>
            <a:r>
              <a:rPr lang="zh-CN" altLang="en-US" sz="2400" baseline="-25000" dirty="0">
                <a:solidFill>
                  <a:schemeClr val="tx1"/>
                </a:solidFill>
                <a:latin typeface="Tahoma" panose="020B0604030504040204" pitchFamily="34" charset="0"/>
              </a:rPr>
              <a:t>3 </a:t>
            </a:r>
            <a:r>
              <a:rPr lang="zh-CN" altLang="en-US" sz="2400" dirty="0">
                <a:solidFill>
                  <a:schemeClr val="tx1"/>
                </a:solidFill>
                <a:latin typeface="Tahoma" panose="020B0604030504040204" pitchFamily="34" charset="0"/>
              </a:rPr>
              <a:t>Y</a:t>
            </a:r>
            <a:r>
              <a:rPr lang="zh-CN" altLang="en-US" sz="2400" baseline="-25000" dirty="0">
                <a:solidFill>
                  <a:schemeClr val="tx1"/>
                </a:solidFill>
                <a:latin typeface="Tahoma" panose="020B0604030504040204" pitchFamily="34" charset="0"/>
              </a:rPr>
              <a:t>2 </a:t>
            </a:r>
            <a:r>
              <a:rPr lang="zh-CN" altLang="en-US" sz="2400" dirty="0">
                <a:solidFill>
                  <a:schemeClr val="tx1"/>
                </a:solidFill>
                <a:latin typeface="Tahoma" panose="020B0604030504040204" pitchFamily="34" charset="0"/>
              </a:rPr>
              <a:t>+X</a:t>
            </a:r>
            <a:r>
              <a:rPr lang="zh-CN" altLang="en-US" sz="2400" baseline="-25000" dirty="0">
                <a:solidFill>
                  <a:schemeClr val="tx1"/>
                </a:solidFill>
                <a:latin typeface="Tahoma" panose="020B0604030504040204" pitchFamily="34" charset="0"/>
              </a:rPr>
              <a:t>2 </a:t>
            </a:r>
            <a:r>
              <a:rPr lang="zh-CN" altLang="en-US" sz="2400" dirty="0">
                <a:solidFill>
                  <a:schemeClr val="tx1"/>
                </a:solidFill>
                <a:latin typeface="Tahoma" panose="020B0604030504040204" pitchFamily="34" charset="0"/>
              </a:rPr>
              <a:t>X</a:t>
            </a:r>
            <a:r>
              <a:rPr lang="zh-CN" altLang="en-US" sz="2400" baseline="-25000" dirty="0">
                <a:solidFill>
                  <a:schemeClr val="tx1"/>
                </a:solidFill>
                <a:latin typeface="Tahoma" panose="020B0604030504040204" pitchFamily="34" charset="0"/>
              </a:rPr>
              <a:t>3 </a:t>
            </a:r>
            <a:r>
              <a:rPr lang="zh-CN" altLang="en-US" sz="2400" dirty="0">
                <a:solidFill>
                  <a:schemeClr val="tx1"/>
                </a:solidFill>
                <a:latin typeface="Tahoma" panose="020B0604030504040204" pitchFamily="34" charset="0"/>
              </a:rPr>
              <a:t>Y</a:t>
            </a:r>
            <a:r>
              <a:rPr lang="zh-CN" altLang="en-US" sz="2400" baseline="-25000" dirty="0">
                <a:solidFill>
                  <a:schemeClr val="tx1"/>
                </a:solidFill>
                <a:latin typeface="Tahoma" panose="020B0604030504040204" pitchFamily="34" charset="0"/>
              </a:rPr>
              <a:t>1</a:t>
            </a:r>
            <a:r>
              <a:rPr lang="zh-CN" altLang="en-US" sz="2400" dirty="0">
                <a:solidFill>
                  <a:schemeClr val="tx1"/>
                </a:solidFill>
                <a:latin typeface="Tahoma" panose="020B0604030504040204" pitchFamily="34" charset="0"/>
              </a:rPr>
              <a:t>+ Y</a:t>
            </a:r>
            <a:r>
              <a:rPr lang="zh-CN" altLang="en-US" sz="2400" baseline="-25000" dirty="0">
                <a:solidFill>
                  <a:schemeClr val="tx1"/>
                </a:solidFill>
                <a:latin typeface="Tahoma" panose="020B0604030504040204" pitchFamily="34" charset="0"/>
              </a:rPr>
              <a:t>0</a:t>
            </a:r>
            <a:r>
              <a:rPr lang="zh-CN" altLang="en-US" sz="2400" dirty="0">
                <a:solidFill>
                  <a:schemeClr val="tx1"/>
                </a:solidFill>
                <a:latin typeface="Tahoma" panose="020B0604030504040204" pitchFamily="34" charset="0"/>
              </a:rPr>
              <a:t>X</a:t>
            </a:r>
            <a:r>
              <a:rPr lang="zh-CN" altLang="en-US" sz="2400" baseline="-25000" dirty="0">
                <a:solidFill>
                  <a:schemeClr val="tx1"/>
                </a:solidFill>
                <a:latin typeface="Tahoma" panose="020B0604030504040204" pitchFamily="34" charset="0"/>
              </a:rPr>
              <a:t>1 </a:t>
            </a:r>
            <a:r>
              <a:rPr lang="zh-CN" altLang="en-US" sz="2400" dirty="0">
                <a:solidFill>
                  <a:schemeClr val="tx1"/>
                </a:solidFill>
                <a:latin typeface="Tahoma" panose="020B0604030504040204" pitchFamily="34" charset="0"/>
              </a:rPr>
              <a:t>X</a:t>
            </a:r>
            <a:r>
              <a:rPr lang="zh-CN" altLang="en-US" sz="2400" baseline="-25000" dirty="0">
                <a:solidFill>
                  <a:schemeClr val="tx1"/>
                </a:solidFill>
                <a:latin typeface="Tahoma" panose="020B0604030504040204" pitchFamily="34" charset="0"/>
              </a:rPr>
              <a:t>2 </a:t>
            </a:r>
            <a:r>
              <a:rPr lang="zh-CN" altLang="en-US" sz="2400" dirty="0">
                <a:solidFill>
                  <a:schemeClr val="tx1"/>
                </a:solidFill>
                <a:latin typeface="Tahoma" panose="020B0604030504040204" pitchFamily="34" charset="0"/>
              </a:rPr>
              <a:t>X</a:t>
            </a:r>
            <a:r>
              <a:rPr lang="zh-CN" altLang="en-US" sz="2400" baseline="-25000" dirty="0">
                <a:solidFill>
                  <a:schemeClr val="tx1"/>
                </a:solidFill>
                <a:latin typeface="Tahoma" panose="020B0604030504040204" pitchFamily="34" charset="0"/>
              </a:rPr>
              <a:t>3 </a:t>
            </a:r>
            <a:r>
              <a:rPr lang="zh-CN" altLang="en-US" sz="2400" dirty="0">
                <a:solidFill>
                  <a:schemeClr val="tx1"/>
                </a:solidFill>
                <a:latin typeface="Tahoma" panose="020B0604030504040204" pitchFamily="34" charset="0"/>
              </a:rPr>
              <a:t>+X</a:t>
            </a:r>
            <a:r>
              <a:rPr lang="zh-CN" altLang="en-US" sz="2400" baseline="-25000" dirty="0">
                <a:solidFill>
                  <a:schemeClr val="tx1"/>
                </a:solidFill>
                <a:latin typeface="Tahoma" panose="020B0604030504040204" pitchFamily="34" charset="0"/>
              </a:rPr>
              <a:t>0</a:t>
            </a:r>
            <a:r>
              <a:rPr lang="zh-CN" altLang="en-US" sz="2400" dirty="0">
                <a:solidFill>
                  <a:schemeClr val="tx1"/>
                </a:solidFill>
                <a:latin typeface="Tahoma" panose="020B0604030504040204" pitchFamily="34" charset="0"/>
              </a:rPr>
              <a:t>X</a:t>
            </a:r>
            <a:r>
              <a:rPr lang="zh-CN" altLang="en-US" sz="2400" baseline="-25000" dirty="0">
                <a:solidFill>
                  <a:schemeClr val="tx1"/>
                </a:solidFill>
                <a:latin typeface="Tahoma" panose="020B0604030504040204" pitchFamily="34" charset="0"/>
              </a:rPr>
              <a:t>1 </a:t>
            </a:r>
            <a:r>
              <a:rPr lang="zh-CN" altLang="en-US" sz="2400" dirty="0">
                <a:solidFill>
                  <a:schemeClr val="tx1"/>
                </a:solidFill>
                <a:latin typeface="Tahoma" panose="020B0604030504040204" pitchFamily="34" charset="0"/>
              </a:rPr>
              <a:t>X</a:t>
            </a:r>
            <a:r>
              <a:rPr lang="zh-CN" altLang="en-US" sz="2400" baseline="-25000" dirty="0">
                <a:solidFill>
                  <a:schemeClr val="tx1"/>
                </a:solidFill>
                <a:latin typeface="Tahoma" panose="020B0604030504040204" pitchFamily="34" charset="0"/>
              </a:rPr>
              <a:t>2 </a:t>
            </a:r>
            <a:r>
              <a:rPr lang="zh-CN" altLang="en-US" sz="2400" dirty="0">
                <a:solidFill>
                  <a:schemeClr val="tx1"/>
                </a:solidFill>
                <a:latin typeface="Tahoma" panose="020B0604030504040204" pitchFamily="34" charset="0"/>
              </a:rPr>
              <a:t>X</a:t>
            </a:r>
            <a:r>
              <a:rPr lang="zh-CN" altLang="en-US" sz="2400" baseline="-25000" dirty="0">
                <a:solidFill>
                  <a:schemeClr val="tx1"/>
                </a:solidFill>
                <a:latin typeface="Tahoma" panose="020B0604030504040204" pitchFamily="34" charset="0"/>
              </a:rPr>
              <a:t>3 </a:t>
            </a:r>
            <a:r>
              <a:rPr lang="zh-CN" altLang="en-US" sz="2400" dirty="0">
                <a:solidFill>
                  <a:schemeClr val="tx1"/>
                </a:solidFill>
                <a:latin typeface="Tahoma" panose="020B0604030504040204" pitchFamily="34" charset="0"/>
              </a:rPr>
              <a:t>C</a:t>
            </a:r>
            <a:r>
              <a:rPr lang="zh-CN" altLang="en-US" sz="2400" baseline="-25000" dirty="0">
                <a:solidFill>
                  <a:schemeClr val="tx1"/>
                </a:solidFill>
                <a:latin typeface="Tahoma" panose="020B0604030504040204" pitchFamily="34" charset="0"/>
              </a:rPr>
              <a:t>n</a:t>
            </a:r>
            <a:endParaRPr lang="zh-CN" altLang="en-US" sz="1800" dirty="0">
              <a:solidFill>
                <a:schemeClr val="tx1"/>
              </a:solidFill>
              <a:latin typeface="Tahoma" panose="020B0604030504040204" pitchFamily="34"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37" fill="hold" nodeType="clickEffect">
                                  <p:stCondLst>
                                    <p:cond delay="0"/>
                                  </p:stCondLst>
                                  <p:iterate type="lt">
                                    <p:tmPct val="100000"/>
                                  </p:iterate>
                                  <p:childTnLst>
                                    <p:set>
                                      <p:cBhvr>
                                        <p:cTn id="6" dur="1" fill="hold">
                                          <p:stCondLst>
                                            <p:cond delay="0"/>
                                          </p:stCondLst>
                                        </p:cTn>
                                        <p:tgtEl>
                                          <p:spTgt spid="72709"/>
                                        </p:tgtEl>
                                        <p:attrNameLst>
                                          <p:attrName>style.visibility</p:attrName>
                                        </p:attrNameLst>
                                      </p:cBhvr>
                                      <p:to>
                                        <p:strVal val="visible"/>
                                      </p:to>
                                    </p:set>
                                    <p:animEffect transition="in" filter="barn(outVertical)">
                                      <p:cBhvr>
                                        <p:cTn id="7" dur="100"/>
                                        <p:tgtEl>
                                          <p:spTgt spid="72709"/>
                                        </p:tgtEl>
                                      </p:cBhvr>
                                    </p:animEffect>
                                  </p:childTnLst>
                                </p:cTn>
                              </p:par>
                            </p:childTnLst>
                          </p:cTn>
                        </p:par>
                      </p:childTnLst>
                    </p:cTn>
                  </p:par>
                  <p:par>
                    <p:cTn id="8" fill="hold">
                      <p:stCondLst>
                        <p:cond delay="indefinite"/>
                      </p:stCondLst>
                      <p:childTnLst>
                        <p:par>
                          <p:cTn id="9" fill="hold">
                            <p:stCondLst>
                              <p:cond delay="0"/>
                            </p:stCondLst>
                            <p:childTnLst>
                              <p:par>
                                <p:cTn id="10" presetID="16" presetClass="entr" presetSubtype="37" fill="hold" nodeType="clickEffect">
                                  <p:stCondLst>
                                    <p:cond delay="0"/>
                                  </p:stCondLst>
                                  <p:iterate type="lt">
                                    <p:tmPct val="100000"/>
                                  </p:iterate>
                                  <p:childTnLst>
                                    <p:set>
                                      <p:cBhvr>
                                        <p:cTn id="11" dur="1" fill="hold">
                                          <p:stCondLst>
                                            <p:cond delay="0"/>
                                          </p:stCondLst>
                                        </p:cTn>
                                        <p:tgtEl>
                                          <p:spTgt spid="72710"/>
                                        </p:tgtEl>
                                        <p:attrNameLst>
                                          <p:attrName>style.visibility</p:attrName>
                                        </p:attrNameLst>
                                      </p:cBhvr>
                                      <p:to>
                                        <p:strVal val="visible"/>
                                      </p:to>
                                    </p:set>
                                    <p:animEffect transition="in" filter="barn(outVertical)">
                                      <p:cBhvr>
                                        <p:cTn id="12" dur="100"/>
                                        <p:tgtEl>
                                          <p:spTgt spid="72710"/>
                                        </p:tgtEl>
                                      </p:cBhvr>
                                    </p:animEffect>
                                  </p:childTnLst>
                                </p:cTn>
                              </p:par>
                            </p:childTnLst>
                          </p:cTn>
                        </p:par>
                      </p:childTnLst>
                    </p:cTn>
                  </p:par>
                  <p:par>
                    <p:cTn id="13" fill="hold">
                      <p:stCondLst>
                        <p:cond delay="indefinite"/>
                      </p:stCondLst>
                      <p:childTnLst>
                        <p:par>
                          <p:cTn id="14" fill="hold">
                            <p:stCondLst>
                              <p:cond delay="0"/>
                            </p:stCondLst>
                            <p:childTnLst>
                              <p:par>
                                <p:cTn id="15" presetID="16" presetClass="entr" presetSubtype="37" fill="hold" nodeType="clickEffect">
                                  <p:stCondLst>
                                    <p:cond delay="0"/>
                                  </p:stCondLst>
                                  <p:iterate type="lt">
                                    <p:tmPct val="100000"/>
                                  </p:iterate>
                                  <p:childTnLst>
                                    <p:set>
                                      <p:cBhvr>
                                        <p:cTn id="16" dur="1" fill="hold">
                                          <p:stCondLst>
                                            <p:cond delay="0"/>
                                          </p:stCondLst>
                                        </p:cTn>
                                        <p:tgtEl>
                                          <p:spTgt spid="72711"/>
                                        </p:tgtEl>
                                        <p:attrNameLst>
                                          <p:attrName>style.visibility</p:attrName>
                                        </p:attrNameLst>
                                      </p:cBhvr>
                                      <p:to>
                                        <p:strVal val="visible"/>
                                      </p:to>
                                    </p:set>
                                    <p:animEffect transition="in" filter="barn(outVertical)">
                                      <p:cBhvr>
                                        <p:cTn id="17" dur="100"/>
                                        <p:tgtEl>
                                          <p:spTgt spid="72711"/>
                                        </p:tgtEl>
                                      </p:cBhvr>
                                    </p:animEffect>
                                  </p:childTnLst>
                                </p:cTn>
                              </p:par>
                            </p:childTnLst>
                          </p:cTn>
                        </p:par>
                      </p:childTnLst>
                    </p:cTn>
                  </p:par>
                  <p:par>
                    <p:cTn id="18" fill="hold">
                      <p:stCondLst>
                        <p:cond delay="indefinite"/>
                      </p:stCondLst>
                      <p:childTnLst>
                        <p:par>
                          <p:cTn id="19" fill="hold">
                            <p:stCondLst>
                              <p:cond delay="0"/>
                            </p:stCondLst>
                            <p:childTnLst>
                              <p:par>
                                <p:cTn id="20" presetID="16" presetClass="entr" presetSubtype="37" fill="hold" nodeType="clickEffect">
                                  <p:stCondLst>
                                    <p:cond delay="0"/>
                                  </p:stCondLst>
                                  <p:iterate type="lt">
                                    <p:tmPct val="100000"/>
                                  </p:iterate>
                                  <p:childTnLst>
                                    <p:set>
                                      <p:cBhvr>
                                        <p:cTn id="21" dur="1" fill="hold">
                                          <p:stCondLst>
                                            <p:cond delay="0"/>
                                          </p:stCondLst>
                                        </p:cTn>
                                        <p:tgtEl>
                                          <p:spTgt spid="72712"/>
                                        </p:tgtEl>
                                        <p:attrNameLst>
                                          <p:attrName>style.visibility</p:attrName>
                                        </p:attrNameLst>
                                      </p:cBhvr>
                                      <p:to>
                                        <p:strVal val="visible"/>
                                      </p:to>
                                    </p:set>
                                    <p:animEffect transition="in" filter="barn(outVertical)">
                                      <p:cBhvr>
                                        <p:cTn id="22" dur="100"/>
                                        <p:tgtEl>
                                          <p:spTgt spid="727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2709" grpId="0"/>
      <p:bldP spid="72710" grpId="0"/>
      <p:bldP spid="72711" grpId="0"/>
      <p:bldP spid="72712" grpId="0"/>
    </p:bld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3730" name="AutoShape 2"/>
          <p:cNvSpPr/>
          <p:nvPr/>
        </p:nvSpPr>
        <p:spPr>
          <a:xfrm>
            <a:off x="762000" y="4800600"/>
            <a:ext cx="7848600" cy="1524000"/>
          </a:xfrm>
          <a:prstGeom prst="flowChartPunchedTape">
            <a:avLst/>
          </a:prstGeom>
          <a:gradFill rotWithShape="0">
            <a:gsLst>
              <a:gs pos="0">
                <a:srgbClr val="04DBE0"/>
              </a:gs>
              <a:gs pos="100000">
                <a:srgbClr val="FFFFFF"/>
              </a:gs>
            </a:gsLst>
            <a:path path="rect">
              <a:fillToRect l="100000" b="100000"/>
            </a:path>
            <a:tileRect/>
          </a:gradFill>
          <a:ln w="9525" cap="flat" cmpd="sng">
            <a:solidFill>
              <a:schemeClr val="tx1"/>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buChar char="•"/>
              <a:defRPr sz="3200">
                <a:solidFill>
                  <a:srgbClr val="666699"/>
                </a:solidFill>
                <a:latin typeface="+mn-lt"/>
                <a:ea typeface="+mn-ea"/>
                <a:cs typeface="+mn-cs"/>
              </a:defRPr>
            </a:lvl1pPr>
            <a:lvl2pPr marL="742950" indent="-285750" algn="l" rtl="0" eaLnBrk="0" fontAlgn="base" hangingPunct="0">
              <a:spcBef>
                <a:spcPct val="20000"/>
              </a:spcBef>
              <a:spcAft>
                <a:spcPct val="0"/>
              </a:spcAft>
              <a:buChar char="–"/>
              <a:defRPr sz="2800">
                <a:solidFill>
                  <a:srgbClr val="666699"/>
                </a:solidFill>
                <a:latin typeface="+mn-lt"/>
                <a:ea typeface="+mn-ea"/>
              </a:defRPr>
            </a:lvl2pPr>
            <a:lvl3pPr marL="1143000" indent="-228600" algn="l" rtl="0" eaLnBrk="0" fontAlgn="base" hangingPunct="0">
              <a:spcBef>
                <a:spcPct val="20000"/>
              </a:spcBef>
              <a:spcAft>
                <a:spcPct val="0"/>
              </a:spcAft>
              <a:buChar char="•"/>
              <a:defRPr sz="2400">
                <a:solidFill>
                  <a:srgbClr val="666699"/>
                </a:solidFill>
                <a:latin typeface="+mn-lt"/>
                <a:ea typeface="+mn-ea"/>
              </a:defRPr>
            </a:lvl3pPr>
            <a:lvl4pPr marL="1600200" indent="-228600" algn="l" rtl="0" eaLnBrk="0" fontAlgn="base" hangingPunct="0">
              <a:spcBef>
                <a:spcPct val="20000"/>
              </a:spcBef>
              <a:spcAft>
                <a:spcPct val="0"/>
              </a:spcAft>
              <a:buChar char="–"/>
              <a:defRPr sz="2000">
                <a:solidFill>
                  <a:srgbClr val="666699"/>
                </a:solidFill>
                <a:latin typeface="+mn-lt"/>
                <a:ea typeface="+mn-ea"/>
              </a:defRPr>
            </a:lvl4pPr>
            <a:lvl5pPr marL="2057400" indent="-228600" algn="l" rtl="0" eaLnBrk="0" fontAlgn="base" hangingPunct="0">
              <a:spcBef>
                <a:spcPct val="20000"/>
              </a:spcBef>
              <a:spcAft>
                <a:spcPct val="0"/>
              </a:spcAft>
              <a:buChar char="»"/>
              <a:defRPr sz="2000">
                <a:solidFill>
                  <a:srgbClr val="666699"/>
                </a:solidFill>
                <a:latin typeface="+mn-lt"/>
                <a:ea typeface="+mn-ea"/>
              </a:defRPr>
            </a:lvl5pPr>
          </a:lstStyle>
          <a:p>
            <a:pPr marL="0" lvl="0" indent="0" eaLnBrk="1" hangingPunct="1">
              <a:spcBef>
                <a:spcPct val="0"/>
              </a:spcBef>
              <a:buNone/>
            </a:pPr>
            <a:endParaRPr lang="zh-CN" altLang="en-US" sz="2400" dirty="0">
              <a:solidFill>
                <a:schemeClr val="tx1"/>
              </a:solidFill>
            </a:endParaRPr>
          </a:p>
        </p:txBody>
      </p:sp>
      <p:sp>
        <p:nvSpPr>
          <p:cNvPr id="73731" name="Rectangle 3"/>
          <p:cNvSpPr>
            <a:spLocks noGrp="1"/>
          </p:cNvSpPr>
          <p:nvPr>
            <p:ph type="title"/>
          </p:nvPr>
        </p:nvSpPr>
        <p:spPr>
          <a:xfrm>
            <a:off x="685800" y="914400"/>
            <a:ext cx="7772400" cy="838200"/>
          </a:xfrm>
          <a:ln/>
        </p:spPr>
        <p:txBody>
          <a:bodyPr vert="horz" wrap="square" lIns="91440" tIns="45720" rIns="91440" bIns="45720" anchor="ctr" anchorCtr="0"/>
          <a:p>
            <a:pPr eaLnBrk="1" hangingPunct="1"/>
            <a:r>
              <a:rPr lang="zh-CN" altLang="en-US" dirty="0"/>
              <a:t>定点运算器的组成——</a:t>
            </a:r>
            <a:r>
              <a:rPr lang="zh-CN" altLang="en-US" sz="1800" dirty="0"/>
              <a:t>多功能算术/逻辑运算单元</a:t>
            </a:r>
            <a:endParaRPr lang="zh-CN" altLang="en-US" sz="1800" dirty="0"/>
          </a:p>
        </p:txBody>
      </p:sp>
      <p:sp>
        <p:nvSpPr>
          <p:cNvPr id="73732" name="Rectangle 4"/>
          <p:cNvSpPr>
            <a:spLocks noGrp="1"/>
          </p:cNvSpPr>
          <p:nvPr>
            <p:ph type="body"/>
          </p:nvPr>
        </p:nvSpPr>
        <p:spPr>
          <a:xfrm>
            <a:off x="609600" y="1828800"/>
            <a:ext cx="7848600" cy="914400"/>
          </a:xfrm>
          <a:ln/>
        </p:spPr>
        <p:txBody>
          <a:bodyPr vert="horz" wrap="square" lIns="91440" tIns="45720" rIns="91440" bIns="45720" anchor="t" anchorCtr="0"/>
          <a:p>
            <a:pPr marL="0" indent="0" eaLnBrk="1" hangingPunct="1"/>
            <a:r>
              <a:rPr lang="zh-CN" altLang="en-US" b="1" dirty="0"/>
              <a:t>设</a:t>
            </a:r>
            <a:r>
              <a:rPr lang="zh-CN" altLang="en-US" sz="2400" dirty="0"/>
              <a:t>：</a:t>
            </a:r>
            <a:endParaRPr lang="zh-CN" altLang="en-US" sz="2400" dirty="0">
              <a:solidFill>
                <a:schemeClr val="hlink"/>
              </a:solidFill>
            </a:endParaRPr>
          </a:p>
        </p:txBody>
      </p:sp>
      <p:sp>
        <p:nvSpPr>
          <p:cNvPr id="73733" name="Text Box 5"/>
          <p:cNvSpPr txBox="1"/>
          <p:nvPr/>
        </p:nvSpPr>
        <p:spPr>
          <a:xfrm>
            <a:off x="914400" y="5257800"/>
            <a:ext cx="7696200" cy="749300"/>
          </a:xfrm>
          <a:prstGeom prst="rect">
            <a:avLst/>
          </a:prstGeom>
          <a:noFill/>
          <a:ln w="9525">
            <a:noFill/>
          </a:ln>
        </p:spPr>
        <p:txBody>
          <a:bodyPr>
            <a:spAutoFit/>
          </a:bodyPr>
          <a:lstStyle>
            <a:lvl1pPr marL="342900" indent="-342900" algn="l" rtl="0" eaLnBrk="0" fontAlgn="base" hangingPunct="0">
              <a:spcBef>
                <a:spcPct val="20000"/>
              </a:spcBef>
              <a:spcAft>
                <a:spcPct val="0"/>
              </a:spcAft>
              <a:buChar char="•"/>
              <a:defRPr sz="3200">
                <a:solidFill>
                  <a:srgbClr val="666699"/>
                </a:solidFill>
                <a:latin typeface="+mn-lt"/>
                <a:ea typeface="+mn-ea"/>
                <a:cs typeface="+mn-cs"/>
              </a:defRPr>
            </a:lvl1pPr>
            <a:lvl2pPr marL="742950" indent="-285750" algn="l" rtl="0" eaLnBrk="0" fontAlgn="base" hangingPunct="0">
              <a:spcBef>
                <a:spcPct val="20000"/>
              </a:spcBef>
              <a:spcAft>
                <a:spcPct val="0"/>
              </a:spcAft>
              <a:buChar char="–"/>
              <a:defRPr sz="2800">
                <a:solidFill>
                  <a:srgbClr val="666699"/>
                </a:solidFill>
                <a:latin typeface="+mn-lt"/>
                <a:ea typeface="+mn-ea"/>
              </a:defRPr>
            </a:lvl2pPr>
            <a:lvl3pPr marL="1143000" indent="-228600" algn="l" rtl="0" eaLnBrk="0" fontAlgn="base" hangingPunct="0">
              <a:spcBef>
                <a:spcPct val="20000"/>
              </a:spcBef>
              <a:spcAft>
                <a:spcPct val="0"/>
              </a:spcAft>
              <a:buChar char="•"/>
              <a:defRPr sz="2400">
                <a:solidFill>
                  <a:srgbClr val="666699"/>
                </a:solidFill>
                <a:latin typeface="+mn-lt"/>
                <a:ea typeface="+mn-ea"/>
              </a:defRPr>
            </a:lvl3pPr>
            <a:lvl4pPr marL="1600200" indent="-228600" algn="l" rtl="0" eaLnBrk="0" fontAlgn="base" hangingPunct="0">
              <a:spcBef>
                <a:spcPct val="20000"/>
              </a:spcBef>
              <a:spcAft>
                <a:spcPct val="0"/>
              </a:spcAft>
              <a:buChar char="–"/>
              <a:defRPr sz="2000">
                <a:solidFill>
                  <a:srgbClr val="666699"/>
                </a:solidFill>
                <a:latin typeface="+mn-lt"/>
                <a:ea typeface="+mn-ea"/>
              </a:defRPr>
            </a:lvl4pPr>
            <a:lvl5pPr marL="2057400" indent="-228600" algn="l" rtl="0" eaLnBrk="0" fontAlgn="base" hangingPunct="0">
              <a:spcBef>
                <a:spcPct val="20000"/>
              </a:spcBef>
              <a:spcAft>
                <a:spcPct val="0"/>
              </a:spcAft>
              <a:buChar char="»"/>
              <a:defRPr sz="2000">
                <a:solidFill>
                  <a:srgbClr val="666699"/>
                </a:solidFill>
                <a:latin typeface="+mn-lt"/>
                <a:ea typeface="+mn-ea"/>
              </a:defRPr>
            </a:lvl5pPr>
          </a:lstStyle>
          <a:p>
            <a:pPr marL="0" lvl="0" indent="0" eaLnBrk="1" hangingPunct="1">
              <a:lnSpc>
                <a:spcPct val="90000"/>
              </a:lnSpc>
              <a:buClr>
                <a:schemeClr val="folHlink"/>
              </a:buClr>
              <a:buSzPct val="60000"/>
              <a:buFont typeface="Wingdings" panose="05000000000000000000" pitchFamily="2" charset="2"/>
              <a:buNone/>
            </a:pPr>
            <a:r>
              <a:rPr lang="zh-CN" altLang="en-US" sz="2400" dirty="0">
                <a:solidFill>
                  <a:schemeClr val="hlink"/>
                </a:solidFill>
                <a:latin typeface="Tahoma" panose="020B0604030504040204" pitchFamily="34" charset="0"/>
              </a:rPr>
              <a:t>      该式表明，第0位的进位输入可以直接传送到最高进位位上去，因而可以实现高速运算。</a:t>
            </a:r>
            <a:endParaRPr lang="zh-CN" altLang="en-US" sz="1800" dirty="0">
              <a:solidFill>
                <a:schemeClr val="tx1"/>
              </a:solidFill>
              <a:latin typeface="Tahoma" panose="020B0604030504040204" pitchFamily="34" charset="0"/>
            </a:endParaRPr>
          </a:p>
        </p:txBody>
      </p:sp>
      <p:sp>
        <p:nvSpPr>
          <p:cNvPr id="73734" name="Text Box 6"/>
          <p:cNvSpPr txBox="1"/>
          <p:nvPr/>
        </p:nvSpPr>
        <p:spPr>
          <a:xfrm>
            <a:off x="2209800" y="2286000"/>
            <a:ext cx="184150" cy="366713"/>
          </a:xfrm>
          <a:prstGeom prst="rect">
            <a:avLst/>
          </a:prstGeom>
          <a:noFill/>
          <a:ln w="9525">
            <a:noFill/>
          </a:ln>
        </p:spPr>
        <p:txBody>
          <a:bodyPr wrap="none">
            <a:spAutoFit/>
          </a:bodyPr>
          <a:lstStyle>
            <a:lvl1pPr marL="342900" indent="-342900" algn="l" rtl="0" eaLnBrk="0" fontAlgn="base" hangingPunct="0">
              <a:spcBef>
                <a:spcPct val="20000"/>
              </a:spcBef>
              <a:spcAft>
                <a:spcPct val="0"/>
              </a:spcAft>
              <a:buChar char="•"/>
              <a:defRPr sz="3200">
                <a:solidFill>
                  <a:srgbClr val="666699"/>
                </a:solidFill>
                <a:latin typeface="+mn-lt"/>
                <a:ea typeface="+mn-ea"/>
                <a:cs typeface="+mn-cs"/>
              </a:defRPr>
            </a:lvl1pPr>
            <a:lvl2pPr marL="742950" indent="-285750" algn="l" rtl="0" eaLnBrk="0" fontAlgn="base" hangingPunct="0">
              <a:spcBef>
                <a:spcPct val="20000"/>
              </a:spcBef>
              <a:spcAft>
                <a:spcPct val="0"/>
              </a:spcAft>
              <a:buChar char="–"/>
              <a:defRPr sz="2800">
                <a:solidFill>
                  <a:srgbClr val="666699"/>
                </a:solidFill>
                <a:latin typeface="+mn-lt"/>
                <a:ea typeface="+mn-ea"/>
              </a:defRPr>
            </a:lvl2pPr>
            <a:lvl3pPr marL="1143000" indent="-228600" algn="l" rtl="0" eaLnBrk="0" fontAlgn="base" hangingPunct="0">
              <a:spcBef>
                <a:spcPct val="20000"/>
              </a:spcBef>
              <a:spcAft>
                <a:spcPct val="0"/>
              </a:spcAft>
              <a:buChar char="•"/>
              <a:defRPr sz="2400">
                <a:solidFill>
                  <a:srgbClr val="666699"/>
                </a:solidFill>
                <a:latin typeface="+mn-lt"/>
                <a:ea typeface="+mn-ea"/>
              </a:defRPr>
            </a:lvl3pPr>
            <a:lvl4pPr marL="1600200" indent="-228600" algn="l" rtl="0" eaLnBrk="0" fontAlgn="base" hangingPunct="0">
              <a:spcBef>
                <a:spcPct val="20000"/>
              </a:spcBef>
              <a:spcAft>
                <a:spcPct val="0"/>
              </a:spcAft>
              <a:buChar char="–"/>
              <a:defRPr sz="2000">
                <a:solidFill>
                  <a:srgbClr val="666699"/>
                </a:solidFill>
                <a:latin typeface="+mn-lt"/>
                <a:ea typeface="+mn-ea"/>
              </a:defRPr>
            </a:lvl4pPr>
            <a:lvl5pPr marL="2057400" indent="-228600" algn="l" rtl="0" eaLnBrk="0" fontAlgn="base" hangingPunct="0">
              <a:spcBef>
                <a:spcPct val="20000"/>
              </a:spcBef>
              <a:spcAft>
                <a:spcPct val="0"/>
              </a:spcAft>
              <a:buChar char="»"/>
              <a:defRPr sz="2000">
                <a:solidFill>
                  <a:srgbClr val="666699"/>
                </a:solidFill>
                <a:latin typeface="+mn-lt"/>
                <a:ea typeface="+mn-ea"/>
              </a:defRPr>
            </a:lvl5pPr>
          </a:lstStyle>
          <a:p>
            <a:pPr marL="0" lvl="0" indent="0" eaLnBrk="1" hangingPunct="1">
              <a:spcBef>
                <a:spcPct val="0"/>
              </a:spcBef>
              <a:buNone/>
            </a:pPr>
            <a:endParaRPr lang="zh-CN" altLang="en-US" sz="1800" dirty="0">
              <a:solidFill>
                <a:schemeClr val="tx1"/>
              </a:solidFill>
              <a:latin typeface="Tahoma" panose="020B0604030504040204" pitchFamily="34" charset="0"/>
            </a:endParaRPr>
          </a:p>
        </p:txBody>
      </p:sp>
      <p:sp>
        <p:nvSpPr>
          <p:cNvPr id="73735" name="Text Box 7"/>
          <p:cNvSpPr txBox="1"/>
          <p:nvPr/>
        </p:nvSpPr>
        <p:spPr>
          <a:xfrm>
            <a:off x="1981200" y="2286000"/>
            <a:ext cx="5410200" cy="895350"/>
          </a:xfrm>
          <a:prstGeom prst="rect">
            <a:avLst/>
          </a:prstGeom>
          <a:noFill/>
          <a:ln w="9525">
            <a:noFill/>
          </a:ln>
        </p:spPr>
        <p:txBody>
          <a:bodyPr>
            <a:spAutoFit/>
          </a:bodyPr>
          <a:lstStyle>
            <a:lvl1pPr marL="342900" indent="-342900" algn="l" rtl="0" eaLnBrk="0" fontAlgn="base" hangingPunct="0">
              <a:spcBef>
                <a:spcPct val="20000"/>
              </a:spcBef>
              <a:spcAft>
                <a:spcPct val="0"/>
              </a:spcAft>
              <a:buChar char="•"/>
              <a:defRPr sz="3200">
                <a:solidFill>
                  <a:srgbClr val="666699"/>
                </a:solidFill>
                <a:latin typeface="+mn-lt"/>
                <a:ea typeface="+mn-ea"/>
                <a:cs typeface="+mn-cs"/>
              </a:defRPr>
            </a:lvl1pPr>
            <a:lvl2pPr marL="742950" indent="-285750" algn="l" rtl="0" eaLnBrk="0" fontAlgn="base" hangingPunct="0">
              <a:spcBef>
                <a:spcPct val="20000"/>
              </a:spcBef>
              <a:spcAft>
                <a:spcPct val="0"/>
              </a:spcAft>
              <a:buChar char="–"/>
              <a:defRPr sz="2800">
                <a:solidFill>
                  <a:srgbClr val="666699"/>
                </a:solidFill>
                <a:latin typeface="+mn-lt"/>
                <a:ea typeface="+mn-ea"/>
              </a:defRPr>
            </a:lvl2pPr>
            <a:lvl3pPr marL="1143000" indent="-228600" algn="l" rtl="0" eaLnBrk="0" fontAlgn="base" hangingPunct="0">
              <a:spcBef>
                <a:spcPct val="20000"/>
              </a:spcBef>
              <a:spcAft>
                <a:spcPct val="0"/>
              </a:spcAft>
              <a:buChar char="•"/>
              <a:defRPr sz="2400">
                <a:solidFill>
                  <a:srgbClr val="666699"/>
                </a:solidFill>
                <a:latin typeface="+mn-lt"/>
                <a:ea typeface="+mn-ea"/>
              </a:defRPr>
            </a:lvl3pPr>
            <a:lvl4pPr marL="1600200" indent="-228600" algn="l" rtl="0" eaLnBrk="0" fontAlgn="base" hangingPunct="0">
              <a:spcBef>
                <a:spcPct val="20000"/>
              </a:spcBef>
              <a:spcAft>
                <a:spcPct val="0"/>
              </a:spcAft>
              <a:buChar char="–"/>
              <a:defRPr sz="2000">
                <a:solidFill>
                  <a:srgbClr val="666699"/>
                </a:solidFill>
                <a:latin typeface="+mn-lt"/>
                <a:ea typeface="+mn-ea"/>
              </a:defRPr>
            </a:lvl4pPr>
            <a:lvl5pPr marL="2057400" indent="-228600" algn="l" rtl="0" eaLnBrk="0" fontAlgn="base" hangingPunct="0">
              <a:spcBef>
                <a:spcPct val="20000"/>
              </a:spcBef>
              <a:spcAft>
                <a:spcPct val="0"/>
              </a:spcAft>
              <a:buChar char="»"/>
              <a:defRPr sz="2000">
                <a:solidFill>
                  <a:srgbClr val="666699"/>
                </a:solidFill>
                <a:latin typeface="+mn-lt"/>
                <a:ea typeface="+mn-ea"/>
              </a:defRPr>
            </a:lvl5pPr>
          </a:lstStyle>
          <a:p>
            <a:pPr marL="0" lvl="0" indent="0" eaLnBrk="1" hangingPunct="1">
              <a:buClr>
                <a:schemeClr val="folHlink"/>
              </a:buClr>
              <a:buSzPct val="60000"/>
              <a:buFont typeface="Wingdings" panose="05000000000000000000" pitchFamily="2" charset="2"/>
              <a:buNone/>
            </a:pPr>
            <a:r>
              <a:rPr lang="zh-CN" altLang="en-US" sz="2400" dirty="0">
                <a:solidFill>
                  <a:schemeClr val="tx1"/>
                </a:solidFill>
                <a:latin typeface="Tahoma" panose="020B0604030504040204" pitchFamily="34" charset="0"/>
              </a:rPr>
              <a:t>G= Y</a:t>
            </a:r>
            <a:r>
              <a:rPr lang="zh-CN" altLang="en-US" sz="2400" baseline="-25000" dirty="0">
                <a:solidFill>
                  <a:schemeClr val="tx1"/>
                </a:solidFill>
                <a:latin typeface="Tahoma" panose="020B0604030504040204" pitchFamily="34" charset="0"/>
              </a:rPr>
              <a:t>3</a:t>
            </a:r>
            <a:r>
              <a:rPr lang="zh-CN" altLang="en-US" sz="2400" dirty="0">
                <a:solidFill>
                  <a:schemeClr val="tx1"/>
                </a:solidFill>
                <a:latin typeface="Tahoma" panose="020B0604030504040204" pitchFamily="34" charset="0"/>
              </a:rPr>
              <a:t>+X</a:t>
            </a:r>
            <a:r>
              <a:rPr lang="zh-CN" altLang="en-US" sz="2400" baseline="-25000" dirty="0">
                <a:solidFill>
                  <a:schemeClr val="tx1"/>
                </a:solidFill>
                <a:latin typeface="Tahoma" panose="020B0604030504040204" pitchFamily="34" charset="0"/>
              </a:rPr>
              <a:t>3 </a:t>
            </a:r>
            <a:r>
              <a:rPr lang="zh-CN" altLang="en-US" sz="2400" dirty="0">
                <a:solidFill>
                  <a:schemeClr val="tx1"/>
                </a:solidFill>
                <a:latin typeface="Tahoma" panose="020B0604030504040204" pitchFamily="34" charset="0"/>
              </a:rPr>
              <a:t>Y</a:t>
            </a:r>
            <a:r>
              <a:rPr lang="zh-CN" altLang="en-US" sz="2400" baseline="-25000" dirty="0">
                <a:solidFill>
                  <a:schemeClr val="tx1"/>
                </a:solidFill>
                <a:latin typeface="Tahoma" panose="020B0604030504040204" pitchFamily="34" charset="0"/>
              </a:rPr>
              <a:t>2 </a:t>
            </a:r>
            <a:r>
              <a:rPr lang="zh-CN" altLang="en-US" sz="2400" dirty="0">
                <a:solidFill>
                  <a:schemeClr val="tx1"/>
                </a:solidFill>
                <a:latin typeface="Tahoma" panose="020B0604030504040204" pitchFamily="34" charset="0"/>
              </a:rPr>
              <a:t>+X</a:t>
            </a:r>
            <a:r>
              <a:rPr lang="zh-CN" altLang="en-US" sz="2400" baseline="-25000" dirty="0">
                <a:solidFill>
                  <a:schemeClr val="tx1"/>
                </a:solidFill>
                <a:latin typeface="Tahoma" panose="020B0604030504040204" pitchFamily="34" charset="0"/>
              </a:rPr>
              <a:t>2 </a:t>
            </a:r>
            <a:r>
              <a:rPr lang="zh-CN" altLang="en-US" sz="2400" dirty="0">
                <a:solidFill>
                  <a:schemeClr val="tx1"/>
                </a:solidFill>
                <a:latin typeface="Tahoma" panose="020B0604030504040204" pitchFamily="34" charset="0"/>
              </a:rPr>
              <a:t>X</a:t>
            </a:r>
            <a:r>
              <a:rPr lang="zh-CN" altLang="en-US" sz="2400" baseline="-25000" dirty="0">
                <a:solidFill>
                  <a:schemeClr val="tx1"/>
                </a:solidFill>
                <a:latin typeface="Tahoma" panose="020B0604030504040204" pitchFamily="34" charset="0"/>
              </a:rPr>
              <a:t>3 </a:t>
            </a:r>
            <a:r>
              <a:rPr lang="zh-CN" altLang="en-US" sz="2400" dirty="0">
                <a:solidFill>
                  <a:schemeClr val="tx1"/>
                </a:solidFill>
                <a:latin typeface="Tahoma" panose="020B0604030504040204" pitchFamily="34" charset="0"/>
              </a:rPr>
              <a:t>Y</a:t>
            </a:r>
            <a:r>
              <a:rPr lang="zh-CN" altLang="en-US" sz="2400" baseline="-25000" dirty="0">
                <a:solidFill>
                  <a:schemeClr val="tx1"/>
                </a:solidFill>
                <a:latin typeface="Tahoma" panose="020B0604030504040204" pitchFamily="34" charset="0"/>
              </a:rPr>
              <a:t>1</a:t>
            </a:r>
            <a:r>
              <a:rPr lang="zh-CN" altLang="en-US" sz="2400" dirty="0">
                <a:solidFill>
                  <a:schemeClr val="tx1"/>
                </a:solidFill>
                <a:latin typeface="Tahoma" panose="020B0604030504040204" pitchFamily="34" charset="0"/>
              </a:rPr>
              <a:t>+ Y</a:t>
            </a:r>
            <a:r>
              <a:rPr lang="zh-CN" altLang="en-US" sz="2400" baseline="-25000" dirty="0">
                <a:solidFill>
                  <a:schemeClr val="tx1"/>
                </a:solidFill>
                <a:latin typeface="Tahoma" panose="020B0604030504040204" pitchFamily="34" charset="0"/>
              </a:rPr>
              <a:t>0</a:t>
            </a:r>
            <a:r>
              <a:rPr lang="zh-CN" altLang="en-US" sz="2400" dirty="0">
                <a:solidFill>
                  <a:schemeClr val="tx1"/>
                </a:solidFill>
                <a:latin typeface="Tahoma" panose="020B0604030504040204" pitchFamily="34" charset="0"/>
              </a:rPr>
              <a:t>X</a:t>
            </a:r>
            <a:r>
              <a:rPr lang="zh-CN" altLang="en-US" sz="2400" baseline="-25000" dirty="0">
                <a:solidFill>
                  <a:schemeClr val="tx1"/>
                </a:solidFill>
                <a:latin typeface="Tahoma" panose="020B0604030504040204" pitchFamily="34" charset="0"/>
              </a:rPr>
              <a:t>1 </a:t>
            </a:r>
            <a:r>
              <a:rPr lang="zh-CN" altLang="en-US" sz="2400" dirty="0">
                <a:solidFill>
                  <a:schemeClr val="tx1"/>
                </a:solidFill>
                <a:latin typeface="Tahoma" panose="020B0604030504040204" pitchFamily="34" charset="0"/>
              </a:rPr>
              <a:t>X</a:t>
            </a:r>
            <a:r>
              <a:rPr lang="zh-CN" altLang="en-US" sz="2400" baseline="-25000" dirty="0">
                <a:solidFill>
                  <a:schemeClr val="tx1"/>
                </a:solidFill>
                <a:latin typeface="Tahoma" panose="020B0604030504040204" pitchFamily="34" charset="0"/>
              </a:rPr>
              <a:t>2 </a:t>
            </a:r>
            <a:r>
              <a:rPr lang="zh-CN" altLang="en-US" sz="2400" dirty="0">
                <a:solidFill>
                  <a:schemeClr val="tx1"/>
                </a:solidFill>
                <a:latin typeface="Tahoma" panose="020B0604030504040204" pitchFamily="34" charset="0"/>
              </a:rPr>
              <a:t>X</a:t>
            </a:r>
            <a:r>
              <a:rPr lang="zh-CN" altLang="en-US" sz="2400" baseline="-25000" dirty="0">
                <a:solidFill>
                  <a:schemeClr val="tx1"/>
                </a:solidFill>
                <a:latin typeface="Tahoma" panose="020B0604030504040204" pitchFamily="34" charset="0"/>
              </a:rPr>
              <a:t>3 </a:t>
            </a:r>
            <a:endParaRPr lang="zh-CN" altLang="en-US" sz="2400" baseline="-25000" dirty="0">
              <a:solidFill>
                <a:schemeClr val="tx1"/>
              </a:solidFill>
              <a:latin typeface="Tahoma" panose="020B0604030504040204" pitchFamily="34" charset="0"/>
            </a:endParaRPr>
          </a:p>
          <a:p>
            <a:pPr marL="0" lvl="0" indent="0" eaLnBrk="1" hangingPunct="1">
              <a:buClr>
                <a:schemeClr val="folHlink"/>
              </a:buClr>
              <a:buSzPct val="60000"/>
              <a:buFont typeface="Wingdings" panose="05000000000000000000" pitchFamily="2" charset="2"/>
              <a:buNone/>
            </a:pPr>
            <a:r>
              <a:rPr lang="zh-CN" altLang="en-US" sz="2400" dirty="0">
                <a:solidFill>
                  <a:schemeClr val="tx1"/>
                </a:solidFill>
                <a:latin typeface="Tahoma" panose="020B0604030504040204" pitchFamily="34" charset="0"/>
              </a:rPr>
              <a:t>P= X</a:t>
            </a:r>
            <a:r>
              <a:rPr lang="zh-CN" altLang="en-US" sz="2400" baseline="-25000" dirty="0">
                <a:solidFill>
                  <a:schemeClr val="tx1"/>
                </a:solidFill>
                <a:latin typeface="Tahoma" panose="020B0604030504040204" pitchFamily="34" charset="0"/>
              </a:rPr>
              <a:t>0</a:t>
            </a:r>
            <a:r>
              <a:rPr lang="zh-CN" altLang="en-US" sz="2400" dirty="0">
                <a:solidFill>
                  <a:schemeClr val="tx1"/>
                </a:solidFill>
                <a:latin typeface="Tahoma" panose="020B0604030504040204" pitchFamily="34" charset="0"/>
              </a:rPr>
              <a:t>X</a:t>
            </a:r>
            <a:r>
              <a:rPr lang="zh-CN" altLang="en-US" sz="2400" baseline="-25000" dirty="0">
                <a:solidFill>
                  <a:schemeClr val="tx1"/>
                </a:solidFill>
                <a:latin typeface="Tahoma" panose="020B0604030504040204" pitchFamily="34" charset="0"/>
              </a:rPr>
              <a:t>1 </a:t>
            </a:r>
            <a:r>
              <a:rPr lang="zh-CN" altLang="en-US" sz="2400" dirty="0">
                <a:solidFill>
                  <a:schemeClr val="tx1"/>
                </a:solidFill>
                <a:latin typeface="Tahoma" panose="020B0604030504040204" pitchFamily="34" charset="0"/>
              </a:rPr>
              <a:t>X</a:t>
            </a:r>
            <a:r>
              <a:rPr lang="zh-CN" altLang="en-US" sz="2400" baseline="-25000" dirty="0">
                <a:solidFill>
                  <a:schemeClr val="tx1"/>
                </a:solidFill>
                <a:latin typeface="Tahoma" panose="020B0604030504040204" pitchFamily="34" charset="0"/>
              </a:rPr>
              <a:t>2 </a:t>
            </a:r>
            <a:r>
              <a:rPr lang="zh-CN" altLang="en-US" sz="2400" dirty="0">
                <a:solidFill>
                  <a:schemeClr val="tx1"/>
                </a:solidFill>
                <a:latin typeface="Tahoma" panose="020B0604030504040204" pitchFamily="34" charset="0"/>
              </a:rPr>
              <a:t>X</a:t>
            </a:r>
            <a:r>
              <a:rPr lang="zh-CN" altLang="en-US" sz="2400" baseline="-25000" dirty="0">
                <a:solidFill>
                  <a:schemeClr val="tx1"/>
                </a:solidFill>
                <a:latin typeface="Tahoma" panose="020B0604030504040204" pitchFamily="34" charset="0"/>
              </a:rPr>
              <a:t>3</a:t>
            </a:r>
            <a:endParaRPr lang="zh-CN" altLang="en-US" sz="2400" baseline="-25000" dirty="0">
              <a:solidFill>
                <a:schemeClr val="tx1"/>
              </a:solidFill>
              <a:latin typeface="Tahoma" panose="020B0604030504040204" pitchFamily="34" charset="0"/>
            </a:endParaRPr>
          </a:p>
        </p:txBody>
      </p:sp>
      <p:sp>
        <p:nvSpPr>
          <p:cNvPr id="73736" name="Text Box 8"/>
          <p:cNvSpPr txBox="1"/>
          <p:nvPr/>
        </p:nvSpPr>
        <p:spPr>
          <a:xfrm>
            <a:off x="1371600" y="3124200"/>
            <a:ext cx="4114800" cy="895350"/>
          </a:xfrm>
          <a:prstGeom prst="rect">
            <a:avLst/>
          </a:prstGeom>
          <a:noFill/>
          <a:ln w="9525">
            <a:noFill/>
          </a:ln>
        </p:spPr>
        <p:txBody>
          <a:bodyPr>
            <a:spAutoFit/>
          </a:bodyPr>
          <a:lstStyle>
            <a:lvl1pPr marL="342900" indent="-342900" algn="l" rtl="0" eaLnBrk="0" fontAlgn="base" hangingPunct="0">
              <a:spcBef>
                <a:spcPct val="20000"/>
              </a:spcBef>
              <a:spcAft>
                <a:spcPct val="0"/>
              </a:spcAft>
              <a:buChar char="•"/>
              <a:defRPr sz="3200">
                <a:solidFill>
                  <a:srgbClr val="666699"/>
                </a:solidFill>
                <a:latin typeface="+mn-lt"/>
                <a:ea typeface="+mn-ea"/>
                <a:cs typeface="+mn-cs"/>
              </a:defRPr>
            </a:lvl1pPr>
            <a:lvl2pPr marL="742950" indent="-285750" algn="l" rtl="0" eaLnBrk="0" fontAlgn="base" hangingPunct="0">
              <a:spcBef>
                <a:spcPct val="20000"/>
              </a:spcBef>
              <a:spcAft>
                <a:spcPct val="0"/>
              </a:spcAft>
              <a:buChar char="–"/>
              <a:defRPr sz="2800">
                <a:solidFill>
                  <a:srgbClr val="666699"/>
                </a:solidFill>
                <a:latin typeface="+mn-lt"/>
                <a:ea typeface="+mn-ea"/>
              </a:defRPr>
            </a:lvl2pPr>
            <a:lvl3pPr marL="1143000" indent="-228600" algn="l" rtl="0" eaLnBrk="0" fontAlgn="base" hangingPunct="0">
              <a:spcBef>
                <a:spcPct val="20000"/>
              </a:spcBef>
              <a:spcAft>
                <a:spcPct val="0"/>
              </a:spcAft>
              <a:buChar char="•"/>
              <a:defRPr sz="2400">
                <a:solidFill>
                  <a:srgbClr val="666699"/>
                </a:solidFill>
                <a:latin typeface="+mn-lt"/>
                <a:ea typeface="+mn-ea"/>
              </a:defRPr>
            </a:lvl3pPr>
            <a:lvl4pPr marL="1600200" indent="-228600" algn="l" rtl="0" eaLnBrk="0" fontAlgn="base" hangingPunct="0">
              <a:spcBef>
                <a:spcPct val="20000"/>
              </a:spcBef>
              <a:spcAft>
                <a:spcPct val="0"/>
              </a:spcAft>
              <a:buChar char="–"/>
              <a:defRPr sz="2000">
                <a:solidFill>
                  <a:srgbClr val="666699"/>
                </a:solidFill>
                <a:latin typeface="+mn-lt"/>
                <a:ea typeface="+mn-ea"/>
              </a:defRPr>
            </a:lvl4pPr>
            <a:lvl5pPr marL="2057400" indent="-228600" algn="l" rtl="0" eaLnBrk="0" fontAlgn="base" hangingPunct="0">
              <a:spcBef>
                <a:spcPct val="20000"/>
              </a:spcBef>
              <a:spcAft>
                <a:spcPct val="0"/>
              </a:spcAft>
              <a:buChar char="»"/>
              <a:defRPr sz="2000">
                <a:solidFill>
                  <a:srgbClr val="666699"/>
                </a:solidFill>
                <a:latin typeface="+mn-lt"/>
                <a:ea typeface="+mn-ea"/>
              </a:defRPr>
            </a:lvl5pPr>
          </a:lstStyle>
          <a:p>
            <a:pPr marL="0" lvl="0" indent="0" eaLnBrk="1" hangingPunct="1">
              <a:buClr>
                <a:schemeClr val="folHlink"/>
              </a:buClr>
              <a:buSzPct val="60000"/>
              <a:buFont typeface="Wingdings" panose="05000000000000000000" pitchFamily="2" charset="2"/>
              <a:buNone/>
            </a:pPr>
            <a:r>
              <a:rPr lang="zh-CN" altLang="en-US" sz="2400" dirty="0">
                <a:solidFill>
                  <a:schemeClr val="tx1"/>
                </a:solidFill>
                <a:latin typeface="Tahoma" panose="020B0604030504040204" pitchFamily="34" charset="0"/>
              </a:rPr>
              <a:t>则：</a:t>
            </a:r>
            <a:endParaRPr lang="zh-CN" altLang="en-US" sz="2400" dirty="0">
              <a:solidFill>
                <a:schemeClr val="tx1"/>
              </a:solidFill>
              <a:latin typeface="Tahoma" panose="020B0604030504040204" pitchFamily="34" charset="0"/>
            </a:endParaRPr>
          </a:p>
          <a:p>
            <a:pPr marL="0" lvl="0" indent="0" eaLnBrk="1" hangingPunct="1">
              <a:buClr>
                <a:schemeClr val="folHlink"/>
              </a:buClr>
              <a:buSzPct val="60000"/>
              <a:buFont typeface="Wingdings" panose="05000000000000000000" pitchFamily="2" charset="2"/>
              <a:buNone/>
            </a:pPr>
            <a:r>
              <a:rPr lang="zh-CN" altLang="en-US" sz="2400" dirty="0">
                <a:solidFill>
                  <a:schemeClr val="tx1"/>
                </a:solidFill>
                <a:latin typeface="Tahoma" panose="020B0604030504040204" pitchFamily="34" charset="0"/>
              </a:rPr>
              <a:t>         C </a:t>
            </a:r>
            <a:r>
              <a:rPr lang="zh-CN" altLang="en-US" sz="2400" baseline="-25000" dirty="0">
                <a:solidFill>
                  <a:schemeClr val="tx1"/>
                </a:solidFill>
                <a:latin typeface="Tahoma" panose="020B0604030504040204" pitchFamily="34" charset="0"/>
              </a:rPr>
              <a:t>n+4</a:t>
            </a:r>
            <a:r>
              <a:rPr lang="zh-CN" altLang="en-US" sz="2400" dirty="0">
                <a:solidFill>
                  <a:schemeClr val="tx1"/>
                </a:solidFill>
                <a:latin typeface="Tahoma" panose="020B0604030504040204" pitchFamily="34" charset="0"/>
              </a:rPr>
              <a:t>=G+PC</a:t>
            </a:r>
            <a:r>
              <a:rPr lang="zh-CN" altLang="en-US" sz="2400" baseline="-25000" dirty="0">
                <a:solidFill>
                  <a:schemeClr val="tx1"/>
                </a:solidFill>
                <a:latin typeface="Tahoma" panose="020B0604030504040204" pitchFamily="34" charset="0"/>
              </a:rPr>
              <a:t>n</a:t>
            </a:r>
            <a:endParaRPr lang="zh-CN" altLang="en-US" sz="1800" dirty="0">
              <a:solidFill>
                <a:schemeClr val="tx1"/>
              </a:solidFill>
              <a:latin typeface="Tahoma" panose="020B0604030504040204" pitchFamily="34" charset="0"/>
            </a:endParaRPr>
          </a:p>
        </p:txBody>
      </p:sp>
      <p:sp>
        <p:nvSpPr>
          <p:cNvPr id="73737" name="Text Box 9"/>
          <p:cNvSpPr txBox="1"/>
          <p:nvPr/>
        </p:nvSpPr>
        <p:spPr>
          <a:xfrm>
            <a:off x="1295400" y="4038600"/>
            <a:ext cx="5486400" cy="895350"/>
          </a:xfrm>
          <a:prstGeom prst="rect">
            <a:avLst/>
          </a:prstGeom>
          <a:noFill/>
          <a:ln w="9525">
            <a:noFill/>
          </a:ln>
        </p:spPr>
        <p:txBody>
          <a:bodyPr>
            <a:spAutoFit/>
          </a:bodyPr>
          <a:lstStyle>
            <a:lvl1pPr marL="342900" indent="-342900" algn="l" rtl="0" eaLnBrk="0" fontAlgn="base" hangingPunct="0">
              <a:spcBef>
                <a:spcPct val="20000"/>
              </a:spcBef>
              <a:spcAft>
                <a:spcPct val="0"/>
              </a:spcAft>
              <a:buChar char="•"/>
              <a:defRPr sz="3200">
                <a:solidFill>
                  <a:srgbClr val="666699"/>
                </a:solidFill>
                <a:latin typeface="+mn-lt"/>
                <a:ea typeface="+mn-ea"/>
                <a:cs typeface="+mn-cs"/>
              </a:defRPr>
            </a:lvl1pPr>
            <a:lvl2pPr marL="742950" indent="-285750" algn="l" rtl="0" eaLnBrk="0" fontAlgn="base" hangingPunct="0">
              <a:spcBef>
                <a:spcPct val="20000"/>
              </a:spcBef>
              <a:spcAft>
                <a:spcPct val="0"/>
              </a:spcAft>
              <a:buChar char="–"/>
              <a:defRPr sz="2800">
                <a:solidFill>
                  <a:srgbClr val="666699"/>
                </a:solidFill>
                <a:latin typeface="+mn-lt"/>
                <a:ea typeface="+mn-ea"/>
              </a:defRPr>
            </a:lvl2pPr>
            <a:lvl3pPr marL="1143000" indent="-228600" algn="l" rtl="0" eaLnBrk="0" fontAlgn="base" hangingPunct="0">
              <a:spcBef>
                <a:spcPct val="20000"/>
              </a:spcBef>
              <a:spcAft>
                <a:spcPct val="0"/>
              </a:spcAft>
              <a:buChar char="•"/>
              <a:defRPr sz="2400">
                <a:solidFill>
                  <a:srgbClr val="666699"/>
                </a:solidFill>
                <a:latin typeface="+mn-lt"/>
                <a:ea typeface="+mn-ea"/>
              </a:defRPr>
            </a:lvl3pPr>
            <a:lvl4pPr marL="1600200" indent="-228600" algn="l" rtl="0" eaLnBrk="0" fontAlgn="base" hangingPunct="0">
              <a:spcBef>
                <a:spcPct val="20000"/>
              </a:spcBef>
              <a:spcAft>
                <a:spcPct val="0"/>
              </a:spcAft>
              <a:buChar char="–"/>
              <a:defRPr sz="2000">
                <a:solidFill>
                  <a:srgbClr val="666699"/>
                </a:solidFill>
                <a:latin typeface="+mn-lt"/>
                <a:ea typeface="+mn-ea"/>
              </a:defRPr>
            </a:lvl4pPr>
            <a:lvl5pPr marL="2057400" indent="-228600" algn="l" rtl="0" eaLnBrk="0" fontAlgn="base" hangingPunct="0">
              <a:spcBef>
                <a:spcPct val="20000"/>
              </a:spcBef>
              <a:spcAft>
                <a:spcPct val="0"/>
              </a:spcAft>
              <a:buChar char="»"/>
              <a:defRPr sz="2000">
                <a:solidFill>
                  <a:srgbClr val="666699"/>
                </a:solidFill>
                <a:latin typeface="+mn-lt"/>
                <a:ea typeface="+mn-ea"/>
              </a:defRPr>
            </a:lvl5pPr>
          </a:lstStyle>
          <a:p>
            <a:pPr marL="0" lvl="0" indent="0" eaLnBrk="1" hangingPunct="1">
              <a:buClr>
                <a:schemeClr val="folHlink"/>
              </a:buClr>
              <a:buSzPct val="60000"/>
              <a:buFont typeface="Wingdings" panose="05000000000000000000" pitchFamily="2" charset="2"/>
              <a:buNone/>
            </a:pPr>
            <a:r>
              <a:rPr lang="zh-CN" altLang="en-US" sz="2400" dirty="0">
                <a:solidFill>
                  <a:schemeClr val="tx1"/>
                </a:solidFill>
                <a:latin typeface="Tahoma" panose="020B0604030504040204" pitchFamily="34" charset="0"/>
              </a:rPr>
              <a:t>其中：G称为进位发生输出</a:t>
            </a:r>
            <a:endParaRPr lang="zh-CN" altLang="en-US" sz="2400" dirty="0">
              <a:solidFill>
                <a:schemeClr val="tx1"/>
              </a:solidFill>
              <a:latin typeface="Tahoma" panose="020B0604030504040204" pitchFamily="34" charset="0"/>
            </a:endParaRPr>
          </a:p>
          <a:p>
            <a:pPr marL="0" lvl="0" indent="0" eaLnBrk="1" hangingPunct="1">
              <a:buClr>
                <a:schemeClr val="folHlink"/>
              </a:buClr>
              <a:buSzPct val="60000"/>
              <a:buFont typeface="Wingdings" panose="05000000000000000000" pitchFamily="2" charset="2"/>
              <a:buNone/>
            </a:pPr>
            <a:r>
              <a:rPr lang="zh-CN" altLang="en-US" sz="2400" dirty="0">
                <a:solidFill>
                  <a:schemeClr val="tx1"/>
                </a:solidFill>
                <a:latin typeface="Tahoma" panose="020B0604030504040204" pitchFamily="34" charset="0"/>
              </a:rPr>
              <a:t>          P称为进位传送输出</a:t>
            </a:r>
            <a:endParaRPr lang="zh-CN" altLang="en-US" sz="1800" dirty="0">
              <a:solidFill>
                <a:schemeClr val="tx1"/>
              </a:solidFill>
              <a:latin typeface="Tahoma" panose="020B0604030504040204" pitchFamily="34"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73732">
                                            <p:txEl>
                                              <p:charRg st="0" end="3"/>
                                            </p:txEl>
                                          </p:spTgt>
                                        </p:tgtEl>
                                        <p:attrNameLst>
                                          <p:attrName>style.visibility</p:attrName>
                                        </p:attrNameLst>
                                      </p:cBhvr>
                                      <p:to>
                                        <p:strVal val="visible"/>
                                      </p:to>
                                    </p:set>
                                    <p:animEffect transition="in" filter="dissolve">
                                      <p:cBhvr>
                                        <p:cTn id="7" dur="500"/>
                                        <p:tgtEl>
                                          <p:spTgt spid="73732">
                                            <p:txEl>
                                              <p:charRg st="0" end="3"/>
                                            </p:txEl>
                                          </p:spTgt>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nodeType="clickEffect">
                                  <p:stCondLst>
                                    <p:cond delay="0"/>
                                  </p:stCondLst>
                                  <p:childTnLst>
                                    <p:set>
                                      <p:cBhvr>
                                        <p:cTn id="11" dur="1" fill="hold">
                                          <p:stCondLst>
                                            <p:cond delay="0"/>
                                          </p:stCondLst>
                                        </p:cTn>
                                        <p:tgtEl>
                                          <p:spTgt spid="73735"/>
                                        </p:tgtEl>
                                        <p:attrNameLst>
                                          <p:attrName>style.visibility</p:attrName>
                                        </p:attrNameLst>
                                      </p:cBhvr>
                                      <p:to>
                                        <p:strVal val="visible"/>
                                      </p:to>
                                    </p:set>
                                    <p:animEffect transition="in" filter="dissolve">
                                      <p:cBhvr>
                                        <p:cTn id="12" dur="500"/>
                                        <p:tgtEl>
                                          <p:spTgt spid="73735"/>
                                        </p:tgtEl>
                                      </p:cBhvr>
                                    </p:animEffect>
                                  </p:childTnLst>
                                </p:cTn>
                              </p:par>
                            </p:childTnLst>
                          </p:cTn>
                        </p:par>
                      </p:childTnLst>
                    </p:cTn>
                  </p:par>
                  <p:par>
                    <p:cTn id="13" fill="hold">
                      <p:stCondLst>
                        <p:cond delay="indefinite"/>
                      </p:stCondLst>
                      <p:childTnLst>
                        <p:par>
                          <p:cTn id="14" fill="hold">
                            <p:stCondLst>
                              <p:cond delay="0"/>
                            </p:stCondLst>
                            <p:childTnLst>
                              <p:par>
                                <p:cTn id="15" presetID="9" presetClass="entr" presetSubtype="0" fill="hold" nodeType="clickEffect">
                                  <p:stCondLst>
                                    <p:cond delay="0"/>
                                  </p:stCondLst>
                                  <p:childTnLst>
                                    <p:set>
                                      <p:cBhvr>
                                        <p:cTn id="16" dur="1" fill="hold">
                                          <p:stCondLst>
                                            <p:cond delay="0"/>
                                          </p:stCondLst>
                                        </p:cTn>
                                        <p:tgtEl>
                                          <p:spTgt spid="73736"/>
                                        </p:tgtEl>
                                        <p:attrNameLst>
                                          <p:attrName>style.visibility</p:attrName>
                                        </p:attrNameLst>
                                      </p:cBhvr>
                                      <p:to>
                                        <p:strVal val="visible"/>
                                      </p:to>
                                    </p:set>
                                    <p:animEffect transition="in" filter="dissolve">
                                      <p:cBhvr>
                                        <p:cTn id="17" dur="500"/>
                                        <p:tgtEl>
                                          <p:spTgt spid="73736"/>
                                        </p:tgtEl>
                                      </p:cBhvr>
                                    </p:animEffect>
                                  </p:childTnLst>
                                </p:cTn>
                              </p:par>
                            </p:childTnLst>
                          </p:cTn>
                        </p:par>
                      </p:childTnLst>
                    </p:cTn>
                  </p:par>
                  <p:par>
                    <p:cTn id="18" fill="hold">
                      <p:stCondLst>
                        <p:cond delay="indefinite"/>
                      </p:stCondLst>
                      <p:childTnLst>
                        <p:par>
                          <p:cTn id="19" fill="hold">
                            <p:stCondLst>
                              <p:cond delay="0"/>
                            </p:stCondLst>
                            <p:childTnLst>
                              <p:par>
                                <p:cTn id="20" presetID="9" presetClass="entr" presetSubtype="0" fill="hold" nodeType="clickEffect">
                                  <p:stCondLst>
                                    <p:cond delay="0"/>
                                  </p:stCondLst>
                                  <p:childTnLst>
                                    <p:set>
                                      <p:cBhvr>
                                        <p:cTn id="21" dur="1" fill="hold">
                                          <p:stCondLst>
                                            <p:cond delay="0"/>
                                          </p:stCondLst>
                                        </p:cTn>
                                        <p:tgtEl>
                                          <p:spTgt spid="73737"/>
                                        </p:tgtEl>
                                        <p:attrNameLst>
                                          <p:attrName>style.visibility</p:attrName>
                                        </p:attrNameLst>
                                      </p:cBhvr>
                                      <p:to>
                                        <p:strVal val="visible"/>
                                      </p:to>
                                    </p:set>
                                    <p:animEffect transition="in" filter="dissolve">
                                      <p:cBhvr>
                                        <p:cTn id="22" dur="500"/>
                                        <p:tgtEl>
                                          <p:spTgt spid="73737"/>
                                        </p:tgtEl>
                                      </p:cBhvr>
                                    </p:animEffect>
                                  </p:childTnLst>
                                </p:cTn>
                              </p:par>
                            </p:childTnLst>
                          </p:cTn>
                        </p:par>
                      </p:childTnLst>
                    </p:cTn>
                  </p:par>
                  <p:par>
                    <p:cTn id="23" fill="hold">
                      <p:stCondLst>
                        <p:cond delay="indefinite"/>
                      </p:stCondLst>
                      <p:childTnLst>
                        <p:par>
                          <p:cTn id="24" fill="hold">
                            <p:stCondLst>
                              <p:cond delay="0"/>
                            </p:stCondLst>
                            <p:childTnLst>
                              <p:par>
                                <p:cTn id="25" presetID="16" presetClass="entr" presetSubtype="21" fill="hold" nodeType="clickEffect">
                                  <p:stCondLst>
                                    <p:cond delay="0"/>
                                  </p:stCondLst>
                                  <p:childTnLst>
                                    <p:set>
                                      <p:cBhvr>
                                        <p:cTn id="26" dur="1" fill="hold">
                                          <p:stCondLst>
                                            <p:cond delay="0"/>
                                          </p:stCondLst>
                                        </p:cTn>
                                        <p:tgtEl>
                                          <p:spTgt spid="73730"/>
                                        </p:tgtEl>
                                        <p:attrNameLst>
                                          <p:attrName>style.visibility</p:attrName>
                                        </p:attrNameLst>
                                      </p:cBhvr>
                                      <p:to>
                                        <p:strVal val="visible"/>
                                      </p:to>
                                    </p:set>
                                    <p:animEffect transition="in" filter="barn(inVertical)">
                                      <p:cBhvr>
                                        <p:cTn id="27" dur="500"/>
                                        <p:tgtEl>
                                          <p:spTgt spid="73730"/>
                                        </p:tgtEl>
                                      </p:cBhvr>
                                    </p:animEffect>
                                  </p:childTnLst>
                                </p:cTn>
                              </p:par>
                            </p:childTnLst>
                          </p:cTn>
                        </p:par>
                      </p:childTnLst>
                    </p:cTn>
                  </p:par>
                  <p:par>
                    <p:cTn id="28" fill="hold">
                      <p:stCondLst>
                        <p:cond delay="indefinite"/>
                      </p:stCondLst>
                      <p:childTnLst>
                        <p:par>
                          <p:cTn id="29" fill="hold">
                            <p:stCondLst>
                              <p:cond delay="0"/>
                            </p:stCondLst>
                            <p:childTnLst>
                              <p:par>
                                <p:cTn id="30" presetID="9" presetClass="entr" presetSubtype="0" fill="hold" nodeType="clickEffect">
                                  <p:stCondLst>
                                    <p:cond delay="0"/>
                                  </p:stCondLst>
                                  <p:childTnLst>
                                    <p:set>
                                      <p:cBhvr>
                                        <p:cTn id="31" dur="1" fill="hold">
                                          <p:stCondLst>
                                            <p:cond delay="0"/>
                                          </p:stCondLst>
                                        </p:cTn>
                                        <p:tgtEl>
                                          <p:spTgt spid="73733"/>
                                        </p:tgtEl>
                                        <p:attrNameLst>
                                          <p:attrName>style.visibility</p:attrName>
                                        </p:attrNameLst>
                                      </p:cBhvr>
                                      <p:to>
                                        <p:strVal val="visible"/>
                                      </p:to>
                                    </p:set>
                                    <p:animEffect transition="in" filter="dissolve">
                                      <p:cBhvr>
                                        <p:cTn id="32" dur="500"/>
                                        <p:tgtEl>
                                          <p:spTgt spid="7373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3730" grpId="0" animBg="1"/>
      <p:bldP spid="73732" grpId="0" build="p"/>
      <p:bldP spid="73733" grpId="0"/>
      <p:bldP spid="73735" grpId="0"/>
      <p:bldP spid="73736" grpId="0"/>
      <p:bldP spid="73737" grpId="0"/>
    </p:bld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4754" name="Rectangle 2"/>
          <p:cNvSpPr>
            <a:spLocks noGrp="1"/>
          </p:cNvSpPr>
          <p:nvPr>
            <p:ph type="title"/>
          </p:nvPr>
        </p:nvSpPr>
        <p:spPr>
          <a:ln/>
        </p:spPr>
        <p:txBody>
          <a:bodyPr vert="horz" wrap="square" lIns="91440" tIns="45720" rIns="91440" bIns="45720" anchor="ctr" anchorCtr="0"/>
          <a:p>
            <a:endParaRPr lang="zh-CN" altLang="zh-CN" dirty="0"/>
          </a:p>
        </p:txBody>
      </p:sp>
      <p:sp>
        <p:nvSpPr>
          <p:cNvPr id="74755" name="Rectangle 3"/>
          <p:cNvSpPr>
            <a:spLocks noGrp="1"/>
          </p:cNvSpPr>
          <p:nvPr>
            <p:ph idx="1"/>
          </p:nvPr>
        </p:nvSpPr>
        <p:spPr>
          <a:xfrm>
            <a:off x="323850" y="1838325"/>
            <a:ext cx="8134350" cy="4114800"/>
          </a:xfrm>
          <a:ln/>
        </p:spPr>
        <p:txBody>
          <a:bodyPr vert="horz" wrap="square" lIns="91440" tIns="45720" rIns="91440" bIns="45720" anchor="t" anchorCtr="0"/>
          <a:p>
            <a:r>
              <a:rPr lang="zh-CN" altLang="en-US" b="1" dirty="0">
                <a:solidFill>
                  <a:srgbClr val="0000FF"/>
                </a:solidFill>
              </a:rPr>
              <a:t>虽然操作数的各位是同时提供的，但低位运算所产生的进位会影响到高位的运算结果，所以并行加法器的最长运算时间主要是由进位信号的传递时间决定的，而每个全加器本身的求和延迟只是次要因素。</a:t>
            </a:r>
            <a:endParaRPr lang="zh-CN" altLang="en-US" b="1" dirty="0">
              <a:solidFill>
                <a:srgbClr val="0000FF"/>
              </a:solidFill>
            </a:endParaRPr>
          </a:p>
          <a:p>
            <a:r>
              <a:rPr lang="zh-CN" altLang="en-US" b="1" dirty="0">
                <a:solidFill>
                  <a:srgbClr val="0000FF"/>
                </a:solidFill>
              </a:rPr>
              <a:t>很明显，提高并行加法器素的关键是尽量加快进位产生和传递的速度。</a:t>
            </a:r>
            <a:endParaRPr lang="zh-CN" altLang="en-US" b="1" dirty="0">
              <a:solidFill>
                <a:srgbClr val="0000FF"/>
              </a:solidFill>
            </a:endParaRPr>
          </a:p>
        </p:txBody>
      </p: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5778" name="Rectangle 2"/>
          <p:cNvSpPr>
            <a:spLocks noGrp="1"/>
          </p:cNvSpPr>
          <p:nvPr>
            <p:ph type="title"/>
          </p:nvPr>
        </p:nvSpPr>
        <p:spPr>
          <a:xfrm>
            <a:off x="685800" y="779463"/>
            <a:ext cx="7620000" cy="685800"/>
          </a:xfrm>
          <a:ln/>
        </p:spPr>
        <p:txBody>
          <a:bodyPr vert="horz" wrap="square" lIns="91440" tIns="45720" rIns="91440" bIns="45720" anchor="ctr" anchorCtr="0"/>
          <a:p>
            <a:pPr eaLnBrk="1" hangingPunct="1"/>
            <a:r>
              <a:rPr lang="zh-CN" altLang="en-US" dirty="0"/>
              <a:t>多位加法器进位方式</a:t>
            </a:r>
            <a:endParaRPr lang="zh-CN" altLang="en-US" dirty="0"/>
          </a:p>
        </p:txBody>
      </p:sp>
      <p:sp>
        <p:nvSpPr>
          <p:cNvPr id="75779" name="Rectangle 3"/>
          <p:cNvSpPr>
            <a:spLocks noGrp="1"/>
          </p:cNvSpPr>
          <p:nvPr>
            <p:ph type="body"/>
          </p:nvPr>
        </p:nvSpPr>
        <p:spPr>
          <a:xfrm>
            <a:off x="180975" y="1695450"/>
            <a:ext cx="8569325" cy="4616450"/>
          </a:xfrm>
          <a:ln/>
        </p:spPr>
        <p:txBody>
          <a:bodyPr vert="horz" wrap="square" lIns="91440" tIns="45720" rIns="91440" bIns="45720" anchor="t" anchorCtr="0"/>
          <a:p>
            <a:pPr marL="514350" indent="-514350" eaLnBrk="1" hangingPunct="1">
              <a:buFontTx/>
              <a:buAutoNum type="arabicPeriod"/>
            </a:pPr>
            <a:r>
              <a:rPr lang="zh-CN" altLang="en-US" b="1" dirty="0">
                <a:solidFill>
                  <a:srgbClr val="0000FF"/>
                </a:solidFill>
              </a:rPr>
              <a:t>行波进位</a:t>
            </a:r>
            <a:r>
              <a:rPr lang="zh-CN" altLang="en-US" b="1" dirty="0"/>
              <a:t>加法器（</a:t>
            </a:r>
            <a:r>
              <a:rPr lang="zh-CN" altLang="en-US" b="1" dirty="0">
                <a:solidFill>
                  <a:srgbClr val="0000FF"/>
                </a:solidFill>
              </a:rPr>
              <a:t>串行进位</a:t>
            </a:r>
            <a:r>
              <a:rPr lang="zh-CN" altLang="en-US" b="1" dirty="0"/>
              <a:t>）：把各个位的进位信号串联起来，低位产生的进位输出作为高一位加法电路的进位输入，将最低位的进位输入端置0。</a:t>
            </a:r>
            <a:endParaRPr lang="zh-CN" altLang="en-US" b="1" dirty="0"/>
          </a:p>
          <a:p>
            <a:pPr marL="514350" indent="-514350" eaLnBrk="1" hangingPunct="1">
              <a:buFontTx/>
              <a:buAutoNum type="arabicPeriod"/>
            </a:pPr>
            <a:r>
              <a:rPr lang="zh-CN" altLang="en-US" b="1" dirty="0">
                <a:solidFill>
                  <a:srgbClr val="0000FF"/>
                </a:solidFill>
              </a:rPr>
              <a:t>快速进位</a:t>
            </a:r>
            <a:r>
              <a:rPr lang="zh-CN" altLang="en-US" b="1" dirty="0"/>
              <a:t>加法器（</a:t>
            </a:r>
            <a:r>
              <a:rPr lang="zh-CN" altLang="en-US" b="1" dirty="0">
                <a:solidFill>
                  <a:srgbClr val="0000FF"/>
                </a:solidFill>
              </a:rPr>
              <a:t>先行进位/并行进位</a:t>
            </a:r>
            <a:r>
              <a:rPr lang="zh-CN" altLang="en-US" b="1" dirty="0"/>
              <a:t>）：分段进行快速进位。以74181为例，它是4位为一组进行快速进位，组内根据输入数据直接产生每一位的进位，组间根据每一组的进位信号以同样的逻辑产生跨组的进位信号。</a:t>
            </a:r>
            <a:endParaRPr lang="zh-CN" altLang="en-US" b="1" dirty="0"/>
          </a:p>
          <a:p>
            <a:pPr marL="514350" indent="-514350" eaLnBrk="1" hangingPunct="1">
              <a:buAutoNum type="arabicPeriod"/>
            </a:pPr>
            <a:endParaRPr lang="zh-CN" altLang="en-US" dirty="0"/>
          </a:p>
        </p:txBody>
      </p:sp>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6802" name="Rectangle 2"/>
          <p:cNvSpPr>
            <a:spLocks noGrp="1"/>
          </p:cNvSpPr>
          <p:nvPr>
            <p:ph type="title"/>
          </p:nvPr>
        </p:nvSpPr>
        <p:spPr>
          <a:xfrm>
            <a:off x="685800" y="636588"/>
            <a:ext cx="7620000" cy="685800"/>
          </a:xfrm>
          <a:ln/>
        </p:spPr>
        <p:txBody>
          <a:bodyPr vert="horz" wrap="square" lIns="91440" tIns="45720" rIns="91440" bIns="45720" anchor="ctr" anchorCtr="0"/>
          <a:p>
            <a:r>
              <a:rPr lang="zh-CN" altLang="en-US" dirty="0"/>
              <a:t>比较串行进位与并行进位</a:t>
            </a:r>
            <a:endParaRPr lang="zh-CN" altLang="en-US" dirty="0"/>
          </a:p>
        </p:txBody>
      </p:sp>
      <p:sp>
        <p:nvSpPr>
          <p:cNvPr id="76803" name="Rectangle 3"/>
          <p:cNvSpPr>
            <a:spLocks noGrp="1"/>
          </p:cNvSpPr>
          <p:nvPr>
            <p:ph idx="1"/>
          </p:nvPr>
        </p:nvSpPr>
        <p:spPr>
          <a:xfrm>
            <a:off x="180975" y="1701800"/>
            <a:ext cx="8785225" cy="4679950"/>
          </a:xfrm>
          <a:ln/>
        </p:spPr>
        <p:txBody>
          <a:bodyPr vert="horz" wrap="square" lIns="91440" tIns="45720" rIns="91440" bIns="45720" anchor="t" anchorCtr="0"/>
          <a:p>
            <a:pPr>
              <a:lnSpc>
                <a:spcPct val="90000"/>
              </a:lnSpc>
            </a:pPr>
            <a:r>
              <a:rPr lang="zh-CN" altLang="en-US" b="1" dirty="0">
                <a:solidFill>
                  <a:srgbClr val="FF0000"/>
                </a:solidFill>
              </a:rPr>
              <a:t>串行进位方式</a:t>
            </a:r>
            <a:r>
              <a:rPr lang="zh-CN" altLang="en-US" b="1" dirty="0">
                <a:solidFill>
                  <a:srgbClr val="0000FF"/>
                </a:solidFill>
              </a:rPr>
              <a:t>的每一级进位直接依赖于前一级的进位，即</a:t>
            </a:r>
            <a:r>
              <a:rPr lang="zh-CN" altLang="en-US" b="1" dirty="0">
                <a:solidFill>
                  <a:srgbClr val="FF0000"/>
                </a:solidFill>
              </a:rPr>
              <a:t>进位信号是逐级形成的</a:t>
            </a:r>
            <a:r>
              <a:rPr lang="zh-CN" altLang="en-US" b="1" dirty="0">
                <a:solidFill>
                  <a:srgbClr val="0000FF"/>
                </a:solidFill>
              </a:rPr>
              <a:t>。该方式进位速度慢，且加法器位数越长，进位延迟时间也越长。</a:t>
            </a:r>
            <a:endParaRPr lang="zh-CN" altLang="en-US" b="1" dirty="0">
              <a:solidFill>
                <a:srgbClr val="0000FF"/>
              </a:solidFill>
            </a:endParaRPr>
          </a:p>
          <a:p>
            <a:pPr>
              <a:lnSpc>
                <a:spcPct val="90000"/>
              </a:lnSpc>
            </a:pPr>
            <a:r>
              <a:rPr lang="zh-CN" altLang="en-US" b="1" dirty="0">
                <a:solidFill>
                  <a:srgbClr val="FF0000"/>
                </a:solidFill>
              </a:rPr>
              <a:t>并行进位方式</a:t>
            </a:r>
            <a:r>
              <a:rPr lang="zh-CN" altLang="en-US" b="1" dirty="0">
                <a:solidFill>
                  <a:srgbClr val="0000FF"/>
                </a:solidFill>
              </a:rPr>
              <a:t>所有各位的进位不依赖于其低位的进位，而依赖于最低位进位C</a:t>
            </a:r>
            <a:r>
              <a:rPr lang="zh-CN" altLang="en-US" b="1" baseline="-25000" dirty="0">
                <a:solidFill>
                  <a:srgbClr val="0000FF"/>
                </a:solidFill>
              </a:rPr>
              <a:t>0</a:t>
            </a:r>
            <a:r>
              <a:rPr lang="zh-CN" altLang="en-US" b="1" dirty="0">
                <a:solidFill>
                  <a:srgbClr val="0000FF"/>
                </a:solidFill>
              </a:rPr>
              <a:t>，</a:t>
            </a:r>
            <a:r>
              <a:rPr lang="zh-CN" altLang="en-US" b="1" dirty="0">
                <a:solidFill>
                  <a:srgbClr val="FF0000"/>
                </a:solidFill>
              </a:rPr>
              <a:t>各位的进位是同时产生的</a:t>
            </a:r>
            <a:r>
              <a:rPr lang="zh-CN" altLang="en-US" b="1" dirty="0">
                <a:solidFill>
                  <a:srgbClr val="0000FF"/>
                </a:solidFill>
              </a:rPr>
              <a:t>。该方式快速。但随着加法器位数的增加，完全采用并行进位是不现实的，真正实用的进位方式是分组先行进位方式，又分单级和多级。</a:t>
            </a:r>
            <a:endParaRPr lang="zh-CN" altLang="en-US" b="1" baseline="-25000" dirty="0">
              <a:solidFill>
                <a:srgbClr val="0000FF"/>
              </a:solidFill>
            </a:endParaRPr>
          </a:p>
        </p:txBody>
      </p:sp>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7826" name="Rectangle 2"/>
          <p:cNvSpPr>
            <a:spLocks noGrp="1"/>
          </p:cNvSpPr>
          <p:nvPr>
            <p:ph type="title"/>
          </p:nvPr>
        </p:nvSpPr>
        <p:spPr>
          <a:ln/>
        </p:spPr>
        <p:txBody>
          <a:bodyPr vert="horz" wrap="square" lIns="91440" tIns="45720" rIns="91440" bIns="45720" anchor="ctr" anchorCtr="0"/>
          <a:p>
            <a:endParaRPr lang="zh-CN" altLang="zh-CN" dirty="0"/>
          </a:p>
        </p:txBody>
      </p:sp>
      <p:sp>
        <p:nvSpPr>
          <p:cNvPr id="77827" name="Rectangle 3"/>
          <p:cNvSpPr>
            <a:spLocks noGrp="1" noChangeArrowheads="1"/>
          </p:cNvSpPr>
          <p:nvPr>
            <p:ph idx="1"/>
          </p:nvPr>
        </p:nvSpPr>
        <p:spPr/>
        <p:txBody>
          <a:bodyPr vert="horz" wrap="square" lIns="91440" tIns="45720" rIns="91440" bIns="45720" numCol="1" anchor="t" anchorCtr="0" compatLnSpc="1"/>
          <a:lstStyle/>
          <a:p>
            <a:pPr marL="342900" marR="0" lvl="0" indent="-342900" algn="l" defTabSz="914400" rtl="0" eaLnBrk="0" fontAlgn="base" latinLnBrk="0" hangingPunct="0">
              <a:lnSpc>
                <a:spcPct val="100000"/>
              </a:lnSpc>
              <a:spcBef>
                <a:spcPct val="20000"/>
              </a:spcBef>
              <a:spcAft>
                <a:spcPct val="0"/>
              </a:spcAft>
              <a:buClrTx/>
              <a:buSzTx/>
              <a:buFontTx/>
              <a:buChar char="•"/>
              <a:defRPr/>
            </a:pPr>
            <a:r>
              <a:rPr kumimoji="0" lang="zh-CN" altLang="en-US" sz="3200" b="1" i="0" u="none" strike="noStrike" kern="0" cap="none" spc="0" normalizeH="0" baseline="0" noProof="0">
                <a:ln>
                  <a:noFill/>
                </a:ln>
                <a:solidFill>
                  <a:srgbClr val="0000FF"/>
                </a:solidFill>
                <a:effectLst/>
                <a:uLnTx/>
                <a:uFillTx/>
                <a:latin typeface="+mn-lt"/>
                <a:ea typeface="+mn-ea"/>
                <a:cs typeface="+mn-cs"/>
              </a:rPr>
              <a:t>所谓单级进位就是组内并行组间串行</a:t>
            </a:r>
            <a:endParaRPr kumimoji="0" lang="zh-CN" altLang="en-US" sz="3200" b="1" i="0" u="none" strike="noStrike" kern="0" cap="none" spc="0" normalizeH="0" baseline="0" noProof="0">
              <a:ln>
                <a:noFill/>
              </a:ln>
              <a:solidFill>
                <a:srgbClr val="0000FF"/>
              </a:solidFill>
              <a:effectLst/>
              <a:uLnTx/>
              <a:uFillTx/>
              <a:latin typeface="+mn-lt"/>
              <a:ea typeface="+mn-ea"/>
              <a:cs typeface="+mn-cs"/>
            </a:endParaRPr>
          </a:p>
          <a:p>
            <a:pPr marL="0" marR="0" lvl="0" indent="0" algn="l" defTabSz="914400" rtl="0" eaLnBrk="0" fontAlgn="base" latinLnBrk="0" hangingPunct="0">
              <a:lnSpc>
                <a:spcPct val="100000"/>
              </a:lnSpc>
              <a:spcBef>
                <a:spcPct val="20000"/>
              </a:spcBef>
              <a:spcAft>
                <a:spcPct val="0"/>
              </a:spcAft>
              <a:buClrTx/>
              <a:buSzTx/>
              <a:buFontTx/>
              <a:buNone/>
              <a:defRPr/>
            </a:pPr>
            <a:r>
              <a:rPr kumimoji="0" lang="zh-CN" altLang="en-US" sz="3200" b="1" i="0" u="none" strike="noStrike" kern="0" cap="none" spc="0" normalizeH="0" baseline="0" noProof="0">
                <a:ln>
                  <a:noFill/>
                </a:ln>
                <a:solidFill>
                  <a:srgbClr val="0000FF"/>
                </a:solidFill>
                <a:effectLst/>
                <a:uLnTx/>
                <a:uFillTx/>
                <a:latin typeface="+mn-lt"/>
                <a:ea typeface="+mn-ea"/>
                <a:cs typeface="+mn-cs"/>
              </a:rPr>
              <a:t>传递时间：若每一级进位的延迟时间为2t，在字长为n的情况下：</a:t>
            </a:r>
            <a:endParaRPr kumimoji="0" lang="zh-CN" altLang="en-US" sz="3200" b="1" i="0" u="none" strike="noStrike" kern="0" cap="none" spc="0" normalizeH="0" baseline="0" noProof="0">
              <a:ln>
                <a:noFill/>
              </a:ln>
              <a:solidFill>
                <a:srgbClr val="0000FF"/>
              </a:solidFill>
              <a:effectLst/>
              <a:uLnTx/>
              <a:uFillTx/>
              <a:latin typeface="+mn-lt"/>
              <a:ea typeface="+mn-ea"/>
              <a:cs typeface="+mn-cs"/>
            </a:endParaRPr>
          </a:p>
          <a:p>
            <a:pPr marL="0" marR="0" lvl="0" indent="0" algn="l" defTabSz="914400" rtl="0" eaLnBrk="0" fontAlgn="base" latinLnBrk="0" hangingPunct="0">
              <a:lnSpc>
                <a:spcPct val="100000"/>
              </a:lnSpc>
              <a:spcBef>
                <a:spcPct val="20000"/>
              </a:spcBef>
              <a:spcAft>
                <a:spcPct val="0"/>
              </a:spcAft>
              <a:buClrTx/>
              <a:buSzTx/>
              <a:buFontTx/>
              <a:buNone/>
              <a:defRPr/>
            </a:pPr>
            <a:r>
              <a:rPr kumimoji="0" lang="zh-CN" altLang="en-US" sz="3200" b="1" i="0" u="none" strike="noStrike" kern="0" cap="none" spc="0" normalizeH="0" baseline="0" noProof="0">
                <a:ln>
                  <a:noFill/>
                </a:ln>
                <a:solidFill>
                  <a:srgbClr val="0000FF"/>
                </a:solidFill>
                <a:effectLst/>
                <a:uLnTx/>
                <a:uFillTx/>
                <a:latin typeface="+mn-lt"/>
                <a:ea typeface="+mn-ea"/>
                <a:cs typeface="+mn-cs"/>
              </a:rPr>
              <a:t>则串行进位为：2nt</a:t>
            </a:r>
            <a:endParaRPr kumimoji="0" lang="zh-CN" altLang="en-US" sz="3200" b="1" i="0" u="none" strike="noStrike" kern="0" cap="none" spc="0" normalizeH="0" baseline="0" noProof="0">
              <a:ln>
                <a:noFill/>
              </a:ln>
              <a:solidFill>
                <a:srgbClr val="0000FF"/>
              </a:solidFill>
              <a:effectLst/>
              <a:uLnTx/>
              <a:uFillTx/>
              <a:latin typeface="+mn-lt"/>
              <a:ea typeface="+mn-ea"/>
              <a:cs typeface="+mn-cs"/>
            </a:endParaRPr>
          </a:p>
          <a:p>
            <a:pPr marL="0" marR="0" lvl="0" indent="0" algn="l" defTabSz="914400" rtl="0" eaLnBrk="0" fontAlgn="base" latinLnBrk="0" hangingPunct="0">
              <a:lnSpc>
                <a:spcPct val="100000"/>
              </a:lnSpc>
              <a:spcBef>
                <a:spcPct val="20000"/>
              </a:spcBef>
              <a:spcAft>
                <a:spcPct val="0"/>
              </a:spcAft>
              <a:buClrTx/>
              <a:buSzTx/>
              <a:buFontTx/>
              <a:buNone/>
              <a:defRPr/>
            </a:pPr>
            <a:r>
              <a:rPr kumimoji="0" lang="zh-CN" altLang="en-US" sz="3200" b="1" i="0" u="none" strike="noStrike" kern="0" cap="none" spc="0" normalizeH="0" baseline="0" noProof="0">
                <a:ln>
                  <a:noFill/>
                </a:ln>
                <a:solidFill>
                  <a:srgbClr val="0000FF"/>
                </a:solidFill>
                <a:effectLst/>
                <a:uLnTx/>
                <a:uFillTx/>
                <a:latin typeface="+mn-lt"/>
                <a:ea typeface="+mn-ea"/>
                <a:cs typeface="+mn-cs"/>
              </a:rPr>
              <a:t>    并行进位为：2t（与字长无关）</a:t>
            </a:r>
            <a:endParaRPr kumimoji="0" lang="zh-CN" altLang="en-US" sz="3200" b="1" i="0" u="none" strike="noStrike" kern="0" cap="none" spc="0" normalizeH="0" baseline="0" noProof="0">
              <a:ln>
                <a:noFill/>
              </a:ln>
              <a:solidFill>
                <a:srgbClr val="0000FF"/>
              </a:solidFill>
              <a:effectLst/>
              <a:uLnTx/>
              <a:uFillTx/>
              <a:latin typeface="+mn-lt"/>
              <a:ea typeface="+mn-ea"/>
              <a:cs typeface="+mn-cs"/>
            </a:endParaRPr>
          </a:p>
          <a:p>
            <a:pPr marL="0" marR="0" lvl="0" indent="0" algn="l" defTabSz="914400" rtl="0" eaLnBrk="0" fontAlgn="base" latinLnBrk="0" hangingPunct="0">
              <a:lnSpc>
                <a:spcPct val="100000"/>
              </a:lnSpc>
              <a:spcBef>
                <a:spcPct val="20000"/>
              </a:spcBef>
              <a:spcAft>
                <a:spcPct val="0"/>
              </a:spcAft>
              <a:buClrTx/>
              <a:buSzTx/>
              <a:buFontTx/>
              <a:buNone/>
              <a:defRPr/>
            </a:pPr>
            <a:r>
              <a:rPr kumimoji="0" lang="zh-CN" altLang="en-US" sz="3200" b="1" i="0" u="none" strike="noStrike" kern="0" cap="none" spc="0" normalizeH="0" baseline="0" noProof="0">
                <a:ln>
                  <a:noFill/>
                </a:ln>
                <a:solidFill>
                  <a:srgbClr val="0000FF"/>
                </a:solidFill>
                <a:effectLst/>
                <a:uLnTx/>
                <a:uFillTx/>
                <a:latin typeface="+mn-lt"/>
                <a:ea typeface="+mn-ea"/>
                <a:cs typeface="+mn-cs"/>
              </a:rPr>
              <a:t>    单级先行进位：2mt（m为分组数）</a:t>
            </a:r>
            <a:endParaRPr kumimoji="0" lang="zh-CN" altLang="en-US" sz="3200" b="1" i="0" u="none" strike="noStrike" kern="0" cap="none" spc="0" normalizeH="0" baseline="0" noProof="0">
              <a:ln>
                <a:noFill/>
              </a:ln>
              <a:solidFill>
                <a:srgbClr val="0000FF"/>
              </a:solidFill>
              <a:effectLst/>
              <a:uLnTx/>
              <a:uFillTx/>
              <a:latin typeface="+mn-lt"/>
              <a:ea typeface="+mn-ea"/>
              <a:cs typeface="+mn-cs"/>
            </a:endParaRPr>
          </a:p>
          <a:p>
            <a:pPr marL="0" marR="0" lvl="0" indent="0" algn="l" defTabSz="914400" rtl="0" eaLnBrk="0" fontAlgn="base" latinLnBrk="0" hangingPunct="0">
              <a:lnSpc>
                <a:spcPct val="100000"/>
              </a:lnSpc>
              <a:spcBef>
                <a:spcPct val="20000"/>
              </a:spcBef>
              <a:spcAft>
                <a:spcPct val="0"/>
              </a:spcAft>
              <a:buClrTx/>
              <a:buSzTx/>
              <a:buFontTx/>
              <a:buNone/>
              <a:defRPr/>
            </a:pPr>
            <a:endParaRPr kumimoji="0" lang="zh-CN" altLang="en-US" sz="3200" b="0" i="0" u="none" strike="noStrike" kern="0" cap="none" spc="0" normalizeH="0" baseline="0" noProof="0">
              <a:ln>
                <a:noFill/>
              </a:ln>
              <a:solidFill>
                <a:srgbClr val="666699"/>
              </a:solidFill>
              <a:effectLst/>
              <a:uLnTx/>
              <a:uFillTx/>
              <a:latin typeface="+mn-lt"/>
              <a:ea typeface="+mn-ea"/>
              <a:cs typeface="+mn-cs"/>
            </a:endParaRPr>
          </a:p>
          <a:p>
            <a:pPr marL="0" marR="0" lvl="0" indent="0" algn="l" defTabSz="914400" rtl="0" eaLnBrk="0" fontAlgn="base" latinLnBrk="0" hangingPunct="0">
              <a:lnSpc>
                <a:spcPct val="100000"/>
              </a:lnSpc>
              <a:spcBef>
                <a:spcPct val="20000"/>
              </a:spcBef>
              <a:spcAft>
                <a:spcPct val="0"/>
              </a:spcAft>
              <a:buClrTx/>
              <a:buSzTx/>
              <a:buFontTx/>
              <a:buNone/>
              <a:defRPr/>
            </a:pPr>
            <a:endParaRPr kumimoji="0" lang="zh-CN" altLang="en-US" sz="3200" b="0" i="0" u="none" strike="noStrike" kern="0" cap="none" spc="0" normalizeH="0" baseline="0" noProof="0">
              <a:ln>
                <a:noFill/>
              </a:ln>
              <a:solidFill>
                <a:srgbClr val="666699"/>
              </a:solidFill>
              <a:effectLst/>
              <a:uLnTx/>
              <a:uFillTx/>
              <a:latin typeface="+mn-lt"/>
              <a:ea typeface="+mn-ea"/>
              <a:cs typeface="+mn-cs"/>
            </a:endParaRPr>
          </a:p>
        </p:txBody>
      </p:sp>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p:sp>
        <p:nvSpPr>
          <p:cNvPr id="78850" name="Rectangle 2"/>
          <p:cNvSpPr>
            <a:spLocks noGrp="1"/>
          </p:cNvSpPr>
          <p:nvPr>
            <p:ph type="body"/>
          </p:nvPr>
        </p:nvSpPr>
        <p:spPr>
          <a:xfrm>
            <a:off x="228600" y="304800"/>
            <a:ext cx="8534400" cy="1143000"/>
          </a:xfrm>
          <a:ln/>
        </p:spPr>
        <p:txBody>
          <a:bodyPr vert="horz" wrap="square" lIns="91440" tIns="45720" rIns="91440" bIns="45720" anchor="t" anchorCtr="0"/>
          <a:p>
            <a:pPr eaLnBrk="1" hangingPunct="1">
              <a:lnSpc>
                <a:spcPct val="90000"/>
              </a:lnSpc>
            </a:pPr>
            <a:r>
              <a:rPr lang="zh-CN" altLang="en-US" sz="2400" b="1" dirty="0">
                <a:solidFill>
                  <a:schemeClr val="tx1"/>
                </a:solidFill>
                <a:latin typeface="宋体" panose="02010600030101010101" pitchFamily="2" charset="-122"/>
              </a:rPr>
              <a:t>用负逻辑表示的4位算术/逻辑运算单元(ALU)的逻辑电路图如下,它是根据上面的原始推导公式用TTL电路实现的。这个期间的商业标号为74181ALU。</a:t>
            </a:r>
            <a:endParaRPr lang="zh-CN" altLang="en-US" sz="2400" b="1" dirty="0">
              <a:solidFill>
                <a:schemeClr val="tx1"/>
              </a:solidFill>
            </a:endParaRPr>
          </a:p>
        </p:txBody>
      </p:sp>
      <p:pic>
        <p:nvPicPr>
          <p:cNvPr id="78851" name="Picture 3" descr="74181逻辑"/>
          <p:cNvPicPr>
            <a:picLocks noChangeAspect="1"/>
          </p:cNvPicPr>
          <p:nvPr/>
        </p:nvPicPr>
        <p:blipFill>
          <a:blip r:embed="rId1">
            <a:clrChange>
              <a:clrFrom>
                <a:srgbClr val="FFFFFF"/>
              </a:clrFrom>
              <a:clrTo>
                <a:srgbClr val="FFFFFF">
                  <a:alpha val="0"/>
                </a:srgbClr>
              </a:clrTo>
            </a:clrChange>
            <a:lum contrast="42000"/>
          </a:blip>
          <a:srcRect l="2797" t="3465" r="5324" b="3879"/>
          <a:stretch>
            <a:fillRect/>
          </a:stretch>
        </p:blipFill>
        <p:spPr>
          <a:xfrm>
            <a:off x="250825" y="1320800"/>
            <a:ext cx="8281988" cy="5440363"/>
          </a:xfrm>
          <a:prstGeom prst="rect">
            <a:avLst/>
          </a:prstGeom>
          <a:noFill/>
          <a:ln w="9525">
            <a:noFill/>
          </a:ln>
        </p:spPr>
      </p:pic>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9874" name="Rectangle 2"/>
          <p:cNvSpPr>
            <a:spLocks noGrp="1"/>
          </p:cNvSpPr>
          <p:nvPr>
            <p:ph type="body"/>
          </p:nvPr>
        </p:nvSpPr>
        <p:spPr>
          <a:xfrm>
            <a:off x="685800" y="457200"/>
            <a:ext cx="7772400" cy="5410200"/>
          </a:xfrm>
          <a:ln/>
        </p:spPr>
        <p:txBody>
          <a:bodyPr vert="horz" wrap="square" lIns="91440" tIns="45720" rIns="91440" bIns="45720" anchor="t" anchorCtr="0"/>
          <a:p>
            <a:pPr eaLnBrk="1" hangingPunct="1"/>
            <a:endParaRPr lang="zh-CN" altLang="en-US" dirty="0"/>
          </a:p>
          <a:p>
            <a:pPr eaLnBrk="1" hangingPunct="1"/>
            <a:endParaRPr lang="zh-CN" altLang="en-US" dirty="0"/>
          </a:p>
          <a:p>
            <a:pPr eaLnBrk="1" hangingPunct="1"/>
            <a:endParaRPr lang="zh-CN" altLang="en-US" dirty="0"/>
          </a:p>
          <a:p>
            <a:pPr eaLnBrk="1" hangingPunct="1"/>
            <a:endParaRPr lang="zh-CN" altLang="en-US" dirty="0"/>
          </a:p>
          <a:p>
            <a:pPr eaLnBrk="1" hangingPunct="1"/>
            <a:endParaRPr lang="zh-CN" altLang="en-US" dirty="0"/>
          </a:p>
          <a:p>
            <a:pPr eaLnBrk="1" hangingPunct="1"/>
            <a:endParaRPr lang="zh-CN" altLang="en-US" dirty="0"/>
          </a:p>
          <a:p>
            <a:pPr eaLnBrk="1" hangingPunct="1"/>
            <a:endParaRPr lang="zh-CN" altLang="en-US" dirty="0"/>
          </a:p>
        </p:txBody>
      </p:sp>
      <p:pic>
        <p:nvPicPr>
          <p:cNvPr id="79875" name="Picture 3" descr="74181ALUB"/>
          <p:cNvPicPr>
            <a:picLocks noChangeAspect="1"/>
          </p:cNvPicPr>
          <p:nvPr/>
        </p:nvPicPr>
        <p:blipFill>
          <a:blip r:embed="rId1">
            <a:clrChange>
              <a:clrFrom>
                <a:srgbClr val="FFFFFF"/>
              </a:clrFrom>
              <a:clrTo>
                <a:srgbClr val="FFFFFF">
                  <a:alpha val="0"/>
                </a:srgbClr>
              </a:clrTo>
            </a:clrChange>
          </a:blip>
          <a:stretch>
            <a:fillRect/>
          </a:stretch>
        </p:blipFill>
        <p:spPr>
          <a:xfrm>
            <a:off x="125413" y="1484313"/>
            <a:ext cx="8839200" cy="4191000"/>
          </a:xfrm>
          <a:prstGeom prst="rect">
            <a:avLst/>
          </a:prstGeom>
          <a:noFill/>
          <a:ln w="9525">
            <a:noFill/>
          </a:ln>
        </p:spPr>
      </p:pic>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0898" name="Rectangle 2"/>
          <p:cNvSpPr>
            <a:spLocks noGrp="1"/>
          </p:cNvSpPr>
          <p:nvPr>
            <p:ph type="title"/>
          </p:nvPr>
        </p:nvSpPr>
        <p:spPr>
          <a:xfrm>
            <a:off x="609600" y="1828800"/>
            <a:ext cx="7772400" cy="1981200"/>
          </a:xfrm>
          <a:ln/>
        </p:spPr>
        <p:txBody>
          <a:bodyPr vert="horz" wrap="square" lIns="91440" tIns="45720" rIns="91440" bIns="45720" anchor="ctr" anchorCtr="0"/>
          <a:p>
            <a:pPr eaLnBrk="1" hangingPunct="1"/>
            <a:r>
              <a:rPr lang="zh-CN" altLang="en-US" sz="4800" b="0" dirty="0"/>
              <a:t>两级先行进位</a:t>
            </a:r>
            <a:endParaRPr lang="zh-CN" altLang="en-US" sz="4800" b="0" dirty="0"/>
          </a:p>
        </p:txBody>
      </p:sp>
      <p:sp>
        <p:nvSpPr>
          <p:cNvPr id="80899" name="Rectangle 3"/>
          <p:cNvSpPr>
            <a:spLocks noGrp="1"/>
          </p:cNvSpPr>
          <p:nvPr>
            <p:ph type="body"/>
          </p:nvPr>
        </p:nvSpPr>
        <p:spPr>
          <a:ln/>
        </p:spPr>
        <p:txBody>
          <a:bodyPr vert="horz" wrap="square" lIns="91440" tIns="45720" rIns="91440" bIns="45720" anchor="t" anchorCtr="0"/>
          <a:p>
            <a:pPr eaLnBrk="1" hangingPunct="1">
              <a:buNone/>
            </a:pPr>
            <a:r>
              <a:rPr lang="zh-CN" altLang="en-US" sz="2000" dirty="0"/>
              <a:t>  </a:t>
            </a:r>
            <a:endParaRPr lang="zh-CN" altLang="en-US" sz="2000" dirty="0"/>
          </a:p>
        </p:txBody>
      </p:sp>
    </p:spTree>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1922" name="Rectangle 2"/>
          <p:cNvSpPr>
            <a:spLocks noGrp="1"/>
          </p:cNvSpPr>
          <p:nvPr>
            <p:ph type="body"/>
          </p:nvPr>
        </p:nvSpPr>
        <p:spPr>
          <a:xfrm>
            <a:off x="685800" y="1055688"/>
            <a:ext cx="7772400" cy="5181600"/>
          </a:xfrm>
          <a:ln/>
        </p:spPr>
        <p:txBody>
          <a:bodyPr vert="horz" wrap="square" lIns="91440" tIns="45720" rIns="91440" bIns="45720" anchor="t" anchorCtr="0"/>
          <a:p>
            <a:pPr eaLnBrk="1" hangingPunct="1"/>
            <a:r>
              <a:rPr lang="zh-CN" altLang="en-US" sz="2800" b="1" dirty="0">
                <a:solidFill>
                  <a:schemeClr val="tx1"/>
                </a:solidFill>
              </a:rPr>
              <a:t>并行进位  </a:t>
            </a:r>
            <a:r>
              <a:rPr lang="zh-CN" altLang="en-US" sz="2800" dirty="0">
                <a:solidFill>
                  <a:schemeClr val="tx1"/>
                </a:solidFill>
              </a:rPr>
              <a:t>74182</a:t>
            </a:r>
            <a:endParaRPr lang="zh-CN" altLang="en-US" sz="2800" dirty="0">
              <a:solidFill>
                <a:schemeClr val="tx1"/>
              </a:solidFill>
            </a:endParaRPr>
          </a:p>
        </p:txBody>
      </p:sp>
      <p:pic>
        <p:nvPicPr>
          <p:cNvPr id="81923" name="Picture 3" descr="74182逻辑"/>
          <p:cNvPicPr>
            <a:picLocks noChangeAspect="1"/>
          </p:cNvPicPr>
          <p:nvPr/>
        </p:nvPicPr>
        <p:blipFill>
          <a:blip r:embed="rId1">
            <a:clrChange>
              <a:clrFrom>
                <a:srgbClr val="FFFFFF"/>
              </a:clrFrom>
              <a:clrTo>
                <a:srgbClr val="FFFFFF">
                  <a:alpha val="0"/>
                </a:srgbClr>
              </a:clrTo>
            </a:clrChange>
          </a:blip>
          <a:srcRect b="13606"/>
          <a:stretch>
            <a:fillRect/>
          </a:stretch>
        </p:blipFill>
        <p:spPr>
          <a:xfrm>
            <a:off x="609600" y="1808163"/>
            <a:ext cx="8153400" cy="4213225"/>
          </a:xfrm>
          <a:prstGeom prst="rect">
            <a:avLst/>
          </a:prstGeom>
          <a:noFill/>
          <a:ln w="9525">
            <a:noFill/>
          </a:ln>
        </p:spPr>
      </p:pic>
    </p:spTree>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2946" name="Rectangle 2"/>
          <p:cNvSpPr>
            <a:spLocks noGrp="1"/>
          </p:cNvSpPr>
          <p:nvPr>
            <p:ph type="body"/>
          </p:nvPr>
        </p:nvSpPr>
        <p:spPr>
          <a:xfrm>
            <a:off x="685800" y="1127125"/>
            <a:ext cx="7772400" cy="5181600"/>
          </a:xfrm>
          <a:ln/>
        </p:spPr>
        <p:txBody>
          <a:bodyPr vert="horz" wrap="square" lIns="91440" tIns="45720" rIns="91440" bIns="45720" anchor="t" anchorCtr="0"/>
          <a:p>
            <a:pPr eaLnBrk="1" hangingPunct="1">
              <a:buNone/>
            </a:pPr>
            <a:r>
              <a:rPr lang="zh-CN" altLang="en-US" sz="2800" b="1" dirty="0">
                <a:solidFill>
                  <a:schemeClr val="tx1"/>
                </a:solidFill>
              </a:rPr>
              <a:t>16位二级并行进位ALU</a:t>
            </a:r>
            <a:endParaRPr lang="zh-CN" altLang="en-US" sz="2800" b="1" dirty="0">
              <a:solidFill>
                <a:schemeClr val="tx1"/>
              </a:solidFill>
            </a:endParaRPr>
          </a:p>
        </p:txBody>
      </p:sp>
      <p:sp>
        <p:nvSpPr>
          <p:cNvPr id="82947" name="Rectangle 3"/>
          <p:cNvSpPr/>
          <p:nvPr/>
        </p:nvSpPr>
        <p:spPr>
          <a:xfrm>
            <a:off x="1905000" y="3733800"/>
            <a:ext cx="990600" cy="457200"/>
          </a:xfrm>
          <a:prstGeom prst="rect">
            <a:avLst/>
          </a:prstGeom>
          <a:solidFill>
            <a:schemeClr val="accent1"/>
          </a:solidFill>
          <a:ln w="9525" cap="flat" cmpd="sng">
            <a:solidFill>
              <a:srgbClr val="663300"/>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buChar char="•"/>
              <a:defRPr sz="3200">
                <a:solidFill>
                  <a:srgbClr val="666699"/>
                </a:solidFill>
                <a:latin typeface="+mn-lt"/>
                <a:ea typeface="+mn-ea"/>
                <a:cs typeface="+mn-cs"/>
              </a:defRPr>
            </a:lvl1pPr>
            <a:lvl2pPr marL="742950" indent="-285750" algn="l" rtl="0" eaLnBrk="0" fontAlgn="base" hangingPunct="0">
              <a:spcBef>
                <a:spcPct val="20000"/>
              </a:spcBef>
              <a:spcAft>
                <a:spcPct val="0"/>
              </a:spcAft>
              <a:buChar char="–"/>
              <a:defRPr sz="2800">
                <a:solidFill>
                  <a:srgbClr val="666699"/>
                </a:solidFill>
                <a:latin typeface="+mn-lt"/>
                <a:ea typeface="+mn-ea"/>
              </a:defRPr>
            </a:lvl2pPr>
            <a:lvl3pPr marL="1143000" indent="-228600" algn="l" rtl="0" eaLnBrk="0" fontAlgn="base" hangingPunct="0">
              <a:spcBef>
                <a:spcPct val="20000"/>
              </a:spcBef>
              <a:spcAft>
                <a:spcPct val="0"/>
              </a:spcAft>
              <a:buChar char="•"/>
              <a:defRPr sz="2400">
                <a:solidFill>
                  <a:srgbClr val="666699"/>
                </a:solidFill>
                <a:latin typeface="+mn-lt"/>
                <a:ea typeface="+mn-ea"/>
              </a:defRPr>
            </a:lvl3pPr>
            <a:lvl4pPr marL="1600200" indent="-228600" algn="l" rtl="0" eaLnBrk="0" fontAlgn="base" hangingPunct="0">
              <a:spcBef>
                <a:spcPct val="20000"/>
              </a:spcBef>
              <a:spcAft>
                <a:spcPct val="0"/>
              </a:spcAft>
              <a:buChar char="–"/>
              <a:defRPr sz="2000">
                <a:solidFill>
                  <a:srgbClr val="666699"/>
                </a:solidFill>
                <a:latin typeface="+mn-lt"/>
                <a:ea typeface="+mn-ea"/>
              </a:defRPr>
            </a:lvl4pPr>
            <a:lvl5pPr marL="2057400" indent="-228600" algn="l" rtl="0" eaLnBrk="0" fontAlgn="base" hangingPunct="0">
              <a:spcBef>
                <a:spcPct val="20000"/>
              </a:spcBef>
              <a:spcAft>
                <a:spcPct val="0"/>
              </a:spcAft>
              <a:buChar char="»"/>
              <a:defRPr sz="2000">
                <a:solidFill>
                  <a:srgbClr val="666699"/>
                </a:solidFill>
                <a:latin typeface="+mn-lt"/>
                <a:ea typeface="+mn-ea"/>
              </a:defRPr>
            </a:lvl5pPr>
          </a:lstStyle>
          <a:p>
            <a:pPr marL="0" lvl="0" indent="0" algn="ctr" eaLnBrk="1" hangingPunct="1">
              <a:spcBef>
                <a:spcPct val="0"/>
              </a:spcBef>
              <a:buNone/>
            </a:pPr>
            <a:r>
              <a:rPr lang="zh-CN" altLang="en-US" sz="2400" dirty="0">
                <a:solidFill>
                  <a:srgbClr val="663300"/>
                </a:solidFill>
              </a:rPr>
              <a:t>74181</a:t>
            </a:r>
            <a:endParaRPr lang="zh-CN" altLang="en-US" sz="2400" dirty="0">
              <a:solidFill>
                <a:srgbClr val="663300"/>
              </a:solidFill>
            </a:endParaRPr>
          </a:p>
        </p:txBody>
      </p:sp>
      <p:sp>
        <p:nvSpPr>
          <p:cNvPr id="82948" name="Rectangle 4"/>
          <p:cNvSpPr/>
          <p:nvPr/>
        </p:nvSpPr>
        <p:spPr>
          <a:xfrm>
            <a:off x="3429000" y="3733800"/>
            <a:ext cx="990600" cy="457200"/>
          </a:xfrm>
          <a:prstGeom prst="rect">
            <a:avLst/>
          </a:prstGeom>
          <a:solidFill>
            <a:schemeClr val="accent1"/>
          </a:solidFill>
          <a:ln w="9525" cap="flat" cmpd="sng">
            <a:solidFill>
              <a:schemeClr val="tx1"/>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buChar char="•"/>
              <a:defRPr sz="3200">
                <a:solidFill>
                  <a:srgbClr val="666699"/>
                </a:solidFill>
                <a:latin typeface="+mn-lt"/>
                <a:ea typeface="+mn-ea"/>
                <a:cs typeface="+mn-cs"/>
              </a:defRPr>
            </a:lvl1pPr>
            <a:lvl2pPr marL="742950" indent="-285750" algn="l" rtl="0" eaLnBrk="0" fontAlgn="base" hangingPunct="0">
              <a:spcBef>
                <a:spcPct val="20000"/>
              </a:spcBef>
              <a:spcAft>
                <a:spcPct val="0"/>
              </a:spcAft>
              <a:buChar char="–"/>
              <a:defRPr sz="2800">
                <a:solidFill>
                  <a:srgbClr val="666699"/>
                </a:solidFill>
                <a:latin typeface="+mn-lt"/>
                <a:ea typeface="+mn-ea"/>
              </a:defRPr>
            </a:lvl2pPr>
            <a:lvl3pPr marL="1143000" indent="-228600" algn="l" rtl="0" eaLnBrk="0" fontAlgn="base" hangingPunct="0">
              <a:spcBef>
                <a:spcPct val="20000"/>
              </a:spcBef>
              <a:spcAft>
                <a:spcPct val="0"/>
              </a:spcAft>
              <a:buChar char="•"/>
              <a:defRPr sz="2400">
                <a:solidFill>
                  <a:srgbClr val="666699"/>
                </a:solidFill>
                <a:latin typeface="+mn-lt"/>
                <a:ea typeface="+mn-ea"/>
              </a:defRPr>
            </a:lvl3pPr>
            <a:lvl4pPr marL="1600200" indent="-228600" algn="l" rtl="0" eaLnBrk="0" fontAlgn="base" hangingPunct="0">
              <a:spcBef>
                <a:spcPct val="20000"/>
              </a:spcBef>
              <a:spcAft>
                <a:spcPct val="0"/>
              </a:spcAft>
              <a:buChar char="–"/>
              <a:defRPr sz="2000">
                <a:solidFill>
                  <a:srgbClr val="666699"/>
                </a:solidFill>
                <a:latin typeface="+mn-lt"/>
                <a:ea typeface="+mn-ea"/>
              </a:defRPr>
            </a:lvl4pPr>
            <a:lvl5pPr marL="2057400" indent="-228600" algn="l" rtl="0" eaLnBrk="0" fontAlgn="base" hangingPunct="0">
              <a:spcBef>
                <a:spcPct val="20000"/>
              </a:spcBef>
              <a:spcAft>
                <a:spcPct val="0"/>
              </a:spcAft>
              <a:buChar char="»"/>
              <a:defRPr sz="2000">
                <a:solidFill>
                  <a:srgbClr val="666699"/>
                </a:solidFill>
                <a:latin typeface="+mn-lt"/>
                <a:ea typeface="+mn-ea"/>
              </a:defRPr>
            </a:lvl5pPr>
          </a:lstStyle>
          <a:p>
            <a:pPr marL="0" lvl="0" indent="0" algn="ctr" eaLnBrk="1" hangingPunct="1">
              <a:spcBef>
                <a:spcPct val="0"/>
              </a:spcBef>
              <a:buNone/>
            </a:pPr>
            <a:r>
              <a:rPr lang="zh-CN" altLang="en-US" sz="2400" dirty="0">
                <a:solidFill>
                  <a:srgbClr val="663300"/>
                </a:solidFill>
              </a:rPr>
              <a:t>74181</a:t>
            </a:r>
            <a:endParaRPr lang="zh-CN" altLang="en-US" sz="2400" dirty="0">
              <a:solidFill>
                <a:srgbClr val="663300"/>
              </a:solidFill>
            </a:endParaRPr>
          </a:p>
        </p:txBody>
      </p:sp>
      <p:sp>
        <p:nvSpPr>
          <p:cNvPr id="82949" name="Rectangle 5"/>
          <p:cNvSpPr/>
          <p:nvPr/>
        </p:nvSpPr>
        <p:spPr>
          <a:xfrm>
            <a:off x="4953000" y="3733800"/>
            <a:ext cx="990600" cy="457200"/>
          </a:xfrm>
          <a:prstGeom prst="rect">
            <a:avLst/>
          </a:prstGeom>
          <a:solidFill>
            <a:schemeClr val="accent1"/>
          </a:solidFill>
          <a:ln w="9525" cap="flat" cmpd="sng">
            <a:solidFill>
              <a:schemeClr val="tx1"/>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buChar char="•"/>
              <a:defRPr sz="3200">
                <a:solidFill>
                  <a:srgbClr val="666699"/>
                </a:solidFill>
                <a:latin typeface="+mn-lt"/>
                <a:ea typeface="+mn-ea"/>
                <a:cs typeface="+mn-cs"/>
              </a:defRPr>
            </a:lvl1pPr>
            <a:lvl2pPr marL="742950" indent="-285750" algn="l" rtl="0" eaLnBrk="0" fontAlgn="base" hangingPunct="0">
              <a:spcBef>
                <a:spcPct val="20000"/>
              </a:spcBef>
              <a:spcAft>
                <a:spcPct val="0"/>
              </a:spcAft>
              <a:buChar char="–"/>
              <a:defRPr sz="2800">
                <a:solidFill>
                  <a:srgbClr val="666699"/>
                </a:solidFill>
                <a:latin typeface="+mn-lt"/>
                <a:ea typeface="+mn-ea"/>
              </a:defRPr>
            </a:lvl2pPr>
            <a:lvl3pPr marL="1143000" indent="-228600" algn="l" rtl="0" eaLnBrk="0" fontAlgn="base" hangingPunct="0">
              <a:spcBef>
                <a:spcPct val="20000"/>
              </a:spcBef>
              <a:spcAft>
                <a:spcPct val="0"/>
              </a:spcAft>
              <a:buChar char="•"/>
              <a:defRPr sz="2400">
                <a:solidFill>
                  <a:srgbClr val="666699"/>
                </a:solidFill>
                <a:latin typeface="+mn-lt"/>
                <a:ea typeface="+mn-ea"/>
              </a:defRPr>
            </a:lvl3pPr>
            <a:lvl4pPr marL="1600200" indent="-228600" algn="l" rtl="0" eaLnBrk="0" fontAlgn="base" hangingPunct="0">
              <a:spcBef>
                <a:spcPct val="20000"/>
              </a:spcBef>
              <a:spcAft>
                <a:spcPct val="0"/>
              </a:spcAft>
              <a:buChar char="–"/>
              <a:defRPr sz="2000">
                <a:solidFill>
                  <a:srgbClr val="666699"/>
                </a:solidFill>
                <a:latin typeface="+mn-lt"/>
                <a:ea typeface="+mn-ea"/>
              </a:defRPr>
            </a:lvl4pPr>
            <a:lvl5pPr marL="2057400" indent="-228600" algn="l" rtl="0" eaLnBrk="0" fontAlgn="base" hangingPunct="0">
              <a:spcBef>
                <a:spcPct val="20000"/>
              </a:spcBef>
              <a:spcAft>
                <a:spcPct val="0"/>
              </a:spcAft>
              <a:buChar char="»"/>
              <a:defRPr sz="2000">
                <a:solidFill>
                  <a:srgbClr val="666699"/>
                </a:solidFill>
                <a:latin typeface="+mn-lt"/>
                <a:ea typeface="+mn-ea"/>
              </a:defRPr>
            </a:lvl5pPr>
          </a:lstStyle>
          <a:p>
            <a:pPr marL="0" lvl="0" indent="0" algn="ctr" eaLnBrk="1" hangingPunct="1">
              <a:spcBef>
                <a:spcPct val="0"/>
              </a:spcBef>
              <a:buNone/>
            </a:pPr>
            <a:r>
              <a:rPr lang="zh-CN" altLang="en-US" sz="2400" dirty="0">
                <a:solidFill>
                  <a:srgbClr val="663300"/>
                </a:solidFill>
              </a:rPr>
              <a:t>74181</a:t>
            </a:r>
            <a:endParaRPr lang="zh-CN" altLang="en-US" sz="2400" dirty="0">
              <a:solidFill>
                <a:srgbClr val="663300"/>
              </a:solidFill>
            </a:endParaRPr>
          </a:p>
        </p:txBody>
      </p:sp>
      <p:sp>
        <p:nvSpPr>
          <p:cNvPr id="82950" name="Rectangle 6"/>
          <p:cNvSpPr/>
          <p:nvPr/>
        </p:nvSpPr>
        <p:spPr>
          <a:xfrm>
            <a:off x="6553200" y="3733800"/>
            <a:ext cx="990600" cy="457200"/>
          </a:xfrm>
          <a:prstGeom prst="rect">
            <a:avLst/>
          </a:prstGeom>
          <a:solidFill>
            <a:schemeClr val="accent1"/>
          </a:solidFill>
          <a:ln w="9525" cap="flat" cmpd="sng">
            <a:solidFill>
              <a:schemeClr val="tx1"/>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buChar char="•"/>
              <a:defRPr sz="3200">
                <a:solidFill>
                  <a:srgbClr val="666699"/>
                </a:solidFill>
                <a:latin typeface="+mn-lt"/>
                <a:ea typeface="+mn-ea"/>
                <a:cs typeface="+mn-cs"/>
              </a:defRPr>
            </a:lvl1pPr>
            <a:lvl2pPr marL="742950" indent="-285750" algn="l" rtl="0" eaLnBrk="0" fontAlgn="base" hangingPunct="0">
              <a:spcBef>
                <a:spcPct val="20000"/>
              </a:spcBef>
              <a:spcAft>
                <a:spcPct val="0"/>
              </a:spcAft>
              <a:buChar char="–"/>
              <a:defRPr sz="2800">
                <a:solidFill>
                  <a:srgbClr val="666699"/>
                </a:solidFill>
                <a:latin typeface="+mn-lt"/>
                <a:ea typeface="+mn-ea"/>
              </a:defRPr>
            </a:lvl2pPr>
            <a:lvl3pPr marL="1143000" indent="-228600" algn="l" rtl="0" eaLnBrk="0" fontAlgn="base" hangingPunct="0">
              <a:spcBef>
                <a:spcPct val="20000"/>
              </a:spcBef>
              <a:spcAft>
                <a:spcPct val="0"/>
              </a:spcAft>
              <a:buChar char="•"/>
              <a:defRPr sz="2400">
                <a:solidFill>
                  <a:srgbClr val="666699"/>
                </a:solidFill>
                <a:latin typeface="+mn-lt"/>
                <a:ea typeface="+mn-ea"/>
              </a:defRPr>
            </a:lvl3pPr>
            <a:lvl4pPr marL="1600200" indent="-228600" algn="l" rtl="0" eaLnBrk="0" fontAlgn="base" hangingPunct="0">
              <a:spcBef>
                <a:spcPct val="20000"/>
              </a:spcBef>
              <a:spcAft>
                <a:spcPct val="0"/>
              </a:spcAft>
              <a:buChar char="–"/>
              <a:defRPr sz="2000">
                <a:solidFill>
                  <a:srgbClr val="666699"/>
                </a:solidFill>
                <a:latin typeface="+mn-lt"/>
                <a:ea typeface="+mn-ea"/>
              </a:defRPr>
            </a:lvl4pPr>
            <a:lvl5pPr marL="2057400" indent="-228600" algn="l" rtl="0" eaLnBrk="0" fontAlgn="base" hangingPunct="0">
              <a:spcBef>
                <a:spcPct val="20000"/>
              </a:spcBef>
              <a:spcAft>
                <a:spcPct val="0"/>
              </a:spcAft>
              <a:buChar char="»"/>
              <a:defRPr sz="2000">
                <a:solidFill>
                  <a:srgbClr val="666699"/>
                </a:solidFill>
                <a:latin typeface="+mn-lt"/>
                <a:ea typeface="+mn-ea"/>
              </a:defRPr>
            </a:lvl5pPr>
          </a:lstStyle>
          <a:p>
            <a:pPr marL="0" lvl="0" indent="0" algn="ctr" eaLnBrk="1" hangingPunct="1">
              <a:spcBef>
                <a:spcPct val="0"/>
              </a:spcBef>
              <a:buNone/>
            </a:pPr>
            <a:r>
              <a:rPr lang="zh-CN" altLang="en-US" sz="2400" dirty="0">
                <a:solidFill>
                  <a:srgbClr val="663300"/>
                </a:solidFill>
              </a:rPr>
              <a:t>74181</a:t>
            </a:r>
            <a:endParaRPr lang="zh-CN" altLang="en-US" sz="2400" dirty="0">
              <a:solidFill>
                <a:srgbClr val="663300"/>
              </a:solidFill>
            </a:endParaRPr>
          </a:p>
        </p:txBody>
      </p:sp>
      <p:sp>
        <p:nvSpPr>
          <p:cNvPr id="82951" name="Rectangle 7"/>
          <p:cNvSpPr/>
          <p:nvPr/>
        </p:nvSpPr>
        <p:spPr>
          <a:xfrm>
            <a:off x="1905000" y="2590800"/>
            <a:ext cx="5638800" cy="533400"/>
          </a:xfrm>
          <a:prstGeom prst="rect">
            <a:avLst/>
          </a:prstGeom>
          <a:solidFill>
            <a:schemeClr val="tx2"/>
          </a:solidFill>
          <a:ln w="9525" cap="flat" cmpd="sng">
            <a:solidFill>
              <a:schemeClr val="tx1"/>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buChar char="•"/>
              <a:defRPr sz="3200">
                <a:solidFill>
                  <a:srgbClr val="666699"/>
                </a:solidFill>
                <a:latin typeface="+mn-lt"/>
                <a:ea typeface="+mn-ea"/>
                <a:cs typeface="+mn-cs"/>
              </a:defRPr>
            </a:lvl1pPr>
            <a:lvl2pPr marL="742950" indent="-285750" algn="l" rtl="0" eaLnBrk="0" fontAlgn="base" hangingPunct="0">
              <a:spcBef>
                <a:spcPct val="20000"/>
              </a:spcBef>
              <a:spcAft>
                <a:spcPct val="0"/>
              </a:spcAft>
              <a:buChar char="–"/>
              <a:defRPr sz="2800">
                <a:solidFill>
                  <a:srgbClr val="666699"/>
                </a:solidFill>
                <a:latin typeface="+mn-lt"/>
                <a:ea typeface="+mn-ea"/>
              </a:defRPr>
            </a:lvl2pPr>
            <a:lvl3pPr marL="1143000" indent="-228600" algn="l" rtl="0" eaLnBrk="0" fontAlgn="base" hangingPunct="0">
              <a:spcBef>
                <a:spcPct val="20000"/>
              </a:spcBef>
              <a:spcAft>
                <a:spcPct val="0"/>
              </a:spcAft>
              <a:buChar char="•"/>
              <a:defRPr sz="2400">
                <a:solidFill>
                  <a:srgbClr val="666699"/>
                </a:solidFill>
                <a:latin typeface="+mn-lt"/>
                <a:ea typeface="+mn-ea"/>
              </a:defRPr>
            </a:lvl3pPr>
            <a:lvl4pPr marL="1600200" indent="-228600" algn="l" rtl="0" eaLnBrk="0" fontAlgn="base" hangingPunct="0">
              <a:spcBef>
                <a:spcPct val="20000"/>
              </a:spcBef>
              <a:spcAft>
                <a:spcPct val="0"/>
              </a:spcAft>
              <a:buChar char="–"/>
              <a:defRPr sz="2000">
                <a:solidFill>
                  <a:srgbClr val="666699"/>
                </a:solidFill>
                <a:latin typeface="+mn-lt"/>
                <a:ea typeface="+mn-ea"/>
              </a:defRPr>
            </a:lvl4pPr>
            <a:lvl5pPr marL="2057400" indent="-228600" algn="l" rtl="0" eaLnBrk="0" fontAlgn="base" hangingPunct="0">
              <a:spcBef>
                <a:spcPct val="20000"/>
              </a:spcBef>
              <a:spcAft>
                <a:spcPct val="0"/>
              </a:spcAft>
              <a:buChar char="»"/>
              <a:defRPr sz="2000">
                <a:solidFill>
                  <a:srgbClr val="666699"/>
                </a:solidFill>
                <a:latin typeface="+mn-lt"/>
                <a:ea typeface="+mn-ea"/>
              </a:defRPr>
            </a:lvl5pPr>
          </a:lstStyle>
          <a:p>
            <a:pPr marL="0" lvl="0" indent="0" algn="ctr" eaLnBrk="1" hangingPunct="1">
              <a:spcBef>
                <a:spcPct val="0"/>
              </a:spcBef>
              <a:buNone/>
            </a:pPr>
            <a:r>
              <a:rPr lang="zh-CN" altLang="en-US" sz="2400" dirty="0">
                <a:solidFill>
                  <a:srgbClr val="CCECFF"/>
                </a:solidFill>
              </a:rPr>
              <a:t>74182</a:t>
            </a:r>
            <a:endParaRPr lang="zh-CN" altLang="en-US" sz="2400" dirty="0">
              <a:solidFill>
                <a:srgbClr val="CCECFF"/>
              </a:solidFill>
            </a:endParaRPr>
          </a:p>
        </p:txBody>
      </p:sp>
      <p:sp>
        <p:nvSpPr>
          <p:cNvPr id="82952" name="Line 8"/>
          <p:cNvSpPr/>
          <p:nvPr/>
        </p:nvSpPr>
        <p:spPr>
          <a:xfrm flipV="1">
            <a:off x="1981200" y="1981200"/>
            <a:ext cx="0" cy="609600"/>
          </a:xfrm>
          <a:prstGeom prst="line">
            <a:avLst/>
          </a:prstGeom>
          <a:ln w="9525" cap="flat" cmpd="sng">
            <a:solidFill>
              <a:schemeClr val="tx1"/>
            </a:solidFill>
            <a:prstDash val="solid"/>
            <a:headEnd type="none" w="med" len="med"/>
            <a:tailEnd type="triangle" w="med" len="med"/>
          </a:ln>
        </p:spPr>
      </p:sp>
      <p:sp>
        <p:nvSpPr>
          <p:cNvPr id="82953" name="Line 9"/>
          <p:cNvSpPr/>
          <p:nvPr/>
        </p:nvSpPr>
        <p:spPr>
          <a:xfrm flipV="1">
            <a:off x="2133600" y="3124200"/>
            <a:ext cx="0" cy="609600"/>
          </a:xfrm>
          <a:prstGeom prst="line">
            <a:avLst/>
          </a:prstGeom>
          <a:ln w="9525" cap="flat" cmpd="sng">
            <a:solidFill>
              <a:schemeClr val="tx1"/>
            </a:solidFill>
            <a:prstDash val="solid"/>
            <a:headEnd type="none" w="med" len="med"/>
            <a:tailEnd type="triangle" w="med" len="med"/>
          </a:ln>
        </p:spPr>
      </p:sp>
      <p:sp>
        <p:nvSpPr>
          <p:cNvPr id="82954" name="Line 10"/>
          <p:cNvSpPr/>
          <p:nvPr/>
        </p:nvSpPr>
        <p:spPr>
          <a:xfrm flipV="1">
            <a:off x="3505200" y="3124200"/>
            <a:ext cx="0" cy="609600"/>
          </a:xfrm>
          <a:prstGeom prst="line">
            <a:avLst/>
          </a:prstGeom>
          <a:ln w="9525" cap="flat" cmpd="sng">
            <a:solidFill>
              <a:schemeClr val="tx1"/>
            </a:solidFill>
            <a:prstDash val="solid"/>
            <a:headEnd type="none" w="med" len="med"/>
            <a:tailEnd type="triangle" w="med" len="med"/>
          </a:ln>
        </p:spPr>
      </p:sp>
      <p:sp>
        <p:nvSpPr>
          <p:cNvPr id="82955" name="Line 11"/>
          <p:cNvSpPr/>
          <p:nvPr/>
        </p:nvSpPr>
        <p:spPr>
          <a:xfrm flipV="1">
            <a:off x="3657600" y="3124200"/>
            <a:ext cx="0" cy="609600"/>
          </a:xfrm>
          <a:prstGeom prst="line">
            <a:avLst/>
          </a:prstGeom>
          <a:ln w="9525" cap="flat" cmpd="sng">
            <a:solidFill>
              <a:schemeClr val="tx1"/>
            </a:solidFill>
            <a:prstDash val="solid"/>
            <a:headEnd type="none" w="med" len="med"/>
            <a:tailEnd type="triangle" w="med" len="med"/>
          </a:ln>
        </p:spPr>
      </p:sp>
      <p:sp>
        <p:nvSpPr>
          <p:cNvPr id="82956" name="Line 12"/>
          <p:cNvSpPr/>
          <p:nvPr/>
        </p:nvSpPr>
        <p:spPr>
          <a:xfrm flipV="1">
            <a:off x="5029200" y="3124200"/>
            <a:ext cx="0" cy="609600"/>
          </a:xfrm>
          <a:prstGeom prst="line">
            <a:avLst/>
          </a:prstGeom>
          <a:ln w="9525" cap="flat" cmpd="sng">
            <a:solidFill>
              <a:schemeClr val="tx1"/>
            </a:solidFill>
            <a:prstDash val="solid"/>
            <a:headEnd type="none" w="med" len="med"/>
            <a:tailEnd type="triangle" w="med" len="med"/>
          </a:ln>
        </p:spPr>
      </p:sp>
      <p:sp>
        <p:nvSpPr>
          <p:cNvPr id="82957" name="Line 13"/>
          <p:cNvSpPr/>
          <p:nvPr/>
        </p:nvSpPr>
        <p:spPr>
          <a:xfrm flipV="1">
            <a:off x="5181600" y="3124200"/>
            <a:ext cx="0" cy="609600"/>
          </a:xfrm>
          <a:prstGeom prst="line">
            <a:avLst/>
          </a:prstGeom>
          <a:ln w="9525" cap="flat" cmpd="sng">
            <a:solidFill>
              <a:schemeClr val="tx1"/>
            </a:solidFill>
            <a:prstDash val="solid"/>
            <a:headEnd type="none" w="med" len="med"/>
            <a:tailEnd type="triangle" w="med" len="med"/>
          </a:ln>
        </p:spPr>
      </p:sp>
      <p:sp>
        <p:nvSpPr>
          <p:cNvPr id="82958" name="Line 14"/>
          <p:cNvSpPr/>
          <p:nvPr/>
        </p:nvSpPr>
        <p:spPr>
          <a:xfrm flipV="1">
            <a:off x="6629400" y="3124200"/>
            <a:ext cx="0" cy="609600"/>
          </a:xfrm>
          <a:prstGeom prst="line">
            <a:avLst/>
          </a:prstGeom>
          <a:ln w="9525" cap="flat" cmpd="sng">
            <a:solidFill>
              <a:schemeClr val="tx1"/>
            </a:solidFill>
            <a:prstDash val="solid"/>
            <a:headEnd type="none" w="med" len="med"/>
            <a:tailEnd type="triangle" w="med" len="med"/>
          </a:ln>
        </p:spPr>
      </p:sp>
      <p:sp>
        <p:nvSpPr>
          <p:cNvPr id="82959" name="Line 15"/>
          <p:cNvSpPr/>
          <p:nvPr/>
        </p:nvSpPr>
        <p:spPr>
          <a:xfrm flipV="1">
            <a:off x="6781800" y="3124200"/>
            <a:ext cx="0" cy="609600"/>
          </a:xfrm>
          <a:prstGeom prst="line">
            <a:avLst/>
          </a:prstGeom>
          <a:ln w="9525" cap="flat" cmpd="sng">
            <a:solidFill>
              <a:schemeClr val="tx1"/>
            </a:solidFill>
            <a:prstDash val="solid"/>
            <a:headEnd type="none" w="med" len="med"/>
            <a:tailEnd type="triangle" w="med" len="med"/>
          </a:ln>
        </p:spPr>
      </p:sp>
      <p:sp>
        <p:nvSpPr>
          <p:cNvPr id="82960" name="Line 16"/>
          <p:cNvSpPr/>
          <p:nvPr/>
        </p:nvSpPr>
        <p:spPr>
          <a:xfrm flipV="1">
            <a:off x="2590800" y="3352800"/>
            <a:ext cx="0" cy="381000"/>
          </a:xfrm>
          <a:prstGeom prst="line">
            <a:avLst/>
          </a:prstGeom>
          <a:ln w="76200" cap="flat" cmpd="sng">
            <a:solidFill>
              <a:schemeClr val="tx1"/>
            </a:solidFill>
            <a:prstDash val="solid"/>
            <a:headEnd type="none" w="med" len="med"/>
            <a:tailEnd type="triangle" w="med" len="med"/>
          </a:ln>
        </p:spPr>
      </p:sp>
      <p:sp>
        <p:nvSpPr>
          <p:cNvPr id="82961" name="Line 17"/>
          <p:cNvSpPr/>
          <p:nvPr/>
        </p:nvSpPr>
        <p:spPr>
          <a:xfrm flipV="1">
            <a:off x="4114800" y="3352800"/>
            <a:ext cx="0" cy="381000"/>
          </a:xfrm>
          <a:prstGeom prst="line">
            <a:avLst/>
          </a:prstGeom>
          <a:ln w="76200" cap="flat" cmpd="sng">
            <a:solidFill>
              <a:schemeClr val="tx1"/>
            </a:solidFill>
            <a:prstDash val="solid"/>
            <a:headEnd type="none" w="med" len="med"/>
            <a:tailEnd type="triangle" w="med" len="med"/>
          </a:ln>
        </p:spPr>
      </p:sp>
      <p:sp>
        <p:nvSpPr>
          <p:cNvPr id="82962" name="Line 18"/>
          <p:cNvSpPr/>
          <p:nvPr/>
        </p:nvSpPr>
        <p:spPr>
          <a:xfrm flipV="1">
            <a:off x="5638800" y="3352800"/>
            <a:ext cx="0" cy="381000"/>
          </a:xfrm>
          <a:prstGeom prst="line">
            <a:avLst/>
          </a:prstGeom>
          <a:ln w="76200" cap="flat" cmpd="sng">
            <a:solidFill>
              <a:schemeClr val="tx1"/>
            </a:solidFill>
            <a:prstDash val="solid"/>
            <a:headEnd type="none" w="med" len="med"/>
            <a:tailEnd type="triangle" w="med" len="med"/>
          </a:ln>
        </p:spPr>
      </p:sp>
      <p:sp>
        <p:nvSpPr>
          <p:cNvPr id="82963" name="Line 19"/>
          <p:cNvSpPr/>
          <p:nvPr/>
        </p:nvSpPr>
        <p:spPr>
          <a:xfrm flipV="1">
            <a:off x="7239000" y="3352800"/>
            <a:ext cx="0" cy="381000"/>
          </a:xfrm>
          <a:prstGeom prst="line">
            <a:avLst/>
          </a:prstGeom>
          <a:ln w="76200" cap="flat" cmpd="sng">
            <a:solidFill>
              <a:schemeClr val="tx1"/>
            </a:solidFill>
            <a:prstDash val="solid"/>
            <a:headEnd type="none" w="med" len="med"/>
            <a:tailEnd type="triangle" w="med" len="med"/>
          </a:ln>
        </p:spPr>
      </p:sp>
      <p:sp>
        <p:nvSpPr>
          <p:cNvPr id="82964" name="Line 20"/>
          <p:cNvSpPr/>
          <p:nvPr/>
        </p:nvSpPr>
        <p:spPr>
          <a:xfrm flipH="1">
            <a:off x="7543800" y="3962400"/>
            <a:ext cx="990600" cy="0"/>
          </a:xfrm>
          <a:prstGeom prst="line">
            <a:avLst/>
          </a:prstGeom>
          <a:ln w="9525" cap="flat" cmpd="sng">
            <a:solidFill>
              <a:schemeClr val="tx1"/>
            </a:solidFill>
            <a:prstDash val="solid"/>
            <a:headEnd type="none" w="med" len="med"/>
            <a:tailEnd type="triangle" w="med" len="med"/>
          </a:ln>
        </p:spPr>
      </p:sp>
      <p:sp>
        <p:nvSpPr>
          <p:cNvPr id="82965" name="Line 21"/>
          <p:cNvSpPr/>
          <p:nvPr/>
        </p:nvSpPr>
        <p:spPr>
          <a:xfrm>
            <a:off x="8077200" y="2895600"/>
            <a:ext cx="0" cy="1066800"/>
          </a:xfrm>
          <a:prstGeom prst="line">
            <a:avLst/>
          </a:prstGeom>
          <a:ln w="9525" cap="flat" cmpd="sng">
            <a:solidFill>
              <a:schemeClr val="tx1"/>
            </a:solidFill>
            <a:prstDash val="solid"/>
            <a:headEnd type="none" w="med" len="med"/>
            <a:tailEnd type="none" w="med" len="med"/>
          </a:ln>
        </p:spPr>
      </p:sp>
      <p:sp>
        <p:nvSpPr>
          <p:cNvPr id="82966" name="Line 22"/>
          <p:cNvSpPr/>
          <p:nvPr/>
        </p:nvSpPr>
        <p:spPr>
          <a:xfrm flipH="1">
            <a:off x="7543800" y="2895600"/>
            <a:ext cx="533400" cy="0"/>
          </a:xfrm>
          <a:prstGeom prst="line">
            <a:avLst/>
          </a:prstGeom>
          <a:ln w="9525" cap="flat" cmpd="sng">
            <a:solidFill>
              <a:schemeClr val="tx1"/>
            </a:solidFill>
            <a:prstDash val="solid"/>
            <a:headEnd type="none" w="med" len="med"/>
            <a:tailEnd type="triangle" w="med" len="med"/>
          </a:ln>
        </p:spPr>
      </p:sp>
      <p:sp>
        <p:nvSpPr>
          <p:cNvPr id="82967" name="Line 23"/>
          <p:cNvSpPr/>
          <p:nvPr/>
        </p:nvSpPr>
        <p:spPr>
          <a:xfrm flipH="1">
            <a:off x="5943600" y="3962400"/>
            <a:ext cx="304800" cy="0"/>
          </a:xfrm>
          <a:prstGeom prst="line">
            <a:avLst/>
          </a:prstGeom>
          <a:ln w="9525" cap="flat" cmpd="sng">
            <a:solidFill>
              <a:schemeClr val="tx1"/>
            </a:solidFill>
            <a:prstDash val="solid"/>
            <a:headEnd type="none" w="med" len="med"/>
            <a:tailEnd type="triangle" w="med" len="med"/>
          </a:ln>
        </p:spPr>
      </p:sp>
      <p:sp>
        <p:nvSpPr>
          <p:cNvPr id="82968" name="Line 24"/>
          <p:cNvSpPr/>
          <p:nvPr/>
        </p:nvSpPr>
        <p:spPr>
          <a:xfrm flipH="1">
            <a:off x="4343400" y="3962400"/>
            <a:ext cx="381000" cy="0"/>
          </a:xfrm>
          <a:prstGeom prst="line">
            <a:avLst/>
          </a:prstGeom>
          <a:ln w="9525" cap="flat" cmpd="sng">
            <a:solidFill>
              <a:schemeClr val="tx1"/>
            </a:solidFill>
            <a:prstDash val="solid"/>
            <a:headEnd type="none" w="med" len="med"/>
            <a:tailEnd type="triangle" w="med" len="med"/>
          </a:ln>
        </p:spPr>
      </p:sp>
      <p:sp>
        <p:nvSpPr>
          <p:cNvPr id="82969" name="Line 25"/>
          <p:cNvSpPr/>
          <p:nvPr/>
        </p:nvSpPr>
        <p:spPr>
          <a:xfrm flipH="1">
            <a:off x="2895600" y="3962400"/>
            <a:ext cx="304800" cy="0"/>
          </a:xfrm>
          <a:prstGeom prst="line">
            <a:avLst/>
          </a:prstGeom>
          <a:ln w="9525" cap="flat" cmpd="sng">
            <a:solidFill>
              <a:schemeClr val="tx1"/>
            </a:solidFill>
            <a:prstDash val="solid"/>
            <a:headEnd type="none" w="med" len="med"/>
            <a:tailEnd type="triangle" w="med" len="med"/>
          </a:ln>
        </p:spPr>
      </p:sp>
      <p:sp>
        <p:nvSpPr>
          <p:cNvPr id="82970" name="Line 26"/>
          <p:cNvSpPr/>
          <p:nvPr/>
        </p:nvSpPr>
        <p:spPr>
          <a:xfrm flipH="1">
            <a:off x="1295400" y="3962400"/>
            <a:ext cx="609600" cy="0"/>
          </a:xfrm>
          <a:prstGeom prst="line">
            <a:avLst/>
          </a:prstGeom>
          <a:ln w="9525" cap="flat" cmpd="sng">
            <a:solidFill>
              <a:schemeClr val="tx1"/>
            </a:solidFill>
            <a:prstDash val="solid"/>
            <a:headEnd type="none" w="med" len="med"/>
            <a:tailEnd type="triangle" w="med" len="med"/>
          </a:ln>
        </p:spPr>
      </p:sp>
      <p:sp>
        <p:nvSpPr>
          <p:cNvPr id="82971" name="Line 27"/>
          <p:cNvSpPr/>
          <p:nvPr/>
        </p:nvSpPr>
        <p:spPr>
          <a:xfrm>
            <a:off x="3200400" y="3124200"/>
            <a:ext cx="0" cy="838200"/>
          </a:xfrm>
          <a:prstGeom prst="line">
            <a:avLst/>
          </a:prstGeom>
          <a:ln w="9525" cap="flat" cmpd="sng">
            <a:solidFill>
              <a:schemeClr val="tx1"/>
            </a:solidFill>
            <a:prstDash val="solid"/>
            <a:headEnd type="none" w="med" len="med"/>
            <a:tailEnd type="none" w="med" len="med"/>
          </a:ln>
        </p:spPr>
      </p:sp>
      <p:sp>
        <p:nvSpPr>
          <p:cNvPr id="82972" name="Line 28"/>
          <p:cNvSpPr/>
          <p:nvPr/>
        </p:nvSpPr>
        <p:spPr>
          <a:xfrm>
            <a:off x="4724400" y="3124200"/>
            <a:ext cx="0" cy="838200"/>
          </a:xfrm>
          <a:prstGeom prst="line">
            <a:avLst/>
          </a:prstGeom>
          <a:ln w="9525" cap="flat" cmpd="sng">
            <a:solidFill>
              <a:schemeClr val="tx1"/>
            </a:solidFill>
            <a:prstDash val="solid"/>
            <a:headEnd type="none" w="med" len="med"/>
            <a:tailEnd type="none" w="med" len="med"/>
          </a:ln>
        </p:spPr>
      </p:sp>
      <p:sp>
        <p:nvSpPr>
          <p:cNvPr id="82973" name="Line 29"/>
          <p:cNvSpPr/>
          <p:nvPr/>
        </p:nvSpPr>
        <p:spPr>
          <a:xfrm>
            <a:off x="6248400" y="3124200"/>
            <a:ext cx="0" cy="838200"/>
          </a:xfrm>
          <a:prstGeom prst="line">
            <a:avLst/>
          </a:prstGeom>
          <a:ln w="9525" cap="flat" cmpd="sng">
            <a:solidFill>
              <a:schemeClr val="tx1"/>
            </a:solidFill>
            <a:prstDash val="solid"/>
            <a:headEnd type="none" w="med" len="med"/>
            <a:tailEnd type="none" w="med" len="med"/>
          </a:ln>
        </p:spPr>
      </p:sp>
      <p:sp>
        <p:nvSpPr>
          <p:cNvPr id="82974" name="Line 30"/>
          <p:cNvSpPr/>
          <p:nvPr/>
        </p:nvSpPr>
        <p:spPr>
          <a:xfrm flipV="1">
            <a:off x="2286000" y="1981200"/>
            <a:ext cx="0" cy="609600"/>
          </a:xfrm>
          <a:prstGeom prst="line">
            <a:avLst/>
          </a:prstGeom>
          <a:ln w="9525" cap="flat" cmpd="sng">
            <a:solidFill>
              <a:schemeClr val="tx1"/>
            </a:solidFill>
            <a:prstDash val="solid"/>
            <a:headEnd type="none" w="med" len="med"/>
            <a:tailEnd type="triangle" w="med" len="med"/>
          </a:ln>
        </p:spPr>
      </p:sp>
      <p:sp>
        <p:nvSpPr>
          <p:cNvPr id="82975" name="Line 31"/>
          <p:cNvSpPr/>
          <p:nvPr/>
        </p:nvSpPr>
        <p:spPr>
          <a:xfrm flipV="1">
            <a:off x="2057400" y="4191000"/>
            <a:ext cx="0" cy="533400"/>
          </a:xfrm>
          <a:prstGeom prst="line">
            <a:avLst/>
          </a:prstGeom>
          <a:ln w="57150" cap="flat" cmpd="sng">
            <a:solidFill>
              <a:schemeClr val="tx1"/>
            </a:solidFill>
            <a:prstDash val="solid"/>
            <a:headEnd type="none" w="med" len="med"/>
            <a:tailEnd type="triangle" w="med" len="med"/>
          </a:ln>
        </p:spPr>
      </p:sp>
      <p:sp>
        <p:nvSpPr>
          <p:cNvPr id="82976" name="Line 32"/>
          <p:cNvSpPr/>
          <p:nvPr/>
        </p:nvSpPr>
        <p:spPr>
          <a:xfrm flipV="1">
            <a:off x="2667000" y="4191000"/>
            <a:ext cx="0" cy="533400"/>
          </a:xfrm>
          <a:prstGeom prst="line">
            <a:avLst/>
          </a:prstGeom>
          <a:ln w="57150" cap="flat" cmpd="sng">
            <a:solidFill>
              <a:schemeClr val="tx1"/>
            </a:solidFill>
            <a:prstDash val="solid"/>
            <a:headEnd type="none" w="med" len="med"/>
            <a:tailEnd type="triangle" w="med" len="med"/>
          </a:ln>
        </p:spPr>
      </p:sp>
      <p:sp>
        <p:nvSpPr>
          <p:cNvPr id="82977" name="Line 33"/>
          <p:cNvSpPr/>
          <p:nvPr/>
        </p:nvSpPr>
        <p:spPr>
          <a:xfrm flipV="1">
            <a:off x="3581400" y="4191000"/>
            <a:ext cx="0" cy="533400"/>
          </a:xfrm>
          <a:prstGeom prst="line">
            <a:avLst/>
          </a:prstGeom>
          <a:ln w="57150" cap="flat" cmpd="sng">
            <a:solidFill>
              <a:schemeClr val="tx1"/>
            </a:solidFill>
            <a:prstDash val="solid"/>
            <a:headEnd type="none" w="med" len="med"/>
            <a:tailEnd type="triangle" w="med" len="med"/>
          </a:ln>
        </p:spPr>
      </p:sp>
      <p:sp>
        <p:nvSpPr>
          <p:cNvPr id="82978" name="Line 34"/>
          <p:cNvSpPr/>
          <p:nvPr/>
        </p:nvSpPr>
        <p:spPr>
          <a:xfrm flipV="1">
            <a:off x="4191000" y="4191000"/>
            <a:ext cx="0" cy="533400"/>
          </a:xfrm>
          <a:prstGeom prst="line">
            <a:avLst/>
          </a:prstGeom>
          <a:ln w="57150" cap="flat" cmpd="sng">
            <a:solidFill>
              <a:schemeClr val="tx1"/>
            </a:solidFill>
            <a:prstDash val="solid"/>
            <a:headEnd type="none" w="med" len="med"/>
            <a:tailEnd type="triangle" w="med" len="med"/>
          </a:ln>
        </p:spPr>
      </p:sp>
      <p:sp>
        <p:nvSpPr>
          <p:cNvPr id="82979" name="Line 35"/>
          <p:cNvSpPr/>
          <p:nvPr/>
        </p:nvSpPr>
        <p:spPr>
          <a:xfrm flipV="1">
            <a:off x="5105400" y="4191000"/>
            <a:ext cx="0" cy="533400"/>
          </a:xfrm>
          <a:prstGeom prst="line">
            <a:avLst/>
          </a:prstGeom>
          <a:ln w="57150" cap="flat" cmpd="sng">
            <a:solidFill>
              <a:schemeClr val="tx1"/>
            </a:solidFill>
            <a:prstDash val="solid"/>
            <a:headEnd type="none" w="med" len="med"/>
            <a:tailEnd type="triangle" w="med" len="med"/>
          </a:ln>
        </p:spPr>
      </p:sp>
      <p:sp>
        <p:nvSpPr>
          <p:cNvPr id="82980" name="Line 36"/>
          <p:cNvSpPr/>
          <p:nvPr/>
        </p:nvSpPr>
        <p:spPr>
          <a:xfrm flipV="1">
            <a:off x="5715000" y="4191000"/>
            <a:ext cx="0" cy="533400"/>
          </a:xfrm>
          <a:prstGeom prst="line">
            <a:avLst/>
          </a:prstGeom>
          <a:ln w="57150" cap="flat" cmpd="sng">
            <a:solidFill>
              <a:schemeClr val="tx1"/>
            </a:solidFill>
            <a:prstDash val="solid"/>
            <a:headEnd type="none" w="med" len="med"/>
            <a:tailEnd type="triangle" w="med" len="med"/>
          </a:ln>
        </p:spPr>
      </p:sp>
      <p:sp>
        <p:nvSpPr>
          <p:cNvPr id="82981" name="Line 37"/>
          <p:cNvSpPr/>
          <p:nvPr/>
        </p:nvSpPr>
        <p:spPr>
          <a:xfrm flipV="1">
            <a:off x="6705600" y="4191000"/>
            <a:ext cx="0" cy="533400"/>
          </a:xfrm>
          <a:prstGeom prst="line">
            <a:avLst/>
          </a:prstGeom>
          <a:ln w="57150" cap="flat" cmpd="sng">
            <a:solidFill>
              <a:schemeClr val="tx1"/>
            </a:solidFill>
            <a:prstDash val="solid"/>
            <a:headEnd type="none" w="med" len="med"/>
            <a:tailEnd type="triangle" w="med" len="med"/>
          </a:ln>
        </p:spPr>
      </p:sp>
      <p:sp>
        <p:nvSpPr>
          <p:cNvPr id="82982" name="Line 38"/>
          <p:cNvSpPr/>
          <p:nvPr/>
        </p:nvSpPr>
        <p:spPr>
          <a:xfrm flipV="1">
            <a:off x="7315200" y="4191000"/>
            <a:ext cx="0" cy="533400"/>
          </a:xfrm>
          <a:prstGeom prst="line">
            <a:avLst/>
          </a:prstGeom>
          <a:ln w="57150" cap="flat" cmpd="sng">
            <a:solidFill>
              <a:schemeClr val="tx1"/>
            </a:solidFill>
            <a:prstDash val="solid"/>
            <a:headEnd type="none" w="med" len="med"/>
            <a:tailEnd type="triangle" w="med" len="med"/>
          </a:ln>
        </p:spPr>
      </p:sp>
      <p:sp>
        <p:nvSpPr>
          <p:cNvPr id="82983" name="Text Box 39"/>
          <p:cNvSpPr txBox="1"/>
          <p:nvPr/>
        </p:nvSpPr>
        <p:spPr>
          <a:xfrm>
            <a:off x="8213725" y="3595688"/>
            <a:ext cx="481013" cy="396875"/>
          </a:xfrm>
          <a:prstGeom prst="rect">
            <a:avLst/>
          </a:prstGeom>
          <a:noFill/>
          <a:ln w="9525">
            <a:noFill/>
          </a:ln>
        </p:spPr>
        <p:txBody>
          <a:bodyPr wrap="none">
            <a:spAutoFit/>
          </a:bodyPr>
          <a:lstStyle>
            <a:lvl1pPr marL="342900" indent="-342900" algn="l" rtl="0" eaLnBrk="0" fontAlgn="base" hangingPunct="0">
              <a:spcBef>
                <a:spcPct val="20000"/>
              </a:spcBef>
              <a:spcAft>
                <a:spcPct val="0"/>
              </a:spcAft>
              <a:buChar char="•"/>
              <a:defRPr sz="3200">
                <a:solidFill>
                  <a:srgbClr val="666699"/>
                </a:solidFill>
                <a:latin typeface="+mn-lt"/>
                <a:ea typeface="+mn-ea"/>
                <a:cs typeface="+mn-cs"/>
              </a:defRPr>
            </a:lvl1pPr>
            <a:lvl2pPr marL="742950" indent="-285750" algn="l" rtl="0" eaLnBrk="0" fontAlgn="base" hangingPunct="0">
              <a:spcBef>
                <a:spcPct val="20000"/>
              </a:spcBef>
              <a:spcAft>
                <a:spcPct val="0"/>
              </a:spcAft>
              <a:buChar char="–"/>
              <a:defRPr sz="2800">
                <a:solidFill>
                  <a:srgbClr val="666699"/>
                </a:solidFill>
                <a:latin typeface="+mn-lt"/>
                <a:ea typeface="+mn-ea"/>
              </a:defRPr>
            </a:lvl2pPr>
            <a:lvl3pPr marL="1143000" indent="-228600" algn="l" rtl="0" eaLnBrk="0" fontAlgn="base" hangingPunct="0">
              <a:spcBef>
                <a:spcPct val="20000"/>
              </a:spcBef>
              <a:spcAft>
                <a:spcPct val="0"/>
              </a:spcAft>
              <a:buChar char="•"/>
              <a:defRPr sz="2400">
                <a:solidFill>
                  <a:srgbClr val="666699"/>
                </a:solidFill>
                <a:latin typeface="+mn-lt"/>
                <a:ea typeface="+mn-ea"/>
              </a:defRPr>
            </a:lvl3pPr>
            <a:lvl4pPr marL="1600200" indent="-228600" algn="l" rtl="0" eaLnBrk="0" fontAlgn="base" hangingPunct="0">
              <a:spcBef>
                <a:spcPct val="20000"/>
              </a:spcBef>
              <a:spcAft>
                <a:spcPct val="0"/>
              </a:spcAft>
              <a:buChar char="–"/>
              <a:defRPr sz="2000">
                <a:solidFill>
                  <a:srgbClr val="666699"/>
                </a:solidFill>
                <a:latin typeface="+mn-lt"/>
                <a:ea typeface="+mn-ea"/>
              </a:defRPr>
            </a:lvl4pPr>
            <a:lvl5pPr marL="2057400" indent="-228600" algn="l" rtl="0" eaLnBrk="0" fontAlgn="base" hangingPunct="0">
              <a:spcBef>
                <a:spcPct val="20000"/>
              </a:spcBef>
              <a:spcAft>
                <a:spcPct val="0"/>
              </a:spcAft>
              <a:buChar char="»"/>
              <a:defRPr sz="2000">
                <a:solidFill>
                  <a:srgbClr val="666699"/>
                </a:solidFill>
                <a:latin typeface="+mn-lt"/>
                <a:ea typeface="+mn-ea"/>
              </a:defRPr>
            </a:lvl5pPr>
          </a:lstStyle>
          <a:p>
            <a:pPr marL="0" lvl="0" indent="0" eaLnBrk="1" hangingPunct="1">
              <a:spcBef>
                <a:spcPct val="0"/>
              </a:spcBef>
              <a:buNone/>
            </a:pPr>
            <a:r>
              <a:rPr lang="zh-CN" altLang="en-US" sz="2000" dirty="0">
                <a:solidFill>
                  <a:schemeClr val="tx1"/>
                </a:solidFill>
              </a:rPr>
              <a:t>C0</a:t>
            </a:r>
            <a:endParaRPr lang="zh-CN" altLang="en-US" sz="2000" dirty="0">
              <a:solidFill>
                <a:schemeClr val="tx1"/>
              </a:solidFill>
            </a:endParaRPr>
          </a:p>
        </p:txBody>
      </p:sp>
      <p:sp>
        <p:nvSpPr>
          <p:cNvPr id="82984" name="Text Box 40"/>
          <p:cNvSpPr txBox="1"/>
          <p:nvPr/>
        </p:nvSpPr>
        <p:spPr>
          <a:xfrm>
            <a:off x="5851525" y="3062288"/>
            <a:ext cx="481013" cy="396875"/>
          </a:xfrm>
          <a:prstGeom prst="rect">
            <a:avLst/>
          </a:prstGeom>
          <a:noFill/>
          <a:ln w="9525">
            <a:noFill/>
          </a:ln>
        </p:spPr>
        <p:txBody>
          <a:bodyPr wrap="none">
            <a:spAutoFit/>
          </a:bodyPr>
          <a:lstStyle>
            <a:lvl1pPr marL="342900" indent="-342900" algn="l" rtl="0" eaLnBrk="0" fontAlgn="base" hangingPunct="0">
              <a:spcBef>
                <a:spcPct val="20000"/>
              </a:spcBef>
              <a:spcAft>
                <a:spcPct val="0"/>
              </a:spcAft>
              <a:buChar char="•"/>
              <a:defRPr sz="3200">
                <a:solidFill>
                  <a:srgbClr val="666699"/>
                </a:solidFill>
                <a:latin typeface="+mn-lt"/>
                <a:ea typeface="+mn-ea"/>
                <a:cs typeface="+mn-cs"/>
              </a:defRPr>
            </a:lvl1pPr>
            <a:lvl2pPr marL="742950" indent="-285750" algn="l" rtl="0" eaLnBrk="0" fontAlgn="base" hangingPunct="0">
              <a:spcBef>
                <a:spcPct val="20000"/>
              </a:spcBef>
              <a:spcAft>
                <a:spcPct val="0"/>
              </a:spcAft>
              <a:buChar char="–"/>
              <a:defRPr sz="2800">
                <a:solidFill>
                  <a:srgbClr val="666699"/>
                </a:solidFill>
                <a:latin typeface="+mn-lt"/>
                <a:ea typeface="+mn-ea"/>
              </a:defRPr>
            </a:lvl2pPr>
            <a:lvl3pPr marL="1143000" indent="-228600" algn="l" rtl="0" eaLnBrk="0" fontAlgn="base" hangingPunct="0">
              <a:spcBef>
                <a:spcPct val="20000"/>
              </a:spcBef>
              <a:spcAft>
                <a:spcPct val="0"/>
              </a:spcAft>
              <a:buChar char="•"/>
              <a:defRPr sz="2400">
                <a:solidFill>
                  <a:srgbClr val="666699"/>
                </a:solidFill>
                <a:latin typeface="+mn-lt"/>
                <a:ea typeface="+mn-ea"/>
              </a:defRPr>
            </a:lvl3pPr>
            <a:lvl4pPr marL="1600200" indent="-228600" algn="l" rtl="0" eaLnBrk="0" fontAlgn="base" hangingPunct="0">
              <a:spcBef>
                <a:spcPct val="20000"/>
              </a:spcBef>
              <a:spcAft>
                <a:spcPct val="0"/>
              </a:spcAft>
              <a:buChar char="–"/>
              <a:defRPr sz="2000">
                <a:solidFill>
                  <a:srgbClr val="666699"/>
                </a:solidFill>
                <a:latin typeface="+mn-lt"/>
                <a:ea typeface="+mn-ea"/>
              </a:defRPr>
            </a:lvl4pPr>
            <a:lvl5pPr marL="2057400" indent="-228600" algn="l" rtl="0" eaLnBrk="0" fontAlgn="base" hangingPunct="0">
              <a:spcBef>
                <a:spcPct val="20000"/>
              </a:spcBef>
              <a:spcAft>
                <a:spcPct val="0"/>
              </a:spcAft>
              <a:buChar char="»"/>
              <a:defRPr sz="2000">
                <a:solidFill>
                  <a:srgbClr val="666699"/>
                </a:solidFill>
                <a:latin typeface="+mn-lt"/>
                <a:ea typeface="+mn-ea"/>
              </a:defRPr>
            </a:lvl5pPr>
          </a:lstStyle>
          <a:p>
            <a:pPr marL="0" lvl="0" indent="0" eaLnBrk="1" hangingPunct="1">
              <a:spcBef>
                <a:spcPct val="0"/>
              </a:spcBef>
              <a:buNone/>
            </a:pPr>
            <a:r>
              <a:rPr lang="zh-CN" altLang="en-US" sz="2000" dirty="0">
                <a:solidFill>
                  <a:schemeClr val="tx1"/>
                </a:solidFill>
              </a:rPr>
              <a:t>C4</a:t>
            </a:r>
            <a:endParaRPr lang="zh-CN" altLang="en-US" sz="2000" dirty="0">
              <a:solidFill>
                <a:schemeClr val="tx1"/>
              </a:solidFill>
            </a:endParaRPr>
          </a:p>
        </p:txBody>
      </p:sp>
      <p:sp>
        <p:nvSpPr>
          <p:cNvPr id="82985" name="Text Box 41"/>
          <p:cNvSpPr txBox="1"/>
          <p:nvPr/>
        </p:nvSpPr>
        <p:spPr>
          <a:xfrm>
            <a:off x="4251325" y="3062288"/>
            <a:ext cx="481013" cy="396875"/>
          </a:xfrm>
          <a:prstGeom prst="rect">
            <a:avLst/>
          </a:prstGeom>
          <a:noFill/>
          <a:ln w="9525">
            <a:noFill/>
          </a:ln>
        </p:spPr>
        <p:txBody>
          <a:bodyPr wrap="none">
            <a:spAutoFit/>
          </a:bodyPr>
          <a:lstStyle>
            <a:lvl1pPr marL="342900" indent="-342900" algn="l" rtl="0" eaLnBrk="0" fontAlgn="base" hangingPunct="0">
              <a:spcBef>
                <a:spcPct val="20000"/>
              </a:spcBef>
              <a:spcAft>
                <a:spcPct val="0"/>
              </a:spcAft>
              <a:buChar char="•"/>
              <a:defRPr sz="3200">
                <a:solidFill>
                  <a:srgbClr val="666699"/>
                </a:solidFill>
                <a:latin typeface="+mn-lt"/>
                <a:ea typeface="+mn-ea"/>
                <a:cs typeface="+mn-cs"/>
              </a:defRPr>
            </a:lvl1pPr>
            <a:lvl2pPr marL="742950" indent="-285750" algn="l" rtl="0" eaLnBrk="0" fontAlgn="base" hangingPunct="0">
              <a:spcBef>
                <a:spcPct val="20000"/>
              </a:spcBef>
              <a:spcAft>
                <a:spcPct val="0"/>
              </a:spcAft>
              <a:buChar char="–"/>
              <a:defRPr sz="2800">
                <a:solidFill>
                  <a:srgbClr val="666699"/>
                </a:solidFill>
                <a:latin typeface="+mn-lt"/>
                <a:ea typeface="+mn-ea"/>
              </a:defRPr>
            </a:lvl2pPr>
            <a:lvl3pPr marL="1143000" indent="-228600" algn="l" rtl="0" eaLnBrk="0" fontAlgn="base" hangingPunct="0">
              <a:spcBef>
                <a:spcPct val="20000"/>
              </a:spcBef>
              <a:spcAft>
                <a:spcPct val="0"/>
              </a:spcAft>
              <a:buChar char="•"/>
              <a:defRPr sz="2400">
                <a:solidFill>
                  <a:srgbClr val="666699"/>
                </a:solidFill>
                <a:latin typeface="+mn-lt"/>
                <a:ea typeface="+mn-ea"/>
              </a:defRPr>
            </a:lvl3pPr>
            <a:lvl4pPr marL="1600200" indent="-228600" algn="l" rtl="0" eaLnBrk="0" fontAlgn="base" hangingPunct="0">
              <a:spcBef>
                <a:spcPct val="20000"/>
              </a:spcBef>
              <a:spcAft>
                <a:spcPct val="0"/>
              </a:spcAft>
              <a:buChar char="–"/>
              <a:defRPr sz="2000">
                <a:solidFill>
                  <a:srgbClr val="666699"/>
                </a:solidFill>
                <a:latin typeface="+mn-lt"/>
                <a:ea typeface="+mn-ea"/>
              </a:defRPr>
            </a:lvl4pPr>
            <a:lvl5pPr marL="2057400" indent="-228600" algn="l" rtl="0" eaLnBrk="0" fontAlgn="base" hangingPunct="0">
              <a:spcBef>
                <a:spcPct val="20000"/>
              </a:spcBef>
              <a:spcAft>
                <a:spcPct val="0"/>
              </a:spcAft>
              <a:buChar char="»"/>
              <a:defRPr sz="2000">
                <a:solidFill>
                  <a:srgbClr val="666699"/>
                </a:solidFill>
                <a:latin typeface="+mn-lt"/>
                <a:ea typeface="+mn-ea"/>
              </a:defRPr>
            </a:lvl5pPr>
          </a:lstStyle>
          <a:p>
            <a:pPr marL="0" lvl="0" indent="0" eaLnBrk="1" hangingPunct="1">
              <a:spcBef>
                <a:spcPct val="0"/>
              </a:spcBef>
              <a:buNone/>
            </a:pPr>
            <a:r>
              <a:rPr lang="zh-CN" altLang="en-US" sz="2000" dirty="0">
                <a:solidFill>
                  <a:schemeClr val="tx1"/>
                </a:solidFill>
              </a:rPr>
              <a:t>C8</a:t>
            </a:r>
            <a:endParaRPr lang="zh-CN" altLang="en-US" sz="2000" dirty="0">
              <a:solidFill>
                <a:schemeClr val="tx1"/>
              </a:solidFill>
            </a:endParaRPr>
          </a:p>
        </p:txBody>
      </p:sp>
      <p:sp>
        <p:nvSpPr>
          <p:cNvPr id="82986" name="Text Box 42"/>
          <p:cNvSpPr txBox="1"/>
          <p:nvPr/>
        </p:nvSpPr>
        <p:spPr>
          <a:xfrm>
            <a:off x="2727325" y="3062288"/>
            <a:ext cx="608013" cy="396875"/>
          </a:xfrm>
          <a:prstGeom prst="rect">
            <a:avLst/>
          </a:prstGeom>
          <a:noFill/>
          <a:ln w="9525">
            <a:noFill/>
          </a:ln>
        </p:spPr>
        <p:txBody>
          <a:bodyPr wrap="none">
            <a:spAutoFit/>
          </a:bodyPr>
          <a:lstStyle>
            <a:lvl1pPr marL="342900" indent="-342900" algn="l" rtl="0" eaLnBrk="0" fontAlgn="base" hangingPunct="0">
              <a:spcBef>
                <a:spcPct val="20000"/>
              </a:spcBef>
              <a:spcAft>
                <a:spcPct val="0"/>
              </a:spcAft>
              <a:buChar char="•"/>
              <a:defRPr sz="3200">
                <a:solidFill>
                  <a:srgbClr val="666699"/>
                </a:solidFill>
                <a:latin typeface="+mn-lt"/>
                <a:ea typeface="+mn-ea"/>
                <a:cs typeface="+mn-cs"/>
              </a:defRPr>
            </a:lvl1pPr>
            <a:lvl2pPr marL="742950" indent="-285750" algn="l" rtl="0" eaLnBrk="0" fontAlgn="base" hangingPunct="0">
              <a:spcBef>
                <a:spcPct val="20000"/>
              </a:spcBef>
              <a:spcAft>
                <a:spcPct val="0"/>
              </a:spcAft>
              <a:buChar char="–"/>
              <a:defRPr sz="2800">
                <a:solidFill>
                  <a:srgbClr val="666699"/>
                </a:solidFill>
                <a:latin typeface="+mn-lt"/>
                <a:ea typeface="+mn-ea"/>
              </a:defRPr>
            </a:lvl2pPr>
            <a:lvl3pPr marL="1143000" indent="-228600" algn="l" rtl="0" eaLnBrk="0" fontAlgn="base" hangingPunct="0">
              <a:spcBef>
                <a:spcPct val="20000"/>
              </a:spcBef>
              <a:spcAft>
                <a:spcPct val="0"/>
              </a:spcAft>
              <a:buChar char="•"/>
              <a:defRPr sz="2400">
                <a:solidFill>
                  <a:srgbClr val="666699"/>
                </a:solidFill>
                <a:latin typeface="+mn-lt"/>
                <a:ea typeface="+mn-ea"/>
              </a:defRPr>
            </a:lvl3pPr>
            <a:lvl4pPr marL="1600200" indent="-228600" algn="l" rtl="0" eaLnBrk="0" fontAlgn="base" hangingPunct="0">
              <a:spcBef>
                <a:spcPct val="20000"/>
              </a:spcBef>
              <a:spcAft>
                <a:spcPct val="0"/>
              </a:spcAft>
              <a:buChar char="–"/>
              <a:defRPr sz="2000">
                <a:solidFill>
                  <a:srgbClr val="666699"/>
                </a:solidFill>
                <a:latin typeface="+mn-lt"/>
                <a:ea typeface="+mn-ea"/>
              </a:defRPr>
            </a:lvl4pPr>
            <a:lvl5pPr marL="2057400" indent="-228600" algn="l" rtl="0" eaLnBrk="0" fontAlgn="base" hangingPunct="0">
              <a:spcBef>
                <a:spcPct val="20000"/>
              </a:spcBef>
              <a:spcAft>
                <a:spcPct val="0"/>
              </a:spcAft>
              <a:buChar char="»"/>
              <a:defRPr sz="2000">
                <a:solidFill>
                  <a:srgbClr val="666699"/>
                </a:solidFill>
                <a:latin typeface="+mn-lt"/>
                <a:ea typeface="+mn-ea"/>
              </a:defRPr>
            </a:lvl5pPr>
          </a:lstStyle>
          <a:p>
            <a:pPr marL="0" lvl="0" indent="0" eaLnBrk="1" hangingPunct="1">
              <a:spcBef>
                <a:spcPct val="0"/>
              </a:spcBef>
              <a:buNone/>
            </a:pPr>
            <a:r>
              <a:rPr lang="zh-CN" altLang="en-US" sz="2000" dirty="0">
                <a:solidFill>
                  <a:schemeClr val="tx1"/>
                </a:solidFill>
              </a:rPr>
              <a:t>C12</a:t>
            </a:r>
            <a:endParaRPr lang="zh-CN" altLang="en-US" sz="2000" dirty="0">
              <a:solidFill>
                <a:schemeClr val="tx1"/>
              </a:solidFill>
            </a:endParaRPr>
          </a:p>
        </p:txBody>
      </p:sp>
      <p:sp>
        <p:nvSpPr>
          <p:cNvPr id="82987" name="Text Box 43"/>
          <p:cNvSpPr txBox="1"/>
          <p:nvPr/>
        </p:nvSpPr>
        <p:spPr>
          <a:xfrm>
            <a:off x="1279525" y="3595688"/>
            <a:ext cx="608013" cy="396875"/>
          </a:xfrm>
          <a:prstGeom prst="rect">
            <a:avLst/>
          </a:prstGeom>
          <a:noFill/>
          <a:ln w="9525">
            <a:noFill/>
          </a:ln>
        </p:spPr>
        <p:txBody>
          <a:bodyPr wrap="none">
            <a:spAutoFit/>
          </a:bodyPr>
          <a:lstStyle>
            <a:lvl1pPr marL="342900" indent="-342900" algn="l" rtl="0" eaLnBrk="0" fontAlgn="base" hangingPunct="0">
              <a:spcBef>
                <a:spcPct val="20000"/>
              </a:spcBef>
              <a:spcAft>
                <a:spcPct val="0"/>
              </a:spcAft>
              <a:buChar char="•"/>
              <a:defRPr sz="3200">
                <a:solidFill>
                  <a:srgbClr val="666699"/>
                </a:solidFill>
                <a:latin typeface="+mn-lt"/>
                <a:ea typeface="+mn-ea"/>
                <a:cs typeface="+mn-cs"/>
              </a:defRPr>
            </a:lvl1pPr>
            <a:lvl2pPr marL="742950" indent="-285750" algn="l" rtl="0" eaLnBrk="0" fontAlgn="base" hangingPunct="0">
              <a:spcBef>
                <a:spcPct val="20000"/>
              </a:spcBef>
              <a:spcAft>
                <a:spcPct val="0"/>
              </a:spcAft>
              <a:buChar char="–"/>
              <a:defRPr sz="2800">
                <a:solidFill>
                  <a:srgbClr val="666699"/>
                </a:solidFill>
                <a:latin typeface="+mn-lt"/>
                <a:ea typeface="+mn-ea"/>
              </a:defRPr>
            </a:lvl2pPr>
            <a:lvl3pPr marL="1143000" indent="-228600" algn="l" rtl="0" eaLnBrk="0" fontAlgn="base" hangingPunct="0">
              <a:spcBef>
                <a:spcPct val="20000"/>
              </a:spcBef>
              <a:spcAft>
                <a:spcPct val="0"/>
              </a:spcAft>
              <a:buChar char="•"/>
              <a:defRPr sz="2400">
                <a:solidFill>
                  <a:srgbClr val="666699"/>
                </a:solidFill>
                <a:latin typeface="+mn-lt"/>
                <a:ea typeface="+mn-ea"/>
              </a:defRPr>
            </a:lvl3pPr>
            <a:lvl4pPr marL="1600200" indent="-228600" algn="l" rtl="0" eaLnBrk="0" fontAlgn="base" hangingPunct="0">
              <a:spcBef>
                <a:spcPct val="20000"/>
              </a:spcBef>
              <a:spcAft>
                <a:spcPct val="0"/>
              </a:spcAft>
              <a:buChar char="–"/>
              <a:defRPr sz="2000">
                <a:solidFill>
                  <a:srgbClr val="666699"/>
                </a:solidFill>
                <a:latin typeface="+mn-lt"/>
                <a:ea typeface="+mn-ea"/>
              </a:defRPr>
            </a:lvl4pPr>
            <a:lvl5pPr marL="2057400" indent="-228600" algn="l" rtl="0" eaLnBrk="0" fontAlgn="base" hangingPunct="0">
              <a:spcBef>
                <a:spcPct val="20000"/>
              </a:spcBef>
              <a:spcAft>
                <a:spcPct val="0"/>
              </a:spcAft>
              <a:buChar char="»"/>
              <a:defRPr sz="2000">
                <a:solidFill>
                  <a:srgbClr val="666699"/>
                </a:solidFill>
                <a:latin typeface="+mn-lt"/>
                <a:ea typeface="+mn-ea"/>
              </a:defRPr>
            </a:lvl5pPr>
          </a:lstStyle>
          <a:p>
            <a:pPr marL="0" lvl="0" indent="0" eaLnBrk="1" hangingPunct="1">
              <a:spcBef>
                <a:spcPct val="0"/>
              </a:spcBef>
              <a:buNone/>
            </a:pPr>
            <a:r>
              <a:rPr lang="zh-CN" altLang="en-US" sz="2000" dirty="0">
                <a:solidFill>
                  <a:schemeClr val="tx1"/>
                </a:solidFill>
              </a:rPr>
              <a:t>C16</a:t>
            </a:r>
            <a:endParaRPr lang="zh-CN" altLang="en-US" sz="2000" dirty="0">
              <a:solidFill>
                <a:schemeClr val="tx1"/>
              </a:solidFill>
            </a:endParaRPr>
          </a:p>
        </p:txBody>
      </p:sp>
      <p:sp>
        <p:nvSpPr>
          <p:cNvPr id="82988" name="Line 44"/>
          <p:cNvSpPr/>
          <p:nvPr/>
        </p:nvSpPr>
        <p:spPr>
          <a:xfrm flipV="1">
            <a:off x="1981200" y="3124200"/>
            <a:ext cx="0" cy="609600"/>
          </a:xfrm>
          <a:prstGeom prst="line">
            <a:avLst/>
          </a:prstGeom>
          <a:ln w="9525" cap="flat" cmpd="sng">
            <a:solidFill>
              <a:schemeClr val="tx1"/>
            </a:solidFill>
            <a:prstDash val="solid"/>
            <a:headEnd type="none" w="med" len="med"/>
            <a:tailEnd type="triangle" w="med" len="med"/>
          </a:ln>
        </p:spPr>
      </p:sp>
      <p:sp>
        <p:nvSpPr>
          <p:cNvPr id="82989" name="Text Box 45"/>
          <p:cNvSpPr txBox="1"/>
          <p:nvPr/>
        </p:nvSpPr>
        <p:spPr>
          <a:xfrm>
            <a:off x="1203325" y="4983163"/>
            <a:ext cx="2165350" cy="822325"/>
          </a:xfrm>
          <a:prstGeom prst="rect">
            <a:avLst/>
          </a:prstGeom>
          <a:noFill/>
          <a:ln w="9525">
            <a:noFill/>
          </a:ln>
        </p:spPr>
        <p:txBody>
          <a:bodyPr wrap="none">
            <a:spAutoFit/>
          </a:bodyPr>
          <a:lstStyle>
            <a:lvl1pPr marL="342900" indent="-342900" algn="l" rtl="0" eaLnBrk="0" fontAlgn="base" hangingPunct="0">
              <a:spcBef>
                <a:spcPct val="20000"/>
              </a:spcBef>
              <a:spcAft>
                <a:spcPct val="0"/>
              </a:spcAft>
              <a:buChar char="•"/>
              <a:defRPr sz="3200">
                <a:solidFill>
                  <a:srgbClr val="666699"/>
                </a:solidFill>
                <a:latin typeface="+mn-lt"/>
                <a:ea typeface="+mn-ea"/>
                <a:cs typeface="+mn-cs"/>
              </a:defRPr>
            </a:lvl1pPr>
            <a:lvl2pPr marL="742950" indent="-285750" algn="l" rtl="0" eaLnBrk="0" fontAlgn="base" hangingPunct="0">
              <a:spcBef>
                <a:spcPct val="20000"/>
              </a:spcBef>
              <a:spcAft>
                <a:spcPct val="0"/>
              </a:spcAft>
              <a:buChar char="–"/>
              <a:defRPr sz="2800">
                <a:solidFill>
                  <a:srgbClr val="666699"/>
                </a:solidFill>
                <a:latin typeface="+mn-lt"/>
                <a:ea typeface="+mn-ea"/>
              </a:defRPr>
            </a:lvl2pPr>
            <a:lvl3pPr marL="1143000" indent="-228600" algn="l" rtl="0" eaLnBrk="0" fontAlgn="base" hangingPunct="0">
              <a:spcBef>
                <a:spcPct val="20000"/>
              </a:spcBef>
              <a:spcAft>
                <a:spcPct val="0"/>
              </a:spcAft>
              <a:buChar char="•"/>
              <a:defRPr sz="2400">
                <a:solidFill>
                  <a:srgbClr val="666699"/>
                </a:solidFill>
                <a:latin typeface="+mn-lt"/>
                <a:ea typeface="+mn-ea"/>
              </a:defRPr>
            </a:lvl3pPr>
            <a:lvl4pPr marL="1600200" indent="-228600" algn="l" rtl="0" eaLnBrk="0" fontAlgn="base" hangingPunct="0">
              <a:spcBef>
                <a:spcPct val="20000"/>
              </a:spcBef>
              <a:spcAft>
                <a:spcPct val="0"/>
              </a:spcAft>
              <a:buChar char="–"/>
              <a:defRPr sz="2000">
                <a:solidFill>
                  <a:srgbClr val="666699"/>
                </a:solidFill>
                <a:latin typeface="+mn-lt"/>
                <a:ea typeface="+mn-ea"/>
              </a:defRPr>
            </a:lvl4pPr>
            <a:lvl5pPr marL="2057400" indent="-228600" algn="l" rtl="0" eaLnBrk="0" fontAlgn="base" hangingPunct="0">
              <a:spcBef>
                <a:spcPct val="20000"/>
              </a:spcBef>
              <a:spcAft>
                <a:spcPct val="0"/>
              </a:spcAft>
              <a:buChar char="»"/>
              <a:defRPr sz="2000">
                <a:solidFill>
                  <a:srgbClr val="666699"/>
                </a:solidFill>
                <a:latin typeface="+mn-lt"/>
                <a:ea typeface="+mn-ea"/>
              </a:defRPr>
            </a:lvl5pPr>
          </a:lstStyle>
          <a:p>
            <a:pPr marL="0" lvl="0" indent="0" eaLnBrk="1" hangingPunct="1">
              <a:spcBef>
                <a:spcPct val="0"/>
              </a:spcBef>
              <a:buNone/>
            </a:pPr>
            <a:r>
              <a:rPr lang="zh-CN" altLang="en-US" sz="2400" dirty="0">
                <a:solidFill>
                  <a:schemeClr val="tx1"/>
                </a:solidFill>
              </a:rPr>
              <a:t>74181 ------ 4片</a:t>
            </a:r>
            <a:endParaRPr lang="zh-CN" altLang="en-US" sz="2400" dirty="0">
              <a:solidFill>
                <a:schemeClr val="tx1"/>
              </a:solidFill>
            </a:endParaRPr>
          </a:p>
          <a:p>
            <a:pPr marL="0" lvl="0" indent="0" eaLnBrk="1" hangingPunct="1">
              <a:spcBef>
                <a:spcPct val="0"/>
              </a:spcBef>
              <a:buNone/>
            </a:pPr>
            <a:r>
              <a:rPr lang="zh-CN" altLang="en-US" sz="2400" dirty="0">
                <a:solidFill>
                  <a:schemeClr val="tx1"/>
                </a:solidFill>
              </a:rPr>
              <a:t>74182 ------ 1片</a:t>
            </a:r>
            <a:endParaRPr lang="zh-CN" altLang="en-US" sz="2400" dirty="0">
              <a:solidFill>
                <a:schemeClr val="tx1"/>
              </a:solidFill>
            </a:endParaRPr>
          </a:p>
        </p:txBody>
      </p:sp>
    </p:spTree>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3970" name="Rectangle 2"/>
          <p:cNvSpPr>
            <a:spLocks noGrp="1"/>
          </p:cNvSpPr>
          <p:nvPr>
            <p:ph type="body"/>
          </p:nvPr>
        </p:nvSpPr>
        <p:spPr>
          <a:xfrm>
            <a:off x="685800" y="1066800"/>
            <a:ext cx="7772400" cy="5029200"/>
          </a:xfrm>
          <a:ln/>
        </p:spPr>
        <p:txBody>
          <a:bodyPr vert="horz" wrap="square" lIns="91440" tIns="45720" rIns="91440" bIns="45720" anchor="t" anchorCtr="0"/>
          <a:p>
            <a:pPr eaLnBrk="1" hangingPunct="1">
              <a:buNone/>
            </a:pPr>
            <a:r>
              <a:rPr lang="zh-CN" altLang="en-US" dirty="0">
                <a:solidFill>
                  <a:schemeClr val="tx1"/>
                </a:solidFill>
              </a:rPr>
              <a:t>32位ALU</a:t>
            </a:r>
            <a:endParaRPr lang="zh-CN" altLang="en-US" dirty="0">
              <a:solidFill>
                <a:schemeClr val="tx1"/>
              </a:solidFill>
            </a:endParaRPr>
          </a:p>
        </p:txBody>
      </p:sp>
      <p:pic>
        <p:nvPicPr>
          <p:cNvPr id="83971" name="Picture 3" descr="两个16位ALU"/>
          <p:cNvPicPr>
            <a:picLocks noChangeAspect="1"/>
          </p:cNvPicPr>
          <p:nvPr/>
        </p:nvPicPr>
        <p:blipFill>
          <a:blip r:embed="rId1">
            <a:clrChange>
              <a:clrFrom>
                <a:srgbClr val="FBFBFB"/>
              </a:clrFrom>
              <a:clrTo>
                <a:srgbClr val="FBFBFB">
                  <a:alpha val="0"/>
                </a:srgbClr>
              </a:clrTo>
            </a:clrChange>
            <a:lum contrast="12000"/>
          </a:blip>
          <a:srcRect l="2724" t="4112" r="1863" b="22142"/>
          <a:stretch>
            <a:fillRect/>
          </a:stretch>
        </p:blipFill>
        <p:spPr>
          <a:xfrm>
            <a:off x="217488" y="1916113"/>
            <a:ext cx="8675687" cy="3816350"/>
          </a:xfrm>
          <a:prstGeom prst="rect">
            <a:avLst/>
          </a:prstGeom>
          <a:noFill/>
          <a:ln w="9525">
            <a:noFill/>
          </a:ln>
        </p:spPr>
      </p:pic>
    </p:spTree>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4994" name="Rectangle 2"/>
          <p:cNvSpPr>
            <a:spLocks noGrp="1"/>
          </p:cNvSpPr>
          <p:nvPr>
            <p:ph type="title"/>
          </p:nvPr>
        </p:nvSpPr>
        <p:spPr>
          <a:xfrm>
            <a:off x="684213" y="908050"/>
            <a:ext cx="7772400" cy="609600"/>
          </a:xfrm>
          <a:ln/>
        </p:spPr>
        <p:txBody>
          <a:bodyPr vert="horz" wrap="square" lIns="91440" tIns="45720" rIns="91440" bIns="45720" anchor="ctr" anchorCtr="0"/>
          <a:p>
            <a:pPr eaLnBrk="1" hangingPunct="1"/>
            <a:r>
              <a:rPr lang="zh-CN" altLang="en-US" sz="3200" dirty="0"/>
              <a:t>64位3级先行进位ALU</a:t>
            </a:r>
            <a:endParaRPr lang="zh-CN" altLang="en-US" sz="3200" dirty="0"/>
          </a:p>
        </p:txBody>
      </p:sp>
      <p:sp>
        <p:nvSpPr>
          <p:cNvPr id="84995" name="Rectangle 3"/>
          <p:cNvSpPr>
            <a:spLocks noGrp="1"/>
          </p:cNvSpPr>
          <p:nvPr>
            <p:ph type="body"/>
          </p:nvPr>
        </p:nvSpPr>
        <p:spPr>
          <a:xfrm>
            <a:off x="684213" y="1844675"/>
            <a:ext cx="7772400" cy="4503738"/>
          </a:xfrm>
          <a:ln/>
        </p:spPr>
        <p:txBody>
          <a:bodyPr vert="horz" wrap="square" lIns="91440" tIns="45720" rIns="91440" bIns="45720" anchor="t" anchorCtr="0"/>
          <a:p>
            <a:pPr eaLnBrk="1" hangingPunct="1">
              <a:buNone/>
            </a:pPr>
            <a:r>
              <a:rPr lang="zh-CN" altLang="en-US" sz="2400" b="1" dirty="0">
                <a:solidFill>
                  <a:schemeClr val="tx1"/>
                </a:solidFill>
              </a:rPr>
              <a:t>74181-----16片</a:t>
            </a:r>
            <a:r>
              <a:rPr lang="zh-CN" altLang="en-US" sz="2400" b="1" dirty="0"/>
              <a:t>                    </a:t>
            </a:r>
            <a:r>
              <a:rPr lang="zh-CN" altLang="en-US" sz="2400" b="1" dirty="0">
                <a:solidFill>
                  <a:schemeClr val="tx1"/>
                </a:solidFill>
              </a:rPr>
              <a:t>74182---------5片</a:t>
            </a:r>
            <a:endParaRPr lang="zh-CN" altLang="en-US" sz="2000" b="1" dirty="0"/>
          </a:p>
        </p:txBody>
      </p:sp>
      <p:sp>
        <p:nvSpPr>
          <p:cNvPr id="84996" name="Text Box 4"/>
          <p:cNvSpPr txBox="1"/>
          <p:nvPr/>
        </p:nvSpPr>
        <p:spPr>
          <a:xfrm>
            <a:off x="8366125" y="4043363"/>
            <a:ext cx="484188" cy="519112"/>
          </a:xfrm>
          <a:prstGeom prst="rect">
            <a:avLst/>
          </a:prstGeom>
          <a:noFill/>
          <a:ln w="9525">
            <a:noFill/>
          </a:ln>
        </p:spPr>
        <p:txBody>
          <a:bodyPr wrap="none">
            <a:spAutoFit/>
          </a:bodyPr>
          <a:lstStyle>
            <a:lvl1pPr marL="342900" indent="-342900" algn="l" rtl="0" eaLnBrk="0" fontAlgn="base" hangingPunct="0">
              <a:spcBef>
                <a:spcPct val="20000"/>
              </a:spcBef>
              <a:spcAft>
                <a:spcPct val="0"/>
              </a:spcAft>
              <a:buChar char="•"/>
              <a:defRPr sz="3200">
                <a:solidFill>
                  <a:srgbClr val="666699"/>
                </a:solidFill>
                <a:latin typeface="+mn-lt"/>
                <a:ea typeface="+mn-ea"/>
                <a:cs typeface="+mn-cs"/>
              </a:defRPr>
            </a:lvl1pPr>
            <a:lvl2pPr marL="742950" indent="-285750" algn="l" rtl="0" eaLnBrk="0" fontAlgn="base" hangingPunct="0">
              <a:spcBef>
                <a:spcPct val="20000"/>
              </a:spcBef>
              <a:spcAft>
                <a:spcPct val="0"/>
              </a:spcAft>
              <a:buChar char="–"/>
              <a:defRPr sz="2800">
                <a:solidFill>
                  <a:srgbClr val="666699"/>
                </a:solidFill>
                <a:latin typeface="+mn-lt"/>
                <a:ea typeface="+mn-ea"/>
              </a:defRPr>
            </a:lvl2pPr>
            <a:lvl3pPr marL="1143000" indent="-228600" algn="l" rtl="0" eaLnBrk="0" fontAlgn="base" hangingPunct="0">
              <a:spcBef>
                <a:spcPct val="20000"/>
              </a:spcBef>
              <a:spcAft>
                <a:spcPct val="0"/>
              </a:spcAft>
              <a:buChar char="•"/>
              <a:defRPr sz="2400">
                <a:solidFill>
                  <a:srgbClr val="666699"/>
                </a:solidFill>
                <a:latin typeface="+mn-lt"/>
                <a:ea typeface="+mn-ea"/>
              </a:defRPr>
            </a:lvl3pPr>
            <a:lvl4pPr marL="1600200" indent="-228600" algn="l" rtl="0" eaLnBrk="0" fontAlgn="base" hangingPunct="0">
              <a:spcBef>
                <a:spcPct val="20000"/>
              </a:spcBef>
              <a:spcAft>
                <a:spcPct val="0"/>
              </a:spcAft>
              <a:buChar char="–"/>
              <a:defRPr sz="2000">
                <a:solidFill>
                  <a:srgbClr val="666699"/>
                </a:solidFill>
                <a:latin typeface="+mn-lt"/>
                <a:ea typeface="+mn-ea"/>
              </a:defRPr>
            </a:lvl4pPr>
            <a:lvl5pPr marL="2057400" indent="-228600" algn="l" rtl="0" eaLnBrk="0" fontAlgn="base" hangingPunct="0">
              <a:spcBef>
                <a:spcPct val="20000"/>
              </a:spcBef>
              <a:spcAft>
                <a:spcPct val="0"/>
              </a:spcAft>
              <a:buChar char="»"/>
              <a:defRPr sz="2000">
                <a:solidFill>
                  <a:srgbClr val="666699"/>
                </a:solidFill>
                <a:latin typeface="+mn-lt"/>
                <a:ea typeface="+mn-ea"/>
              </a:defRPr>
            </a:lvl5pPr>
          </a:lstStyle>
          <a:p>
            <a:pPr marL="0" lvl="0" indent="0" eaLnBrk="1" hangingPunct="1">
              <a:spcBef>
                <a:spcPct val="0"/>
              </a:spcBef>
              <a:buNone/>
            </a:pPr>
            <a:r>
              <a:rPr lang="zh-CN" altLang="en-US" sz="2400" dirty="0">
                <a:solidFill>
                  <a:schemeClr val="tx1"/>
                </a:solidFill>
              </a:rPr>
              <a:t>C</a:t>
            </a:r>
            <a:r>
              <a:rPr lang="zh-CN" altLang="en-US" sz="2400" baseline="-25000" dirty="0">
                <a:solidFill>
                  <a:schemeClr val="tx1"/>
                </a:solidFill>
              </a:rPr>
              <a:t>0</a:t>
            </a:r>
            <a:endParaRPr lang="zh-CN" altLang="en-US" sz="2400" baseline="-25000" dirty="0">
              <a:solidFill>
                <a:schemeClr val="tx1"/>
              </a:solidFill>
            </a:endParaRPr>
          </a:p>
        </p:txBody>
      </p:sp>
      <p:grpSp>
        <p:nvGrpSpPr>
          <p:cNvPr id="84997" name="Group 5"/>
          <p:cNvGrpSpPr/>
          <p:nvPr/>
        </p:nvGrpSpPr>
        <p:grpSpPr>
          <a:xfrm>
            <a:off x="381000" y="2403475"/>
            <a:ext cx="8397875" cy="3259138"/>
            <a:chOff x="0" y="0"/>
            <a:chExt cx="5290" cy="1872"/>
          </a:xfrm>
        </p:grpSpPr>
        <p:sp>
          <p:nvSpPr>
            <p:cNvPr id="84998" name="Rectangle 6"/>
            <p:cNvSpPr/>
            <p:nvPr/>
          </p:nvSpPr>
          <p:spPr>
            <a:xfrm>
              <a:off x="442" y="1488"/>
              <a:ext cx="288" cy="192"/>
            </a:xfrm>
            <a:prstGeom prst="rect">
              <a:avLst/>
            </a:prstGeom>
            <a:solidFill>
              <a:schemeClr val="hlink"/>
            </a:solidFill>
            <a:ln w="9525" cap="flat" cmpd="sng">
              <a:solidFill>
                <a:schemeClr val="tx1"/>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buChar char="•"/>
                <a:defRPr sz="3200">
                  <a:solidFill>
                    <a:srgbClr val="666699"/>
                  </a:solidFill>
                  <a:latin typeface="+mn-lt"/>
                  <a:ea typeface="+mn-ea"/>
                  <a:cs typeface="+mn-cs"/>
                </a:defRPr>
              </a:lvl1pPr>
              <a:lvl2pPr marL="742950" indent="-285750" algn="l" rtl="0" eaLnBrk="0" fontAlgn="base" hangingPunct="0">
                <a:spcBef>
                  <a:spcPct val="20000"/>
                </a:spcBef>
                <a:spcAft>
                  <a:spcPct val="0"/>
                </a:spcAft>
                <a:buChar char="–"/>
                <a:defRPr sz="2800">
                  <a:solidFill>
                    <a:srgbClr val="666699"/>
                  </a:solidFill>
                  <a:latin typeface="+mn-lt"/>
                  <a:ea typeface="+mn-ea"/>
                </a:defRPr>
              </a:lvl2pPr>
              <a:lvl3pPr marL="1143000" indent="-228600" algn="l" rtl="0" eaLnBrk="0" fontAlgn="base" hangingPunct="0">
                <a:spcBef>
                  <a:spcPct val="20000"/>
                </a:spcBef>
                <a:spcAft>
                  <a:spcPct val="0"/>
                </a:spcAft>
                <a:buChar char="•"/>
                <a:defRPr sz="2400">
                  <a:solidFill>
                    <a:srgbClr val="666699"/>
                  </a:solidFill>
                  <a:latin typeface="+mn-lt"/>
                  <a:ea typeface="+mn-ea"/>
                </a:defRPr>
              </a:lvl3pPr>
              <a:lvl4pPr marL="1600200" indent="-228600" algn="l" rtl="0" eaLnBrk="0" fontAlgn="base" hangingPunct="0">
                <a:spcBef>
                  <a:spcPct val="20000"/>
                </a:spcBef>
                <a:spcAft>
                  <a:spcPct val="0"/>
                </a:spcAft>
                <a:buChar char="–"/>
                <a:defRPr sz="2000">
                  <a:solidFill>
                    <a:srgbClr val="666699"/>
                  </a:solidFill>
                  <a:latin typeface="+mn-lt"/>
                  <a:ea typeface="+mn-ea"/>
                </a:defRPr>
              </a:lvl4pPr>
              <a:lvl5pPr marL="2057400" indent="-228600" algn="l" rtl="0" eaLnBrk="0" fontAlgn="base" hangingPunct="0">
                <a:spcBef>
                  <a:spcPct val="20000"/>
                </a:spcBef>
                <a:spcAft>
                  <a:spcPct val="0"/>
                </a:spcAft>
                <a:buChar char="»"/>
                <a:defRPr sz="2000">
                  <a:solidFill>
                    <a:srgbClr val="666699"/>
                  </a:solidFill>
                  <a:latin typeface="+mn-lt"/>
                  <a:ea typeface="+mn-ea"/>
                </a:defRPr>
              </a:lvl5pPr>
            </a:lstStyle>
            <a:p>
              <a:pPr marL="0" lvl="0" indent="0" algn="ctr" eaLnBrk="1" hangingPunct="1">
                <a:spcBef>
                  <a:spcPct val="0"/>
                </a:spcBef>
                <a:buNone/>
              </a:pPr>
              <a:r>
                <a:rPr lang="zh-CN" altLang="en-US" sz="1600" dirty="0">
                  <a:solidFill>
                    <a:srgbClr val="CCFFFF"/>
                  </a:solidFill>
                </a:rPr>
                <a:t>181</a:t>
              </a:r>
              <a:endParaRPr lang="zh-CN" altLang="en-US" sz="1600" dirty="0">
                <a:solidFill>
                  <a:srgbClr val="CCFFFF"/>
                </a:solidFill>
              </a:endParaRPr>
            </a:p>
          </p:txBody>
        </p:sp>
        <p:sp>
          <p:nvSpPr>
            <p:cNvPr id="84999" name="Rectangle 7"/>
            <p:cNvSpPr/>
            <p:nvPr/>
          </p:nvSpPr>
          <p:spPr>
            <a:xfrm>
              <a:off x="826" y="1488"/>
              <a:ext cx="288" cy="192"/>
            </a:xfrm>
            <a:prstGeom prst="rect">
              <a:avLst/>
            </a:prstGeom>
            <a:solidFill>
              <a:schemeClr val="hlink"/>
            </a:solidFill>
            <a:ln w="9525" cap="flat" cmpd="sng">
              <a:solidFill>
                <a:schemeClr val="tx1"/>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buChar char="•"/>
                <a:defRPr sz="3200">
                  <a:solidFill>
                    <a:srgbClr val="666699"/>
                  </a:solidFill>
                  <a:latin typeface="+mn-lt"/>
                  <a:ea typeface="+mn-ea"/>
                  <a:cs typeface="+mn-cs"/>
                </a:defRPr>
              </a:lvl1pPr>
              <a:lvl2pPr marL="742950" indent="-285750" algn="l" rtl="0" eaLnBrk="0" fontAlgn="base" hangingPunct="0">
                <a:spcBef>
                  <a:spcPct val="20000"/>
                </a:spcBef>
                <a:spcAft>
                  <a:spcPct val="0"/>
                </a:spcAft>
                <a:buChar char="–"/>
                <a:defRPr sz="2800">
                  <a:solidFill>
                    <a:srgbClr val="666699"/>
                  </a:solidFill>
                  <a:latin typeface="+mn-lt"/>
                  <a:ea typeface="+mn-ea"/>
                </a:defRPr>
              </a:lvl2pPr>
              <a:lvl3pPr marL="1143000" indent="-228600" algn="l" rtl="0" eaLnBrk="0" fontAlgn="base" hangingPunct="0">
                <a:spcBef>
                  <a:spcPct val="20000"/>
                </a:spcBef>
                <a:spcAft>
                  <a:spcPct val="0"/>
                </a:spcAft>
                <a:buChar char="•"/>
                <a:defRPr sz="2400">
                  <a:solidFill>
                    <a:srgbClr val="666699"/>
                  </a:solidFill>
                  <a:latin typeface="+mn-lt"/>
                  <a:ea typeface="+mn-ea"/>
                </a:defRPr>
              </a:lvl3pPr>
              <a:lvl4pPr marL="1600200" indent="-228600" algn="l" rtl="0" eaLnBrk="0" fontAlgn="base" hangingPunct="0">
                <a:spcBef>
                  <a:spcPct val="20000"/>
                </a:spcBef>
                <a:spcAft>
                  <a:spcPct val="0"/>
                </a:spcAft>
                <a:buChar char="–"/>
                <a:defRPr sz="2000">
                  <a:solidFill>
                    <a:srgbClr val="666699"/>
                  </a:solidFill>
                  <a:latin typeface="+mn-lt"/>
                  <a:ea typeface="+mn-ea"/>
                </a:defRPr>
              </a:lvl4pPr>
              <a:lvl5pPr marL="2057400" indent="-228600" algn="l" rtl="0" eaLnBrk="0" fontAlgn="base" hangingPunct="0">
                <a:spcBef>
                  <a:spcPct val="20000"/>
                </a:spcBef>
                <a:spcAft>
                  <a:spcPct val="0"/>
                </a:spcAft>
                <a:buChar char="»"/>
                <a:defRPr sz="2000">
                  <a:solidFill>
                    <a:srgbClr val="666699"/>
                  </a:solidFill>
                  <a:latin typeface="+mn-lt"/>
                  <a:ea typeface="+mn-ea"/>
                </a:defRPr>
              </a:lvl5pPr>
            </a:lstStyle>
            <a:p>
              <a:pPr marL="0" lvl="0" indent="0" eaLnBrk="1" hangingPunct="1">
                <a:spcBef>
                  <a:spcPct val="0"/>
                </a:spcBef>
                <a:buNone/>
              </a:pPr>
              <a:endParaRPr lang="zh-CN" altLang="en-US" sz="2400" dirty="0">
                <a:solidFill>
                  <a:schemeClr val="tx1"/>
                </a:solidFill>
              </a:endParaRPr>
            </a:p>
          </p:txBody>
        </p:sp>
        <p:sp>
          <p:nvSpPr>
            <p:cNvPr id="85000" name="Rectangle 8"/>
            <p:cNvSpPr/>
            <p:nvPr/>
          </p:nvSpPr>
          <p:spPr>
            <a:xfrm>
              <a:off x="1210" y="1488"/>
              <a:ext cx="288" cy="192"/>
            </a:xfrm>
            <a:prstGeom prst="rect">
              <a:avLst/>
            </a:prstGeom>
            <a:solidFill>
              <a:schemeClr val="hlink"/>
            </a:solidFill>
            <a:ln w="9525" cap="flat" cmpd="sng">
              <a:solidFill>
                <a:schemeClr val="tx1"/>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buChar char="•"/>
                <a:defRPr sz="3200">
                  <a:solidFill>
                    <a:srgbClr val="666699"/>
                  </a:solidFill>
                  <a:latin typeface="+mn-lt"/>
                  <a:ea typeface="+mn-ea"/>
                  <a:cs typeface="+mn-cs"/>
                </a:defRPr>
              </a:lvl1pPr>
              <a:lvl2pPr marL="742950" indent="-285750" algn="l" rtl="0" eaLnBrk="0" fontAlgn="base" hangingPunct="0">
                <a:spcBef>
                  <a:spcPct val="20000"/>
                </a:spcBef>
                <a:spcAft>
                  <a:spcPct val="0"/>
                </a:spcAft>
                <a:buChar char="–"/>
                <a:defRPr sz="2800">
                  <a:solidFill>
                    <a:srgbClr val="666699"/>
                  </a:solidFill>
                  <a:latin typeface="+mn-lt"/>
                  <a:ea typeface="+mn-ea"/>
                </a:defRPr>
              </a:lvl2pPr>
              <a:lvl3pPr marL="1143000" indent="-228600" algn="l" rtl="0" eaLnBrk="0" fontAlgn="base" hangingPunct="0">
                <a:spcBef>
                  <a:spcPct val="20000"/>
                </a:spcBef>
                <a:spcAft>
                  <a:spcPct val="0"/>
                </a:spcAft>
                <a:buChar char="•"/>
                <a:defRPr sz="2400">
                  <a:solidFill>
                    <a:srgbClr val="666699"/>
                  </a:solidFill>
                  <a:latin typeface="+mn-lt"/>
                  <a:ea typeface="+mn-ea"/>
                </a:defRPr>
              </a:lvl3pPr>
              <a:lvl4pPr marL="1600200" indent="-228600" algn="l" rtl="0" eaLnBrk="0" fontAlgn="base" hangingPunct="0">
                <a:spcBef>
                  <a:spcPct val="20000"/>
                </a:spcBef>
                <a:spcAft>
                  <a:spcPct val="0"/>
                </a:spcAft>
                <a:buChar char="–"/>
                <a:defRPr sz="2000">
                  <a:solidFill>
                    <a:srgbClr val="666699"/>
                  </a:solidFill>
                  <a:latin typeface="+mn-lt"/>
                  <a:ea typeface="+mn-ea"/>
                </a:defRPr>
              </a:lvl4pPr>
              <a:lvl5pPr marL="2057400" indent="-228600" algn="l" rtl="0" eaLnBrk="0" fontAlgn="base" hangingPunct="0">
                <a:spcBef>
                  <a:spcPct val="20000"/>
                </a:spcBef>
                <a:spcAft>
                  <a:spcPct val="0"/>
                </a:spcAft>
                <a:buChar char="»"/>
                <a:defRPr sz="2000">
                  <a:solidFill>
                    <a:srgbClr val="666699"/>
                  </a:solidFill>
                  <a:latin typeface="+mn-lt"/>
                  <a:ea typeface="+mn-ea"/>
                </a:defRPr>
              </a:lvl5pPr>
            </a:lstStyle>
            <a:p>
              <a:pPr marL="0" lvl="0" indent="0" eaLnBrk="1" hangingPunct="1">
                <a:spcBef>
                  <a:spcPct val="0"/>
                </a:spcBef>
                <a:buNone/>
              </a:pPr>
              <a:endParaRPr lang="zh-CN" altLang="en-US" sz="2400" dirty="0">
                <a:solidFill>
                  <a:schemeClr val="tx1"/>
                </a:solidFill>
              </a:endParaRPr>
            </a:p>
          </p:txBody>
        </p:sp>
        <p:sp>
          <p:nvSpPr>
            <p:cNvPr id="85001" name="Rectangle 9"/>
            <p:cNvSpPr/>
            <p:nvPr/>
          </p:nvSpPr>
          <p:spPr>
            <a:xfrm>
              <a:off x="1594" y="1488"/>
              <a:ext cx="288" cy="192"/>
            </a:xfrm>
            <a:prstGeom prst="rect">
              <a:avLst/>
            </a:prstGeom>
            <a:solidFill>
              <a:schemeClr val="hlink"/>
            </a:solidFill>
            <a:ln w="9525" cap="flat" cmpd="sng">
              <a:solidFill>
                <a:schemeClr val="tx1"/>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buChar char="•"/>
                <a:defRPr sz="3200">
                  <a:solidFill>
                    <a:srgbClr val="666699"/>
                  </a:solidFill>
                  <a:latin typeface="+mn-lt"/>
                  <a:ea typeface="+mn-ea"/>
                  <a:cs typeface="+mn-cs"/>
                </a:defRPr>
              </a:lvl1pPr>
              <a:lvl2pPr marL="742950" indent="-285750" algn="l" rtl="0" eaLnBrk="0" fontAlgn="base" hangingPunct="0">
                <a:spcBef>
                  <a:spcPct val="20000"/>
                </a:spcBef>
                <a:spcAft>
                  <a:spcPct val="0"/>
                </a:spcAft>
                <a:buChar char="–"/>
                <a:defRPr sz="2800">
                  <a:solidFill>
                    <a:srgbClr val="666699"/>
                  </a:solidFill>
                  <a:latin typeface="+mn-lt"/>
                  <a:ea typeface="+mn-ea"/>
                </a:defRPr>
              </a:lvl2pPr>
              <a:lvl3pPr marL="1143000" indent="-228600" algn="l" rtl="0" eaLnBrk="0" fontAlgn="base" hangingPunct="0">
                <a:spcBef>
                  <a:spcPct val="20000"/>
                </a:spcBef>
                <a:spcAft>
                  <a:spcPct val="0"/>
                </a:spcAft>
                <a:buChar char="•"/>
                <a:defRPr sz="2400">
                  <a:solidFill>
                    <a:srgbClr val="666699"/>
                  </a:solidFill>
                  <a:latin typeface="+mn-lt"/>
                  <a:ea typeface="+mn-ea"/>
                </a:defRPr>
              </a:lvl3pPr>
              <a:lvl4pPr marL="1600200" indent="-228600" algn="l" rtl="0" eaLnBrk="0" fontAlgn="base" hangingPunct="0">
                <a:spcBef>
                  <a:spcPct val="20000"/>
                </a:spcBef>
                <a:spcAft>
                  <a:spcPct val="0"/>
                </a:spcAft>
                <a:buChar char="–"/>
                <a:defRPr sz="2000">
                  <a:solidFill>
                    <a:srgbClr val="666699"/>
                  </a:solidFill>
                  <a:latin typeface="+mn-lt"/>
                  <a:ea typeface="+mn-ea"/>
                </a:defRPr>
              </a:lvl4pPr>
              <a:lvl5pPr marL="2057400" indent="-228600" algn="l" rtl="0" eaLnBrk="0" fontAlgn="base" hangingPunct="0">
                <a:spcBef>
                  <a:spcPct val="20000"/>
                </a:spcBef>
                <a:spcAft>
                  <a:spcPct val="0"/>
                </a:spcAft>
                <a:buChar char="»"/>
                <a:defRPr sz="2000">
                  <a:solidFill>
                    <a:srgbClr val="666699"/>
                  </a:solidFill>
                  <a:latin typeface="+mn-lt"/>
                  <a:ea typeface="+mn-ea"/>
                </a:defRPr>
              </a:lvl5pPr>
            </a:lstStyle>
            <a:p>
              <a:pPr marL="0" lvl="0" indent="0" eaLnBrk="1" hangingPunct="1">
                <a:spcBef>
                  <a:spcPct val="0"/>
                </a:spcBef>
                <a:buNone/>
              </a:pPr>
              <a:endParaRPr lang="zh-CN" altLang="en-US" sz="2400" dirty="0">
                <a:solidFill>
                  <a:schemeClr val="tx1"/>
                </a:solidFill>
              </a:endParaRPr>
            </a:p>
          </p:txBody>
        </p:sp>
        <p:sp>
          <p:nvSpPr>
            <p:cNvPr id="85002" name="Rectangle 10"/>
            <p:cNvSpPr/>
            <p:nvPr/>
          </p:nvSpPr>
          <p:spPr>
            <a:xfrm>
              <a:off x="3418" y="1488"/>
              <a:ext cx="288" cy="192"/>
            </a:xfrm>
            <a:prstGeom prst="rect">
              <a:avLst/>
            </a:prstGeom>
            <a:solidFill>
              <a:schemeClr val="hlink"/>
            </a:solidFill>
            <a:ln w="9525" cap="flat" cmpd="sng">
              <a:solidFill>
                <a:schemeClr val="tx1"/>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buChar char="•"/>
                <a:defRPr sz="3200">
                  <a:solidFill>
                    <a:srgbClr val="666699"/>
                  </a:solidFill>
                  <a:latin typeface="+mn-lt"/>
                  <a:ea typeface="+mn-ea"/>
                  <a:cs typeface="+mn-cs"/>
                </a:defRPr>
              </a:lvl1pPr>
              <a:lvl2pPr marL="742950" indent="-285750" algn="l" rtl="0" eaLnBrk="0" fontAlgn="base" hangingPunct="0">
                <a:spcBef>
                  <a:spcPct val="20000"/>
                </a:spcBef>
                <a:spcAft>
                  <a:spcPct val="0"/>
                </a:spcAft>
                <a:buChar char="–"/>
                <a:defRPr sz="2800">
                  <a:solidFill>
                    <a:srgbClr val="666699"/>
                  </a:solidFill>
                  <a:latin typeface="+mn-lt"/>
                  <a:ea typeface="+mn-ea"/>
                </a:defRPr>
              </a:lvl2pPr>
              <a:lvl3pPr marL="1143000" indent="-228600" algn="l" rtl="0" eaLnBrk="0" fontAlgn="base" hangingPunct="0">
                <a:spcBef>
                  <a:spcPct val="20000"/>
                </a:spcBef>
                <a:spcAft>
                  <a:spcPct val="0"/>
                </a:spcAft>
                <a:buChar char="•"/>
                <a:defRPr sz="2400">
                  <a:solidFill>
                    <a:srgbClr val="666699"/>
                  </a:solidFill>
                  <a:latin typeface="+mn-lt"/>
                  <a:ea typeface="+mn-ea"/>
                </a:defRPr>
              </a:lvl3pPr>
              <a:lvl4pPr marL="1600200" indent="-228600" algn="l" rtl="0" eaLnBrk="0" fontAlgn="base" hangingPunct="0">
                <a:spcBef>
                  <a:spcPct val="20000"/>
                </a:spcBef>
                <a:spcAft>
                  <a:spcPct val="0"/>
                </a:spcAft>
                <a:buChar char="–"/>
                <a:defRPr sz="2000">
                  <a:solidFill>
                    <a:srgbClr val="666699"/>
                  </a:solidFill>
                  <a:latin typeface="+mn-lt"/>
                  <a:ea typeface="+mn-ea"/>
                </a:defRPr>
              </a:lvl4pPr>
              <a:lvl5pPr marL="2057400" indent="-228600" algn="l" rtl="0" eaLnBrk="0" fontAlgn="base" hangingPunct="0">
                <a:spcBef>
                  <a:spcPct val="20000"/>
                </a:spcBef>
                <a:spcAft>
                  <a:spcPct val="0"/>
                </a:spcAft>
                <a:buChar char="»"/>
                <a:defRPr sz="2000">
                  <a:solidFill>
                    <a:srgbClr val="666699"/>
                  </a:solidFill>
                  <a:latin typeface="+mn-lt"/>
                  <a:ea typeface="+mn-ea"/>
                </a:defRPr>
              </a:lvl5pPr>
            </a:lstStyle>
            <a:p>
              <a:pPr marL="0" lvl="0" indent="0" algn="ctr" eaLnBrk="1" hangingPunct="1">
                <a:spcBef>
                  <a:spcPct val="0"/>
                </a:spcBef>
                <a:buNone/>
              </a:pPr>
              <a:endParaRPr lang="zh-CN" altLang="en-US" sz="2400" dirty="0">
                <a:solidFill>
                  <a:schemeClr val="tx1"/>
                </a:solidFill>
              </a:endParaRPr>
            </a:p>
          </p:txBody>
        </p:sp>
        <p:sp>
          <p:nvSpPr>
            <p:cNvPr id="85003" name="Rectangle 11"/>
            <p:cNvSpPr/>
            <p:nvPr/>
          </p:nvSpPr>
          <p:spPr>
            <a:xfrm>
              <a:off x="3802" y="1488"/>
              <a:ext cx="288" cy="192"/>
            </a:xfrm>
            <a:prstGeom prst="rect">
              <a:avLst/>
            </a:prstGeom>
            <a:solidFill>
              <a:schemeClr val="hlink"/>
            </a:solidFill>
            <a:ln w="9525" cap="flat" cmpd="sng">
              <a:solidFill>
                <a:schemeClr val="tx1"/>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buChar char="•"/>
                <a:defRPr sz="3200">
                  <a:solidFill>
                    <a:srgbClr val="666699"/>
                  </a:solidFill>
                  <a:latin typeface="+mn-lt"/>
                  <a:ea typeface="+mn-ea"/>
                  <a:cs typeface="+mn-cs"/>
                </a:defRPr>
              </a:lvl1pPr>
              <a:lvl2pPr marL="742950" indent="-285750" algn="l" rtl="0" eaLnBrk="0" fontAlgn="base" hangingPunct="0">
                <a:spcBef>
                  <a:spcPct val="20000"/>
                </a:spcBef>
                <a:spcAft>
                  <a:spcPct val="0"/>
                </a:spcAft>
                <a:buChar char="–"/>
                <a:defRPr sz="2800">
                  <a:solidFill>
                    <a:srgbClr val="666699"/>
                  </a:solidFill>
                  <a:latin typeface="+mn-lt"/>
                  <a:ea typeface="+mn-ea"/>
                </a:defRPr>
              </a:lvl2pPr>
              <a:lvl3pPr marL="1143000" indent="-228600" algn="l" rtl="0" eaLnBrk="0" fontAlgn="base" hangingPunct="0">
                <a:spcBef>
                  <a:spcPct val="20000"/>
                </a:spcBef>
                <a:spcAft>
                  <a:spcPct val="0"/>
                </a:spcAft>
                <a:buChar char="•"/>
                <a:defRPr sz="2400">
                  <a:solidFill>
                    <a:srgbClr val="666699"/>
                  </a:solidFill>
                  <a:latin typeface="+mn-lt"/>
                  <a:ea typeface="+mn-ea"/>
                </a:defRPr>
              </a:lvl3pPr>
              <a:lvl4pPr marL="1600200" indent="-228600" algn="l" rtl="0" eaLnBrk="0" fontAlgn="base" hangingPunct="0">
                <a:spcBef>
                  <a:spcPct val="20000"/>
                </a:spcBef>
                <a:spcAft>
                  <a:spcPct val="0"/>
                </a:spcAft>
                <a:buChar char="–"/>
                <a:defRPr sz="2000">
                  <a:solidFill>
                    <a:srgbClr val="666699"/>
                  </a:solidFill>
                  <a:latin typeface="+mn-lt"/>
                  <a:ea typeface="+mn-ea"/>
                </a:defRPr>
              </a:lvl4pPr>
              <a:lvl5pPr marL="2057400" indent="-228600" algn="l" rtl="0" eaLnBrk="0" fontAlgn="base" hangingPunct="0">
                <a:spcBef>
                  <a:spcPct val="20000"/>
                </a:spcBef>
                <a:spcAft>
                  <a:spcPct val="0"/>
                </a:spcAft>
                <a:buChar char="»"/>
                <a:defRPr sz="2000">
                  <a:solidFill>
                    <a:srgbClr val="666699"/>
                  </a:solidFill>
                  <a:latin typeface="+mn-lt"/>
                  <a:ea typeface="+mn-ea"/>
                </a:defRPr>
              </a:lvl5pPr>
            </a:lstStyle>
            <a:p>
              <a:pPr marL="0" lvl="0" indent="0" eaLnBrk="1" hangingPunct="1">
                <a:spcBef>
                  <a:spcPct val="0"/>
                </a:spcBef>
                <a:buNone/>
              </a:pPr>
              <a:endParaRPr lang="zh-CN" altLang="en-US" sz="2400" dirty="0">
                <a:solidFill>
                  <a:schemeClr val="tx1"/>
                </a:solidFill>
              </a:endParaRPr>
            </a:p>
          </p:txBody>
        </p:sp>
        <p:sp>
          <p:nvSpPr>
            <p:cNvPr id="85004" name="Rectangle 12"/>
            <p:cNvSpPr/>
            <p:nvPr/>
          </p:nvSpPr>
          <p:spPr>
            <a:xfrm>
              <a:off x="4186" y="1488"/>
              <a:ext cx="288" cy="192"/>
            </a:xfrm>
            <a:prstGeom prst="rect">
              <a:avLst/>
            </a:prstGeom>
            <a:solidFill>
              <a:schemeClr val="hlink"/>
            </a:solidFill>
            <a:ln w="9525" cap="flat" cmpd="sng">
              <a:solidFill>
                <a:schemeClr val="tx1"/>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buChar char="•"/>
                <a:defRPr sz="3200">
                  <a:solidFill>
                    <a:srgbClr val="666699"/>
                  </a:solidFill>
                  <a:latin typeface="+mn-lt"/>
                  <a:ea typeface="+mn-ea"/>
                  <a:cs typeface="+mn-cs"/>
                </a:defRPr>
              </a:lvl1pPr>
              <a:lvl2pPr marL="742950" indent="-285750" algn="l" rtl="0" eaLnBrk="0" fontAlgn="base" hangingPunct="0">
                <a:spcBef>
                  <a:spcPct val="20000"/>
                </a:spcBef>
                <a:spcAft>
                  <a:spcPct val="0"/>
                </a:spcAft>
                <a:buChar char="–"/>
                <a:defRPr sz="2800">
                  <a:solidFill>
                    <a:srgbClr val="666699"/>
                  </a:solidFill>
                  <a:latin typeface="+mn-lt"/>
                  <a:ea typeface="+mn-ea"/>
                </a:defRPr>
              </a:lvl2pPr>
              <a:lvl3pPr marL="1143000" indent="-228600" algn="l" rtl="0" eaLnBrk="0" fontAlgn="base" hangingPunct="0">
                <a:spcBef>
                  <a:spcPct val="20000"/>
                </a:spcBef>
                <a:spcAft>
                  <a:spcPct val="0"/>
                </a:spcAft>
                <a:buChar char="•"/>
                <a:defRPr sz="2400">
                  <a:solidFill>
                    <a:srgbClr val="666699"/>
                  </a:solidFill>
                  <a:latin typeface="+mn-lt"/>
                  <a:ea typeface="+mn-ea"/>
                </a:defRPr>
              </a:lvl3pPr>
              <a:lvl4pPr marL="1600200" indent="-228600" algn="l" rtl="0" eaLnBrk="0" fontAlgn="base" hangingPunct="0">
                <a:spcBef>
                  <a:spcPct val="20000"/>
                </a:spcBef>
                <a:spcAft>
                  <a:spcPct val="0"/>
                </a:spcAft>
                <a:buChar char="–"/>
                <a:defRPr sz="2000">
                  <a:solidFill>
                    <a:srgbClr val="666699"/>
                  </a:solidFill>
                  <a:latin typeface="+mn-lt"/>
                  <a:ea typeface="+mn-ea"/>
                </a:defRPr>
              </a:lvl4pPr>
              <a:lvl5pPr marL="2057400" indent="-228600" algn="l" rtl="0" eaLnBrk="0" fontAlgn="base" hangingPunct="0">
                <a:spcBef>
                  <a:spcPct val="20000"/>
                </a:spcBef>
                <a:spcAft>
                  <a:spcPct val="0"/>
                </a:spcAft>
                <a:buChar char="»"/>
                <a:defRPr sz="2000">
                  <a:solidFill>
                    <a:srgbClr val="666699"/>
                  </a:solidFill>
                  <a:latin typeface="+mn-lt"/>
                  <a:ea typeface="+mn-ea"/>
                </a:defRPr>
              </a:lvl5pPr>
            </a:lstStyle>
            <a:p>
              <a:pPr marL="0" lvl="0" indent="0" algn="ctr" eaLnBrk="1" hangingPunct="1">
                <a:spcBef>
                  <a:spcPct val="0"/>
                </a:spcBef>
                <a:buNone/>
              </a:pPr>
              <a:endParaRPr lang="zh-CN" altLang="en-US" sz="2400" dirty="0">
                <a:solidFill>
                  <a:schemeClr val="bg2"/>
                </a:solidFill>
              </a:endParaRPr>
            </a:p>
          </p:txBody>
        </p:sp>
        <p:sp>
          <p:nvSpPr>
            <p:cNvPr id="85005" name="Rectangle 13"/>
            <p:cNvSpPr/>
            <p:nvPr/>
          </p:nvSpPr>
          <p:spPr>
            <a:xfrm>
              <a:off x="4570" y="1488"/>
              <a:ext cx="288" cy="192"/>
            </a:xfrm>
            <a:prstGeom prst="rect">
              <a:avLst/>
            </a:prstGeom>
            <a:solidFill>
              <a:schemeClr val="hlink"/>
            </a:solidFill>
            <a:ln w="9525" cap="flat" cmpd="sng">
              <a:solidFill>
                <a:schemeClr val="tx1"/>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buChar char="•"/>
                <a:defRPr sz="3200">
                  <a:solidFill>
                    <a:srgbClr val="666699"/>
                  </a:solidFill>
                  <a:latin typeface="+mn-lt"/>
                  <a:ea typeface="+mn-ea"/>
                  <a:cs typeface="+mn-cs"/>
                </a:defRPr>
              </a:lvl1pPr>
              <a:lvl2pPr marL="742950" indent="-285750" algn="l" rtl="0" eaLnBrk="0" fontAlgn="base" hangingPunct="0">
                <a:spcBef>
                  <a:spcPct val="20000"/>
                </a:spcBef>
                <a:spcAft>
                  <a:spcPct val="0"/>
                </a:spcAft>
                <a:buChar char="–"/>
                <a:defRPr sz="2800">
                  <a:solidFill>
                    <a:srgbClr val="666699"/>
                  </a:solidFill>
                  <a:latin typeface="+mn-lt"/>
                  <a:ea typeface="+mn-ea"/>
                </a:defRPr>
              </a:lvl2pPr>
              <a:lvl3pPr marL="1143000" indent="-228600" algn="l" rtl="0" eaLnBrk="0" fontAlgn="base" hangingPunct="0">
                <a:spcBef>
                  <a:spcPct val="20000"/>
                </a:spcBef>
                <a:spcAft>
                  <a:spcPct val="0"/>
                </a:spcAft>
                <a:buChar char="•"/>
                <a:defRPr sz="2400">
                  <a:solidFill>
                    <a:srgbClr val="666699"/>
                  </a:solidFill>
                  <a:latin typeface="+mn-lt"/>
                  <a:ea typeface="+mn-ea"/>
                </a:defRPr>
              </a:lvl3pPr>
              <a:lvl4pPr marL="1600200" indent="-228600" algn="l" rtl="0" eaLnBrk="0" fontAlgn="base" hangingPunct="0">
                <a:spcBef>
                  <a:spcPct val="20000"/>
                </a:spcBef>
                <a:spcAft>
                  <a:spcPct val="0"/>
                </a:spcAft>
                <a:buChar char="–"/>
                <a:defRPr sz="2000">
                  <a:solidFill>
                    <a:srgbClr val="666699"/>
                  </a:solidFill>
                  <a:latin typeface="+mn-lt"/>
                  <a:ea typeface="+mn-ea"/>
                </a:defRPr>
              </a:lvl4pPr>
              <a:lvl5pPr marL="2057400" indent="-228600" algn="l" rtl="0" eaLnBrk="0" fontAlgn="base" hangingPunct="0">
                <a:spcBef>
                  <a:spcPct val="20000"/>
                </a:spcBef>
                <a:spcAft>
                  <a:spcPct val="0"/>
                </a:spcAft>
                <a:buChar char="»"/>
                <a:defRPr sz="2000">
                  <a:solidFill>
                    <a:srgbClr val="666699"/>
                  </a:solidFill>
                  <a:latin typeface="+mn-lt"/>
                  <a:ea typeface="+mn-ea"/>
                </a:defRPr>
              </a:lvl5pPr>
            </a:lstStyle>
            <a:p>
              <a:pPr marL="0" lvl="0" indent="0" algn="ctr" eaLnBrk="1" hangingPunct="1">
                <a:spcBef>
                  <a:spcPct val="0"/>
                </a:spcBef>
                <a:buNone/>
              </a:pPr>
              <a:r>
                <a:rPr lang="zh-CN" altLang="en-US" sz="1600" dirty="0">
                  <a:solidFill>
                    <a:srgbClr val="CCECFF"/>
                  </a:solidFill>
                </a:rPr>
                <a:t>181</a:t>
              </a:r>
              <a:endParaRPr lang="zh-CN" altLang="en-US" sz="1600" dirty="0">
                <a:solidFill>
                  <a:srgbClr val="CCECFF"/>
                </a:solidFill>
              </a:endParaRPr>
            </a:p>
          </p:txBody>
        </p:sp>
        <p:sp>
          <p:nvSpPr>
            <p:cNvPr id="85006" name="Rectangle 14"/>
            <p:cNvSpPr/>
            <p:nvPr/>
          </p:nvSpPr>
          <p:spPr>
            <a:xfrm>
              <a:off x="442" y="912"/>
              <a:ext cx="1392" cy="288"/>
            </a:xfrm>
            <a:prstGeom prst="rect">
              <a:avLst/>
            </a:prstGeom>
            <a:solidFill>
              <a:srgbClr val="FF99FF"/>
            </a:solidFill>
            <a:ln w="9525" cap="flat" cmpd="sng">
              <a:solidFill>
                <a:schemeClr val="tx1"/>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buChar char="•"/>
                <a:defRPr sz="3200">
                  <a:solidFill>
                    <a:srgbClr val="666699"/>
                  </a:solidFill>
                  <a:latin typeface="+mn-lt"/>
                  <a:ea typeface="+mn-ea"/>
                  <a:cs typeface="+mn-cs"/>
                </a:defRPr>
              </a:lvl1pPr>
              <a:lvl2pPr marL="742950" indent="-285750" algn="l" rtl="0" eaLnBrk="0" fontAlgn="base" hangingPunct="0">
                <a:spcBef>
                  <a:spcPct val="20000"/>
                </a:spcBef>
                <a:spcAft>
                  <a:spcPct val="0"/>
                </a:spcAft>
                <a:buChar char="–"/>
                <a:defRPr sz="2800">
                  <a:solidFill>
                    <a:srgbClr val="666699"/>
                  </a:solidFill>
                  <a:latin typeface="+mn-lt"/>
                  <a:ea typeface="+mn-ea"/>
                </a:defRPr>
              </a:lvl2pPr>
              <a:lvl3pPr marL="1143000" indent="-228600" algn="l" rtl="0" eaLnBrk="0" fontAlgn="base" hangingPunct="0">
                <a:spcBef>
                  <a:spcPct val="20000"/>
                </a:spcBef>
                <a:spcAft>
                  <a:spcPct val="0"/>
                </a:spcAft>
                <a:buChar char="•"/>
                <a:defRPr sz="2400">
                  <a:solidFill>
                    <a:srgbClr val="666699"/>
                  </a:solidFill>
                  <a:latin typeface="+mn-lt"/>
                  <a:ea typeface="+mn-ea"/>
                </a:defRPr>
              </a:lvl3pPr>
              <a:lvl4pPr marL="1600200" indent="-228600" algn="l" rtl="0" eaLnBrk="0" fontAlgn="base" hangingPunct="0">
                <a:spcBef>
                  <a:spcPct val="20000"/>
                </a:spcBef>
                <a:spcAft>
                  <a:spcPct val="0"/>
                </a:spcAft>
                <a:buChar char="–"/>
                <a:defRPr sz="2000">
                  <a:solidFill>
                    <a:srgbClr val="666699"/>
                  </a:solidFill>
                  <a:latin typeface="+mn-lt"/>
                  <a:ea typeface="+mn-ea"/>
                </a:defRPr>
              </a:lvl4pPr>
              <a:lvl5pPr marL="2057400" indent="-228600" algn="l" rtl="0" eaLnBrk="0" fontAlgn="base" hangingPunct="0">
                <a:spcBef>
                  <a:spcPct val="20000"/>
                </a:spcBef>
                <a:spcAft>
                  <a:spcPct val="0"/>
                </a:spcAft>
                <a:buChar char="»"/>
                <a:defRPr sz="2000">
                  <a:solidFill>
                    <a:srgbClr val="666699"/>
                  </a:solidFill>
                  <a:latin typeface="+mn-lt"/>
                  <a:ea typeface="+mn-ea"/>
                </a:defRPr>
              </a:lvl5pPr>
            </a:lstStyle>
            <a:p>
              <a:pPr marL="0" lvl="0" indent="0" algn="ctr" eaLnBrk="1" hangingPunct="1">
                <a:spcBef>
                  <a:spcPct val="0"/>
                </a:spcBef>
                <a:buNone/>
              </a:pPr>
              <a:r>
                <a:rPr lang="zh-CN" altLang="en-US" sz="2400" dirty="0">
                  <a:solidFill>
                    <a:schemeClr val="tx1"/>
                  </a:solidFill>
                </a:rPr>
                <a:t>74182</a:t>
              </a:r>
              <a:endParaRPr lang="zh-CN" altLang="en-US" sz="2400" dirty="0">
                <a:solidFill>
                  <a:schemeClr val="tx1"/>
                </a:solidFill>
              </a:endParaRPr>
            </a:p>
          </p:txBody>
        </p:sp>
        <p:sp>
          <p:nvSpPr>
            <p:cNvPr id="85007" name="Rectangle 15"/>
            <p:cNvSpPr/>
            <p:nvPr/>
          </p:nvSpPr>
          <p:spPr>
            <a:xfrm>
              <a:off x="3418" y="912"/>
              <a:ext cx="1392" cy="288"/>
            </a:xfrm>
            <a:prstGeom prst="rect">
              <a:avLst/>
            </a:prstGeom>
            <a:solidFill>
              <a:srgbClr val="FF99FF"/>
            </a:solidFill>
            <a:ln w="9525" cap="flat" cmpd="sng">
              <a:solidFill>
                <a:schemeClr val="tx1"/>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buChar char="•"/>
                <a:defRPr sz="3200">
                  <a:solidFill>
                    <a:srgbClr val="666699"/>
                  </a:solidFill>
                  <a:latin typeface="+mn-lt"/>
                  <a:ea typeface="+mn-ea"/>
                  <a:cs typeface="+mn-cs"/>
                </a:defRPr>
              </a:lvl1pPr>
              <a:lvl2pPr marL="742950" indent="-285750" algn="l" rtl="0" eaLnBrk="0" fontAlgn="base" hangingPunct="0">
                <a:spcBef>
                  <a:spcPct val="20000"/>
                </a:spcBef>
                <a:spcAft>
                  <a:spcPct val="0"/>
                </a:spcAft>
                <a:buChar char="–"/>
                <a:defRPr sz="2800">
                  <a:solidFill>
                    <a:srgbClr val="666699"/>
                  </a:solidFill>
                  <a:latin typeface="+mn-lt"/>
                  <a:ea typeface="+mn-ea"/>
                </a:defRPr>
              </a:lvl2pPr>
              <a:lvl3pPr marL="1143000" indent="-228600" algn="l" rtl="0" eaLnBrk="0" fontAlgn="base" hangingPunct="0">
                <a:spcBef>
                  <a:spcPct val="20000"/>
                </a:spcBef>
                <a:spcAft>
                  <a:spcPct val="0"/>
                </a:spcAft>
                <a:buChar char="•"/>
                <a:defRPr sz="2400">
                  <a:solidFill>
                    <a:srgbClr val="666699"/>
                  </a:solidFill>
                  <a:latin typeface="+mn-lt"/>
                  <a:ea typeface="+mn-ea"/>
                </a:defRPr>
              </a:lvl3pPr>
              <a:lvl4pPr marL="1600200" indent="-228600" algn="l" rtl="0" eaLnBrk="0" fontAlgn="base" hangingPunct="0">
                <a:spcBef>
                  <a:spcPct val="20000"/>
                </a:spcBef>
                <a:spcAft>
                  <a:spcPct val="0"/>
                </a:spcAft>
                <a:buChar char="–"/>
                <a:defRPr sz="2000">
                  <a:solidFill>
                    <a:srgbClr val="666699"/>
                  </a:solidFill>
                  <a:latin typeface="+mn-lt"/>
                  <a:ea typeface="+mn-ea"/>
                </a:defRPr>
              </a:lvl4pPr>
              <a:lvl5pPr marL="2057400" indent="-228600" algn="l" rtl="0" eaLnBrk="0" fontAlgn="base" hangingPunct="0">
                <a:spcBef>
                  <a:spcPct val="20000"/>
                </a:spcBef>
                <a:spcAft>
                  <a:spcPct val="0"/>
                </a:spcAft>
                <a:buChar char="»"/>
                <a:defRPr sz="2000">
                  <a:solidFill>
                    <a:srgbClr val="666699"/>
                  </a:solidFill>
                  <a:latin typeface="+mn-lt"/>
                  <a:ea typeface="+mn-ea"/>
                </a:defRPr>
              </a:lvl5pPr>
            </a:lstStyle>
            <a:p>
              <a:pPr marL="0" lvl="0" indent="0" algn="ctr" eaLnBrk="1" hangingPunct="1">
                <a:spcBef>
                  <a:spcPct val="0"/>
                </a:spcBef>
                <a:buNone/>
              </a:pPr>
              <a:r>
                <a:rPr lang="zh-CN" altLang="en-US" sz="2400" dirty="0">
                  <a:solidFill>
                    <a:schemeClr val="tx1"/>
                  </a:solidFill>
                </a:rPr>
                <a:t>74182</a:t>
              </a:r>
              <a:endParaRPr lang="zh-CN" altLang="en-US" sz="2400" dirty="0">
                <a:solidFill>
                  <a:schemeClr val="tx1"/>
                </a:solidFill>
              </a:endParaRPr>
            </a:p>
          </p:txBody>
        </p:sp>
        <p:sp>
          <p:nvSpPr>
            <p:cNvPr id="85008" name="Rectangle 16"/>
            <p:cNvSpPr/>
            <p:nvPr/>
          </p:nvSpPr>
          <p:spPr>
            <a:xfrm>
              <a:off x="2746" y="912"/>
              <a:ext cx="384" cy="768"/>
            </a:xfrm>
            <a:prstGeom prst="rect">
              <a:avLst/>
            </a:prstGeom>
            <a:solidFill>
              <a:srgbClr val="FF99FF"/>
            </a:solidFill>
            <a:ln w="9525" cap="flat" cmpd="sng">
              <a:solidFill>
                <a:schemeClr val="tx1"/>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buChar char="•"/>
                <a:defRPr sz="3200">
                  <a:solidFill>
                    <a:srgbClr val="666699"/>
                  </a:solidFill>
                  <a:latin typeface="+mn-lt"/>
                  <a:ea typeface="+mn-ea"/>
                  <a:cs typeface="+mn-cs"/>
                </a:defRPr>
              </a:lvl1pPr>
              <a:lvl2pPr marL="742950" indent="-285750" algn="l" rtl="0" eaLnBrk="0" fontAlgn="base" hangingPunct="0">
                <a:spcBef>
                  <a:spcPct val="20000"/>
                </a:spcBef>
                <a:spcAft>
                  <a:spcPct val="0"/>
                </a:spcAft>
                <a:buChar char="–"/>
                <a:defRPr sz="2800">
                  <a:solidFill>
                    <a:srgbClr val="666699"/>
                  </a:solidFill>
                  <a:latin typeface="+mn-lt"/>
                  <a:ea typeface="+mn-ea"/>
                </a:defRPr>
              </a:lvl2pPr>
              <a:lvl3pPr marL="1143000" indent="-228600" algn="l" rtl="0" eaLnBrk="0" fontAlgn="base" hangingPunct="0">
                <a:spcBef>
                  <a:spcPct val="20000"/>
                </a:spcBef>
                <a:spcAft>
                  <a:spcPct val="0"/>
                </a:spcAft>
                <a:buChar char="•"/>
                <a:defRPr sz="2400">
                  <a:solidFill>
                    <a:srgbClr val="666699"/>
                  </a:solidFill>
                  <a:latin typeface="+mn-lt"/>
                  <a:ea typeface="+mn-ea"/>
                </a:defRPr>
              </a:lvl3pPr>
              <a:lvl4pPr marL="1600200" indent="-228600" algn="l" rtl="0" eaLnBrk="0" fontAlgn="base" hangingPunct="0">
                <a:spcBef>
                  <a:spcPct val="20000"/>
                </a:spcBef>
                <a:spcAft>
                  <a:spcPct val="0"/>
                </a:spcAft>
                <a:buChar char="–"/>
                <a:defRPr sz="2000">
                  <a:solidFill>
                    <a:srgbClr val="666699"/>
                  </a:solidFill>
                  <a:latin typeface="+mn-lt"/>
                  <a:ea typeface="+mn-ea"/>
                </a:defRPr>
              </a:lvl4pPr>
              <a:lvl5pPr marL="2057400" indent="-228600" algn="l" rtl="0" eaLnBrk="0" fontAlgn="base" hangingPunct="0">
                <a:spcBef>
                  <a:spcPct val="20000"/>
                </a:spcBef>
                <a:spcAft>
                  <a:spcPct val="0"/>
                </a:spcAft>
                <a:buChar char="»"/>
                <a:defRPr sz="2000">
                  <a:solidFill>
                    <a:srgbClr val="666699"/>
                  </a:solidFill>
                  <a:latin typeface="+mn-lt"/>
                  <a:ea typeface="+mn-ea"/>
                </a:defRPr>
              </a:lvl5pPr>
            </a:lstStyle>
            <a:p>
              <a:pPr marL="0" lvl="0" indent="0" eaLnBrk="1" hangingPunct="1">
                <a:spcBef>
                  <a:spcPct val="0"/>
                </a:spcBef>
                <a:buNone/>
              </a:pPr>
              <a:endParaRPr lang="zh-CN" altLang="en-US" sz="2400" dirty="0">
                <a:solidFill>
                  <a:schemeClr val="tx1"/>
                </a:solidFill>
              </a:endParaRPr>
            </a:p>
          </p:txBody>
        </p:sp>
        <p:sp>
          <p:nvSpPr>
            <p:cNvPr id="85009" name="Rectangle 17"/>
            <p:cNvSpPr/>
            <p:nvPr/>
          </p:nvSpPr>
          <p:spPr>
            <a:xfrm>
              <a:off x="2074" y="912"/>
              <a:ext cx="384" cy="768"/>
            </a:xfrm>
            <a:prstGeom prst="rect">
              <a:avLst/>
            </a:prstGeom>
            <a:solidFill>
              <a:srgbClr val="FF99FF"/>
            </a:solidFill>
            <a:ln w="9525" cap="flat" cmpd="sng">
              <a:solidFill>
                <a:schemeClr val="tx1"/>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buChar char="•"/>
                <a:defRPr sz="3200">
                  <a:solidFill>
                    <a:srgbClr val="666699"/>
                  </a:solidFill>
                  <a:latin typeface="+mn-lt"/>
                  <a:ea typeface="+mn-ea"/>
                  <a:cs typeface="+mn-cs"/>
                </a:defRPr>
              </a:lvl1pPr>
              <a:lvl2pPr marL="742950" indent="-285750" algn="l" rtl="0" eaLnBrk="0" fontAlgn="base" hangingPunct="0">
                <a:spcBef>
                  <a:spcPct val="20000"/>
                </a:spcBef>
                <a:spcAft>
                  <a:spcPct val="0"/>
                </a:spcAft>
                <a:buChar char="–"/>
                <a:defRPr sz="2800">
                  <a:solidFill>
                    <a:srgbClr val="666699"/>
                  </a:solidFill>
                  <a:latin typeface="+mn-lt"/>
                  <a:ea typeface="+mn-ea"/>
                </a:defRPr>
              </a:lvl2pPr>
              <a:lvl3pPr marL="1143000" indent="-228600" algn="l" rtl="0" eaLnBrk="0" fontAlgn="base" hangingPunct="0">
                <a:spcBef>
                  <a:spcPct val="20000"/>
                </a:spcBef>
                <a:spcAft>
                  <a:spcPct val="0"/>
                </a:spcAft>
                <a:buChar char="•"/>
                <a:defRPr sz="2400">
                  <a:solidFill>
                    <a:srgbClr val="666699"/>
                  </a:solidFill>
                  <a:latin typeface="+mn-lt"/>
                  <a:ea typeface="+mn-ea"/>
                </a:defRPr>
              </a:lvl3pPr>
              <a:lvl4pPr marL="1600200" indent="-228600" algn="l" rtl="0" eaLnBrk="0" fontAlgn="base" hangingPunct="0">
                <a:spcBef>
                  <a:spcPct val="20000"/>
                </a:spcBef>
                <a:spcAft>
                  <a:spcPct val="0"/>
                </a:spcAft>
                <a:buChar char="–"/>
                <a:defRPr sz="2000">
                  <a:solidFill>
                    <a:srgbClr val="666699"/>
                  </a:solidFill>
                  <a:latin typeface="+mn-lt"/>
                  <a:ea typeface="+mn-ea"/>
                </a:defRPr>
              </a:lvl4pPr>
              <a:lvl5pPr marL="2057400" indent="-228600" algn="l" rtl="0" eaLnBrk="0" fontAlgn="base" hangingPunct="0">
                <a:spcBef>
                  <a:spcPct val="20000"/>
                </a:spcBef>
                <a:spcAft>
                  <a:spcPct val="0"/>
                </a:spcAft>
                <a:buChar char="»"/>
                <a:defRPr sz="2000">
                  <a:solidFill>
                    <a:srgbClr val="666699"/>
                  </a:solidFill>
                  <a:latin typeface="+mn-lt"/>
                  <a:ea typeface="+mn-ea"/>
                </a:defRPr>
              </a:lvl5pPr>
            </a:lstStyle>
            <a:p>
              <a:pPr marL="0" lvl="0" indent="0" eaLnBrk="1" hangingPunct="1">
                <a:spcBef>
                  <a:spcPct val="0"/>
                </a:spcBef>
                <a:buNone/>
              </a:pPr>
              <a:endParaRPr lang="zh-CN" altLang="en-US" sz="2400" dirty="0">
                <a:solidFill>
                  <a:schemeClr val="tx1"/>
                </a:solidFill>
              </a:endParaRPr>
            </a:p>
          </p:txBody>
        </p:sp>
        <p:sp>
          <p:nvSpPr>
            <p:cNvPr id="85010" name="Rectangle 18"/>
            <p:cNvSpPr/>
            <p:nvPr/>
          </p:nvSpPr>
          <p:spPr>
            <a:xfrm>
              <a:off x="442" y="192"/>
              <a:ext cx="4368" cy="288"/>
            </a:xfrm>
            <a:prstGeom prst="rect">
              <a:avLst/>
            </a:prstGeom>
            <a:solidFill>
              <a:srgbClr val="FF99FF"/>
            </a:solidFill>
            <a:ln w="9525" cap="flat" cmpd="sng">
              <a:solidFill>
                <a:schemeClr val="tx1"/>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buChar char="•"/>
                <a:defRPr sz="3200">
                  <a:solidFill>
                    <a:srgbClr val="666699"/>
                  </a:solidFill>
                  <a:latin typeface="+mn-lt"/>
                  <a:ea typeface="+mn-ea"/>
                  <a:cs typeface="+mn-cs"/>
                </a:defRPr>
              </a:lvl1pPr>
              <a:lvl2pPr marL="742950" indent="-285750" algn="l" rtl="0" eaLnBrk="0" fontAlgn="base" hangingPunct="0">
                <a:spcBef>
                  <a:spcPct val="20000"/>
                </a:spcBef>
                <a:spcAft>
                  <a:spcPct val="0"/>
                </a:spcAft>
                <a:buChar char="–"/>
                <a:defRPr sz="2800">
                  <a:solidFill>
                    <a:srgbClr val="666699"/>
                  </a:solidFill>
                  <a:latin typeface="+mn-lt"/>
                  <a:ea typeface="+mn-ea"/>
                </a:defRPr>
              </a:lvl2pPr>
              <a:lvl3pPr marL="1143000" indent="-228600" algn="l" rtl="0" eaLnBrk="0" fontAlgn="base" hangingPunct="0">
                <a:spcBef>
                  <a:spcPct val="20000"/>
                </a:spcBef>
                <a:spcAft>
                  <a:spcPct val="0"/>
                </a:spcAft>
                <a:buChar char="•"/>
                <a:defRPr sz="2400">
                  <a:solidFill>
                    <a:srgbClr val="666699"/>
                  </a:solidFill>
                  <a:latin typeface="+mn-lt"/>
                  <a:ea typeface="+mn-ea"/>
                </a:defRPr>
              </a:lvl3pPr>
              <a:lvl4pPr marL="1600200" indent="-228600" algn="l" rtl="0" eaLnBrk="0" fontAlgn="base" hangingPunct="0">
                <a:spcBef>
                  <a:spcPct val="20000"/>
                </a:spcBef>
                <a:spcAft>
                  <a:spcPct val="0"/>
                </a:spcAft>
                <a:buChar char="–"/>
                <a:defRPr sz="2000">
                  <a:solidFill>
                    <a:srgbClr val="666699"/>
                  </a:solidFill>
                  <a:latin typeface="+mn-lt"/>
                  <a:ea typeface="+mn-ea"/>
                </a:defRPr>
              </a:lvl4pPr>
              <a:lvl5pPr marL="2057400" indent="-228600" algn="l" rtl="0" eaLnBrk="0" fontAlgn="base" hangingPunct="0">
                <a:spcBef>
                  <a:spcPct val="20000"/>
                </a:spcBef>
                <a:spcAft>
                  <a:spcPct val="0"/>
                </a:spcAft>
                <a:buChar char="»"/>
                <a:defRPr sz="2000">
                  <a:solidFill>
                    <a:srgbClr val="666699"/>
                  </a:solidFill>
                  <a:latin typeface="+mn-lt"/>
                  <a:ea typeface="+mn-ea"/>
                </a:defRPr>
              </a:lvl5pPr>
            </a:lstStyle>
            <a:p>
              <a:pPr marL="0" lvl="0" indent="0" algn="ctr" eaLnBrk="1" hangingPunct="1">
                <a:spcBef>
                  <a:spcPct val="0"/>
                </a:spcBef>
                <a:buNone/>
              </a:pPr>
              <a:r>
                <a:rPr lang="zh-CN" altLang="en-US" sz="2400" dirty="0">
                  <a:solidFill>
                    <a:schemeClr val="tx1"/>
                  </a:solidFill>
                </a:rPr>
                <a:t>74182</a:t>
              </a:r>
              <a:endParaRPr lang="zh-CN" altLang="en-US" sz="2400" dirty="0">
                <a:solidFill>
                  <a:schemeClr val="tx1"/>
                </a:solidFill>
              </a:endParaRPr>
            </a:p>
          </p:txBody>
        </p:sp>
        <p:sp>
          <p:nvSpPr>
            <p:cNvPr id="85011" name="Line 19"/>
            <p:cNvSpPr/>
            <p:nvPr/>
          </p:nvSpPr>
          <p:spPr>
            <a:xfrm>
              <a:off x="4858" y="1584"/>
              <a:ext cx="432" cy="0"/>
            </a:xfrm>
            <a:prstGeom prst="line">
              <a:avLst/>
            </a:prstGeom>
            <a:ln w="9525" cap="flat" cmpd="sng">
              <a:solidFill>
                <a:schemeClr val="tx1"/>
              </a:solidFill>
              <a:prstDash val="solid"/>
              <a:headEnd type="stealth" w="med" len="med"/>
              <a:tailEnd type="none" w="med" len="med"/>
            </a:ln>
          </p:spPr>
        </p:sp>
        <p:sp>
          <p:nvSpPr>
            <p:cNvPr id="85012" name="Line 20"/>
            <p:cNvSpPr/>
            <p:nvPr/>
          </p:nvSpPr>
          <p:spPr>
            <a:xfrm>
              <a:off x="5002" y="336"/>
              <a:ext cx="0" cy="1248"/>
            </a:xfrm>
            <a:prstGeom prst="line">
              <a:avLst/>
            </a:prstGeom>
            <a:ln w="9525" cap="flat" cmpd="sng">
              <a:solidFill>
                <a:schemeClr val="tx1"/>
              </a:solidFill>
              <a:prstDash val="solid"/>
              <a:headEnd type="none" w="med" len="med"/>
              <a:tailEnd type="none" w="med" len="med"/>
            </a:ln>
          </p:spPr>
        </p:sp>
        <p:sp>
          <p:nvSpPr>
            <p:cNvPr id="85013" name="Line 21"/>
            <p:cNvSpPr/>
            <p:nvPr/>
          </p:nvSpPr>
          <p:spPr>
            <a:xfrm>
              <a:off x="490" y="1200"/>
              <a:ext cx="0" cy="288"/>
            </a:xfrm>
            <a:prstGeom prst="line">
              <a:avLst/>
            </a:prstGeom>
            <a:ln w="9525" cap="flat" cmpd="sng">
              <a:solidFill>
                <a:schemeClr val="tx1"/>
              </a:solidFill>
              <a:prstDash val="solid"/>
              <a:headEnd type="none" w="med" len="med"/>
              <a:tailEnd type="none" w="med" len="med"/>
            </a:ln>
          </p:spPr>
        </p:sp>
        <p:sp>
          <p:nvSpPr>
            <p:cNvPr id="85014" name="Line 22"/>
            <p:cNvSpPr/>
            <p:nvPr/>
          </p:nvSpPr>
          <p:spPr>
            <a:xfrm>
              <a:off x="538" y="1200"/>
              <a:ext cx="0" cy="288"/>
            </a:xfrm>
            <a:prstGeom prst="line">
              <a:avLst/>
            </a:prstGeom>
            <a:ln w="9525" cap="flat" cmpd="sng">
              <a:solidFill>
                <a:schemeClr val="tx1"/>
              </a:solidFill>
              <a:prstDash val="solid"/>
              <a:headEnd type="none" w="med" len="med"/>
              <a:tailEnd type="none" w="med" len="med"/>
            </a:ln>
          </p:spPr>
        </p:sp>
        <p:sp>
          <p:nvSpPr>
            <p:cNvPr id="85015" name="Line 23"/>
            <p:cNvSpPr/>
            <p:nvPr/>
          </p:nvSpPr>
          <p:spPr>
            <a:xfrm>
              <a:off x="874" y="1200"/>
              <a:ext cx="0" cy="288"/>
            </a:xfrm>
            <a:prstGeom prst="line">
              <a:avLst/>
            </a:prstGeom>
            <a:ln w="9525" cap="flat" cmpd="sng">
              <a:solidFill>
                <a:schemeClr val="tx1"/>
              </a:solidFill>
              <a:prstDash val="solid"/>
              <a:headEnd type="none" w="med" len="med"/>
              <a:tailEnd type="none" w="med" len="med"/>
            </a:ln>
          </p:spPr>
        </p:sp>
        <p:sp>
          <p:nvSpPr>
            <p:cNvPr id="85016" name="Line 24"/>
            <p:cNvSpPr/>
            <p:nvPr/>
          </p:nvSpPr>
          <p:spPr>
            <a:xfrm>
              <a:off x="922" y="1200"/>
              <a:ext cx="0" cy="288"/>
            </a:xfrm>
            <a:prstGeom prst="line">
              <a:avLst/>
            </a:prstGeom>
            <a:ln w="9525" cap="flat" cmpd="sng">
              <a:solidFill>
                <a:schemeClr val="tx1"/>
              </a:solidFill>
              <a:prstDash val="solid"/>
              <a:headEnd type="none" w="med" len="med"/>
              <a:tailEnd type="none" w="med" len="med"/>
            </a:ln>
          </p:spPr>
        </p:sp>
        <p:sp>
          <p:nvSpPr>
            <p:cNvPr id="85017" name="Line 25"/>
            <p:cNvSpPr/>
            <p:nvPr/>
          </p:nvSpPr>
          <p:spPr>
            <a:xfrm>
              <a:off x="1258" y="1200"/>
              <a:ext cx="0" cy="288"/>
            </a:xfrm>
            <a:prstGeom prst="line">
              <a:avLst/>
            </a:prstGeom>
            <a:ln w="9525" cap="flat" cmpd="sng">
              <a:solidFill>
                <a:schemeClr val="tx1"/>
              </a:solidFill>
              <a:prstDash val="solid"/>
              <a:headEnd type="none" w="med" len="med"/>
              <a:tailEnd type="none" w="med" len="med"/>
            </a:ln>
          </p:spPr>
        </p:sp>
        <p:sp>
          <p:nvSpPr>
            <p:cNvPr id="85018" name="Line 26"/>
            <p:cNvSpPr/>
            <p:nvPr/>
          </p:nvSpPr>
          <p:spPr>
            <a:xfrm>
              <a:off x="1306" y="1200"/>
              <a:ext cx="0" cy="288"/>
            </a:xfrm>
            <a:prstGeom prst="line">
              <a:avLst/>
            </a:prstGeom>
            <a:ln w="9525" cap="flat" cmpd="sng">
              <a:solidFill>
                <a:schemeClr val="tx1"/>
              </a:solidFill>
              <a:prstDash val="solid"/>
              <a:headEnd type="none" w="med" len="med"/>
              <a:tailEnd type="none" w="med" len="med"/>
            </a:ln>
          </p:spPr>
        </p:sp>
        <p:sp>
          <p:nvSpPr>
            <p:cNvPr id="85019" name="Line 27"/>
            <p:cNvSpPr/>
            <p:nvPr/>
          </p:nvSpPr>
          <p:spPr>
            <a:xfrm>
              <a:off x="1594" y="1200"/>
              <a:ext cx="0" cy="288"/>
            </a:xfrm>
            <a:prstGeom prst="line">
              <a:avLst/>
            </a:prstGeom>
            <a:ln w="9525" cap="flat" cmpd="sng">
              <a:solidFill>
                <a:schemeClr val="tx1"/>
              </a:solidFill>
              <a:prstDash val="solid"/>
              <a:headEnd type="none" w="med" len="med"/>
              <a:tailEnd type="none" w="med" len="med"/>
            </a:ln>
          </p:spPr>
        </p:sp>
        <p:sp>
          <p:nvSpPr>
            <p:cNvPr id="85020" name="Line 28"/>
            <p:cNvSpPr/>
            <p:nvPr/>
          </p:nvSpPr>
          <p:spPr>
            <a:xfrm>
              <a:off x="1642" y="1200"/>
              <a:ext cx="0" cy="288"/>
            </a:xfrm>
            <a:prstGeom prst="line">
              <a:avLst/>
            </a:prstGeom>
            <a:ln w="9525" cap="flat" cmpd="sng">
              <a:solidFill>
                <a:schemeClr val="tx1"/>
              </a:solidFill>
              <a:prstDash val="solid"/>
              <a:headEnd type="none" w="med" len="med"/>
              <a:tailEnd type="none" w="med" len="med"/>
            </a:ln>
          </p:spPr>
        </p:sp>
        <p:sp>
          <p:nvSpPr>
            <p:cNvPr id="85021" name="Line 29"/>
            <p:cNvSpPr/>
            <p:nvPr/>
          </p:nvSpPr>
          <p:spPr>
            <a:xfrm>
              <a:off x="538" y="480"/>
              <a:ext cx="0" cy="432"/>
            </a:xfrm>
            <a:prstGeom prst="line">
              <a:avLst/>
            </a:prstGeom>
            <a:ln w="9525" cap="flat" cmpd="sng">
              <a:solidFill>
                <a:schemeClr val="tx1"/>
              </a:solidFill>
              <a:prstDash val="solid"/>
              <a:headEnd type="stealth" w="med" len="med"/>
              <a:tailEnd type="none" w="med" len="med"/>
            </a:ln>
          </p:spPr>
        </p:sp>
        <p:sp>
          <p:nvSpPr>
            <p:cNvPr id="85022" name="Line 30"/>
            <p:cNvSpPr/>
            <p:nvPr/>
          </p:nvSpPr>
          <p:spPr>
            <a:xfrm>
              <a:off x="2122" y="480"/>
              <a:ext cx="0" cy="432"/>
            </a:xfrm>
            <a:prstGeom prst="line">
              <a:avLst/>
            </a:prstGeom>
            <a:ln w="9525" cap="flat" cmpd="sng">
              <a:solidFill>
                <a:schemeClr val="tx1"/>
              </a:solidFill>
              <a:prstDash val="solid"/>
              <a:headEnd type="none" w="med" len="med"/>
              <a:tailEnd type="none" w="med" len="med"/>
            </a:ln>
          </p:spPr>
        </p:sp>
        <p:sp>
          <p:nvSpPr>
            <p:cNvPr id="85023" name="Line 31"/>
            <p:cNvSpPr/>
            <p:nvPr/>
          </p:nvSpPr>
          <p:spPr>
            <a:xfrm>
              <a:off x="2170" y="480"/>
              <a:ext cx="0" cy="432"/>
            </a:xfrm>
            <a:prstGeom prst="line">
              <a:avLst/>
            </a:prstGeom>
            <a:ln w="9525" cap="flat" cmpd="sng">
              <a:solidFill>
                <a:schemeClr val="tx1"/>
              </a:solidFill>
              <a:prstDash val="solid"/>
              <a:headEnd type="none" w="med" len="med"/>
              <a:tailEnd type="none" w="med" len="med"/>
            </a:ln>
          </p:spPr>
        </p:sp>
        <p:sp>
          <p:nvSpPr>
            <p:cNvPr id="85024" name="Line 32"/>
            <p:cNvSpPr/>
            <p:nvPr/>
          </p:nvSpPr>
          <p:spPr>
            <a:xfrm>
              <a:off x="2794" y="480"/>
              <a:ext cx="0" cy="432"/>
            </a:xfrm>
            <a:prstGeom prst="line">
              <a:avLst/>
            </a:prstGeom>
            <a:ln w="9525" cap="flat" cmpd="sng">
              <a:solidFill>
                <a:schemeClr val="tx1"/>
              </a:solidFill>
              <a:prstDash val="solid"/>
              <a:headEnd type="none" w="med" len="med"/>
              <a:tailEnd type="none" w="med" len="med"/>
            </a:ln>
          </p:spPr>
        </p:sp>
        <p:sp>
          <p:nvSpPr>
            <p:cNvPr id="85025" name="Line 33"/>
            <p:cNvSpPr/>
            <p:nvPr/>
          </p:nvSpPr>
          <p:spPr>
            <a:xfrm>
              <a:off x="2842" y="480"/>
              <a:ext cx="0" cy="432"/>
            </a:xfrm>
            <a:prstGeom prst="line">
              <a:avLst/>
            </a:prstGeom>
            <a:ln w="9525" cap="flat" cmpd="sng">
              <a:solidFill>
                <a:schemeClr val="tx1"/>
              </a:solidFill>
              <a:prstDash val="solid"/>
              <a:headEnd type="none" w="med" len="med"/>
              <a:tailEnd type="none" w="med" len="med"/>
            </a:ln>
          </p:spPr>
        </p:sp>
        <p:sp>
          <p:nvSpPr>
            <p:cNvPr id="85026" name="Line 34"/>
            <p:cNvSpPr/>
            <p:nvPr/>
          </p:nvSpPr>
          <p:spPr>
            <a:xfrm>
              <a:off x="3466" y="480"/>
              <a:ext cx="0" cy="432"/>
            </a:xfrm>
            <a:prstGeom prst="line">
              <a:avLst/>
            </a:prstGeom>
            <a:ln w="9525" cap="flat" cmpd="sng">
              <a:solidFill>
                <a:schemeClr val="tx1"/>
              </a:solidFill>
              <a:prstDash val="solid"/>
              <a:headEnd type="none" w="med" len="med"/>
              <a:tailEnd type="none" w="med" len="med"/>
            </a:ln>
          </p:spPr>
        </p:sp>
        <p:sp>
          <p:nvSpPr>
            <p:cNvPr id="85027" name="Line 35"/>
            <p:cNvSpPr/>
            <p:nvPr/>
          </p:nvSpPr>
          <p:spPr>
            <a:xfrm>
              <a:off x="3658" y="480"/>
              <a:ext cx="0" cy="432"/>
            </a:xfrm>
            <a:prstGeom prst="line">
              <a:avLst/>
            </a:prstGeom>
            <a:ln w="9525" cap="flat" cmpd="sng">
              <a:solidFill>
                <a:schemeClr val="tx1"/>
              </a:solidFill>
              <a:prstDash val="solid"/>
              <a:headEnd type="none" w="med" len="med"/>
              <a:tailEnd type="none" w="med" len="med"/>
            </a:ln>
          </p:spPr>
        </p:sp>
        <p:sp>
          <p:nvSpPr>
            <p:cNvPr id="85028" name="Line 36"/>
            <p:cNvSpPr/>
            <p:nvPr/>
          </p:nvSpPr>
          <p:spPr>
            <a:xfrm>
              <a:off x="3466" y="1200"/>
              <a:ext cx="0" cy="288"/>
            </a:xfrm>
            <a:prstGeom prst="line">
              <a:avLst/>
            </a:prstGeom>
            <a:ln w="9525" cap="flat" cmpd="sng">
              <a:solidFill>
                <a:schemeClr val="tx1"/>
              </a:solidFill>
              <a:prstDash val="solid"/>
              <a:headEnd type="none" w="med" len="med"/>
              <a:tailEnd type="none" w="med" len="med"/>
            </a:ln>
          </p:spPr>
        </p:sp>
        <p:sp>
          <p:nvSpPr>
            <p:cNvPr id="85029" name="Line 37"/>
            <p:cNvSpPr/>
            <p:nvPr/>
          </p:nvSpPr>
          <p:spPr>
            <a:xfrm>
              <a:off x="3514" y="1200"/>
              <a:ext cx="0" cy="288"/>
            </a:xfrm>
            <a:prstGeom prst="line">
              <a:avLst/>
            </a:prstGeom>
            <a:ln w="9525" cap="flat" cmpd="sng">
              <a:solidFill>
                <a:schemeClr val="tx1"/>
              </a:solidFill>
              <a:prstDash val="solid"/>
              <a:headEnd type="none" w="med" len="med"/>
              <a:tailEnd type="none" w="med" len="med"/>
            </a:ln>
          </p:spPr>
        </p:sp>
        <p:sp>
          <p:nvSpPr>
            <p:cNvPr id="85030" name="Line 38"/>
            <p:cNvSpPr/>
            <p:nvPr/>
          </p:nvSpPr>
          <p:spPr>
            <a:xfrm>
              <a:off x="3850" y="1200"/>
              <a:ext cx="0" cy="288"/>
            </a:xfrm>
            <a:prstGeom prst="line">
              <a:avLst/>
            </a:prstGeom>
            <a:ln w="9525" cap="flat" cmpd="sng">
              <a:solidFill>
                <a:schemeClr val="tx1"/>
              </a:solidFill>
              <a:prstDash val="solid"/>
              <a:headEnd type="none" w="med" len="med"/>
              <a:tailEnd type="none" w="med" len="med"/>
            </a:ln>
          </p:spPr>
        </p:sp>
        <p:sp>
          <p:nvSpPr>
            <p:cNvPr id="85031" name="Line 39"/>
            <p:cNvSpPr/>
            <p:nvPr/>
          </p:nvSpPr>
          <p:spPr>
            <a:xfrm>
              <a:off x="3898" y="1200"/>
              <a:ext cx="0" cy="288"/>
            </a:xfrm>
            <a:prstGeom prst="line">
              <a:avLst/>
            </a:prstGeom>
            <a:ln w="9525" cap="flat" cmpd="sng">
              <a:solidFill>
                <a:schemeClr val="tx1"/>
              </a:solidFill>
              <a:prstDash val="solid"/>
              <a:headEnd type="none" w="med" len="med"/>
              <a:tailEnd type="none" w="med" len="med"/>
            </a:ln>
          </p:spPr>
        </p:sp>
        <p:sp>
          <p:nvSpPr>
            <p:cNvPr id="85032" name="Line 40"/>
            <p:cNvSpPr/>
            <p:nvPr/>
          </p:nvSpPr>
          <p:spPr>
            <a:xfrm>
              <a:off x="4234" y="1200"/>
              <a:ext cx="0" cy="288"/>
            </a:xfrm>
            <a:prstGeom prst="line">
              <a:avLst/>
            </a:prstGeom>
            <a:ln w="9525" cap="flat" cmpd="sng">
              <a:solidFill>
                <a:schemeClr val="tx1"/>
              </a:solidFill>
              <a:prstDash val="solid"/>
              <a:headEnd type="none" w="med" len="med"/>
              <a:tailEnd type="none" w="med" len="med"/>
            </a:ln>
          </p:spPr>
        </p:sp>
        <p:sp>
          <p:nvSpPr>
            <p:cNvPr id="85033" name="Line 41"/>
            <p:cNvSpPr/>
            <p:nvPr/>
          </p:nvSpPr>
          <p:spPr>
            <a:xfrm>
              <a:off x="4282" y="1200"/>
              <a:ext cx="0" cy="288"/>
            </a:xfrm>
            <a:prstGeom prst="line">
              <a:avLst/>
            </a:prstGeom>
            <a:ln w="9525" cap="flat" cmpd="sng">
              <a:solidFill>
                <a:schemeClr val="tx1"/>
              </a:solidFill>
              <a:prstDash val="solid"/>
              <a:headEnd type="none" w="med" len="med"/>
              <a:tailEnd type="none" w="med" len="med"/>
            </a:ln>
          </p:spPr>
        </p:sp>
        <p:sp>
          <p:nvSpPr>
            <p:cNvPr id="85034" name="Line 42"/>
            <p:cNvSpPr/>
            <p:nvPr/>
          </p:nvSpPr>
          <p:spPr>
            <a:xfrm>
              <a:off x="4618" y="1200"/>
              <a:ext cx="0" cy="288"/>
            </a:xfrm>
            <a:prstGeom prst="line">
              <a:avLst/>
            </a:prstGeom>
            <a:ln w="9525" cap="flat" cmpd="sng">
              <a:solidFill>
                <a:schemeClr val="tx1"/>
              </a:solidFill>
              <a:prstDash val="solid"/>
              <a:headEnd type="none" w="med" len="med"/>
              <a:tailEnd type="none" w="med" len="med"/>
            </a:ln>
          </p:spPr>
        </p:sp>
        <p:sp>
          <p:nvSpPr>
            <p:cNvPr id="85035" name="Line 43"/>
            <p:cNvSpPr/>
            <p:nvPr/>
          </p:nvSpPr>
          <p:spPr>
            <a:xfrm>
              <a:off x="4666" y="1200"/>
              <a:ext cx="0" cy="288"/>
            </a:xfrm>
            <a:prstGeom prst="line">
              <a:avLst/>
            </a:prstGeom>
            <a:ln w="9525" cap="flat" cmpd="sng">
              <a:solidFill>
                <a:schemeClr val="tx1"/>
              </a:solidFill>
              <a:prstDash val="solid"/>
              <a:headEnd type="none" w="med" len="med"/>
              <a:tailEnd type="none" w="med" len="med"/>
            </a:ln>
          </p:spPr>
        </p:sp>
        <p:sp>
          <p:nvSpPr>
            <p:cNvPr id="85036" name="Line 44"/>
            <p:cNvSpPr/>
            <p:nvPr/>
          </p:nvSpPr>
          <p:spPr>
            <a:xfrm>
              <a:off x="3226" y="480"/>
              <a:ext cx="0" cy="576"/>
            </a:xfrm>
            <a:prstGeom prst="line">
              <a:avLst/>
            </a:prstGeom>
            <a:ln w="9525" cap="flat" cmpd="sng">
              <a:solidFill>
                <a:schemeClr val="tx1"/>
              </a:solidFill>
              <a:prstDash val="solid"/>
              <a:headEnd type="none" w="med" len="med"/>
              <a:tailEnd type="none" w="med" len="med"/>
            </a:ln>
          </p:spPr>
        </p:sp>
        <p:sp>
          <p:nvSpPr>
            <p:cNvPr id="85037" name="Line 45"/>
            <p:cNvSpPr/>
            <p:nvPr/>
          </p:nvSpPr>
          <p:spPr>
            <a:xfrm>
              <a:off x="2602" y="480"/>
              <a:ext cx="0" cy="576"/>
            </a:xfrm>
            <a:prstGeom prst="line">
              <a:avLst/>
            </a:prstGeom>
            <a:ln w="9525" cap="flat" cmpd="sng">
              <a:solidFill>
                <a:schemeClr val="tx1"/>
              </a:solidFill>
              <a:prstDash val="solid"/>
              <a:headEnd type="none" w="med" len="med"/>
              <a:tailEnd type="none" w="med" len="med"/>
            </a:ln>
          </p:spPr>
        </p:sp>
        <p:sp>
          <p:nvSpPr>
            <p:cNvPr id="85038" name="Line 46"/>
            <p:cNvSpPr/>
            <p:nvPr/>
          </p:nvSpPr>
          <p:spPr>
            <a:xfrm>
              <a:off x="1930" y="480"/>
              <a:ext cx="0" cy="1152"/>
            </a:xfrm>
            <a:prstGeom prst="line">
              <a:avLst/>
            </a:prstGeom>
            <a:ln w="9525" cap="flat" cmpd="sng">
              <a:solidFill>
                <a:schemeClr val="tx1"/>
              </a:solidFill>
              <a:prstDash val="solid"/>
              <a:headEnd type="none" w="med" len="med"/>
              <a:tailEnd type="none" w="med" len="med"/>
            </a:ln>
          </p:spPr>
        </p:sp>
        <p:sp>
          <p:nvSpPr>
            <p:cNvPr id="85039" name="Line 47"/>
            <p:cNvSpPr/>
            <p:nvPr/>
          </p:nvSpPr>
          <p:spPr>
            <a:xfrm flipH="1">
              <a:off x="3130" y="1056"/>
              <a:ext cx="96" cy="0"/>
            </a:xfrm>
            <a:prstGeom prst="line">
              <a:avLst/>
            </a:prstGeom>
            <a:ln w="9525" cap="flat" cmpd="sng">
              <a:solidFill>
                <a:schemeClr val="tx1"/>
              </a:solidFill>
              <a:prstDash val="solid"/>
              <a:headEnd type="none" w="med" len="med"/>
              <a:tailEnd type="triangle" w="med" len="med"/>
            </a:ln>
          </p:spPr>
        </p:sp>
        <p:sp>
          <p:nvSpPr>
            <p:cNvPr id="85040" name="Line 48"/>
            <p:cNvSpPr/>
            <p:nvPr/>
          </p:nvSpPr>
          <p:spPr>
            <a:xfrm flipH="1">
              <a:off x="2458" y="1056"/>
              <a:ext cx="144" cy="0"/>
            </a:xfrm>
            <a:prstGeom prst="line">
              <a:avLst/>
            </a:prstGeom>
            <a:ln w="9525" cap="flat" cmpd="sng">
              <a:solidFill>
                <a:schemeClr val="tx1"/>
              </a:solidFill>
              <a:prstDash val="solid"/>
              <a:headEnd type="none" w="med" len="med"/>
              <a:tailEnd type="triangle" w="med" len="med"/>
            </a:ln>
          </p:spPr>
        </p:sp>
        <p:sp>
          <p:nvSpPr>
            <p:cNvPr id="85041" name="Line 49"/>
            <p:cNvSpPr/>
            <p:nvPr/>
          </p:nvSpPr>
          <p:spPr>
            <a:xfrm flipH="1">
              <a:off x="1834" y="1632"/>
              <a:ext cx="96" cy="0"/>
            </a:xfrm>
            <a:prstGeom prst="line">
              <a:avLst/>
            </a:prstGeom>
            <a:ln w="9525" cap="flat" cmpd="sng">
              <a:solidFill>
                <a:schemeClr val="tx1"/>
              </a:solidFill>
              <a:prstDash val="solid"/>
              <a:headEnd type="none" w="med" len="med"/>
              <a:tailEnd type="triangle" w="med" len="med"/>
            </a:ln>
          </p:spPr>
        </p:sp>
        <p:sp>
          <p:nvSpPr>
            <p:cNvPr id="85042" name="Line 50"/>
            <p:cNvSpPr/>
            <p:nvPr/>
          </p:nvSpPr>
          <p:spPr>
            <a:xfrm flipH="1">
              <a:off x="154" y="1584"/>
              <a:ext cx="288" cy="0"/>
            </a:xfrm>
            <a:prstGeom prst="line">
              <a:avLst/>
            </a:prstGeom>
            <a:ln w="9525" cap="flat" cmpd="sng">
              <a:solidFill>
                <a:schemeClr val="tx1"/>
              </a:solidFill>
              <a:prstDash val="solid"/>
              <a:headEnd type="none" w="med" len="med"/>
              <a:tailEnd type="triangle" w="med" len="med"/>
            </a:ln>
          </p:spPr>
        </p:sp>
        <p:sp>
          <p:nvSpPr>
            <p:cNvPr id="85043" name="Line 51"/>
            <p:cNvSpPr/>
            <p:nvPr/>
          </p:nvSpPr>
          <p:spPr>
            <a:xfrm>
              <a:off x="682" y="0"/>
              <a:ext cx="0" cy="192"/>
            </a:xfrm>
            <a:prstGeom prst="line">
              <a:avLst/>
            </a:prstGeom>
            <a:ln w="9525" cap="flat" cmpd="sng">
              <a:solidFill>
                <a:schemeClr val="tx1"/>
              </a:solidFill>
              <a:prstDash val="solid"/>
              <a:headEnd type="none" w="med" len="med"/>
              <a:tailEnd type="none" w="med" len="med"/>
            </a:ln>
          </p:spPr>
        </p:sp>
        <p:sp>
          <p:nvSpPr>
            <p:cNvPr id="85044" name="Line 52"/>
            <p:cNvSpPr/>
            <p:nvPr/>
          </p:nvSpPr>
          <p:spPr>
            <a:xfrm>
              <a:off x="922" y="0"/>
              <a:ext cx="0" cy="192"/>
            </a:xfrm>
            <a:prstGeom prst="line">
              <a:avLst/>
            </a:prstGeom>
            <a:ln w="9525" cap="flat" cmpd="sng">
              <a:solidFill>
                <a:schemeClr val="tx1"/>
              </a:solidFill>
              <a:prstDash val="solid"/>
              <a:headEnd type="none" w="med" len="med"/>
              <a:tailEnd type="none" w="med" len="med"/>
            </a:ln>
          </p:spPr>
        </p:sp>
        <p:sp>
          <p:nvSpPr>
            <p:cNvPr id="85045" name="Line 53"/>
            <p:cNvSpPr/>
            <p:nvPr/>
          </p:nvSpPr>
          <p:spPr>
            <a:xfrm>
              <a:off x="4522" y="1200"/>
              <a:ext cx="0" cy="384"/>
            </a:xfrm>
            <a:prstGeom prst="line">
              <a:avLst/>
            </a:prstGeom>
            <a:ln w="9525" cap="flat" cmpd="sng">
              <a:solidFill>
                <a:schemeClr val="tx1"/>
              </a:solidFill>
              <a:prstDash val="solid"/>
              <a:headEnd type="none" w="med" len="med"/>
              <a:tailEnd type="none" w="med" len="med"/>
            </a:ln>
          </p:spPr>
        </p:sp>
        <p:sp>
          <p:nvSpPr>
            <p:cNvPr id="85046" name="Line 54"/>
            <p:cNvSpPr/>
            <p:nvPr/>
          </p:nvSpPr>
          <p:spPr>
            <a:xfrm>
              <a:off x="4138" y="1200"/>
              <a:ext cx="0" cy="384"/>
            </a:xfrm>
            <a:prstGeom prst="line">
              <a:avLst/>
            </a:prstGeom>
            <a:ln w="9525" cap="flat" cmpd="sng">
              <a:solidFill>
                <a:schemeClr val="tx1"/>
              </a:solidFill>
              <a:prstDash val="solid"/>
              <a:headEnd type="none" w="med" len="med"/>
              <a:tailEnd type="none" w="med" len="med"/>
            </a:ln>
          </p:spPr>
        </p:sp>
        <p:sp>
          <p:nvSpPr>
            <p:cNvPr id="85047" name="Line 55"/>
            <p:cNvSpPr/>
            <p:nvPr/>
          </p:nvSpPr>
          <p:spPr>
            <a:xfrm>
              <a:off x="3754" y="1200"/>
              <a:ext cx="0" cy="384"/>
            </a:xfrm>
            <a:prstGeom prst="line">
              <a:avLst/>
            </a:prstGeom>
            <a:ln w="9525" cap="flat" cmpd="sng">
              <a:solidFill>
                <a:schemeClr val="tx1"/>
              </a:solidFill>
              <a:prstDash val="solid"/>
              <a:headEnd type="none" w="med" len="med"/>
              <a:tailEnd type="none" w="med" len="med"/>
            </a:ln>
          </p:spPr>
        </p:sp>
        <p:sp>
          <p:nvSpPr>
            <p:cNvPr id="85048" name="Line 56"/>
            <p:cNvSpPr/>
            <p:nvPr/>
          </p:nvSpPr>
          <p:spPr>
            <a:xfrm flipH="1">
              <a:off x="3706" y="1584"/>
              <a:ext cx="48" cy="0"/>
            </a:xfrm>
            <a:prstGeom prst="line">
              <a:avLst/>
            </a:prstGeom>
            <a:ln w="9525" cap="flat" cmpd="sng">
              <a:solidFill>
                <a:schemeClr val="tx1"/>
              </a:solidFill>
              <a:prstDash val="solid"/>
              <a:headEnd type="none" w="med" len="med"/>
              <a:tailEnd type="none" w="med" len="med"/>
            </a:ln>
          </p:spPr>
        </p:sp>
        <p:sp>
          <p:nvSpPr>
            <p:cNvPr id="85049" name="Line 57"/>
            <p:cNvSpPr/>
            <p:nvPr/>
          </p:nvSpPr>
          <p:spPr>
            <a:xfrm flipH="1">
              <a:off x="4090" y="1584"/>
              <a:ext cx="48" cy="0"/>
            </a:xfrm>
            <a:prstGeom prst="line">
              <a:avLst/>
            </a:prstGeom>
            <a:ln w="9525" cap="flat" cmpd="sng">
              <a:solidFill>
                <a:schemeClr val="tx1"/>
              </a:solidFill>
              <a:prstDash val="solid"/>
              <a:headEnd type="none" w="med" len="med"/>
              <a:tailEnd type="none" w="med" len="med"/>
            </a:ln>
          </p:spPr>
        </p:sp>
        <p:sp>
          <p:nvSpPr>
            <p:cNvPr id="85050" name="Line 58"/>
            <p:cNvSpPr/>
            <p:nvPr/>
          </p:nvSpPr>
          <p:spPr>
            <a:xfrm flipH="1">
              <a:off x="4474" y="1584"/>
              <a:ext cx="48" cy="0"/>
            </a:xfrm>
            <a:prstGeom prst="line">
              <a:avLst/>
            </a:prstGeom>
            <a:ln w="9525" cap="flat" cmpd="sng">
              <a:solidFill>
                <a:schemeClr val="tx1"/>
              </a:solidFill>
              <a:prstDash val="solid"/>
              <a:headEnd type="none" w="med" len="med"/>
              <a:tailEnd type="none" w="med" len="med"/>
            </a:ln>
          </p:spPr>
        </p:sp>
        <p:sp>
          <p:nvSpPr>
            <p:cNvPr id="85051" name="Line 59"/>
            <p:cNvSpPr/>
            <p:nvPr/>
          </p:nvSpPr>
          <p:spPr>
            <a:xfrm flipH="1">
              <a:off x="1834" y="1056"/>
              <a:ext cx="96" cy="0"/>
            </a:xfrm>
            <a:prstGeom prst="line">
              <a:avLst/>
            </a:prstGeom>
            <a:ln w="9525" cap="flat" cmpd="sng">
              <a:solidFill>
                <a:schemeClr val="tx1"/>
              </a:solidFill>
              <a:prstDash val="solid"/>
              <a:headEnd type="none" w="med" len="med"/>
              <a:tailEnd type="triangle" w="med" len="med"/>
            </a:ln>
          </p:spPr>
        </p:sp>
        <p:sp>
          <p:nvSpPr>
            <p:cNvPr id="85052" name="Line 60"/>
            <p:cNvSpPr/>
            <p:nvPr/>
          </p:nvSpPr>
          <p:spPr>
            <a:xfrm flipH="1">
              <a:off x="4810" y="1056"/>
              <a:ext cx="192" cy="0"/>
            </a:xfrm>
            <a:prstGeom prst="line">
              <a:avLst/>
            </a:prstGeom>
            <a:ln w="9525" cap="flat" cmpd="sng">
              <a:solidFill>
                <a:schemeClr val="tx1"/>
              </a:solidFill>
              <a:prstDash val="solid"/>
              <a:headEnd type="none" w="med" len="med"/>
              <a:tailEnd type="triangle" w="med" len="med"/>
            </a:ln>
          </p:spPr>
        </p:sp>
        <p:sp>
          <p:nvSpPr>
            <p:cNvPr id="85053" name="Line 61"/>
            <p:cNvSpPr/>
            <p:nvPr/>
          </p:nvSpPr>
          <p:spPr>
            <a:xfrm flipH="1">
              <a:off x="4810" y="336"/>
              <a:ext cx="192" cy="0"/>
            </a:xfrm>
            <a:prstGeom prst="line">
              <a:avLst/>
            </a:prstGeom>
            <a:ln w="9525" cap="flat" cmpd="sng">
              <a:solidFill>
                <a:schemeClr val="tx1"/>
              </a:solidFill>
              <a:prstDash val="solid"/>
              <a:headEnd type="none" w="med" len="med"/>
              <a:tailEnd type="triangle" w="med" len="med"/>
            </a:ln>
          </p:spPr>
        </p:sp>
        <p:sp>
          <p:nvSpPr>
            <p:cNvPr id="85054" name="Text Box 62"/>
            <p:cNvSpPr txBox="1"/>
            <p:nvPr/>
          </p:nvSpPr>
          <p:spPr>
            <a:xfrm>
              <a:off x="0" y="1322"/>
              <a:ext cx="436" cy="288"/>
            </a:xfrm>
            <a:prstGeom prst="rect">
              <a:avLst/>
            </a:prstGeom>
            <a:noFill/>
            <a:ln w="9525">
              <a:noFill/>
            </a:ln>
          </p:spPr>
          <p:txBody>
            <a:bodyPr wrap="none">
              <a:spAutoFit/>
            </a:bodyPr>
            <a:lstStyle>
              <a:lvl1pPr marL="342900" indent="-342900" algn="l" rtl="0" eaLnBrk="0" fontAlgn="base" hangingPunct="0">
                <a:spcBef>
                  <a:spcPct val="20000"/>
                </a:spcBef>
                <a:spcAft>
                  <a:spcPct val="0"/>
                </a:spcAft>
                <a:buChar char="•"/>
                <a:defRPr sz="3200">
                  <a:solidFill>
                    <a:srgbClr val="666699"/>
                  </a:solidFill>
                  <a:latin typeface="+mn-lt"/>
                  <a:ea typeface="+mn-ea"/>
                  <a:cs typeface="+mn-cs"/>
                </a:defRPr>
              </a:lvl1pPr>
              <a:lvl2pPr marL="742950" indent="-285750" algn="l" rtl="0" eaLnBrk="0" fontAlgn="base" hangingPunct="0">
                <a:spcBef>
                  <a:spcPct val="20000"/>
                </a:spcBef>
                <a:spcAft>
                  <a:spcPct val="0"/>
                </a:spcAft>
                <a:buChar char="–"/>
                <a:defRPr sz="2800">
                  <a:solidFill>
                    <a:srgbClr val="666699"/>
                  </a:solidFill>
                  <a:latin typeface="+mn-lt"/>
                  <a:ea typeface="+mn-ea"/>
                </a:defRPr>
              </a:lvl2pPr>
              <a:lvl3pPr marL="1143000" indent="-228600" algn="l" rtl="0" eaLnBrk="0" fontAlgn="base" hangingPunct="0">
                <a:spcBef>
                  <a:spcPct val="20000"/>
                </a:spcBef>
                <a:spcAft>
                  <a:spcPct val="0"/>
                </a:spcAft>
                <a:buChar char="•"/>
                <a:defRPr sz="2400">
                  <a:solidFill>
                    <a:srgbClr val="666699"/>
                  </a:solidFill>
                  <a:latin typeface="+mn-lt"/>
                  <a:ea typeface="+mn-ea"/>
                </a:defRPr>
              </a:lvl3pPr>
              <a:lvl4pPr marL="1600200" indent="-228600" algn="l" rtl="0" eaLnBrk="0" fontAlgn="base" hangingPunct="0">
                <a:spcBef>
                  <a:spcPct val="20000"/>
                </a:spcBef>
                <a:spcAft>
                  <a:spcPct val="0"/>
                </a:spcAft>
                <a:buChar char="–"/>
                <a:defRPr sz="2000">
                  <a:solidFill>
                    <a:srgbClr val="666699"/>
                  </a:solidFill>
                  <a:latin typeface="+mn-lt"/>
                  <a:ea typeface="+mn-ea"/>
                </a:defRPr>
              </a:lvl4pPr>
              <a:lvl5pPr marL="2057400" indent="-228600" algn="l" rtl="0" eaLnBrk="0" fontAlgn="base" hangingPunct="0">
                <a:spcBef>
                  <a:spcPct val="20000"/>
                </a:spcBef>
                <a:spcAft>
                  <a:spcPct val="0"/>
                </a:spcAft>
                <a:buChar char="»"/>
                <a:defRPr sz="2000">
                  <a:solidFill>
                    <a:srgbClr val="666699"/>
                  </a:solidFill>
                  <a:latin typeface="+mn-lt"/>
                  <a:ea typeface="+mn-ea"/>
                </a:defRPr>
              </a:lvl5pPr>
            </a:lstStyle>
            <a:p>
              <a:pPr marL="0" lvl="0" indent="0" eaLnBrk="1" hangingPunct="1">
                <a:spcBef>
                  <a:spcPct val="0"/>
                </a:spcBef>
                <a:buNone/>
              </a:pPr>
              <a:r>
                <a:rPr lang="zh-CN" altLang="en-US" sz="2400" dirty="0">
                  <a:solidFill>
                    <a:schemeClr val="tx1"/>
                  </a:solidFill>
                </a:rPr>
                <a:t>C</a:t>
              </a:r>
              <a:r>
                <a:rPr lang="zh-CN" altLang="en-US" sz="2400" baseline="-25000" dirty="0">
                  <a:solidFill>
                    <a:schemeClr val="tx1"/>
                  </a:solidFill>
                </a:rPr>
                <a:t>64</a:t>
              </a:r>
              <a:endParaRPr lang="zh-CN" altLang="en-US" sz="2400" baseline="-25000" dirty="0">
                <a:solidFill>
                  <a:schemeClr val="tx1"/>
                </a:solidFill>
              </a:endParaRPr>
            </a:p>
          </p:txBody>
        </p:sp>
        <p:sp>
          <p:nvSpPr>
            <p:cNvPr id="85055" name="Line 63"/>
            <p:cNvSpPr/>
            <p:nvPr/>
          </p:nvSpPr>
          <p:spPr>
            <a:xfrm flipV="1">
              <a:off x="682" y="480"/>
              <a:ext cx="0" cy="432"/>
            </a:xfrm>
            <a:prstGeom prst="line">
              <a:avLst/>
            </a:prstGeom>
            <a:ln w="9525" cap="flat" cmpd="sng">
              <a:solidFill>
                <a:schemeClr val="tx1"/>
              </a:solidFill>
              <a:prstDash val="solid"/>
              <a:headEnd type="none" w="med" len="med"/>
              <a:tailEnd type="triangle" w="med" len="med"/>
            </a:ln>
          </p:spPr>
        </p:sp>
        <p:sp>
          <p:nvSpPr>
            <p:cNvPr id="85056" name="Rectangle 64"/>
            <p:cNvSpPr/>
            <p:nvPr/>
          </p:nvSpPr>
          <p:spPr>
            <a:xfrm>
              <a:off x="346" y="816"/>
              <a:ext cx="1680" cy="1056"/>
            </a:xfrm>
            <a:prstGeom prst="rect">
              <a:avLst/>
            </a:prstGeom>
            <a:noFill/>
            <a:ln w="9525" cap="flat" cmpd="sng">
              <a:solidFill>
                <a:schemeClr val="tx1"/>
              </a:solidFill>
              <a:prstDash val="sysDot"/>
              <a:miter/>
              <a:headEnd type="none" w="med" len="med"/>
              <a:tailEnd type="none" w="med" len="med"/>
            </a:ln>
          </p:spPr>
          <p:txBody>
            <a:bodyPr wrap="none" anchor="ctr" anchorCtr="0"/>
            <a:lstStyle>
              <a:lvl1pPr marL="342900" indent="-342900" algn="l" rtl="0" eaLnBrk="0" fontAlgn="base" hangingPunct="0">
                <a:spcBef>
                  <a:spcPct val="20000"/>
                </a:spcBef>
                <a:spcAft>
                  <a:spcPct val="0"/>
                </a:spcAft>
                <a:buChar char="•"/>
                <a:defRPr sz="3200">
                  <a:solidFill>
                    <a:srgbClr val="666699"/>
                  </a:solidFill>
                  <a:latin typeface="+mn-lt"/>
                  <a:ea typeface="+mn-ea"/>
                  <a:cs typeface="+mn-cs"/>
                </a:defRPr>
              </a:lvl1pPr>
              <a:lvl2pPr marL="742950" indent="-285750" algn="l" rtl="0" eaLnBrk="0" fontAlgn="base" hangingPunct="0">
                <a:spcBef>
                  <a:spcPct val="20000"/>
                </a:spcBef>
                <a:spcAft>
                  <a:spcPct val="0"/>
                </a:spcAft>
                <a:buChar char="–"/>
                <a:defRPr sz="2800">
                  <a:solidFill>
                    <a:srgbClr val="666699"/>
                  </a:solidFill>
                  <a:latin typeface="+mn-lt"/>
                  <a:ea typeface="+mn-ea"/>
                </a:defRPr>
              </a:lvl2pPr>
              <a:lvl3pPr marL="1143000" indent="-228600" algn="l" rtl="0" eaLnBrk="0" fontAlgn="base" hangingPunct="0">
                <a:spcBef>
                  <a:spcPct val="20000"/>
                </a:spcBef>
                <a:spcAft>
                  <a:spcPct val="0"/>
                </a:spcAft>
                <a:buChar char="•"/>
                <a:defRPr sz="2400">
                  <a:solidFill>
                    <a:srgbClr val="666699"/>
                  </a:solidFill>
                  <a:latin typeface="+mn-lt"/>
                  <a:ea typeface="+mn-ea"/>
                </a:defRPr>
              </a:lvl3pPr>
              <a:lvl4pPr marL="1600200" indent="-228600" algn="l" rtl="0" eaLnBrk="0" fontAlgn="base" hangingPunct="0">
                <a:spcBef>
                  <a:spcPct val="20000"/>
                </a:spcBef>
                <a:spcAft>
                  <a:spcPct val="0"/>
                </a:spcAft>
                <a:buChar char="–"/>
                <a:defRPr sz="2000">
                  <a:solidFill>
                    <a:srgbClr val="666699"/>
                  </a:solidFill>
                  <a:latin typeface="+mn-lt"/>
                  <a:ea typeface="+mn-ea"/>
                </a:defRPr>
              </a:lvl4pPr>
              <a:lvl5pPr marL="2057400" indent="-228600" algn="l" rtl="0" eaLnBrk="0" fontAlgn="base" hangingPunct="0">
                <a:spcBef>
                  <a:spcPct val="20000"/>
                </a:spcBef>
                <a:spcAft>
                  <a:spcPct val="0"/>
                </a:spcAft>
                <a:buChar char="»"/>
                <a:defRPr sz="2000">
                  <a:solidFill>
                    <a:srgbClr val="666699"/>
                  </a:solidFill>
                  <a:latin typeface="+mn-lt"/>
                  <a:ea typeface="+mn-ea"/>
                </a:defRPr>
              </a:lvl5pPr>
            </a:lstStyle>
            <a:p>
              <a:pPr marL="0" lvl="0" indent="0" eaLnBrk="1" hangingPunct="1">
                <a:spcBef>
                  <a:spcPct val="0"/>
                </a:spcBef>
                <a:buNone/>
              </a:pPr>
              <a:endParaRPr lang="zh-CN" altLang="en-US" sz="2400" dirty="0">
                <a:solidFill>
                  <a:schemeClr val="tx1"/>
                </a:solidFill>
              </a:endParaRPr>
            </a:p>
          </p:txBody>
        </p:sp>
        <p:sp>
          <p:nvSpPr>
            <p:cNvPr id="85057" name="Rectangle 65"/>
            <p:cNvSpPr/>
            <p:nvPr/>
          </p:nvSpPr>
          <p:spPr>
            <a:xfrm>
              <a:off x="3370" y="816"/>
              <a:ext cx="1680" cy="1056"/>
            </a:xfrm>
            <a:prstGeom prst="rect">
              <a:avLst/>
            </a:prstGeom>
            <a:noFill/>
            <a:ln w="9525" cap="flat" cmpd="sng">
              <a:solidFill>
                <a:schemeClr val="tx1"/>
              </a:solidFill>
              <a:prstDash val="sysDot"/>
              <a:miter/>
              <a:headEnd type="none" w="med" len="med"/>
              <a:tailEnd type="none" w="med" len="med"/>
            </a:ln>
          </p:spPr>
          <p:txBody>
            <a:bodyPr wrap="none" anchor="ctr" anchorCtr="0"/>
            <a:lstStyle>
              <a:lvl1pPr marL="342900" indent="-342900" algn="l" rtl="0" eaLnBrk="0" fontAlgn="base" hangingPunct="0">
                <a:spcBef>
                  <a:spcPct val="20000"/>
                </a:spcBef>
                <a:spcAft>
                  <a:spcPct val="0"/>
                </a:spcAft>
                <a:buChar char="•"/>
                <a:defRPr sz="3200">
                  <a:solidFill>
                    <a:srgbClr val="666699"/>
                  </a:solidFill>
                  <a:latin typeface="+mn-lt"/>
                  <a:ea typeface="+mn-ea"/>
                  <a:cs typeface="+mn-cs"/>
                </a:defRPr>
              </a:lvl1pPr>
              <a:lvl2pPr marL="742950" indent="-285750" algn="l" rtl="0" eaLnBrk="0" fontAlgn="base" hangingPunct="0">
                <a:spcBef>
                  <a:spcPct val="20000"/>
                </a:spcBef>
                <a:spcAft>
                  <a:spcPct val="0"/>
                </a:spcAft>
                <a:buChar char="–"/>
                <a:defRPr sz="2800">
                  <a:solidFill>
                    <a:srgbClr val="666699"/>
                  </a:solidFill>
                  <a:latin typeface="+mn-lt"/>
                  <a:ea typeface="+mn-ea"/>
                </a:defRPr>
              </a:lvl2pPr>
              <a:lvl3pPr marL="1143000" indent="-228600" algn="l" rtl="0" eaLnBrk="0" fontAlgn="base" hangingPunct="0">
                <a:spcBef>
                  <a:spcPct val="20000"/>
                </a:spcBef>
                <a:spcAft>
                  <a:spcPct val="0"/>
                </a:spcAft>
                <a:buChar char="•"/>
                <a:defRPr sz="2400">
                  <a:solidFill>
                    <a:srgbClr val="666699"/>
                  </a:solidFill>
                  <a:latin typeface="+mn-lt"/>
                  <a:ea typeface="+mn-ea"/>
                </a:defRPr>
              </a:lvl3pPr>
              <a:lvl4pPr marL="1600200" indent="-228600" algn="l" rtl="0" eaLnBrk="0" fontAlgn="base" hangingPunct="0">
                <a:spcBef>
                  <a:spcPct val="20000"/>
                </a:spcBef>
                <a:spcAft>
                  <a:spcPct val="0"/>
                </a:spcAft>
                <a:buChar char="–"/>
                <a:defRPr sz="2000">
                  <a:solidFill>
                    <a:srgbClr val="666699"/>
                  </a:solidFill>
                  <a:latin typeface="+mn-lt"/>
                  <a:ea typeface="+mn-ea"/>
                </a:defRPr>
              </a:lvl4pPr>
              <a:lvl5pPr marL="2057400" indent="-228600" algn="l" rtl="0" eaLnBrk="0" fontAlgn="base" hangingPunct="0">
                <a:spcBef>
                  <a:spcPct val="20000"/>
                </a:spcBef>
                <a:spcAft>
                  <a:spcPct val="0"/>
                </a:spcAft>
                <a:buChar char="»"/>
                <a:defRPr sz="2000">
                  <a:solidFill>
                    <a:srgbClr val="666699"/>
                  </a:solidFill>
                  <a:latin typeface="+mn-lt"/>
                  <a:ea typeface="+mn-ea"/>
                </a:defRPr>
              </a:lvl5pPr>
            </a:lstStyle>
            <a:p>
              <a:pPr marL="0" lvl="0" indent="0" eaLnBrk="1" hangingPunct="1">
                <a:spcBef>
                  <a:spcPct val="0"/>
                </a:spcBef>
                <a:buNone/>
              </a:pPr>
              <a:endParaRPr lang="zh-CN" altLang="en-US" sz="2400" dirty="0">
                <a:solidFill>
                  <a:schemeClr val="tx1"/>
                </a:solidFill>
              </a:endParaRPr>
            </a:p>
          </p:txBody>
        </p:sp>
      </p:grpSp>
    </p:spTree>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6018" name="Rectangle 2"/>
          <p:cNvSpPr>
            <a:spLocks noGrp="1"/>
          </p:cNvSpPr>
          <p:nvPr>
            <p:ph type="title"/>
          </p:nvPr>
        </p:nvSpPr>
        <p:spPr>
          <a:xfrm>
            <a:off x="685800" y="914400"/>
            <a:ext cx="7772400" cy="838200"/>
          </a:xfrm>
          <a:ln/>
        </p:spPr>
        <p:txBody>
          <a:bodyPr vert="horz" wrap="square" lIns="91440" tIns="45720" rIns="91440" bIns="45720" anchor="ctr" anchorCtr="0"/>
          <a:p>
            <a:pPr eaLnBrk="1" hangingPunct="1"/>
            <a:r>
              <a:rPr lang="zh-CN" altLang="en-US" dirty="0">
                <a:ea typeface="华文新魏" panose="02010800040101010101" pitchFamily="2" charset="-122"/>
              </a:rPr>
              <a:t>定点运算器的</a:t>
            </a:r>
            <a:r>
              <a:rPr lang="zh-CN" altLang="en-US" dirty="0">
                <a:solidFill>
                  <a:srgbClr val="993366"/>
                </a:solidFill>
                <a:ea typeface="华文新魏" panose="02010800040101010101" pitchFamily="2" charset="-122"/>
              </a:rPr>
              <a:t>基本结构</a:t>
            </a:r>
            <a:endParaRPr lang="zh-CN" altLang="en-US" dirty="0">
              <a:solidFill>
                <a:srgbClr val="993366"/>
              </a:solidFill>
              <a:ea typeface="华文新魏" panose="02010800040101010101" pitchFamily="2" charset="-122"/>
            </a:endParaRPr>
          </a:p>
        </p:txBody>
      </p:sp>
      <p:sp>
        <p:nvSpPr>
          <p:cNvPr id="86019" name="Rectangle 3"/>
          <p:cNvSpPr>
            <a:spLocks noGrp="1"/>
          </p:cNvSpPr>
          <p:nvPr>
            <p:ph type="body"/>
          </p:nvPr>
        </p:nvSpPr>
        <p:spPr>
          <a:xfrm>
            <a:off x="611188" y="1981200"/>
            <a:ext cx="7989887" cy="4114800"/>
          </a:xfrm>
          <a:ln/>
        </p:spPr>
        <p:txBody>
          <a:bodyPr vert="horz" wrap="square" lIns="91440" tIns="45720" rIns="91440" bIns="45720" anchor="t" anchorCtr="0"/>
          <a:p>
            <a:pPr eaLnBrk="1" hangingPunct="1"/>
            <a:r>
              <a:rPr lang="zh-CN" altLang="en-US" b="1" dirty="0"/>
              <a:t>运算器包括ALU、阵列乘除器、寄存器、多路开关、三态缓冲器、数据总线等逻辑部件。</a:t>
            </a:r>
            <a:endParaRPr lang="zh-CN" altLang="en-US" b="1" dirty="0"/>
          </a:p>
          <a:p>
            <a:pPr eaLnBrk="1" hangingPunct="1"/>
            <a:r>
              <a:rPr lang="zh-CN" altLang="en-US" b="1" dirty="0"/>
              <a:t>计算机的运算器的结构一般有三种。</a:t>
            </a:r>
            <a:endParaRPr lang="zh-CN" altLang="en-US" b="1" dirty="0"/>
          </a:p>
        </p:txBody>
      </p:sp>
    </p:spTree>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7042" name="Rectangle 2"/>
          <p:cNvSpPr/>
          <p:nvPr/>
        </p:nvSpPr>
        <p:spPr>
          <a:xfrm>
            <a:off x="4891088" y="3276600"/>
            <a:ext cx="1066800" cy="838200"/>
          </a:xfrm>
          <a:prstGeom prst="rect">
            <a:avLst/>
          </a:prstGeom>
          <a:solidFill>
            <a:srgbClr val="FFCCFF"/>
          </a:solidFill>
          <a:ln w="9525" cap="flat" cmpd="sng">
            <a:solidFill>
              <a:schemeClr val="tx1"/>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buChar char="•"/>
              <a:defRPr sz="3200">
                <a:solidFill>
                  <a:srgbClr val="666699"/>
                </a:solidFill>
                <a:latin typeface="+mn-lt"/>
                <a:ea typeface="+mn-ea"/>
                <a:cs typeface="+mn-cs"/>
              </a:defRPr>
            </a:lvl1pPr>
            <a:lvl2pPr marL="742950" indent="-285750" algn="l" rtl="0" eaLnBrk="0" fontAlgn="base" hangingPunct="0">
              <a:spcBef>
                <a:spcPct val="20000"/>
              </a:spcBef>
              <a:spcAft>
                <a:spcPct val="0"/>
              </a:spcAft>
              <a:buChar char="–"/>
              <a:defRPr sz="2800">
                <a:solidFill>
                  <a:srgbClr val="666699"/>
                </a:solidFill>
                <a:latin typeface="+mn-lt"/>
                <a:ea typeface="+mn-ea"/>
              </a:defRPr>
            </a:lvl2pPr>
            <a:lvl3pPr marL="1143000" indent="-228600" algn="l" rtl="0" eaLnBrk="0" fontAlgn="base" hangingPunct="0">
              <a:spcBef>
                <a:spcPct val="20000"/>
              </a:spcBef>
              <a:spcAft>
                <a:spcPct val="0"/>
              </a:spcAft>
              <a:buChar char="•"/>
              <a:defRPr sz="2400">
                <a:solidFill>
                  <a:srgbClr val="666699"/>
                </a:solidFill>
                <a:latin typeface="+mn-lt"/>
                <a:ea typeface="+mn-ea"/>
              </a:defRPr>
            </a:lvl3pPr>
            <a:lvl4pPr marL="1600200" indent="-228600" algn="l" rtl="0" eaLnBrk="0" fontAlgn="base" hangingPunct="0">
              <a:spcBef>
                <a:spcPct val="20000"/>
              </a:spcBef>
              <a:spcAft>
                <a:spcPct val="0"/>
              </a:spcAft>
              <a:buChar char="–"/>
              <a:defRPr sz="2000">
                <a:solidFill>
                  <a:srgbClr val="666699"/>
                </a:solidFill>
                <a:latin typeface="+mn-lt"/>
                <a:ea typeface="+mn-ea"/>
              </a:defRPr>
            </a:lvl4pPr>
            <a:lvl5pPr marL="2057400" indent="-228600" algn="l" rtl="0" eaLnBrk="0" fontAlgn="base" hangingPunct="0">
              <a:spcBef>
                <a:spcPct val="20000"/>
              </a:spcBef>
              <a:spcAft>
                <a:spcPct val="0"/>
              </a:spcAft>
              <a:buChar char="»"/>
              <a:defRPr sz="2000">
                <a:solidFill>
                  <a:srgbClr val="666699"/>
                </a:solidFill>
                <a:latin typeface="+mn-lt"/>
                <a:ea typeface="+mn-ea"/>
              </a:defRPr>
            </a:lvl5pPr>
          </a:lstStyle>
          <a:p>
            <a:pPr marL="0" lvl="0" indent="0" eaLnBrk="1" hangingPunct="1">
              <a:spcBef>
                <a:spcPct val="0"/>
              </a:spcBef>
              <a:buNone/>
            </a:pPr>
            <a:endParaRPr lang="zh-CN" altLang="en-US" sz="2400" dirty="0">
              <a:solidFill>
                <a:schemeClr val="tx1"/>
              </a:solidFill>
            </a:endParaRPr>
          </a:p>
        </p:txBody>
      </p:sp>
      <p:sp>
        <p:nvSpPr>
          <p:cNvPr id="87043" name="AutoShape 3"/>
          <p:cNvSpPr/>
          <p:nvPr/>
        </p:nvSpPr>
        <p:spPr>
          <a:xfrm>
            <a:off x="2376488" y="4114800"/>
            <a:ext cx="1981200" cy="533400"/>
          </a:xfrm>
          <a:custGeom>
            <a:avLst/>
            <a:gdLst/>
            <a:ahLst/>
            <a:cxnLst>
              <a:cxn ang="0">
                <a:pos x="0" y="0"/>
              </a:cxn>
              <a:cxn ang="0">
                <a:pos x="2147483646" y="2147483646"/>
              </a:cxn>
              <a:cxn ang="0">
                <a:pos x="2147483646" y="2147483646"/>
              </a:cxn>
              <a:cxn ang="0">
                <a:pos x="2147483646" y="0"/>
              </a:cxn>
              <a:cxn ang="0">
                <a:pos x="0" y="0"/>
              </a:cxn>
            </a:cxnLst>
            <a:pathLst>
              <a:path w="21600" h="21600">
                <a:moveTo>
                  <a:pt x="0" y="0"/>
                </a:moveTo>
                <a:lnTo>
                  <a:pt x="5400" y="21600"/>
                </a:lnTo>
                <a:lnTo>
                  <a:pt x="16200" y="21600"/>
                </a:lnTo>
                <a:lnTo>
                  <a:pt x="21600" y="0"/>
                </a:lnTo>
                <a:lnTo>
                  <a:pt x="0" y="0"/>
                </a:lnTo>
                <a:close/>
              </a:path>
            </a:pathLst>
          </a:custGeom>
          <a:solidFill>
            <a:schemeClr val="hlink">
              <a:alpha val="100000"/>
            </a:schemeClr>
          </a:solidFill>
          <a:ln w="9525" cap="flat" cmpd="sng">
            <a:solidFill>
              <a:schemeClr val="tx1">
                <a:alpha val="100000"/>
              </a:schemeClr>
            </a:solidFill>
            <a:prstDash val="solid"/>
            <a:round/>
            <a:headEnd type="none" w="med" len="med"/>
            <a:tailEnd type="none" w="med" len="med"/>
          </a:ln>
        </p:spPr>
        <p:txBody>
          <a:bodyPr/>
          <a:p>
            <a:endParaRPr lang="zh-CN" altLang="en-US"/>
          </a:p>
        </p:txBody>
      </p:sp>
      <p:sp>
        <p:nvSpPr>
          <p:cNvPr id="87044" name="Rectangle 4"/>
          <p:cNvSpPr/>
          <p:nvPr/>
        </p:nvSpPr>
        <p:spPr>
          <a:xfrm>
            <a:off x="3824288" y="3124200"/>
            <a:ext cx="609600" cy="457200"/>
          </a:xfrm>
          <a:prstGeom prst="rect">
            <a:avLst/>
          </a:prstGeom>
          <a:solidFill>
            <a:schemeClr val="accent1"/>
          </a:solidFill>
          <a:ln w="9525" cap="flat" cmpd="sng">
            <a:solidFill>
              <a:schemeClr val="tx1"/>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buChar char="•"/>
              <a:defRPr sz="3200">
                <a:solidFill>
                  <a:srgbClr val="666699"/>
                </a:solidFill>
                <a:latin typeface="+mn-lt"/>
                <a:ea typeface="+mn-ea"/>
                <a:cs typeface="+mn-cs"/>
              </a:defRPr>
            </a:lvl1pPr>
            <a:lvl2pPr marL="742950" indent="-285750" algn="l" rtl="0" eaLnBrk="0" fontAlgn="base" hangingPunct="0">
              <a:spcBef>
                <a:spcPct val="20000"/>
              </a:spcBef>
              <a:spcAft>
                <a:spcPct val="0"/>
              </a:spcAft>
              <a:buChar char="–"/>
              <a:defRPr sz="2800">
                <a:solidFill>
                  <a:srgbClr val="666699"/>
                </a:solidFill>
                <a:latin typeface="+mn-lt"/>
                <a:ea typeface="+mn-ea"/>
              </a:defRPr>
            </a:lvl2pPr>
            <a:lvl3pPr marL="1143000" indent="-228600" algn="l" rtl="0" eaLnBrk="0" fontAlgn="base" hangingPunct="0">
              <a:spcBef>
                <a:spcPct val="20000"/>
              </a:spcBef>
              <a:spcAft>
                <a:spcPct val="0"/>
              </a:spcAft>
              <a:buChar char="•"/>
              <a:defRPr sz="2400">
                <a:solidFill>
                  <a:srgbClr val="666699"/>
                </a:solidFill>
                <a:latin typeface="+mn-lt"/>
                <a:ea typeface="+mn-ea"/>
              </a:defRPr>
            </a:lvl3pPr>
            <a:lvl4pPr marL="1600200" indent="-228600" algn="l" rtl="0" eaLnBrk="0" fontAlgn="base" hangingPunct="0">
              <a:spcBef>
                <a:spcPct val="20000"/>
              </a:spcBef>
              <a:spcAft>
                <a:spcPct val="0"/>
              </a:spcAft>
              <a:buChar char="–"/>
              <a:defRPr sz="2000">
                <a:solidFill>
                  <a:srgbClr val="666699"/>
                </a:solidFill>
                <a:latin typeface="+mn-lt"/>
                <a:ea typeface="+mn-ea"/>
              </a:defRPr>
            </a:lvl4pPr>
            <a:lvl5pPr marL="2057400" indent="-228600" algn="l" rtl="0" eaLnBrk="0" fontAlgn="base" hangingPunct="0">
              <a:spcBef>
                <a:spcPct val="20000"/>
              </a:spcBef>
              <a:spcAft>
                <a:spcPct val="0"/>
              </a:spcAft>
              <a:buChar char="»"/>
              <a:defRPr sz="2000">
                <a:solidFill>
                  <a:srgbClr val="666699"/>
                </a:solidFill>
                <a:latin typeface="+mn-lt"/>
                <a:ea typeface="+mn-ea"/>
              </a:defRPr>
            </a:lvl5pPr>
          </a:lstStyle>
          <a:p>
            <a:pPr marL="0" lvl="0" indent="0" eaLnBrk="1" hangingPunct="1">
              <a:spcBef>
                <a:spcPct val="0"/>
              </a:spcBef>
              <a:buNone/>
            </a:pPr>
            <a:endParaRPr lang="zh-CN" altLang="en-US" sz="2400" dirty="0">
              <a:solidFill>
                <a:schemeClr val="tx1"/>
              </a:solidFill>
            </a:endParaRPr>
          </a:p>
        </p:txBody>
      </p:sp>
      <p:sp>
        <p:nvSpPr>
          <p:cNvPr id="87045" name="Rectangle 5"/>
          <p:cNvSpPr/>
          <p:nvPr/>
        </p:nvSpPr>
        <p:spPr>
          <a:xfrm>
            <a:off x="2300288" y="3124200"/>
            <a:ext cx="609600" cy="457200"/>
          </a:xfrm>
          <a:prstGeom prst="rect">
            <a:avLst/>
          </a:prstGeom>
          <a:solidFill>
            <a:schemeClr val="accent1"/>
          </a:solidFill>
          <a:ln w="9525" cap="flat" cmpd="sng">
            <a:solidFill>
              <a:schemeClr val="tx1"/>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buChar char="•"/>
              <a:defRPr sz="3200">
                <a:solidFill>
                  <a:srgbClr val="666699"/>
                </a:solidFill>
                <a:latin typeface="+mn-lt"/>
                <a:ea typeface="+mn-ea"/>
                <a:cs typeface="+mn-cs"/>
              </a:defRPr>
            </a:lvl1pPr>
            <a:lvl2pPr marL="742950" indent="-285750" algn="l" rtl="0" eaLnBrk="0" fontAlgn="base" hangingPunct="0">
              <a:spcBef>
                <a:spcPct val="20000"/>
              </a:spcBef>
              <a:spcAft>
                <a:spcPct val="0"/>
              </a:spcAft>
              <a:buChar char="–"/>
              <a:defRPr sz="2800">
                <a:solidFill>
                  <a:srgbClr val="666699"/>
                </a:solidFill>
                <a:latin typeface="+mn-lt"/>
                <a:ea typeface="+mn-ea"/>
              </a:defRPr>
            </a:lvl2pPr>
            <a:lvl3pPr marL="1143000" indent="-228600" algn="l" rtl="0" eaLnBrk="0" fontAlgn="base" hangingPunct="0">
              <a:spcBef>
                <a:spcPct val="20000"/>
              </a:spcBef>
              <a:spcAft>
                <a:spcPct val="0"/>
              </a:spcAft>
              <a:buChar char="•"/>
              <a:defRPr sz="2400">
                <a:solidFill>
                  <a:srgbClr val="666699"/>
                </a:solidFill>
                <a:latin typeface="+mn-lt"/>
                <a:ea typeface="+mn-ea"/>
              </a:defRPr>
            </a:lvl3pPr>
            <a:lvl4pPr marL="1600200" indent="-228600" algn="l" rtl="0" eaLnBrk="0" fontAlgn="base" hangingPunct="0">
              <a:spcBef>
                <a:spcPct val="20000"/>
              </a:spcBef>
              <a:spcAft>
                <a:spcPct val="0"/>
              </a:spcAft>
              <a:buChar char="–"/>
              <a:defRPr sz="2000">
                <a:solidFill>
                  <a:srgbClr val="666699"/>
                </a:solidFill>
                <a:latin typeface="+mn-lt"/>
                <a:ea typeface="+mn-ea"/>
              </a:defRPr>
            </a:lvl4pPr>
            <a:lvl5pPr marL="2057400" indent="-228600" algn="l" rtl="0" eaLnBrk="0" fontAlgn="base" hangingPunct="0">
              <a:spcBef>
                <a:spcPct val="20000"/>
              </a:spcBef>
              <a:spcAft>
                <a:spcPct val="0"/>
              </a:spcAft>
              <a:buChar char="»"/>
              <a:defRPr sz="2000">
                <a:solidFill>
                  <a:srgbClr val="666699"/>
                </a:solidFill>
                <a:latin typeface="+mn-lt"/>
                <a:ea typeface="+mn-ea"/>
              </a:defRPr>
            </a:lvl5pPr>
          </a:lstStyle>
          <a:p>
            <a:pPr marL="0" lvl="0" indent="0" eaLnBrk="1" hangingPunct="1">
              <a:spcBef>
                <a:spcPct val="0"/>
              </a:spcBef>
              <a:buNone/>
            </a:pPr>
            <a:endParaRPr lang="zh-CN" altLang="en-US" sz="2400" dirty="0">
              <a:solidFill>
                <a:schemeClr val="tx1"/>
              </a:solidFill>
            </a:endParaRPr>
          </a:p>
        </p:txBody>
      </p:sp>
      <p:sp>
        <p:nvSpPr>
          <p:cNvPr id="87046" name="Rectangle 6"/>
          <p:cNvSpPr/>
          <p:nvPr/>
        </p:nvSpPr>
        <p:spPr>
          <a:xfrm>
            <a:off x="700088" y="3352800"/>
            <a:ext cx="1066800" cy="838200"/>
          </a:xfrm>
          <a:prstGeom prst="rect">
            <a:avLst/>
          </a:prstGeom>
          <a:solidFill>
            <a:schemeClr val="accent2"/>
          </a:solidFill>
          <a:ln w="9525" cap="flat" cmpd="sng">
            <a:solidFill>
              <a:schemeClr val="tx1"/>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buChar char="•"/>
              <a:defRPr sz="3200">
                <a:solidFill>
                  <a:srgbClr val="666699"/>
                </a:solidFill>
                <a:latin typeface="+mn-lt"/>
                <a:ea typeface="+mn-ea"/>
                <a:cs typeface="+mn-cs"/>
              </a:defRPr>
            </a:lvl1pPr>
            <a:lvl2pPr marL="742950" indent="-285750" algn="l" rtl="0" eaLnBrk="0" fontAlgn="base" hangingPunct="0">
              <a:spcBef>
                <a:spcPct val="20000"/>
              </a:spcBef>
              <a:spcAft>
                <a:spcPct val="0"/>
              </a:spcAft>
              <a:buChar char="–"/>
              <a:defRPr sz="2800">
                <a:solidFill>
                  <a:srgbClr val="666699"/>
                </a:solidFill>
                <a:latin typeface="+mn-lt"/>
                <a:ea typeface="+mn-ea"/>
              </a:defRPr>
            </a:lvl2pPr>
            <a:lvl3pPr marL="1143000" indent="-228600" algn="l" rtl="0" eaLnBrk="0" fontAlgn="base" hangingPunct="0">
              <a:spcBef>
                <a:spcPct val="20000"/>
              </a:spcBef>
              <a:spcAft>
                <a:spcPct val="0"/>
              </a:spcAft>
              <a:buChar char="•"/>
              <a:defRPr sz="2400">
                <a:solidFill>
                  <a:srgbClr val="666699"/>
                </a:solidFill>
                <a:latin typeface="+mn-lt"/>
                <a:ea typeface="+mn-ea"/>
              </a:defRPr>
            </a:lvl3pPr>
            <a:lvl4pPr marL="1600200" indent="-228600" algn="l" rtl="0" eaLnBrk="0" fontAlgn="base" hangingPunct="0">
              <a:spcBef>
                <a:spcPct val="20000"/>
              </a:spcBef>
              <a:spcAft>
                <a:spcPct val="0"/>
              </a:spcAft>
              <a:buChar char="–"/>
              <a:defRPr sz="2000">
                <a:solidFill>
                  <a:srgbClr val="666699"/>
                </a:solidFill>
                <a:latin typeface="+mn-lt"/>
                <a:ea typeface="+mn-ea"/>
              </a:defRPr>
            </a:lvl4pPr>
            <a:lvl5pPr marL="2057400" indent="-228600" algn="l" rtl="0" eaLnBrk="0" fontAlgn="base" hangingPunct="0">
              <a:spcBef>
                <a:spcPct val="20000"/>
              </a:spcBef>
              <a:spcAft>
                <a:spcPct val="0"/>
              </a:spcAft>
              <a:buChar char="»"/>
              <a:defRPr sz="2000">
                <a:solidFill>
                  <a:srgbClr val="666699"/>
                </a:solidFill>
                <a:latin typeface="+mn-lt"/>
                <a:ea typeface="+mn-ea"/>
              </a:defRPr>
            </a:lvl5pPr>
          </a:lstStyle>
          <a:p>
            <a:pPr marL="0" lvl="0" indent="0" eaLnBrk="1" hangingPunct="1">
              <a:spcBef>
                <a:spcPct val="0"/>
              </a:spcBef>
              <a:buNone/>
            </a:pPr>
            <a:endParaRPr lang="zh-CN" altLang="en-US" sz="2400" dirty="0">
              <a:solidFill>
                <a:schemeClr val="tx1"/>
              </a:solidFill>
            </a:endParaRPr>
          </a:p>
        </p:txBody>
      </p:sp>
      <p:sp>
        <p:nvSpPr>
          <p:cNvPr id="87047" name="Rectangle 7"/>
          <p:cNvSpPr>
            <a:spLocks noGrp="1"/>
          </p:cNvSpPr>
          <p:nvPr>
            <p:ph type="title"/>
          </p:nvPr>
        </p:nvSpPr>
        <p:spPr>
          <a:xfrm>
            <a:off x="685800" y="914400"/>
            <a:ext cx="7772400" cy="838200"/>
          </a:xfrm>
          <a:ln/>
        </p:spPr>
        <p:txBody>
          <a:bodyPr vert="horz" wrap="square" lIns="91440" tIns="45720" rIns="91440" bIns="45720" anchor="ctr" anchorCtr="0"/>
          <a:p>
            <a:pPr eaLnBrk="1" hangingPunct="1"/>
            <a:r>
              <a:rPr lang="zh-CN" altLang="en-US" dirty="0"/>
              <a:t>定点运算器的基本结构</a:t>
            </a:r>
            <a:endParaRPr lang="zh-CN" altLang="en-US" dirty="0"/>
          </a:p>
        </p:txBody>
      </p:sp>
      <p:sp>
        <p:nvSpPr>
          <p:cNvPr id="87048" name="Line 8"/>
          <p:cNvSpPr/>
          <p:nvPr/>
        </p:nvSpPr>
        <p:spPr>
          <a:xfrm flipV="1">
            <a:off x="1309688" y="4191000"/>
            <a:ext cx="0" cy="990600"/>
          </a:xfrm>
          <a:prstGeom prst="line">
            <a:avLst/>
          </a:prstGeom>
          <a:ln w="28575" cap="flat" cmpd="sng">
            <a:solidFill>
              <a:schemeClr val="tx1"/>
            </a:solidFill>
            <a:prstDash val="solid"/>
            <a:headEnd type="none" w="med" len="med"/>
            <a:tailEnd type="triangle" w="med" len="med"/>
          </a:ln>
        </p:spPr>
      </p:sp>
      <p:sp>
        <p:nvSpPr>
          <p:cNvPr id="87049" name="Text Box 9"/>
          <p:cNvSpPr txBox="1"/>
          <p:nvPr/>
        </p:nvSpPr>
        <p:spPr>
          <a:xfrm>
            <a:off x="2376488" y="3124200"/>
            <a:ext cx="1447800" cy="457200"/>
          </a:xfrm>
          <a:prstGeom prst="rect">
            <a:avLst/>
          </a:prstGeom>
          <a:noFill/>
          <a:ln w="9525">
            <a:noFill/>
          </a:ln>
        </p:spPr>
        <p:txBody>
          <a:bodyPr>
            <a:spAutoFit/>
          </a:bodyPr>
          <a:lstStyle>
            <a:lvl1pPr marL="342900" indent="-342900" algn="l" rtl="0" eaLnBrk="0" fontAlgn="base" hangingPunct="0">
              <a:spcBef>
                <a:spcPct val="20000"/>
              </a:spcBef>
              <a:spcAft>
                <a:spcPct val="0"/>
              </a:spcAft>
              <a:buChar char="•"/>
              <a:defRPr sz="3200">
                <a:solidFill>
                  <a:srgbClr val="666699"/>
                </a:solidFill>
                <a:latin typeface="+mn-lt"/>
                <a:ea typeface="+mn-ea"/>
                <a:cs typeface="+mn-cs"/>
              </a:defRPr>
            </a:lvl1pPr>
            <a:lvl2pPr marL="742950" indent="-285750" algn="l" rtl="0" eaLnBrk="0" fontAlgn="base" hangingPunct="0">
              <a:spcBef>
                <a:spcPct val="20000"/>
              </a:spcBef>
              <a:spcAft>
                <a:spcPct val="0"/>
              </a:spcAft>
              <a:buChar char="–"/>
              <a:defRPr sz="2800">
                <a:solidFill>
                  <a:srgbClr val="666699"/>
                </a:solidFill>
                <a:latin typeface="+mn-lt"/>
                <a:ea typeface="+mn-ea"/>
              </a:defRPr>
            </a:lvl2pPr>
            <a:lvl3pPr marL="1143000" indent="-228600" algn="l" rtl="0" eaLnBrk="0" fontAlgn="base" hangingPunct="0">
              <a:spcBef>
                <a:spcPct val="20000"/>
              </a:spcBef>
              <a:spcAft>
                <a:spcPct val="0"/>
              </a:spcAft>
              <a:buChar char="•"/>
              <a:defRPr sz="2400">
                <a:solidFill>
                  <a:srgbClr val="666699"/>
                </a:solidFill>
                <a:latin typeface="+mn-lt"/>
                <a:ea typeface="+mn-ea"/>
              </a:defRPr>
            </a:lvl3pPr>
            <a:lvl4pPr marL="1600200" indent="-228600" algn="l" rtl="0" eaLnBrk="0" fontAlgn="base" hangingPunct="0">
              <a:spcBef>
                <a:spcPct val="20000"/>
              </a:spcBef>
              <a:spcAft>
                <a:spcPct val="0"/>
              </a:spcAft>
              <a:buChar char="–"/>
              <a:defRPr sz="2000">
                <a:solidFill>
                  <a:srgbClr val="666699"/>
                </a:solidFill>
                <a:latin typeface="+mn-lt"/>
                <a:ea typeface="+mn-ea"/>
              </a:defRPr>
            </a:lvl4pPr>
            <a:lvl5pPr marL="2057400" indent="-228600" algn="l" rtl="0" eaLnBrk="0" fontAlgn="base" hangingPunct="0">
              <a:spcBef>
                <a:spcPct val="20000"/>
              </a:spcBef>
              <a:spcAft>
                <a:spcPct val="0"/>
              </a:spcAft>
              <a:buChar char="»"/>
              <a:defRPr sz="2000">
                <a:solidFill>
                  <a:srgbClr val="666699"/>
                </a:solidFill>
                <a:latin typeface="+mn-lt"/>
                <a:ea typeface="+mn-ea"/>
              </a:defRPr>
            </a:lvl5pPr>
          </a:lstStyle>
          <a:p>
            <a:pPr marL="0" lvl="0" indent="0" eaLnBrk="1" hangingPunct="1">
              <a:spcBef>
                <a:spcPct val="50000"/>
              </a:spcBef>
              <a:buNone/>
            </a:pPr>
            <a:r>
              <a:rPr lang="zh-CN" altLang="en-US" sz="2400" dirty="0">
                <a:solidFill>
                  <a:schemeClr val="tx1"/>
                </a:solidFill>
                <a:latin typeface="Tahoma" panose="020B0604030504040204" pitchFamily="34" charset="0"/>
              </a:rPr>
              <a:t>A</a:t>
            </a:r>
            <a:endParaRPr lang="zh-CN" altLang="en-US" sz="2400" dirty="0">
              <a:solidFill>
                <a:schemeClr val="tx1"/>
              </a:solidFill>
              <a:latin typeface="Tahoma" panose="020B0604030504040204" pitchFamily="34" charset="0"/>
            </a:endParaRPr>
          </a:p>
        </p:txBody>
      </p:sp>
      <p:sp>
        <p:nvSpPr>
          <p:cNvPr id="87050" name="Text Box 10"/>
          <p:cNvSpPr txBox="1"/>
          <p:nvPr/>
        </p:nvSpPr>
        <p:spPr>
          <a:xfrm>
            <a:off x="3976688" y="3124200"/>
            <a:ext cx="1447800" cy="457200"/>
          </a:xfrm>
          <a:prstGeom prst="rect">
            <a:avLst/>
          </a:prstGeom>
          <a:noFill/>
          <a:ln w="9525">
            <a:noFill/>
          </a:ln>
        </p:spPr>
        <p:txBody>
          <a:bodyPr>
            <a:spAutoFit/>
          </a:bodyPr>
          <a:lstStyle>
            <a:lvl1pPr marL="342900" indent="-342900" algn="l" rtl="0" eaLnBrk="0" fontAlgn="base" hangingPunct="0">
              <a:spcBef>
                <a:spcPct val="20000"/>
              </a:spcBef>
              <a:spcAft>
                <a:spcPct val="0"/>
              </a:spcAft>
              <a:buChar char="•"/>
              <a:defRPr sz="3200">
                <a:solidFill>
                  <a:srgbClr val="666699"/>
                </a:solidFill>
                <a:latin typeface="+mn-lt"/>
                <a:ea typeface="+mn-ea"/>
                <a:cs typeface="+mn-cs"/>
              </a:defRPr>
            </a:lvl1pPr>
            <a:lvl2pPr marL="742950" indent="-285750" algn="l" rtl="0" eaLnBrk="0" fontAlgn="base" hangingPunct="0">
              <a:spcBef>
                <a:spcPct val="20000"/>
              </a:spcBef>
              <a:spcAft>
                <a:spcPct val="0"/>
              </a:spcAft>
              <a:buChar char="–"/>
              <a:defRPr sz="2800">
                <a:solidFill>
                  <a:srgbClr val="666699"/>
                </a:solidFill>
                <a:latin typeface="+mn-lt"/>
                <a:ea typeface="+mn-ea"/>
              </a:defRPr>
            </a:lvl2pPr>
            <a:lvl3pPr marL="1143000" indent="-228600" algn="l" rtl="0" eaLnBrk="0" fontAlgn="base" hangingPunct="0">
              <a:spcBef>
                <a:spcPct val="20000"/>
              </a:spcBef>
              <a:spcAft>
                <a:spcPct val="0"/>
              </a:spcAft>
              <a:buChar char="•"/>
              <a:defRPr sz="2400">
                <a:solidFill>
                  <a:srgbClr val="666699"/>
                </a:solidFill>
                <a:latin typeface="+mn-lt"/>
                <a:ea typeface="+mn-ea"/>
              </a:defRPr>
            </a:lvl3pPr>
            <a:lvl4pPr marL="1600200" indent="-228600" algn="l" rtl="0" eaLnBrk="0" fontAlgn="base" hangingPunct="0">
              <a:spcBef>
                <a:spcPct val="20000"/>
              </a:spcBef>
              <a:spcAft>
                <a:spcPct val="0"/>
              </a:spcAft>
              <a:buChar char="–"/>
              <a:defRPr sz="2000">
                <a:solidFill>
                  <a:srgbClr val="666699"/>
                </a:solidFill>
                <a:latin typeface="+mn-lt"/>
                <a:ea typeface="+mn-ea"/>
              </a:defRPr>
            </a:lvl4pPr>
            <a:lvl5pPr marL="2057400" indent="-228600" algn="l" rtl="0" eaLnBrk="0" fontAlgn="base" hangingPunct="0">
              <a:spcBef>
                <a:spcPct val="20000"/>
              </a:spcBef>
              <a:spcAft>
                <a:spcPct val="0"/>
              </a:spcAft>
              <a:buChar char="»"/>
              <a:defRPr sz="2000">
                <a:solidFill>
                  <a:srgbClr val="666699"/>
                </a:solidFill>
                <a:latin typeface="+mn-lt"/>
                <a:ea typeface="+mn-ea"/>
              </a:defRPr>
            </a:lvl5pPr>
          </a:lstStyle>
          <a:p>
            <a:pPr marL="0" lvl="0" indent="0" eaLnBrk="1" hangingPunct="1">
              <a:spcBef>
                <a:spcPct val="50000"/>
              </a:spcBef>
              <a:buNone/>
            </a:pPr>
            <a:r>
              <a:rPr lang="zh-CN" altLang="en-US" sz="2400" dirty="0">
                <a:solidFill>
                  <a:schemeClr val="tx1"/>
                </a:solidFill>
                <a:latin typeface="Tahoma" panose="020B0604030504040204" pitchFamily="34" charset="0"/>
              </a:rPr>
              <a:t>B</a:t>
            </a:r>
            <a:endParaRPr lang="zh-CN" altLang="en-US" sz="2400" dirty="0">
              <a:solidFill>
                <a:schemeClr val="tx1"/>
              </a:solidFill>
              <a:latin typeface="Tahoma" panose="020B0604030504040204" pitchFamily="34" charset="0"/>
            </a:endParaRPr>
          </a:p>
        </p:txBody>
      </p:sp>
      <p:sp>
        <p:nvSpPr>
          <p:cNvPr id="87051" name="Text Box 11"/>
          <p:cNvSpPr txBox="1"/>
          <p:nvPr/>
        </p:nvSpPr>
        <p:spPr>
          <a:xfrm>
            <a:off x="2986088" y="4114800"/>
            <a:ext cx="990600" cy="457200"/>
          </a:xfrm>
          <a:prstGeom prst="rect">
            <a:avLst/>
          </a:prstGeom>
          <a:noFill/>
          <a:ln w="9525">
            <a:noFill/>
          </a:ln>
        </p:spPr>
        <p:txBody>
          <a:bodyPr>
            <a:spAutoFit/>
          </a:bodyPr>
          <a:lstStyle>
            <a:lvl1pPr marL="342900" indent="-342900" algn="l" rtl="0" eaLnBrk="0" fontAlgn="base" hangingPunct="0">
              <a:spcBef>
                <a:spcPct val="20000"/>
              </a:spcBef>
              <a:spcAft>
                <a:spcPct val="0"/>
              </a:spcAft>
              <a:buChar char="•"/>
              <a:defRPr sz="3200">
                <a:solidFill>
                  <a:srgbClr val="666699"/>
                </a:solidFill>
                <a:latin typeface="+mn-lt"/>
                <a:ea typeface="+mn-ea"/>
                <a:cs typeface="+mn-cs"/>
              </a:defRPr>
            </a:lvl1pPr>
            <a:lvl2pPr marL="742950" indent="-285750" algn="l" rtl="0" eaLnBrk="0" fontAlgn="base" hangingPunct="0">
              <a:spcBef>
                <a:spcPct val="20000"/>
              </a:spcBef>
              <a:spcAft>
                <a:spcPct val="0"/>
              </a:spcAft>
              <a:buChar char="–"/>
              <a:defRPr sz="2800">
                <a:solidFill>
                  <a:srgbClr val="666699"/>
                </a:solidFill>
                <a:latin typeface="+mn-lt"/>
                <a:ea typeface="+mn-ea"/>
              </a:defRPr>
            </a:lvl2pPr>
            <a:lvl3pPr marL="1143000" indent="-228600" algn="l" rtl="0" eaLnBrk="0" fontAlgn="base" hangingPunct="0">
              <a:spcBef>
                <a:spcPct val="20000"/>
              </a:spcBef>
              <a:spcAft>
                <a:spcPct val="0"/>
              </a:spcAft>
              <a:buChar char="•"/>
              <a:defRPr sz="2400">
                <a:solidFill>
                  <a:srgbClr val="666699"/>
                </a:solidFill>
                <a:latin typeface="+mn-lt"/>
                <a:ea typeface="+mn-ea"/>
              </a:defRPr>
            </a:lvl3pPr>
            <a:lvl4pPr marL="1600200" indent="-228600" algn="l" rtl="0" eaLnBrk="0" fontAlgn="base" hangingPunct="0">
              <a:spcBef>
                <a:spcPct val="20000"/>
              </a:spcBef>
              <a:spcAft>
                <a:spcPct val="0"/>
              </a:spcAft>
              <a:buChar char="–"/>
              <a:defRPr sz="2000">
                <a:solidFill>
                  <a:srgbClr val="666699"/>
                </a:solidFill>
                <a:latin typeface="+mn-lt"/>
                <a:ea typeface="+mn-ea"/>
              </a:defRPr>
            </a:lvl4pPr>
            <a:lvl5pPr marL="2057400" indent="-228600" algn="l" rtl="0" eaLnBrk="0" fontAlgn="base" hangingPunct="0">
              <a:spcBef>
                <a:spcPct val="20000"/>
              </a:spcBef>
              <a:spcAft>
                <a:spcPct val="0"/>
              </a:spcAft>
              <a:buChar char="»"/>
              <a:defRPr sz="2000">
                <a:solidFill>
                  <a:srgbClr val="666699"/>
                </a:solidFill>
                <a:latin typeface="+mn-lt"/>
                <a:ea typeface="+mn-ea"/>
              </a:defRPr>
            </a:lvl5pPr>
          </a:lstStyle>
          <a:p>
            <a:pPr marL="0" lvl="0" indent="0" eaLnBrk="1" hangingPunct="1">
              <a:spcBef>
                <a:spcPct val="50000"/>
              </a:spcBef>
              <a:buNone/>
            </a:pPr>
            <a:r>
              <a:rPr lang="zh-CN" altLang="en-US" sz="2400" dirty="0">
                <a:solidFill>
                  <a:srgbClr val="CCECFF"/>
                </a:solidFill>
                <a:latin typeface="Tahoma" panose="020B0604030504040204" pitchFamily="34" charset="0"/>
              </a:rPr>
              <a:t>ALU</a:t>
            </a:r>
            <a:endParaRPr lang="zh-CN" altLang="en-US" sz="2400" dirty="0">
              <a:solidFill>
                <a:srgbClr val="CCECFF"/>
              </a:solidFill>
              <a:latin typeface="Tahoma" panose="020B0604030504040204" pitchFamily="34" charset="0"/>
            </a:endParaRPr>
          </a:p>
        </p:txBody>
      </p:sp>
      <p:sp>
        <p:nvSpPr>
          <p:cNvPr id="87052" name="Text Box 12"/>
          <p:cNvSpPr txBox="1"/>
          <p:nvPr/>
        </p:nvSpPr>
        <p:spPr>
          <a:xfrm>
            <a:off x="700088" y="3352800"/>
            <a:ext cx="1143000" cy="822325"/>
          </a:xfrm>
          <a:prstGeom prst="rect">
            <a:avLst/>
          </a:prstGeom>
          <a:noFill/>
          <a:ln w="9525">
            <a:noFill/>
          </a:ln>
        </p:spPr>
        <p:txBody>
          <a:bodyPr>
            <a:spAutoFit/>
          </a:bodyPr>
          <a:lstStyle>
            <a:lvl1pPr marL="342900" indent="-342900" algn="l" rtl="0" eaLnBrk="0" fontAlgn="base" hangingPunct="0">
              <a:spcBef>
                <a:spcPct val="20000"/>
              </a:spcBef>
              <a:spcAft>
                <a:spcPct val="0"/>
              </a:spcAft>
              <a:buChar char="•"/>
              <a:defRPr sz="3200">
                <a:solidFill>
                  <a:srgbClr val="666699"/>
                </a:solidFill>
                <a:latin typeface="+mn-lt"/>
                <a:ea typeface="+mn-ea"/>
                <a:cs typeface="+mn-cs"/>
              </a:defRPr>
            </a:lvl1pPr>
            <a:lvl2pPr marL="742950" indent="-285750" algn="l" rtl="0" eaLnBrk="0" fontAlgn="base" hangingPunct="0">
              <a:spcBef>
                <a:spcPct val="20000"/>
              </a:spcBef>
              <a:spcAft>
                <a:spcPct val="0"/>
              </a:spcAft>
              <a:buChar char="–"/>
              <a:defRPr sz="2800">
                <a:solidFill>
                  <a:srgbClr val="666699"/>
                </a:solidFill>
                <a:latin typeface="+mn-lt"/>
                <a:ea typeface="+mn-ea"/>
              </a:defRPr>
            </a:lvl2pPr>
            <a:lvl3pPr marL="1143000" indent="-228600" algn="l" rtl="0" eaLnBrk="0" fontAlgn="base" hangingPunct="0">
              <a:spcBef>
                <a:spcPct val="20000"/>
              </a:spcBef>
              <a:spcAft>
                <a:spcPct val="0"/>
              </a:spcAft>
              <a:buChar char="•"/>
              <a:defRPr sz="2400">
                <a:solidFill>
                  <a:srgbClr val="666699"/>
                </a:solidFill>
                <a:latin typeface="+mn-lt"/>
                <a:ea typeface="+mn-ea"/>
              </a:defRPr>
            </a:lvl3pPr>
            <a:lvl4pPr marL="1600200" indent="-228600" algn="l" rtl="0" eaLnBrk="0" fontAlgn="base" hangingPunct="0">
              <a:spcBef>
                <a:spcPct val="20000"/>
              </a:spcBef>
              <a:spcAft>
                <a:spcPct val="0"/>
              </a:spcAft>
              <a:buChar char="–"/>
              <a:defRPr sz="2000">
                <a:solidFill>
                  <a:srgbClr val="666699"/>
                </a:solidFill>
                <a:latin typeface="+mn-lt"/>
                <a:ea typeface="+mn-ea"/>
              </a:defRPr>
            </a:lvl4pPr>
            <a:lvl5pPr marL="2057400" indent="-228600" algn="l" rtl="0" eaLnBrk="0" fontAlgn="base" hangingPunct="0">
              <a:spcBef>
                <a:spcPct val="20000"/>
              </a:spcBef>
              <a:spcAft>
                <a:spcPct val="0"/>
              </a:spcAft>
              <a:buChar char="»"/>
              <a:defRPr sz="2000">
                <a:solidFill>
                  <a:srgbClr val="666699"/>
                </a:solidFill>
                <a:latin typeface="+mn-lt"/>
                <a:ea typeface="+mn-ea"/>
              </a:defRPr>
            </a:lvl5pPr>
          </a:lstStyle>
          <a:p>
            <a:pPr marL="0" lvl="0" indent="0" eaLnBrk="1" hangingPunct="1">
              <a:spcBef>
                <a:spcPct val="50000"/>
              </a:spcBef>
              <a:buNone/>
            </a:pPr>
            <a:r>
              <a:rPr lang="zh-CN" altLang="en-US" sz="2400" dirty="0">
                <a:solidFill>
                  <a:schemeClr val="tx1"/>
                </a:solidFill>
                <a:latin typeface="Tahoma" panose="020B0604030504040204" pitchFamily="34" charset="0"/>
              </a:rPr>
              <a:t>通   用寄存器</a:t>
            </a:r>
            <a:endParaRPr lang="zh-CN" altLang="en-US" sz="2400" dirty="0">
              <a:solidFill>
                <a:schemeClr val="tx1"/>
              </a:solidFill>
              <a:latin typeface="Tahoma" panose="020B0604030504040204" pitchFamily="34" charset="0"/>
            </a:endParaRPr>
          </a:p>
        </p:txBody>
      </p:sp>
      <p:sp>
        <p:nvSpPr>
          <p:cNvPr id="87053" name="Text Box 13"/>
          <p:cNvSpPr txBox="1"/>
          <p:nvPr/>
        </p:nvSpPr>
        <p:spPr>
          <a:xfrm>
            <a:off x="4891088" y="3276600"/>
            <a:ext cx="1143000" cy="822325"/>
          </a:xfrm>
          <a:prstGeom prst="rect">
            <a:avLst/>
          </a:prstGeom>
          <a:noFill/>
          <a:ln w="9525">
            <a:noFill/>
          </a:ln>
        </p:spPr>
        <p:txBody>
          <a:bodyPr>
            <a:spAutoFit/>
          </a:bodyPr>
          <a:lstStyle>
            <a:lvl1pPr marL="342900" indent="-342900" algn="l" rtl="0" eaLnBrk="0" fontAlgn="base" hangingPunct="0">
              <a:spcBef>
                <a:spcPct val="20000"/>
              </a:spcBef>
              <a:spcAft>
                <a:spcPct val="0"/>
              </a:spcAft>
              <a:buChar char="•"/>
              <a:defRPr sz="3200">
                <a:solidFill>
                  <a:srgbClr val="666699"/>
                </a:solidFill>
                <a:latin typeface="+mn-lt"/>
                <a:ea typeface="+mn-ea"/>
                <a:cs typeface="+mn-cs"/>
              </a:defRPr>
            </a:lvl1pPr>
            <a:lvl2pPr marL="742950" indent="-285750" algn="l" rtl="0" eaLnBrk="0" fontAlgn="base" hangingPunct="0">
              <a:spcBef>
                <a:spcPct val="20000"/>
              </a:spcBef>
              <a:spcAft>
                <a:spcPct val="0"/>
              </a:spcAft>
              <a:buChar char="–"/>
              <a:defRPr sz="2800">
                <a:solidFill>
                  <a:srgbClr val="666699"/>
                </a:solidFill>
                <a:latin typeface="+mn-lt"/>
                <a:ea typeface="+mn-ea"/>
              </a:defRPr>
            </a:lvl2pPr>
            <a:lvl3pPr marL="1143000" indent="-228600" algn="l" rtl="0" eaLnBrk="0" fontAlgn="base" hangingPunct="0">
              <a:spcBef>
                <a:spcPct val="20000"/>
              </a:spcBef>
              <a:spcAft>
                <a:spcPct val="0"/>
              </a:spcAft>
              <a:buChar char="•"/>
              <a:defRPr sz="2400">
                <a:solidFill>
                  <a:srgbClr val="666699"/>
                </a:solidFill>
                <a:latin typeface="+mn-lt"/>
                <a:ea typeface="+mn-ea"/>
              </a:defRPr>
            </a:lvl3pPr>
            <a:lvl4pPr marL="1600200" indent="-228600" algn="l" rtl="0" eaLnBrk="0" fontAlgn="base" hangingPunct="0">
              <a:spcBef>
                <a:spcPct val="20000"/>
              </a:spcBef>
              <a:spcAft>
                <a:spcPct val="0"/>
              </a:spcAft>
              <a:buChar char="–"/>
              <a:defRPr sz="2000">
                <a:solidFill>
                  <a:srgbClr val="666699"/>
                </a:solidFill>
                <a:latin typeface="+mn-lt"/>
                <a:ea typeface="+mn-ea"/>
              </a:defRPr>
            </a:lvl4pPr>
            <a:lvl5pPr marL="2057400" indent="-228600" algn="l" rtl="0" eaLnBrk="0" fontAlgn="base" hangingPunct="0">
              <a:spcBef>
                <a:spcPct val="20000"/>
              </a:spcBef>
              <a:spcAft>
                <a:spcPct val="0"/>
              </a:spcAft>
              <a:buChar char="»"/>
              <a:defRPr sz="2000">
                <a:solidFill>
                  <a:srgbClr val="666699"/>
                </a:solidFill>
                <a:latin typeface="+mn-lt"/>
                <a:ea typeface="+mn-ea"/>
              </a:defRPr>
            </a:lvl5pPr>
          </a:lstStyle>
          <a:p>
            <a:pPr marL="0" lvl="0" indent="0" eaLnBrk="1" hangingPunct="1">
              <a:spcBef>
                <a:spcPct val="50000"/>
              </a:spcBef>
              <a:buNone/>
            </a:pPr>
            <a:r>
              <a:rPr lang="zh-CN" altLang="en-US" sz="2400" dirty="0">
                <a:solidFill>
                  <a:schemeClr val="tx1"/>
                </a:solidFill>
                <a:latin typeface="Tahoma" panose="020B0604030504040204" pitchFamily="34" charset="0"/>
              </a:rPr>
              <a:t>特   殊寄存器</a:t>
            </a:r>
            <a:endParaRPr lang="zh-CN" altLang="en-US" sz="2400" dirty="0">
              <a:solidFill>
                <a:schemeClr val="tx1"/>
              </a:solidFill>
              <a:latin typeface="Tahoma" panose="020B0604030504040204" pitchFamily="34" charset="0"/>
            </a:endParaRPr>
          </a:p>
        </p:txBody>
      </p:sp>
      <p:sp>
        <p:nvSpPr>
          <p:cNvPr id="87054" name="Rectangle 14"/>
          <p:cNvSpPr/>
          <p:nvPr/>
        </p:nvSpPr>
        <p:spPr>
          <a:xfrm>
            <a:off x="395288" y="2438400"/>
            <a:ext cx="6019800" cy="2743200"/>
          </a:xfrm>
          <a:prstGeom prst="rect">
            <a:avLst/>
          </a:prstGeom>
          <a:noFill/>
          <a:ln w="28575" cap="flat" cmpd="sng">
            <a:solidFill>
              <a:schemeClr val="tx1"/>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buChar char="•"/>
              <a:defRPr sz="3200">
                <a:solidFill>
                  <a:srgbClr val="666699"/>
                </a:solidFill>
                <a:latin typeface="+mn-lt"/>
                <a:ea typeface="+mn-ea"/>
                <a:cs typeface="+mn-cs"/>
              </a:defRPr>
            </a:lvl1pPr>
            <a:lvl2pPr marL="742950" indent="-285750" algn="l" rtl="0" eaLnBrk="0" fontAlgn="base" hangingPunct="0">
              <a:spcBef>
                <a:spcPct val="20000"/>
              </a:spcBef>
              <a:spcAft>
                <a:spcPct val="0"/>
              </a:spcAft>
              <a:buChar char="–"/>
              <a:defRPr sz="2800">
                <a:solidFill>
                  <a:srgbClr val="666699"/>
                </a:solidFill>
                <a:latin typeface="+mn-lt"/>
                <a:ea typeface="+mn-ea"/>
              </a:defRPr>
            </a:lvl2pPr>
            <a:lvl3pPr marL="1143000" indent="-228600" algn="l" rtl="0" eaLnBrk="0" fontAlgn="base" hangingPunct="0">
              <a:spcBef>
                <a:spcPct val="20000"/>
              </a:spcBef>
              <a:spcAft>
                <a:spcPct val="0"/>
              </a:spcAft>
              <a:buChar char="•"/>
              <a:defRPr sz="2400">
                <a:solidFill>
                  <a:srgbClr val="666699"/>
                </a:solidFill>
                <a:latin typeface="+mn-lt"/>
                <a:ea typeface="+mn-ea"/>
              </a:defRPr>
            </a:lvl3pPr>
            <a:lvl4pPr marL="1600200" indent="-228600" algn="l" rtl="0" eaLnBrk="0" fontAlgn="base" hangingPunct="0">
              <a:spcBef>
                <a:spcPct val="20000"/>
              </a:spcBef>
              <a:spcAft>
                <a:spcPct val="0"/>
              </a:spcAft>
              <a:buChar char="–"/>
              <a:defRPr sz="2000">
                <a:solidFill>
                  <a:srgbClr val="666699"/>
                </a:solidFill>
                <a:latin typeface="+mn-lt"/>
                <a:ea typeface="+mn-ea"/>
              </a:defRPr>
            </a:lvl4pPr>
            <a:lvl5pPr marL="2057400" indent="-228600" algn="l" rtl="0" eaLnBrk="0" fontAlgn="base" hangingPunct="0">
              <a:spcBef>
                <a:spcPct val="20000"/>
              </a:spcBef>
              <a:spcAft>
                <a:spcPct val="0"/>
              </a:spcAft>
              <a:buChar char="»"/>
              <a:defRPr sz="2000">
                <a:solidFill>
                  <a:srgbClr val="666699"/>
                </a:solidFill>
                <a:latin typeface="+mn-lt"/>
                <a:ea typeface="+mn-ea"/>
              </a:defRPr>
            </a:lvl5pPr>
          </a:lstStyle>
          <a:p>
            <a:pPr marL="0" lvl="0" indent="0" eaLnBrk="1" hangingPunct="1">
              <a:spcBef>
                <a:spcPct val="0"/>
              </a:spcBef>
              <a:buNone/>
            </a:pPr>
            <a:endParaRPr lang="zh-CN" altLang="en-US" sz="2400" dirty="0">
              <a:solidFill>
                <a:schemeClr val="tx1"/>
              </a:solidFill>
            </a:endParaRPr>
          </a:p>
        </p:txBody>
      </p:sp>
      <p:sp>
        <p:nvSpPr>
          <p:cNvPr id="87055" name="Line 15"/>
          <p:cNvSpPr/>
          <p:nvPr/>
        </p:nvSpPr>
        <p:spPr>
          <a:xfrm flipV="1">
            <a:off x="1233488" y="2438400"/>
            <a:ext cx="0" cy="914400"/>
          </a:xfrm>
          <a:prstGeom prst="line">
            <a:avLst/>
          </a:prstGeom>
          <a:ln w="28575" cap="flat" cmpd="sng">
            <a:solidFill>
              <a:schemeClr val="tx1"/>
            </a:solidFill>
            <a:prstDash val="solid"/>
            <a:headEnd type="none" w="med" len="med"/>
            <a:tailEnd type="triangle" w="med" len="med"/>
          </a:ln>
        </p:spPr>
      </p:sp>
      <p:sp>
        <p:nvSpPr>
          <p:cNvPr id="87056" name="Line 16"/>
          <p:cNvSpPr/>
          <p:nvPr/>
        </p:nvSpPr>
        <p:spPr>
          <a:xfrm>
            <a:off x="3367088" y="4648200"/>
            <a:ext cx="0" cy="533400"/>
          </a:xfrm>
          <a:prstGeom prst="line">
            <a:avLst/>
          </a:prstGeom>
          <a:ln w="28575" cap="flat" cmpd="sng">
            <a:solidFill>
              <a:schemeClr val="tx1"/>
            </a:solidFill>
            <a:prstDash val="solid"/>
            <a:headEnd type="none" w="med" len="med"/>
            <a:tailEnd type="triangle" w="med" len="med"/>
          </a:ln>
        </p:spPr>
      </p:sp>
      <p:sp>
        <p:nvSpPr>
          <p:cNvPr id="87057" name="Line 17"/>
          <p:cNvSpPr/>
          <p:nvPr/>
        </p:nvSpPr>
        <p:spPr>
          <a:xfrm>
            <a:off x="2605088" y="3581400"/>
            <a:ext cx="0" cy="533400"/>
          </a:xfrm>
          <a:prstGeom prst="line">
            <a:avLst/>
          </a:prstGeom>
          <a:ln w="28575" cap="flat" cmpd="sng">
            <a:solidFill>
              <a:schemeClr val="tx1"/>
            </a:solidFill>
            <a:prstDash val="solid"/>
            <a:headEnd type="none" w="med" len="med"/>
            <a:tailEnd type="triangle" w="med" len="med"/>
          </a:ln>
        </p:spPr>
      </p:sp>
      <p:sp>
        <p:nvSpPr>
          <p:cNvPr id="87058" name="Line 18"/>
          <p:cNvSpPr/>
          <p:nvPr/>
        </p:nvSpPr>
        <p:spPr>
          <a:xfrm>
            <a:off x="4052888" y="3581400"/>
            <a:ext cx="0" cy="533400"/>
          </a:xfrm>
          <a:prstGeom prst="line">
            <a:avLst/>
          </a:prstGeom>
          <a:ln w="28575" cap="flat" cmpd="sng">
            <a:solidFill>
              <a:schemeClr val="tx1"/>
            </a:solidFill>
            <a:prstDash val="solid"/>
            <a:headEnd type="none" w="med" len="med"/>
            <a:tailEnd type="triangle" w="med" len="med"/>
          </a:ln>
        </p:spPr>
      </p:sp>
      <p:sp>
        <p:nvSpPr>
          <p:cNvPr id="87059" name="Line 19"/>
          <p:cNvSpPr/>
          <p:nvPr/>
        </p:nvSpPr>
        <p:spPr>
          <a:xfrm>
            <a:off x="2528888" y="2438400"/>
            <a:ext cx="0" cy="685800"/>
          </a:xfrm>
          <a:prstGeom prst="line">
            <a:avLst/>
          </a:prstGeom>
          <a:ln w="28575" cap="flat" cmpd="sng">
            <a:solidFill>
              <a:schemeClr val="tx1"/>
            </a:solidFill>
            <a:prstDash val="solid"/>
            <a:headEnd type="none" w="med" len="med"/>
            <a:tailEnd type="triangle" w="med" len="med"/>
          </a:ln>
        </p:spPr>
      </p:sp>
      <p:sp>
        <p:nvSpPr>
          <p:cNvPr id="87060" name="Line 20"/>
          <p:cNvSpPr/>
          <p:nvPr/>
        </p:nvSpPr>
        <p:spPr>
          <a:xfrm>
            <a:off x="4129088" y="2438400"/>
            <a:ext cx="0" cy="685800"/>
          </a:xfrm>
          <a:prstGeom prst="line">
            <a:avLst/>
          </a:prstGeom>
          <a:ln w="28575" cap="flat" cmpd="sng">
            <a:solidFill>
              <a:schemeClr val="tx1"/>
            </a:solidFill>
            <a:prstDash val="solid"/>
            <a:headEnd type="none" w="med" len="med"/>
            <a:tailEnd type="triangle" w="med" len="med"/>
          </a:ln>
        </p:spPr>
      </p:sp>
      <p:sp>
        <p:nvSpPr>
          <p:cNvPr id="87061" name="Line 21"/>
          <p:cNvSpPr/>
          <p:nvPr/>
        </p:nvSpPr>
        <p:spPr>
          <a:xfrm flipV="1">
            <a:off x="5424488" y="2438400"/>
            <a:ext cx="0" cy="838200"/>
          </a:xfrm>
          <a:prstGeom prst="line">
            <a:avLst/>
          </a:prstGeom>
          <a:ln w="28575" cap="flat" cmpd="sng">
            <a:solidFill>
              <a:schemeClr val="tx1"/>
            </a:solidFill>
            <a:prstDash val="solid"/>
            <a:headEnd type="none" w="med" len="med"/>
            <a:tailEnd type="triangle" w="med" len="med"/>
          </a:ln>
        </p:spPr>
      </p:sp>
      <p:sp>
        <p:nvSpPr>
          <p:cNvPr id="87062" name="Line 22"/>
          <p:cNvSpPr/>
          <p:nvPr/>
        </p:nvSpPr>
        <p:spPr>
          <a:xfrm flipV="1">
            <a:off x="5500688" y="4114800"/>
            <a:ext cx="0" cy="1066800"/>
          </a:xfrm>
          <a:prstGeom prst="line">
            <a:avLst/>
          </a:prstGeom>
          <a:ln w="28575" cap="flat" cmpd="sng">
            <a:solidFill>
              <a:schemeClr val="tx1"/>
            </a:solidFill>
            <a:prstDash val="solid"/>
            <a:headEnd type="none" w="med" len="med"/>
            <a:tailEnd type="triangle" w="med" len="med"/>
          </a:ln>
        </p:spPr>
      </p:sp>
      <p:sp>
        <p:nvSpPr>
          <p:cNvPr id="87063" name="Text Box 23"/>
          <p:cNvSpPr txBox="1"/>
          <p:nvPr/>
        </p:nvSpPr>
        <p:spPr>
          <a:xfrm>
            <a:off x="700088" y="1828800"/>
            <a:ext cx="4191000" cy="517525"/>
          </a:xfrm>
          <a:prstGeom prst="rect">
            <a:avLst/>
          </a:prstGeom>
          <a:noFill/>
          <a:ln w="9525">
            <a:noFill/>
          </a:ln>
        </p:spPr>
        <p:txBody>
          <a:bodyPr>
            <a:spAutoFit/>
          </a:bodyPr>
          <a:lstStyle>
            <a:lvl1pPr marL="342900" indent="-342900" algn="l" rtl="0" eaLnBrk="0" fontAlgn="base" hangingPunct="0">
              <a:spcBef>
                <a:spcPct val="20000"/>
              </a:spcBef>
              <a:spcAft>
                <a:spcPct val="0"/>
              </a:spcAft>
              <a:buChar char="•"/>
              <a:defRPr sz="3200">
                <a:solidFill>
                  <a:srgbClr val="666699"/>
                </a:solidFill>
                <a:latin typeface="+mn-lt"/>
                <a:ea typeface="+mn-ea"/>
                <a:cs typeface="+mn-cs"/>
              </a:defRPr>
            </a:lvl1pPr>
            <a:lvl2pPr marL="742950" indent="-285750" algn="l" rtl="0" eaLnBrk="0" fontAlgn="base" hangingPunct="0">
              <a:spcBef>
                <a:spcPct val="20000"/>
              </a:spcBef>
              <a:spcAft>
                <a:spcPct val="0"/>
              </a:spcAft>
              <a:buChar char="–"/>
              <a:defRPr sz="2800">
                <a:solidFill>
                  <a:srgbClr val="666699"/>
                </a:solidFill>
                <a:latin typeface="+mn-lt"/>
                <a:ea typeface="+mn-ea"/>
              </a:defRPr>
            </a:lvl2pPr>
            <a:lvl3pPr marL="1143000" indent="-228600" algn="l" rtl="0" eaLnBrk="0" fontAlgn="base" hangingPunct="0">
              <a:spcBef>
                <a:spcPct val="20000"/>
              </a:spcBef>
              <a:spcAft>
                <a:spcPct val="0"/>
              </a:spcAft>
              <a:buChar char="•"/>
              <a:defRPr sz="2400">
                <a:solidFill>
                  <a:srgbClr val="666699"/>
                </a:solidFill>
                <a:latin typeface="+mn-lt"/>
                <a:ea typeface="+mn-ea"/>
              </a:defRPr>
            </a:lvl3pPr>
            <a:lvl4pPr marL="1600200" indent="-228600" algn="l" rtl="0" eaLnBrk="0" fontAlgn="base" hangingPunct="0">
              <a:spcBef>
                <a:spcPct val="20000"/>
              </a:spcBef>
              <a:spcAft>
                <a:spcPct val="0"/>
              </a:spcAft>
              <a:buChar char="–"/>
              <a:defRPr sz="2000">
                <a:solidFill>
                  <a:srgbClr val="666699"/>
                </a:solidFill>
                <a:latin typeface="+mn-lt"/>
                <a:ea typeface="+mn-ea"/>
              </a:defRPr>
            </a:lvl4pPr>
            <a:lvl5pPr marL="2057400" indent="-228600" algn="l" rtl="0" eaLnBrk="0" fontAlgn="base" hangingPunct="0">
              <a:spcBef>
                <a:spcPct val="20000"/>
              </a:spcBef>
              <a:spcAft>
                <a:spcPct val="0"/>
              </a:spcAft>
              <a:buChar char="»"/>
              <a:defRPr sz="2000">
                <a:solidFill>
                  <a:srgbClr val="666699"/>
                </a:solidFill>
                <a:latin typeface="+mn-lt"/>
                <a:ea typeface="+mn-ea"/>
              </a:defRPr>
            </a:lvl5pPr>
          </a:lstStyle>
          <a:p>
            <a:pPr marL="0" lvl="0" indent="0" eaLnBrk="1" hangingPunct="1">
              <a:spcBef>
                <a:spcPct val="50000"/>
              </a:spcBef>
              <a:buNone/>
            </a:pPr>
            <a:r>
              <a:rPr lang="zh-CN" altLang="en-US" sz="2800" b="1" dirty="0">
                <a:solidFill>
                  <a:schemeClr val="tx1"/>
                </a:solidFill>
                <a:latin typeface="Tahoma" panose="020B0604030504040204" pitchFamily="34" charset="0"/>
              </a:rPr>
              <a:t>1.单总线结构的运算器</a:t>
            </a:r>
            <a:endParaRPr lang="zh-CN" altLang="en-US" sz="2800" b="1" dirty="0">
              <a:solidFill>
                <a:schemeClr val="tx1"/>
              </a:solidFill>
              <a:latin typeface="Tahoma" panose="020B0604030504040204" pitchFamily="34" charset="0"/>
            </a:endParaRPr>
          </a:p>
        </p:txBody>
      </p:sp>
      <p:sp>
        <p:nvSpPr>
          <p:cNvPr id="87064" name="Text Box 24"/>
          <p:cNvSpPr txBox="1"/>
          <p:nvPr/>
        </p:nvSpPr>
        <p:spPr>
          <a:xfrm>
            <a:off x="6586538" y="1981200"/>
            <a:ext cx="2449512" cy="3743325"/>
          </a:xfrm>
          <a:prstGeom prst="rect">
            <a:avLst/>
          </a:prstGeom>
          <a:noFill/>
          <a:ln w="9525">
            <a:noFill/>
          </a:ln>
        </p:spPr>
        <p:txBody>
          <a:bodyPr>
            <a:spAutoFit/>
          </a:bodyPr>
          <a:lstStyle>
            <a:lvl1pPr marL="342900" indent="-342900" algn="l" rtl="0" eaLnBrk="0" fontAlgn="base" hangingPunct="0">
              <a:spcBef>
                <a:spcPct val="20000"/>
              </a:spcBef>
              <a:spcAft>
                <a:spcPct val="0"/>
              </a:spcAft>
              <a:buChar char="•"/>
              <a:defRPr sz="3200">
                <a:solidFill>
                  <a:srgbClr val="666699"/>
                </a:solidFill>
                <a:latin typeface="+mn-lt"/>
                <a:ea typeface="+mn-ea"/>
                <a:cs typeface="+mn-cs"/>
              </a:defRPr>
            </a:lvl1pPr>
            <a:lvl2pPr marL="742950" indent="-285750" algn="l" rtl="0" eaLnBrk="0" fontAlgn="base" hangingPunct="0">
              <a:spcBef>
                <a:spcPct val="20000"/>
              </a:spcBef>
              <a:spcAft>
                <a:spcPct val="0"/>
              </a:spcAft>
              <a:buChar char="–"/>
              <a:defRPr sz="2800">
                <a:solidFill>
                  <a:srgbClr val="666699"/>
                </a:solidFill>
                <a:latin typeface="+mn-lt"/>
                <a:ea typeface="+mn-ea"/>
              </a:defRPr>
            </a:lvl2pPr>
            <a:lvl3pPr marL="1143000" indent="-228600" algn="l" rtl="0" eaLnBrk="0" fontAlgn="base" hangingPunct="0">
              <a:spcBef>
                <a:spcPct val="20000"/>
              </a:spcBef>
              <a:spcAft>
                <a:spcPct val="0"/>
              </a:spcAft>
              <a:buChar char="•"/>
              <a:defRPr sz="2400">
                <a:solidFill>
                  <a:srgbClr val="666699"/>
                </a:solidFill>
                <a:latin typeface="+mn-lt"/>
                <a:ea typeface="+mn-ea"/>
              </a:defRPr>
            </a:lvl3pPr>
            <a:lvl4pPr marL="1600200" indent="-228600" algn="l" rtl="0" eaLnBrk="0" fontAlgn="base" hangingPunct="0">
              <a:spcBef>
                <a:spcPct val="20000"/>
              </a:spcBef>
              <a:spcAft>
                <a:spcPct val="0"/>
              </a:spcAft>
              <a:buChar char="–"/>
              <a:defRPr sz="2000">
                <a:solidFill>
                  <a:srgbClr val="666699"/>
                </a:solidFill>
                <a:latin typeface="+mn-lt"/>
                <a:ea typeface="+mn-ea"/>
              </a:defRPr>
            </a:lvl4pPr>
            <a:lvl5pPr marL="2057400" indent="-228600" algn="l" rtl="0" eaLnBrk="0" fontAlgn="base" hangingPunct="0">
              <a:spcBef>
                <a:spcPct val="20000"/>
              </a:spcBef>
              <a:spcAft>
                <a:spcPct val="0"/>
              </a:spcAft>
              <a:buChar char="»"/>
              <a:defRPr sz="2000">
                <a:solidFill>
                  <a:srgbClr val="666699"/>
                </a:solidFill>
                <a:latin typeface="+mn-lt"/>
                <a:ea typeface="+mn-ea"/>
              </a:defRPr>
            </a:lvl5pPr>
          </a:lstStyle>
          <a:p>
            <a:pPr marL="0" lvl="0" indent="0" eaLnBrk="1" hangingPunct="1">
              <a:spcBef>
                <a:spcPct val="50000"/>
              </a:spcBef>
              <a:buNone/>
            </a:pPr>
            <a:r>
              <a:rPr lang="zh-CN" altLang="en-US" sz="2400" dirty="0">
                <a:solidFill>
                  <a:schemeClr val="tx1"/>
                </a:solidFill>
                <a:latin typeface="Tahoma" panose="020B0604030504040204" pitchFamily="34" charset="0"/>
              </a:rPr>
              <a:t>      输入数据和操作结构需要三次串行的选通操作，但它并不会对每种指令都增加很多执行时间。由于只控制一条总线，所以控制电路比较简单。</a:t>
            </a:r>
            <a:endParaRPr lang="zh-CN" altLang="en-US" sz="2400" dirty="0">
              <a:solidFill>
                <a:schemeClr val="tx1"/>
              </a:solidFill>
              <a:latin typeface="Tahoma" panose="020B0604030504040204" pitchFamily="34" charset="0"/>
            </a:endParaRPr>
          </a:p>
        </p:txBody>
      </p:sp>
    </p:spTree>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p:grpSp>
        <p:nvGrpSpPr>
          <p:cNvPr id="88066" name="Group 2"/>
          <p:cNvGrpSpPr/>
          <p:nvPr/>
        </p:nvGrpSpPr>
        <p:grpSpPr>
          <a:xfrm>
            <a:off x="533400" y="1981200"/>
            <a:ext cx="6553200" cy="3048000"/>
            <a:chOff x="0" y="0"/>
            <a:chExt cx="4128" cy="1920"/>
          </a:xfrm>
        </p:grpSpPr>
        <p:sp>
          <p:nvSpPr>
            <p:cNvPr id="88073" name="Line 3"/>
            <p:cNvSpPr/>
            <p:nvPr/>
          </p:nvSpPr>
          <p:spPr>
            <a:xfrm>
              <a:off x="2880" y="960"/>
              <a:ext cx="384" cy="0"/>
            </a:xfrm>
            <a:prstGeom prst="line">
              <a:avLst/>
            </a:prstGeom>
            <a:ln w="9525" cap="flat" cmpd="sng">
              <a:solidFill>
                <a:schemeClr val="tx1"/>
              </a:solidFill>
              <a:prstDash val="solid"/>
              <a:headEnd type="none" w="med" len="med"/>
              <a:tailEnd type="triangle" w="med" len="med"/>
            </a:ln>
          </p:spPr>
        </p:sp>
        <p:sp>
          <p:nvSpPr>
            <p:cNvPr id="88074" name="Rectangle 4"/>
            <p:cNvSpPr/>
            <p:nvPr/>
          </p:nvSpPr>
          <p:spPr>
            <a:xfrm>
              <a:off x="3264" y="720"/>
              <a:ext cx="672" cy="384"/>
            </a:xfrm>
            <a:prstGeom prst="rect">
              <a:avLst/>
            </a:prstGeom>
            <a:solidFill>
              <a:srgbClr val="FFFF99"/>
            </a:solidFill>
            <a:ln w="9525" cap="flat" cmpd="sng">
              <a:solidFill>
                <a:schemeClr val="tx1"/>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buChar char="•"/>
                <a:defRPr sz="3200">
                  <a:solidFill>
                    <a:srgbClr val="666699"/>
                  </a:solidFill>
                  <a:latin typeface="+mn-lt"/>
                  <a:ea typeface="+mn-ea"/>
                  <a:cs typeface="+mn-cs"/>
                </a:defRPr>
              </a:lvl1pPr>
              <a:lvl2pPr marL="742950" indent="-285750" algn="l" rtl="0" eaLnBrk="0" fontAlgn="base" hangingPunct="0">
                <a:spcBef>
                  <a:spcPct val="20000"/>
                </a:spcBef>
                <a:spcAft>
                  <a:spcPct val="0"/>
                </a:spcAft>
                <a:buChar char="–"/>
                <a:defRPr sz="2800">
                  <a:solidFill>
                    <a:srgbClr val="666699"/>
                  </a:solidFill>
                  <a:latin typeface="+mn-lt"/>
                  <a:ea typeface="+mn-ea"/>
                </a:defRPr>
              </a:lvl2pPr>
              <a:lvl3pPr marL="1143000" indent="-228600" algn="l" rtl="0" eaLnBrk="0" fontAlgn="base" hangingPunct="0">
                <a:spcBef>
                  <a:spcPct val="20000"/>
                </a:spcBef>
                <a:spcAft>
                  <a:spcPct val="0"/>
                </a:spcAft>
                <a:buChar char="•"/>
                <a:defRPr sz="2400">
                  <a:solidFill>
                    <a:srgbClr val="666699"/>
                  </a:solidFill>
                  <a:latin typeface="+mn-lt"/>
                  <a:ea typeface="+mn-ea"/>
                </a:defRPr>
              </a:lvl3pPr>
              <a:lvl4pPr marL="1600200" indent="-228600" algn="l" rtl="0" eaLnBrk="0" fontAlgn="base" hangingPunct="0">
                <a:spcBef>
                  <a:spcPct val="20000"/>
                </a:spcBef>
                <a:spcAft>
                  <a:spcPct val="0"/>
                </a:spcAft>
                <a:buChar char="–"/>
                <a:defRPr sz="2000">
                  <a:solidFill>
                    <a:srgbClr val="666699"/>
                  </a:solidFill>
                  <a:latin typeface="+mn-lt"/>
                  <a:ea typeface="+mn-ea"/>
                </a:defRPr>
              </a:lvl4pPr>
              <a:lvl5pPr marL="2057400" indent="-228600" algn="l" rtl="0" eaLnBrk="0" fontAlgn="base" hangingPunct="0">
                <a:spcBef>
                  <a:spcPct val="20000"/>
                </a:spcBef>
                <a:spcAft>
                  <a:spcPct val="0"/>
                </a:spcAft>
                <a:buChar char="»"/>
                <a:defRPr sz="2000">
                  <a:solidFill>
                    <a:srgbClr val="666699"/>
                  </a:solidFill>
                  <a:latin typeface="+mn-lt"/>
                  <a:ea typeface="+mn-ea"/>
                </a:defRPr>
              </a:lvl5pPr>
            </a:lstStyle>
            <a:p>
              <a:pPr marL="0" lvl="0" indent="0" eaLnBrk="1" hangingPunct="1">
                <a:spcBef>
                  <a:spcPct val="0"/>
                </a:spcBef>
                <a:buNone/>
              </a:pPr>
              <a:endParaRPr lang="zh-CN" altLang="en-US" sz="2400" dirty="0">
                <a:solidFill>
                  <a:schemeClr val="tx1"/>
                </a:solidFill>
              </a:endParaRPr>
            </a:p>
          </p:txBody>
        </p:sp>
        <p:sp>
          <p:nvSpPr>
            <p:cNvPr id="88075" name="AutoShape 5"/>
            <p:cNvSpPr/>
            <p:nvPr/>
          </p:nvSpPr>
          <p:spPr>
            <a:xfrm rot="5400000" flipH="1" flipV="1">
              <a:off x="2136" y="744"/>
              <a:ext cx="1056" cy="432"/>
            </a:xfrm>
            <a:custGeom>
              <a:avLst/>
              <a:gdLst/>
              <a:ahLst/>
              <a:cxnLst>
                <a:cxn ang="0">
                  <a:pos x="0" y="0"/>
                </a:cxn>
                <a:cxn ang="0">
                  <a:pos x="0" y="0"/>
                </a:cxn>
                <a:cxn ang="0">
                  <a:pos x="0" y="0"/>
                </a:cxn>
                <a:cxn ang="0">
                  <a:pos x="0" y="0"/>
                </a:cxn>
                <a:cxn ang="0">
                  <a:pos x="0" y="0"/>
                </a:cxn>
              </a:cxnLst>
              <a:pathLst>
                <a:path w="21600" h="21600">
                  <a:moveTo>
                    <a:pt x="0" y="0"/>
                  </a:moveTo>
                  <a:lnTo>
                    <a:pt x="5400" y="21600"/>
                  </a:lnTo>
                  <a:lnTo>
                    <a:pt x="16200" y="21600"/>
                  </a:lnTo>
                  <a:lnTo>
                    <a:pt x="21600" y="0"/>
                  </a:lnTo>
                  <a:lnTo>
                    <a:pt x="0" y="0"/>
                  </a:lnTo>
                  <a:close/>
                </a:path>
              </a:pathLst>
            </a:custGeom>
            <a:solidFill>
              <a:schemeClr val="hlink">
                <a:alpha val="100000"/>
              </a:schemeClr>
            </a:solidFill>
            <a:ln w="9525" cap="flat" cmpd="sng">
              <a:solidFill>
                <a:schemeClr val="tx1">
                  <a:alpha val="100000"/>
                </a:schemeClr>
              </a:solidFill>
              <a:prstDash val="solid"/>
              <a:round/>
              <a:headEnd type="none" w="med" len="med"/>
              <a:tailEnd type="none" w="med" len="med"/>
            </a:ln>
          </p:spPr>
          <p:txBody>
            <a:bodyPr/>
            <a:p>
              <a:endParaRPr lang="zh-CN" altLang="en-US"/>
            </a:p>
          </p:txBody>
        </p:sp>
        <p:sp>
          <p:nvSpPr>
            <p:cNvPr id="88076" name="Rectangle 6"/>
            <p:cNvSpPr/>
            <p:nvPr/>
          </p:nvSpPr>
          <p:spPr>
            <a:xfrm>
              <a:off x="1296" y="1104"/>
              <a:ext cx="768" cy="624"/>
            </a:xfrm>
            <a:prstGeom prst="rect">
              <a:avLst/>
            </a:prstGeom>
            <a:solidFill>
              <a:srgbClr val="FFCCFF"/>
            </a:solidFill>
            <a:ln w="9525" cap="flat" cmpd="sng">
              <a:solidFill>
                <a:schemeClr val="tx1"/>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buChar char="•"/>
                <a:defRPr sz="3200">
                  <a:solidFill>
                    <a:srgbClr val="666699"/>
                  </a:solidFill>
                  <a:latin typeface="+mn-lt"/>
                  <a:ea typeface="+mn-ea"/>
                  <a:cs typeface="+mn-cs"/>
                </a:defRPr>
              </a:lvl1pPr>
              <a:lvl2pPr marL="742950" indent="-285750" algn="l" rtl="0" eaLnBrk="0" fontAlgn="base" hangingPunct="0">
                <a:spcBef>
                  <a:spcPct val="20000"/>
                </a:spcBef>
                <a:spcAft>
                  <a:spcPct val="0"/>
                </a:spcAft>
                <a:buChar char="–"/>
                <a:defRPr sz="2800">
                  <a:solidFill>
                    <a:srgbClr val="666699"/>
                  </a:solidFill>
                  <a:latin typeface="+mn-lt"/>
                  <a:ea typeface="+mn-ea"/>
                </a:defRPr>
              </a:lvl2pPr>
              <a:lvl3pPr marL="1143000" indent="-228600" algn="l" rtl="0" eaLnBrk="0" fontAlgn="base" hangingPunct="0">
                <a:spcBef>
                  <a:spcPct val="20000"/>
                </a:spcBef>
                <a:spcAft>
                  <a:spcPct val="0"/>
                </a:spcAft>
                <a:buChar char="•"/>
                <a:defRPr sz="2400">
                  <a:solidFill>
                    <a:srgbClr val="666699"/>
                  </a:solidFill>
                  <a:latin typeface="+mn-lt"/>
                  <a:ea typeface="+mn-ea"/>
                </a:defRPr>
              </a:lvl3pPr>
              <a:lvl4pPr marL="1600200" indent="-228600" algn="l" rtl="0" eaLnBrk="0" fontAlgn="base" hangingPunct="0">
                <a:spcBef>
                  <a:spcPct val="20000"/>
                </a:spcBef>
                <a:spcAft>
                  <a:spcPct val="0"/>
                </a:spcAft>
                <a:buChar char="–"/>
                <a:defRPr sz="2000">
                  <a:solidFill>
                    <a:srgbClr val="666699"/>
                  </a:solidFill>
                  <a:latin typeface="+mn-lt"/>
                  <a:ea typeface="+mn-ea"/>
                </a:defRPr>
              </a:lvl4pPr>
              <a:lvl5pPr marL="2057400" indent="-228600" algn="l" rtl="0" eaLnBrk="0" fontAlgn="base" hangingPunct="0">
                <a:spcBef>
                  <a:spcPct val="20000"/>
                </a:spcBef>
                <a:spcAft>
                  <a:spcPct val="0"/>
                </a:spcAft>
                <a:buChar char="»"/>
                <a:defRPr sz="2000">
                  <a:solidFill>
                    <a:srgbClr val="666699"/>
                  </a:solidFill>
                  <a:latin typeface="+mn-lt"/>
                  <a:ea typeface="+mn-ea"/>
                </a:defRPr>
              </a:lvl5pPr>
            </a:lstStyle>
            <a:p>
              <a:pPr marL="0" lvl="0" indent="0" eaLnBrk="1" hangingPunct="1">
                <a:spcBef>
                  <a:spcPct val="0"/>
                </a:spcBef>
                <a:buNone/>
              </a:pPr>
              <a:endParaRPr lang="zh-CN" altLang="en-US" sz="2400" dirty="0">
                <a:solidFill>
                  <a:schemeClr val="tx1"/>
                </a:solidFill>
              </a:endParaRPr>
            </a:p>
          </p:txBody>
        </p:sp>
        <p:sp>
          <p:nvSpPr>
            <p:cNvPr id="88077" name="Rectangle 7"/>
            <p:cNvSpPr/>
            <p:nvPr/>
          </p:nvSpPr>
          <p:spPr>
            <a:xfrm>
              <a:off x="1296" y="144"/>
              <a:ext cx="768" cy="672"/>
            </a:xfrm>
            <a:prstGeom prst="rect">
              <a:avLst/>
            </a:prstGeom>
            <a:solidFill>
              <a:srgbClr val="FFCCFF"/>
            </a:solidFill>
            <a:ln w="9525" cap="flat" cmpd="sng">
              <a:solidFill>
                <a:schemeClr val="tx1"/>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buChar char="•"/>
                <a:defRPr sz="3200">
                  <a:solidFill>
                    <a:srgbClr val="666699"/>
                  </a:solidFill>
                  <a:latin typeface="+mn-lt"/>
                  <a:ea typeface="+mn-ea"/>
                  <a:cs typeface="+mn-cs"/>
                </a:defRPr>
              </a:lvl1pPr>
              <a:lvl2pPr marL="742950" indent="-285750" algn="l" rtl="0" eaLnBrk="0" fontAlgn="base" hangingPunct="0">
                <a:spcBef>
                  <a:spcPct val="20000"/>
                </a:spcBef>
                <a:spcAft>
                  <a:spcPct val="0"/>
                </a:spcAft>
                <a:buChar char="–"/>
                <a:defRPr sz="2800">
                  <a:solidFill>
                    <a:srgbClr val="666699"/>
                  </a:solidFill>
                  <a:latin typeface="+mn-lt"/>
                  <a:ea typeface="+mn-ea"/>
                </a:defRPr>
              </a:lvl2pPr>
              <a:lvl3pPr marL="1143000" indent="-228600" algn="l" rtl="0" eaLnBrk="0" fontAlgn="base" hangingPunct="0">
                <a:spcBef>
                  <a:spcPct val="20000"/>
                </a:spcBef>
                <a:spcAft>
                  <a:spcPct val="0"/>
                </a:spcAft>
                <a:buChar char="•"/>
                <a:defRPr sz="2400">
                  <a:solidFill>
                    <a:srgbClr val="666699"/>
                  </a:solidFill>
                  <a:latin typeface="+mn-lt"/>
                  <a:ea typeface="+mn-ea"/>
                </a:defRPr>
              </a:lvl3pPr>
              <a:lvl4pPr marL="1600200" indent="-228600" algn="l" rtl="0" eaLnBrk="0" fontAlgn="base" hangingPunct="0">
                <a:spcBef>
                  <a:spcPct val="20000"/>
                </a:spcBef>
                <a:spcAft>
                  <a:spcPct val="0"/>
                </a:spcAft>
                <a:buChar char="–"/>
                <a:defRPr sz="2000">
                  <a:solidFill>
                    <a:srgbClr val="666699"/>
                  </a:solidFill>
                  <a:latin typeface="+mn-lt"/>
                  <a:ea typeface="+mn-ea"/>
                </a:defRPr>
              </a:lvl4pPr>
              <a:lvl5pPr marL="2057400" indent="-228600" algn="l" rtl="0" eaLnBrk="0" fontAlgn="base" hangingPunct="0">
                <a:spcBef>
                  <a:spcPct val="20000"/>
                </a:spcBef>
                <a:spcAft>
                  <a:spcPct val="0"/>
                </a:spcAft>
                <a:buChar char="»"/>
                <a:defRPr sz="2000">
                  <a:solidFill>
                    <a:srgbClr val="666699"/>
                  </a:solidFill>
                  <a:latin typeface="+mn-lt"/>
                  <a:ea typeface="+mn-ea"/>
                </a:defRPr>
              </a:lvl5pPr>
            </a:lstStyle>
            <a:p>
              <a:pPr marL="0" lvl="0" indent="0" eaLnBrk="1" hangingPunct="1">
                <a:spcBef>
                  <a:spcPct val="0"/>
                </a:spcBef>
                <a:buNone/>
              </a:pPr>
              <a:endParaRPr lang="zh-CN" altLang="en-US" sz="2400" dirty="0">
                <a:solidFill>
                  <a:schemeClr val="tx1"/>
                </a:solidFill>
              </a:endParaRPr>
            </a:p>
          </p:txBody>
        </p:sp>
        <p:sp>
          <p:nvSpPr>
            <p:cNvPr id="88078" name="Rectangle 8"/>
            <p:cNvSpPr/>
            <p:nvPr/>
          </p:nvSpPr>
          <p:spPr>
            <a:xfrm>
              <a:off x="288" y="624"/>
              <a:ext cx="672" cy="816"/>
            </a:xfrm>
            <a:prstGeom prst="rect">
              <a:avLst/>
            </a:prstGeom>
            <a:solidFill>
              <a:srgbClr val="CCFFCC"/>
            </a:solidFill>
            <a:ln w="9525" cap="flat" cmpd="sng">
              <a:solidFill>
                <a:schemeClr val="tx1"/>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buChar char="•"/>
                <a:defRPr sz="3200">
                  <a:solidFill>
                    <a:srgbClr val="666699"/>
                  </a:solidFill>
                  <a:latin typeface="+mn-lt"/>
                  <a:ea typeface="+mn-ea"/>
                  <a:cs typeface="+mn-cs"/>
                </a:defRPr>
              </a:lvl1pPr>
              <a:lvl2pPr marL="742950" indent="-285750" algn="l" rtl="0" eaLnBrk="0" fontAlgn="base" hangingPunct="0">
                <a:spcBef>
                  <a:spcPct val="20000"/>
                </a:spcBef>
                <a:spcAft>
                  <a:spcPct val="0"/>
                </a:spcAft>
                <a:buChar char="–"/>
                <a:defRPr sz="2800">
                  <a:solidFill>
                    <a:srgbClr val="666699"/>
                  </a:solidFill>
                  <a:latin typeface="+mn-lt"/>
                  <a:ea typeface="+mn-ea"/>
                </a:defRPr>
              </a:lvl2pPr>
              <a:lvl3pPr marL="1143000" indent="-228600" algn="l" rtl="0" eaLnBrk="0" fontAlgn="base" hangingPunct="0">
                <a:spcBef>
                  <a:spcPct val="20000"/>
                </a:spcBef>
                <a:spcAft>
                  <a:spcPct val="0"/>
                </a:spcAft>
                <a:buChar char="•"/>
                <a:defRPr sz="2400">
                  <a:solidFill>
                    <a:srgbClr val="666699"/>
                  </a:solidFill>
                  <a:latin typeface="+mn-lt"/>
                  <a:ea typeface="+mn-ea"/>
                </a:defRPr>
              </a:lvl3pPr>
              <a:lvl4pPr marL="1600200" indent="-228600" algn="l" rtl="0" eaLnBrk="0" fontAlgn="base" hangingPunct="0">
                <a:spcBef>
                  <a:spcPct val="20000"/>
                </a:spcBef>
                <a:spcAft>
                  <a:spcPct val="0"/>
                </a:spcAft>
                <a:buChar char="–"/>
                <a:defRPr sz="2000">
                  <a:solidFill>
                    <a:srgbClr val="666699"/>
                  </a:solidFill>
                  <a:latin typeface="+mn-lt"/>
                  <a:ea typeface="+mn-ea"/>
                </a:defRPr>
              </a:lvl4pPr>
              <a:lvl5pPr marL="2057400" indent="-228600" algn="l" rtl="0" eaLnBrk="0" fontAlgn="base" hangingPunct="0">
                <a:spcBef>
                  <a:spcPct val="20000"/>
                </a:spcBef>
                <a:spcAft>
                  <a:spcPct val="0"/>
                </a:spcAft>
                <a:buChar char="»"/>
                <a:defRPr sz="2000">
                  <a:solidFill>
                    <a:srgbClr val="666699"/>
                  </a:solidFill>
                  <a:latin typeface="+mn-lt"/>
                  <a:ea typeface="+mn-ea"/>
                </a:defRPr>
              </a:lvl5pPr>
            </a:lstStyle>
            <a:p>
              <a:pPr marL="0" lvl="0" indent="0" eaLnBrk="1" hangingPunct="1">
                <a:spcBef>
                  <a:spcPct val="0"/>
                </a:spcBef>
                <a:buNone/>
              </a:pPr>
              <a:endParaRPr lang="zh-CN" altLang="en-US" sz="2400" dirty="0">
                <a:solidFill>
                  <a:schemeClr val="tx1"/>
                </a:solidFill>
              </a:endParaRPr>
            </a:p>
          </p:txBody>
        </p:sp>
        <p:sp>
          <p:nvSpPr>
            <p:cNvPr id="88079" name="Text Box 9"/>
            <p:cNvSpPr txBox="1"/>
            <p:nvPr/>
          </p:nvSpPr>
          <p:spPr>
            <a:xfrm>
              <a:off x="288" y="720"/>
              <a:ext cx="768" cy="633"/>
            </a:xfrm>
            <a:prstGeom prst="rect">
              <a:avLst/>
            </a:prstGeom>
            <a:noFill/>
            <a:ln w="9525">
              <a:noFill/>
            </a:ln>
          </p:spPr>
          <p:txBody>
            <a:bodyPr>
              <a:spAutoFit/>
            </a:bodyPr>
            <a:lstStyle>
              <a:lvl1pPr marL="342900" indent="-342900" algn="l" rtl="0" eaLnBrk="0" fontAlgn="base" hangingPunct="0">
                <a:spcBef>
                  <a:spcPct val="20000"/>
                </a:spcBef>
                <a:spcAft>
                  <a:spcPct val="0"/>
                </a:spcAft>
                <a:buChar char="•"/>
                <a:defRPr sz="3200">
                  <a:solidFill>
                    <a:srgbClr val="666699"/>
                  </a:solidFill>
                  <a:latin typeface="+mn-lt"/>
                  <a:ea typeface="+mn-ea"/>
                  <a:cs typeface="+mn-cs"/>
                </a:defRPr>
              </a:lvl1pPr>
              <a:lvl2pPr marL="742950" indent="-285750" algn="l" rtl="0" eaLnBrk="0" fontAlgn="base" hangingPunct="0">
                <a:spcBef>
                  <a:spcPct val="20000"/>
                </a:spcBef>
                <a:spcAft>
                  <a:spcPct val="0"/>
                </a:spcAft>
                <a:buChar char="–"/>
                <a:defRPr sz="2800">
                  <a:solidFill>
                    <a:srgbClr val="666699"/>
                  </a:solidFill>
                  <a:latin typeface="+mn-lt"/>
                  <a:ea typeface="+mn-ea"/>
                </a:defRPr>
              </a:lvl2pPr>
              <a:lvl3pPr marL="1143000" indent="-228600" algn="l" rtl="0" eaLnBrk="0" fontAlgn="base" hangingPunct="0">
                <a:spcBef>
                  <a:spcPct val="20000"/>
                </a:spcBef>
                <a:spcAft>
                  <a:spcPct val="0"/>
                </a:spcAft>
                <a:buChar char="•"/>
                <a:defRPr sz="2400">
                  <a:solidFill>
                    <a:srgbClr val="666699"/>
                  </a:solidFill>
                  <a:latin typeface="+mn-lt"/>
                  <a:ea typeface="+mn-ea"/>
                </a:defRPr>
              </a:lvl3pPr>
              <a:lvl4pPr marL="1600200" indent="-228600" algn="l" rtl="0" eaLnBrk="0" fontAlgn="base" hangingPunct="0">
                <a:spcBef>
                  <a:spcPct val="20000"/>
                </a:spcBef>
                <a:spcAft>
                  <a:spcPct val="0"/>
                </a:spcAft>
                <a:buChar char="–"/>
                <a:defRPr sz="2000">
                  <a:solidFill>
                    <a:srgbClr val="666699"/>
                  </a:solidFill>
                  <a:latin typeface="+mn-lt"/>
                  <a:ea typeface="+mn-ea"/>
                </a:defRPr>
              </a:lvl4pPr>
              <a:lvl5pPr marL="2057400" indent="-228600" algn="l" rtl="0" eaLnBrk="0" fontAlgn="base" hangingPunct="0">
                <a:spcBef>
                  <a:spcPct val="20000"/>
                </a:spcBef>
                <a:spcAft>
                  <a:spcPct val="0"/>
                </a:spcAft>
                <a:buChar char="»"/>
                <a:defRPr sz="2000">
                  <a:solidFill>
                    <a:srgbClr val="666699"/>
                  </a:solidFill>
                  <a:latin typeface="+mn-lt"/>
                  <a:ea typeface="+mn-ea"/>
                </a:defRPr>
              </a:lvl5pPr>
            </a:lstStyle>
            <a:p>
              <a:pPr marL="0" lvl="0" indent="0" eaLnBrk="1" hangingPunct="1">
                <a:spcBef>
                  <a:spcPct val="50000"/>
                </a:spcBef>
                <a:buNone/>
              </a:pPr>
              <a:r>
                <a:rPr lang="zh-CN" altLang="en-US" sz="2400" dirty="0">
                  <a:solidFill>
                    <a:schemeClr val="tx1"/>
                  </a:solidFill>
                  <a:latin typeface="Tahoma" panose="020B0604030504040204" pitchFamily="34" charset="0"/>
                </a:rPr>
                <a:t>通   用</a:t>
              </a:r>
              <a:endParaRPr lang="zh-CN" altLang="en-US" sz="2400" dirty="0">
                <a:solidFill>
                  <a:schemeClr val="tx1"/>
                </a:solidFill>
                <a:latin typeface="Tahoma" panose="020B0604030504040204" pitchFamily="34" charset="0"/>
              </a:endParaRPr>
            </a:p>
            <a:p>
              <a:pPr marL="0" lvl="0" indent="0" eaLnBrk="1" hangingPunct="1">
                <a:spcBef>
                  <a:spcPct val="50000"/>
                </a:spcBef>
                <a:buNone/>
              </a:pPr>
              <a:r>
                <a:rPr lang="zh-CN" altLang="en-US" sz="2400" dirty="0">
                  <a:solidFill>
                    <a:schemeClr val="tx1"/>
                  </a:solidFill>
                  <a:latin typeface="Tahoma" panose="020B0604030504040204" pitchFamily="34" charset="0"/>
                </a:rPr>
                <a:t>寄存器</a:t>
              </a:r>
              <a:endParaRPr lang="zh-CN" altLang="en-US" sz="2400" dirty="0">
                <a:solidFill>
                  <a:schemeClr val="tx1"/>
                </a:solidFill>
                <a:latin typeface="Tahoma" panose="020B0604030504040204" pitchFamily="34" charset="0"/>
              </a:endParaRPr>
            </a:p>
          </p:txBody>
        </p:sp>
        <p:sp>
          <p:nvSpPr>
            <p:cNvPr id="88080" name="Text Box 10"/>
            <p:cNvSpPr txBox="1"/>
            <p:nvPr/>
          </p:nvSpPr>
          <p:spPr>
            <a:xfrm>
              <a:off x="1344" y="192"/>
              <a:ext cx="720" cy="633"/>
            </a:xfrm>
            <a:prstGeom prst="rect">
              <a:avLst/>
            </a:prstGeom>
            <a:noFill/>
            <a:ln w="9525">
              <a:noFill/>
            </a:ln>
          </p:spPr>
          <p:txBody>
            <a:bodyPr>
              <a:spAutoFit/>
            </a:bodyPr>
            <a:lstStyle>
              <a:lvl1pPr marL="342900" indent="-342900" algn="l" rtl="0" eaLnBrk="0" fontAlgn="base" hangingPunct="0">
                <a:spcBef>
                  <a:spcPct val="20000"/>
                </a:spcBef>
                <a:spcAft>
                  <a:spcPct val="0"/>
                </a:spcAft>
                <a:buChar char="•"/>
                <a:defRPr sz="3200">
                  <a:solidFill>
                    <a:srgbClr val="666699"/>
                  </a:solidFill>
                  <a:latin typeface="+mn-lt"/>
                  <a:ea typeface="+mn-ea"/>
                  <a:cs typeface="+mn-cs"/>
                </a:defRPr>
              </a:lvl1pPr>
              <a:lvl2pPr marL="742950" indent="-285750" algn="l" rtl="0" eaLnBrk="0" fontAlgn="base" hangingPunct="0">
                <a:spcBef>
                  <a:spcPct val="20000"/>
                </a:spcBef>
                <a:spcAft>
                  <a:spcPct val="0"/>
                </a:spcAft>
                <a:buChar char="–"/>
                <a:defRPr sz="2800">
                  <a:solidFill>
                    <a:srgbClr val="666699"/>
                  </a:solidFill>
                  <a:latin typeface="+mn-lt"/>
                  <a:ea typeface="+mn-ea"/>
                </a:defRPr>
              </a:lvl2pPr>
              <a:lvl3pPr marL="1143000" indent="-228600" algn="l" rtl="0" eaLnBrk="0" fontAlgn="base" hangingPunct="0">
                <a:spcBef>
                  <a:spcPct val="20000"/>
                </a:spcBef>
                <a:spcAft>
                  <a:spcPct val="0"/>
                </a:spcAft>
                <a:buChar char="•"/>
                <a:defRPr sz="2400">
                  <a:solidFill>
                    <a:srgbClr val="666699"/>
                  </a:solidFill>
                  <a:latin typeface="+mn-lt"/>
                  <a:ea typeface="+mn-ea"/>
                </a:defRPr>
              </a:lvl3pPr>
              <a:lvl4pPr marL="1600200" indent="-228600" algn="l" rtl="0" eaLnBrk="0" fontAlgn="base" hangingPunct="0">
                <a:spcBef>
                  <a:spcPct val="20000"/>
                </a:spcBef>
                <a:spcAft>
                  <a:spcPct val="0"/>
                </a:spcAft>
                <a:buChar char="–"/>
                <a:defRPr sz="2000">
                  <a:solidFill>
                    <a:srgbClr val="666699"/>
                  </a:solidFill>
                  <a:latin typeface="+mn-lt"/>
                  <a:ea typeface="+mn-ea"/>
                </a:defRPr>
              </a:lvl4pPr>
              <a:lvl5pPr marL="2057400" indent="-228600" algn="l" rtl="0" eaLnBrk="0" fontAlgn="base" hangingPunct="0">
                <a:spcBef>
                  <a:spcPct val="20000"/>
                </a:spcBef>
                <a:spcAft>
                  <a:spcPct val="0"/>
                </a:spcAft>
                <a:buChar char="»"/>
                <a:defRPr sz="2000">
                  <a:solidFill>
                    <a:srgbClr val="666699"/>
                  </a:solidFill>
                  <a:latin typeface="+mn-lt"/>
                  <a:ea typeface="+mn-ea"/>
                </a:defRPr>
              </a:lvl5pPr>
            </a:lstStyle>
            <a:p>
              <a:pPr marL="0" lvl="0" indent="0" eaLnBrk="1" hangingPunct="1">
                <a:spcBef>
                  <a:spcPct val="50000"/>
                </a:spcBef>
                <a:buNone/>
              </a:pPr>
              <a:r>
                <a:rPr lang="zh-CN" altLang="en-US" sz="2400" dirty="0">
                  <a:solidFill>
                    <a:schemeClr val="tx1"/>
                  </a:solidFill>
                  <a:latin typeface="Tahoma" panose="020B0604030504040204" pitchFamily="34" charset="0"/>
                </a:rPr>
                <a:t>特   殊</a:t>
              </a:r>
              <a:endParaRPr lang="zh-CN" altLang="en-US" sz="2400" dirty="0">
                <a:solidFill>
                  <a:schemeClr val="tx1"/>
                </a:solidFill>
                <a:latin typeface="Tahoma" panose="020B0604030504040204" pitchFamily="34" charset="0"/>
              </a:endParaRPr>
            </a:p>
            <a:p>
              <a:pPr marL="0" lvl="0" indent="0" eaLnBrk="1" hangingPunct="1">
                <a:spcBef>
                  <a:spcPct val="50000"/>
                </a:spcBef>
                <a:buNone/>
              </a:pPr>
              <a:r>
                <a:rPr lang="zh-CN" altLang="en-US" sz="2400" dirty="0">
                  <a:solidFill>
                    <a:schemeClr val="tx1"/>
                  </a:solidFill>
                  <a:latin typeface="Tahoma" panose="020B0604030504040204" pitchFamily="34" charset="0"/>
                </a:rPr>
                <a:t>寄存器</a:t>
              </a:r>
              <a:endParaRPr lang="zh-CN" altLang="en-US" sz="2400" dirty="0">
                <a:solidFill>
                  <a:schemeClr val="tx1"/>
                </a:solidFill>
                <a:latin typeface="Tahoma" panose="020B0604030504040204" pitchFamily="34" charset="0"/>
              </a:endParaRPr>
            </a:p>
          </p:txBody>
        </p:sp>
        <p:sp>
          <p:nvSpPr>
            <p:cNvPr id="88081" name="Text Box 11"/>
            <p:cNvSpPr txBox="1"/>
            <p:nvPr/>
          </p:nvSpPr>
          <p:spPr>
            <a:xfrm>
              <a:off x="1392" y="1104"/>
              <a:ext cx="720" cy="633"/>
            </a:xfrm>
            <a:prstGeom prst="rect">
              <a:avLst/>
            </a:prstGeom>
            <a:noFill/>
            <a:ln w="9525">
              <a:noFill/>
            </a:ln>
          </p:spPr>
          <p:txBody>
            <a:bodyPr>
              <a:spAutoFit/>
            </a:bodyPr>
            <a:lstStyle>
              <a:lvl1pPr marL="342900" indent="-342900" algn="l" rtl="0" eaLnBrk="0" fontAlgn="base" hangingPunct="0">
                <a:spcBef>
                  <a:spcPct val="20000"/>
                </a:spcBef>
                <a:spcAft>
                  <a:spcPct val="0"/>
                </a:spcAft>
                <a:buChar char="•"/>
                <a:defRPr sz="3200">
                  <a:solidFill>
                    <a:srgbClr val="666699"/>
                  </a:solidFill>
                  <a:latin typeface="+mn-lt"/>
                  <a:ea typeface="+mn-ea"/>
                  <a:cs typeface="+mn-cs"/>
                </a:defRPr>
              </a:lvl1pPr>
              <a:lvl2pPr marL="742950" indent="-285750" algn="l" rtl="0" eaLnBrk="0" fontAlgn="base" hangingPunct="0">
                <a:spcBef>
                  <a:spcPct val="20000"/>
                </a:spcBef>
                <a:spcAft>
                  <a:spcPct val="0"/>
                </a:spcAft>
                <a:buChar char="–"/>
                <a:defRPr sz="2800">
                  <a:solidFill>
                    <a:srgbClr val="666699"/>
                  </a:solidFill>
                  <a:latin typeface="+mn-lt"/>
                  <a:ea typeface="+mn-ea"/>
                </a:defRPr>
              </a:lvl2pPr>
              <a:lvl3pPr marL="1143000" indent="-228600" algn="l" rtl="0" eaLnBrk="0" fontAlgn="base" hangingPunct="0">
                <a:spcBef>
                  <a:spcPct val="20000"/>
                </a:spcBef>
                <a:spcAft>
                  <a:spcPct val="0"/>
                </a:spcAft>
                <a:buChar char="•"/>
                <a:defRPr sz="2400">
                  <a:solidFill>
                    <a:srgbClr val="666699"/>
                  </a:solidFill>
                  <a:latin typeface="+mn-lt"/>
                  <a:ea typeface="+mn-ea"/>
                </a:defRPr>
              </a:lvl3pPr>
              <a:lvl4pPr marL="1600200" indent="-228600" algn="l" rtl="0" eaLnBrk="0" fontAlgn="base" hangingPunct="0">
                <a:spcBef>
                  <a:spcPct val="20000"/>
                </a:spcBef>
                <a:spcAft>
                  <a:spcPct val="0"/>
                </a:spcAft>
                <a:buChar char="–"/>
                <a:defRPr sz="2000">
                  <a:solidFill>
                    <a:srgbClr val="666699"/>
                  </a:solidFill>
                  <a:latin typeface="+mn-lt"/>
                  <a:ea typeface="+mn-ea"/>
                </a:defRPr>
              </a:lvl4pPr>
              <a:lvl5pPr marL="2057400" indent="-228600" algn="l" rtl="0" eaLnBrk="0" fontAlgn="base" hangingPunct="0">
                <a:spcBef>
                  <a:spcPct val="20000"/>
                </a:spcBef>
                <a:spcAft>
                  <a:spcPct val="0"/>
                </a:spcAft>
                <a:buChar char="»"/>
                <a:defRPr sz="2000">
                  <a:solidFill>
                    <a:srgbClr val="666699"/>
                  </a:solidFill>
                  <a:latin typeface="+mn-lt"/>
                  <a:ea typeface="+mn-ea"/>
                </a:defRPr>
              </a:lvl5pPr>
            </a:lstStyle>
            <a:p>
              <a:pPr marL="0" lvl="0" indent="0" eaLnBrk="1" hangingPunct="1">
                <a:spcBef>
                  <a:spcPct val="50000"/>
                </a:spcBef>
                <a:buNone/>
              </a:pPr>
              <a:r>
                <a:rPr lang="zh-CN" altLang="en-US" sz="2400" dirty="0">
                  <a:solidFill>
                    <a:schemeClr val="tx1"/>
                  </a:solidFill>
                  <a:latin typeface="Tahoma" panose="020B0604030504040204" pitchFamily="34" charset="0"/>
                </a:rPr>
                <a:t>特   殊</a:t>
              </a:r>
              <a:endParaRPr lang="zh-CN" altLang="en-US" sz="2400" dirty="0">
                <a:solidFill>
                  <a:schemeClr val="tx1"/>
                </a:solidFill>
                <a:latin typeface="Tahoma" panose="020B0604030504040204" pitchFamily="34" charset="0"/>
              </a:endParaRPr>
            </a:p>
            <a:p>
              <a:pPr marL="0" lvl="0" indent="0" eaLnBrk="1" hangingPunct="1">
                <a:spcBef>
                  <a:spcPct val="50000"/>
                </a:spcBef>
                <a:buNone/>
              </a:pPr>
              <a:r>
                <a:rPr lang="zh-CN" altLang="en-US" sz="2400" dirty="0">
                  <a:solidFill>
                    <a:schemeClr val="tx1"/>
                  </a:solidFill>
                  <a:latin typeface="Tahoma" panose="020B0604030504040204" pitchFamily="34" charset="0"/>
                </a:rPr>
                <a:t>寄存器</a:t>
              </a:r>
              <a:endParaRPr lang="zh-CN" altLang="en-US" sz="2400" dirty="0">
                <a:solidFill>
                  <a:schemeClr val="tx1"/>
                </a:solidFill>
                <a:latin typeface="Tahoma" panose="020B0604030504040204" pitchFamily="34" charset="0"/>
              </a:endParaRPr>
            </a:p>
          </p:txBody>
        </p:sp>
        <p:sp>
          <p:nvSpPr>
            <p:cNvPr id="88082" name="Text Box 12"/>
            <p:cNvSpPr txBox="1"/>
            <p:nvPr/>
          </p:nvSpPr>
          <p:spPr>
            <a:xfrm>
              <a:off x="2448" y="816"/>
              <a:ext cx="720" cy="288"/>
            </a:xfrm>
            <a:prstGeom prst="rect">
              <a:avLst/>
            </a:prstGeom>
            <a:noFill/>
            <a:ln w="9525">
              <a:noFill/>
            </a:ln>
          </p:spPr>
          <p:txBody>
            <a:bodyPr>
              <a:spAutoFit/>
            </a:bodyPr>
            <a:lstStyle>
              <a:lvl1pPr marL="342900" indent="-342900" algn="l" rtl="0" eaLnBrk="0" fontAlgn="base" hangingPunct="0">
                <a:spcBef>
                  <a:spcPct val="20000"/>
                </a:spcBef>
                <a:spcAft>
                  <a:spcPct val="0"/>
                </a:spcAft>
                <a:buChar char="•"/>
                <a:defRPr sz="3200">
                  <a:solidFill>
                    <a:srgbClr val="666699"/>
                  </a:solidFill>
                  <a:latin typeface="+mn-lt"/>
                  <a:ea typeface="+mn-ea"/>
                  <a:cs typeface="+mn-cs"/>
                </a:defRPr>
              </a:lvl1pPr>
              <a:lvl2pPr marL="742950" indent="-285750" algn="l" rtl="0" eaLnBrk="0" fontAlgn="base" hangingPunct="0">
                <a:spcBef>
                  <a:spcPct val="20000"/>
                </a:spcBef>
                <a:spcAft>
                  <a:spcPct val="0"/>
                </a:spcAft>
                <a:buChar char="–"/>
                <a:defRPr sz="2800">
                  <a:solidFill>
                    <a:srgbClr val="666699"/>
                  </a:solidFill>
                  <a:latin typeface="+mn-lt"/>
                  <a:ea typeface="+mn-ea"/>
                </a:defRPr>
              </a:lvl2pPr>
              <a:lvl3pPr marL="1143000" indent="-228600" algn="l" rtl="0" eaLnBrk="0" fontAlgn="base" hangingPunct="0">
                <a:spcBef>
                  <a:spcPct val="20000"/>
                </a:spcBef>
                <a:spcAft>
                  <a:spcPct val="0"/>
                </a:spcAft>
                <a:buChar char="•"/>
                <a:defRPr sz="2400">
                  <a:solidFill>
                    <a:srgbClr val="666699"/>
                  </a:solidFill>
                  <a:latin typeface="+mn-lt"/>
                  <a:ea typeface="+mn-ea"/>
                </a:defRPr>
              </a:lvl3pPr>
              <a:lvl4pPr marL="1600200" indent="-228600" algn="l" rtl="0" eaLnBrk="0" fontAlgn="base" hangingPunct="0">
                <a:spcBef>
                  <a:spcPct val="20000"/>
                </a:spcBef>
                <a:spcAft>
                  <a:spcPct val="0"/>
                </a:spcAft>
                <a:buChar char="–"/>
                <a:defRPr sz="2000">
                  <a:solidFill>
                    <a:srgbClr val="666699"/>
                  </a:solidFill>
                  <a:latin typeface="+mn-lt"/>
                  <a:ea typeface="+mn-ea"/>
                </a:defRPr>
              </a:lvl4pPr>
              <a:lvl5pPr marL="2057400" indent="-228600" algn="l" rtl="0" eaLnBrk="0" fontAlgn="base" hangingPunct="0">
                <a:spcBef>
                  <a:spcPct val="20000"/>
                </a:spcBef>
                <a:spcAft>
                  <a:spcPct val="0"/>
                </a:spcAft>
                <a:buChar char="»"/>
                <a:defRPr sz="2000">
                  <a:solidFill>
                    <a:srgbClr val="666699"/>
                  </a:solidFill>
                  <a:latin typeface="+mn-lt"/>
                  <a:ea typeface="+mn-ea"/>
                </a:defRPr>
              </a:lvl5pPr>
            </a:lstStyle>
            <a:p>
              <a:pPr marL="0" lvl="0" indent="0" eaLnBrk="1" hangingPunct="1">
                <a:spcBef>
                  <a:spcPct val="50000"/>
                </a:spcBef>
                <a:buNone/>
              </a:pPr>
              <a:r>
                <a:rPr lang="zh-CN" altLang="en-US" sz="2400" dirty="0">
                  <a:solidFill>
                    <a:srgbClr val="CCECFF"/>
                  </a:solidFill>
                  <a:latin typeface="Tahoma" panose="020B0604030504040204" pitchFamily="34" charset="0"/>
                </a:rPr>
                <a:t>ALU</a:t>
              </a:r>
              <a:endParaRPr lang="zh-CN" altLang="en-US" sz="1800" dirty="0">
                <a:solidFill>
                  <a:srgbClr val="CCECFF"/>
                </a:solidFill>
                <a:latin typeface="Tahoma" panose="020B0604030504040204" pitchFamily="34" charset="0"/>
              </a:endParaRPr>
            </a:p>
          </p:txBody>
        </p:sp>
        <p:sp>
          <p:nvSpPr>
            <p:cNvPr id="88083" name="Text Box 13"/>
            <p:cNvSpPr txBox="1"/>
            <p:nvPr/>
          </p:nvSpPr>
          <p:spPr>
            <a:xfrm>
              <a:off x="3264" y="768"/>
              <a:ext cx="768" cy="288"/>
            </a:xfrm>
            <a:prstGeom prst="rect">
              <a:avLst/>
            </a:prstGeom>
            <a:noFill/>
            <a:ln w="9525">
              <a:noFill/>
            </a:ln>
          </p:spPr>
          <p:txBody>
            <a:bodyPr>
              <a:spAutoFit/>
            </a:bodyPr>
            <a:lstStyle>
              <a:lvl1pPr marL="342900" indent="-342900" algn="l" rtl="0" eaLnBrk="0" fontAlgn="base" hangingPunct="0">
                <a:spcBef>
                  <a:spcPct val="20000"/>
                </a:spcBef>
                <a:spcAft>
                  <a:spcPct val="0"/>
                </a:spcAft>
                <a:buChar char="•"/>
                <a:defRPr sz="3200">
                  <a:solidFill>
                    <a:srgbClr val="666699"/>
                  </a:solidFill>
                  <a:latin typeface="+mn-lt"/>
                  <a:ea typeface="+mn-ea"/>
                  <a:cs typeface="+mn-cs"/>
                </a:defRPr>
              </a:lvl1pPr>
              <a:lvl2pPr marL="742950" indent="-285750" algn="l" rtl="0" eaLnBrk="0" fontAlgn="base" hangingPunct="0">
                <a:spcBef>
                  <a:spcPct val="20000"/>
                </a:spcBef>
                <a:spcAft>
                  <a:spcPct val="0"/>
                </a:spcAft>
                <a:buChar char="–"/>
                <a:defRPr sz="2800">
                  <a:solidFill>
                    <a:srgbClr val="666699"/>
                  </a:solidFill>
                  <a:latin typeface="+mn-lt"/>
                  <a:ea typeface="+mn-ea"/>
                </a:defRPr>
              </a:lvl2pPr>
              <a:lvl3pPr marL="1143000" indent="-228600" algn="l" rtl="0" eaLnBrk="0" fontAlgn="base" hangingPunct="0">
                <a:spcBef>
                  <a:spcPct val="20000"/>
                </a:spcBef>
                <a:spcAft>
                  <a:spcPct val="0"/>
                </a:spcAft>
                <a:buChar char="•"/>
                <a:defRPr sz="2400">
                  <a:solidFill>
                    <a:srgbClr val="666699"/>
                  </a:solidFill>
                  <a:latin typeface="+mn-lt"/>
                  <a:ea typeface="+mn-ea"/>
                </a:defRPr>
              </a:lvl3pPr>
              <a:lvl4pPr marL="1600200" indent="-228600" algn="l" rtl="0" eaLnBrk="0" fontAlgn="base" hangingPunct="0">
                <a:spcBef>
                  <a:spcPct val="20000"/>
                </a:spcBef>
                <a:spcAft>
                  <a:spcPct val="0"/>
                </a:spcAft>
                <a:buChar char="–"/>
                <a:defRPr sz="2000">
                  <a:solidFill>
                    <a:srgbClr val="666699"/>
                  </a:solidFill>
                  <a:latin typeface="+mn-lt"/>
                  <a:ea typeface="+mn-ea"/>
                </a:defRPr>
              </a:lvl4pPr>
              <a:lvl5pPr marL="2057400" indent="-228600" algn="l" rtl="0" eaLnBrk="0" fontAlgn="base" hangingPunct="0">
                <a:spcBef>
                  <a:spcPct val="20000"/>
                </a:spcBef>
                <a:spcAft>
                  <a:spcPct val="0"/>
                </a:spcAft>
                <a:buChar char="»"/>
                <a:defRPr sz="2000">
                  <a:solidFill>
                    <a:srgbClr val="666699"/>
                  </a:solidFill>
                  <a:latin typeface="+mn-lt"/>
                  <a:ea typeface="+mn-ea"/>
                </a:defRPr>
              </a:lvl5pPr>
            </a:lstStyle>
            <a:p>
              <a:pPr marL="0" lvl="0" indent="0" eaLnBrk="1" hangingPunct="1">
                <a:spcBef>
                  <a:spcPct val="50000"/>
                </a:spcBef>
                <a:buNone/>
              </a:pPr>
              <a:r>
                <a:rPr lang="zh-CN" altLang="en-US" sz="2400" dirty="0">
                  <a:solidFill>
                    <a:schemeClr val="tx1"/>
                  </a:solidFill>
                  <a:latin typeface="Tahoma" panose="020B0604030504040204" pitchFamily="34" charset="0"/>
                </a:rPr>
                <a:t>缓冲器</a:t>
              </a:r>
              <a:endParaRPr lang="zh-CN" altLang="en-US" sz="2400" dirty="0">
                <a:solidFill>
                  <a:schemeClr val="tx1"/>
                </a:solidFill>
                <a:latin typeface="Tahoma" panose="020B0604030504040204" pitchFamily="34" charset="0"/>
              </a:endParaRPr>
            </a:p>
          </p:txBody>
        </p:sp>
        <p:sp>
          <p:nvSpPr>
            <p:cNvPr id="88084" name="Line 14"/>
            <p:cNvSpPr/>
            <p:nvPr/>
          </p:nvSpPr>
          <p:spPr>
            <a:xfrm>
              <a:off x="48" y="0"/>
              <a:ext cx="4080" cy="0"/>
            </a:xfrm>
            <a:prstGeom prst="line">
              <a:avLst/>
            </a:prstGeom>
            <a:ln w="28575" cap="flat" cmpd="sng">
              <a:solidFill>
                <a:schemeClr val="tx1"/>
              </a:solidFill>
              <a:prstDash val="solid"/>
              <a:headEnd type="none" w="med" len="med"/>
              <a:tailEnd type="none" w="med" len="med"/>
            </a:ln>
          </p:spPr>
        </p:sp>
        <p:sp>
          <p:nvSpPr>
            <p:cNvPr id="88085" name="Line 15"/>
            <p:cNvSpPr/>
            <p:nvPr/>
          </p:nvSpPr>
          <p:spPr>
            <a:xfrm>
              <a:off x="0" y="1920"/>
              <a:ext cx="4128" cy="0"/>
            </a:xfrm>
            <a:prstGeom prst="line">
              <a:avLst/>
            </a:prstGeom>
            <a:ln w="28575" cap="flat" cmpd="sng">
              <a:solidFill>
                <a:schemeClr val="tx1"/>
              </a:solidFill>
              <a:prstDash val="solid"/>
              <a:headEnd type="none" w="med" len="med"/>
              <a:tailEnd type="none" w="med" len="med"/>
            </a:ln>
          </p:spPr>
        </p:sp>
        <p:sp>
          <p:nvSpPr>
            <p:cNvPr id="88086" name="Line 16"/>
            <p:cNvSpPr/>
            <p:nvPr/>
          </p:nvSpPr>
          <p:spPr>
            <a:xfrm flipV="1">
              <a:off x="624" y="0"/>
              <a:ext cx="0" cy="624"/>
            </a:xfrm>
            <a:prstGeom prst="line">
              <a:avLst/>
            </a:prstGeom>
            <a:ln w="9525" cap="flat" cmpd="sng">
              <a:solidFill>
                <a:schemeClr val="tx1"/>
              </a:solidFill>
              <a:prstDash val="solid"/>
              <a:headEnd type="triangle" w="med" len="med"/>
              <a:tailEnd type="triangle" w="med" len="med"/>
            </a:ln>
          </p:spPr>
        </p:sp>
        <p:sp>
          <p:nvSpPr>
            <p:cNvPr id="88087" name="Line 17"/>
            <p:cNvSpPr/>
            <p:nvPr/>
          </p:nvSpPr>
          <p:spPr>
            <a:xfrm>
              <a:off x="576" y="1440"/>
              <a:ext cx="0" cy="480"/>
            </a:xfrm>
            <a:prstGeom prst="line">
              <a:avLst/>
            </a:prstGeom>
            <a:ln w="9525" cap="flat" cmpd="sng">
              <a:solidFill>
                <a:schemeClr val="tx1"/>
              </a:solidFill>
              <a:prstDash val="solid"/>
              <a:headEnd type="triangle" w="med" len="med"/>
              <a:tailEnd type="triangle" w="med" len="med"/>
            </a:ln>
          </p:spPr>
        </p:sp>
        <p:sp>
          <p:nvSpPr>
            <p:cNvPr id="88088" name="Line 18"/>
            <p:cNvSpPr/>
            <p:nvPr/>
          </p:nvSpPr>
          <p:spPr>
            <a:xfrm>
              <a:off x="1680" y="1728"/>
              <a:ext cx="0" cy="192"/>
            </a:xfrm>
            <a:prstGeom prst="line">
              <a:avLst/>
            </a:prstGeom>
            <a:ln w="9525" cap="flat" cmpd="sng">
              <a:solidFill>
                <a:schemeClr val="tx1"/>
              </a:solidFill>
              <a:prstDash val="solid"/>
              <a:headEnd type="triangle" w="med" len="med"/>
              <a:tailEnd type="triangle" w="med" len="med"/>
            </a:ln>
          </p:spPr>
        </p:sp>
        <p:sp>
          <p:nvSpPr>
            <p:cNvPr id="88089" name="Line 19"/>
            <p:cNvSpPr/>
            <p:nvPr/>
          </p:nvSpPr>
          <p:spPr>
            <a:xfrm>
              <a:off x="1680" y="0"/>
              <a:ext cx="0" cy="144"/>
            </a:xfrm>
            <a:prstGeom prst="line">
              <a:avLst/>
            </a:prstGeom>
            <a:ln w="9525" cap="flat" cmpd="sng">
              <a:solidFill>
                <a:schemeClr val="tx1"/>
              </a:solidFill>
              <a:prstDash val="solid"/>
              <a:headEnd type="triangle" w="med" len="med"/>
              <a:tailEnd type="triangle" w="med" len="med"/>
            </a:ln>
          </p:spPr>
        </p:sp>
        <p:sp>
          <p:nvSpPr>
            <p:cNvPr id="88090" name="Line 20"/>
            <p:cNvSpPr/>
            <p:nvPr/>
          </p:nvSpPr>
          <p:spPr>
            <a:xfrm>
              <a:off x="2256" y="0"/>
              <a:ext cx="0" cy="672"/>
            </a:xfrm>
            <a:prstGeom prst="line">
              <a:avLst/>
            </a:prstGeom>
            <a:ln w="9525" cap="flat" cmpd="sng">
              <a:solidFill>
                <a:schemeClr val="tx1"/>
              </a:solidFill>
              <a:prstDash val="solid"/>
              <a:headEnd type="none" w="med" len="med"/>
              <a:tailEnd type="none" w="med" len="med"/>
            </a:ln>
          </p:spPr>
        </p:sp>
        <p:sp>
          <p:nvSpPr>
            <p:cNvPr id="88091" name="Line 21"/>
            <p:cNvSpPr/>
            <p:nvPr/>
          </p:nvSpPr>
          <p:spPr>
            <a:xfrm>
              <a:off x="2256" y="672"/>
              <a:ext cx="192" cy="0"/>
            </a:xfrm>
            <a:prstGeom prst="line">
              <a:avLst/>
            </a:prstGeom>
            <a:ln w="9525" cap="flat" cmpd="sng">
              <a:solidFill>
                <a:schemeClr val="tx1"/>
              </a:solidFill>
              <a:prstDash val="solid"/>
              <a:headEnd type="none" w="med" len="med"/>
              <a:tailEnd type="triangle" w="med" len="med"/>
            </a:ln>
          </p:spPr>
        </p:sp>
        <p:sp>
          <p:nvSpPr>
            <p:cNvPr id="88092" name="Line 22"/>
            <p:cNvSpPr/>
            <p:nvPr/>
          </p:nvSpPr>
          <p:spPr>
            <a:xfrm flipV="1">
              <a:off x="2256" y="1296"/>
              <a:ext cx="0" cy="624"/>
            </a:xfrm>
            <a:prstGeom prst="line">
              <a:avLst/>
            </a:prstGeom>
            <a:ln w="9525" cap="flat" cmpd="sng">
              <a:solidFill>
                <a:schemeClr val="tx1"/>
              </a:solidFill>
              <a:prstDash val="solid"/>
              <a:headEnd type="none" w="med" len="med"/>
              <a:tailEnd type="none" w="med" len="med"/>
            </a:ln>
          </p:spPr>
        </p:sp>
        <p:sp>
          <p:nvSpPr>
            <p:cNvPr id="88093" name="Line 23"/>
            <p:cNvSpPr/>
            <p:nvPr/>
          </p:nvSpPr>
          <p:spPr>
            <a:xfrm>
              <a:off x="2256" y="1296"/>
              <a:ext cx="192" cy="0"/>
            </a:xfrm>
            <a:prstGeom prst="line">
              <a:avLst/>
            </a:prstGeom>
            <a:ln w="9525" cap="flat" cmpd="sng">
              <a:solidFill>
                <a:schemeClr val="tx1"/>
              </a:solidFill>
              <a:prstDash val="solid"/>
              <a:headEnd type="none" w="med" len="med"/>
              <a:tailEnd type="triangle" w="med" len="med"/>
            </a:ln>
          </p:spPr>
        </p:sp>
        <p:sp>
          <p:nvSpPr>
            <p:cNvPr id="88094" name="Line 24"/>
            <p:cNvSpPr/>
            <p:nvPr/>
          </p:nvSpPr>
          <p:spPr>
            <a:xfrm flipV="1">
              <a:off x="3600" y="0"/>
              <a:ext cx="0" cy="720"/>
            </a:xfrm>
            <a:prstGeom prst="line">
              <a:avLst/>
            </a:prstGeom>
            <a:ln w="9525" cap="flat" cmpd="sng">
              <a:solidFill>
                <a:schemeClr val="tx1"/>
              </a:solidFill>
              <a:prstDash val="solid"/>
              <a:headEnd type="none" w="med" len="med"/>
              <a:tailEnd type="triangle" w="med" len="med"/>
            </a:ln>
          </p:spPr>
        </p:sp>
        <p:sp>
          <p:nvSpPr>
            <p:cNvPr id="88095" name="Line 25"/>
            <p:cNvSpPr/>
            <p:nvPr/>
          </p:nvSpPr>
          <p:spPr>
            <a:xfrm>
              <a:off x="3600" y="1104"/>
              <a:ext cx="0" cy="816"/>
            </a:xfrm>
            <a:prstGeom prst="line">
              <a:avLst/>
            </a:prstGeom>
            <a:ln w="9525" cap="flat" cmpd="sng">
              <a:solidFill>
                <a:schemeClr val="tx1"/>
              </a:solidFill>
              <a:prstDash val="solid"/>
              <a:headEnd type="none" w="med" len="med"/>
              <a:tailEnd type="triangle" w="med" len="med"/>
            </a:ln>
          </p:spPr>
        </p:sp>
        <p:sp>
          <p:nvSpPr>
            <p:cNvPr id="88096" name="Text Box 26"/>
            <p:cNvSpPr txBox="1"/>
            <p:nvPr/>
          </p:nvSpPr>
          <p:spPr>
            <a:xfrm>
              <a:off x="2784" y="48"/>
              <a:ext cx="576" cy="231"/>
            </a:xfrm>
            <a:prstGeom prst="rect">
              <a:avLst/>
            </a:prstGeom>
            <a:noFill/>
            <a:ln w="9525">
              <a:noFill/>
            </a:ln>
          </p:spPr>
          <p:txBody>
            <a:bodyPr>
              <a:spAutoFit/>
            </a:bodyPr>
            <a:lstStyle>
              <a:lvl1pPr marL="342900" indent="-342900" algn="l" rtl="0" eaLnBrk="0" fontAlgn="base" hangingPunct="0">
                <a:spcBef>
                  <a:spcPct val="20000"/>
                </a:spcBef>
                <a:spcAft>
                  <a:spcPct val="0"/>
                </a:spcAft>
                <a:buChar char="•"/>
                <a:defRPr sz="3200">
                  <a:solidFill>
                    <a:srgbClr val="666699"/>
                  </a:solidFill>
                  <a:latin typeface="+mn-lt"/>
                  <a:ea typeface="+mn-ea"/>
                  <a:cs typeface="+mn-cs"/>
                </a:defRPr>
              </a:lvl1pPr>
              <a:lvl2pPr marL="742950" indent="-285750" algn="l" rtl="0" eaLnBrk="0" fontAlgn="base" hangingPunct="0">
                <a:spcBef>
                  <a:spcPct val="20000"/>
                </a:spcBef>
                <a:spcAft>
                  <a:spcPct val="0"/>
                </a:spcAft>
                <a:buChar char="–"/>
                <a:defRPr sz="2800">
                  <a:solidFill>
                    <a:srgbClr val="666699"/>
                  </a:solidFill>
                  <a:latin typeface="+mn-lt"/>
                  <a:ea typeface="+mn-ea"/>
                </a:defRPr>
              </a:lvl2pPr>
              <a:lvl3pPr marL="1143000" indent="-228600" algn="l" rtl="0" eaLnBrk="0" fontAlgn="base" hangingPunct="0">
                <a:spcBef>
                  <a:spcPct val="20000"/>
                </a:spcBef>
                <a:spcAft>
                  <a:spcPct val="0"/>
                </a:spcAft>
                <a:buChar char="•"/>
                <a:defRPr sz="2400">
                  <a:solidFill>
                    <a:srgbClr val="666699"/>
                  </a:solidFill>
                  <a:latin typeface="+mn-lt"/>
                  <a:ea typeface="+mn-ea"/>
                </a:defRPr>
              </a:lvl3pPr>
              <a:lvl4pPr marL="1600200" indent="-228600" algn="l" rtl="0" eaLnBrk="0" fontAlgn="base" hangingPunct="0">
                <a:spcBef>
                  <a:spcPct val="20000"/>
                </a:spcBef>
                <a:spcAft>
                  <a:spcPct val="0"/>
                </a:spcAft>
                <a:buChar char="–"/>
                <a:defRPr sz="2000">
                  <a:solidFill>
                    <a:srgbClr val="666699"/>
                  </a:solidFill>
                  <a:latin typeface="+mn-lt"/>
                  <a:ea typeface="+mn-ea"/>
                </a:defRPr>
              </a:lvl4pPr>
              <a:lvl5pPr marL="2057400" indent="-228600" algn="l" rtl="0" eaLnBrk="0" fontAlgn="base" hangingPunct="0">
                <a:spcBef>
                  <a:spcPct val="20000"/>
                </a:spcBef>
                <a:spcAft>
                  <a:spcPct val="0"/>
                </a:spcAft>
                <a:buChar char="»"/>
                <a:defRPr sz="2000">
                  <a:solidFill>
                    <a:srgbClr val="666699"/>
                  </a:solidFill>
                  <a:latin typeface="+mn-lt"/>
                  <a:ea typeface="+mn-ea"/>
                </a:defRPr>
              </a:lvl5pPr>
            </a:lstStyle>
            <a:p>
              <a:pPr marL="0" lvl="0" indent="0" eaLnBrk="1" hangingPunct="1">
                <a:spcBef>
                  <a:spcPct val="50000"/>
                </a:spcBef>
                <a:buNone/>
              </a:pPr>
              <a:r>
                <a:rPr lang="zh-CN" altLang="en-US" sz="1800" dirty="0">
                  <a:solidFill>
                    <a:schemeClr val="tx1"/>
                  </a:solidFill>
                  <a:latin typeface="Tahoma" panose="020B0604030504040204" pitchFamily="34" charset="0"/>
                </a:rPr>
                <a:t>总线1</a:t>
              </a:r>
              <a:endParaRPr lang="zh-CN" altLang="en-US" sz="1800" dirty="0">
                <a:solidFill>
                  <a:schemeClr val="tx1"/>
                </a:solidFill>
                <a:latin typeface="Tahoma" panose="020B0604030504040204" pitchFamily="34" charset="0"/>
              </a:endParaRPr>
            </a:p>
          </p:txBody>
        </p:sp>
        <p:sp>
          <p:nvSpPr>
            <p:cNvPr id="88097" name="Text Box 27"/>
            <p:cNvSpPr txBox="1"/>
            <p:nvPr/>
          </p:nvSpPr>
          <p:spPr>
            <a:xfrm>
              <a:off x="2784" y="1632"/>
              <a:ext cx="576" cy="231"/>
            </a:xfrm>
            <a:prstGeom prst="rect">
              <a:avLst/>
            </a:prstGeom>
            <a:noFill/>
            <a:ln w="9525">
              <a:noFill/>
            </a:ln>
          </p:spPr>
          <p:txBody>
            <a:bodyPr>
              <a:spAutoFit/>
            </a:bodyPr>
            <a:lstStyle>
              <a:lvl1pPr marL="342900" indent="-342900" algn="l" rtl="0" eaLnBrk="0" fontAlgn="base" hangingPunct="0">
                <a:spcBef>
                  <a:spcPct val="20000"/>
                </a:spcBef>
                <a:spcAft>
                  <a:spcPct val="0"/>
                </a:spcAft>
                <a:buChar char="•"/>
                <a:defRPr sz="3200">
                  <a:solidFill>
                    <a:srgbClr val="666699"/>
                  </a:solidFill>
                  <a:latin typeface="+mn-lt"/>
                  <a:ea typeface="+mn-ea"/>
                  <a:cs typeface="+mn-cs"/>
                </a:defRPr>
              </a:lvl1pPr>
              <a:lvl2pPr marL="742950" indent="-285750" algn="l" rtl="0" eaLnBrk="0" fontAlgn="base" hangingPunct="0">
                <a:spcBef>
                  <a:spcPct val="20000"/>
                </a:spcBef>
                <a:spcAft>
                  <a:spcPct val="0"/>
                </a:spcAft>
                <a:buChar char="–"/>
                <a:defRPr sz="2800">
                  <a:solidFill>
                    <a:srgbClr val="666699"/>
                  </a:solidFill>
                  <a:latin typeface="+mn-lt"/>
                  <a:ea typeface="+mn-ea"/>
                </a:defRPr>
              </a:lvl2pPr>
              <a:lvl3pPr marL="1143000" indent="-228600" algn="l" rtl="0" eaLnBrk="0" fontAlgn="base" hangingPunct="0">
                <a:spcBef>
                  <a:spcPct val="20000"/>
                </a:spcBef>
                <a:spcAft>
                  <a:spcPct val="0"/>
                </a:spcAft>
                <a:buChar char="•"/>
                <a:defRPr sz="2400">
                  <a:solidFill>
                    <a:srgbClr val="666699"/>
                  </a:solidFill>
                  <a:latin typeface="+mn-lt"/>
                  <a:ea typeface="+mn-ea"/>
                </a:defRPr>
              </a:lvl3pPr>
              <a:lvl4pPr marL="1600200" indent="-228600" algn="l" rtl="0" eaLnBrk="0" fontAlgn="base" hangingPunct="0">
                <a:spcBef>
                  <a:spcPct val="20000"/>
                </a:spcBef>
                <a:spcAft>
                  <a:spcPct val="0"/>
                </a:spcAft>
                <a:buChar char="–"/>
                <a:defRPr sz="2000">
                  <a:solidFill>
                    <a:srgbClr val="666699"/>
                  </a:solidFill>
                  <a:latin typeface="+mn-lt"/>
                  <a:ea typeface="+mn-ea"/>
                </a:defRPr>
              </a:lvl4pPr>
              <a:lvl5pPr marL="2057400" indent="-228600" algn="l" rtl="0" eaLnBrk="0" fontAlgn="base" hangingPunct="0">
                <a:spcBef>
                  <a:spcPct val="20000"/>
                </a:spcBef>
                <a:spcAft>
                  <a:spcPct val="0"/>
                </a:spcAft>
                <a:buChar char="»"/>
                <a:defRPr sz="2000">
                  <a:solidFill>
                    <a:srgbClr val="666699"/>
                  </a:solidFill>
                  <a:latin typeface="+mn-lt"/>
                  <a:ea typeface="+mn-ea"/>
                </a:defRPr>
              </a:lvl5pPr>
            </a:lstStyle>
            <a:p>
              <a:pPr marL="0" lvl="0" indent="0" eaLnBrk="1" hangingPunct="1">
                <a:spcBef>
                  <a:spcPct val="50000"/>
                </a:spcBef>
                <a:buNone/>
              </a:pPr>
              <a:r>
                <a:rPr lang="zh-CN" altLang="en-US" sz="1800" dirty="0">
                  <a:solidFill>
                    <a:schemeClr val="tx1"/>
                  </a:solidFill>
                  <a:latin typeface="Tahoma" panose="020B0604030504040204" pitchFamily="34" charset="0"/>
                </a:rPr>
                <a:t>总线2</a:t>
              </a:r>
              <a:endParaRPr lang="zh-CN" altLang="en-US" sz="1800" dirty="0">
                <a:solidFill>
                  <a:schemeClr val="tx1"/>
                </a:solidFill>
                <a:latin typeface="Tahoma" panose="020B0604030504040204" pitchFamily="34" charset="0"/>
              </a:endParaRPr>
            </a:p>
          </p:txBody>
        </p:sp>
      </p:grpSp>
      <p:sp>
        <p:nvSpPr>
          <p:cNvPr id="88067" name="Text Box 28"/>
          <p:cNvSpPr txBox="1"/>
          <p:nvPr/>
        </p:nvSpPr>
        <p:spPr>
          <a:xfrm>
            <a:off x="1752600" y="5181600"/>
            <a:ext cx="2895600" cy="1311275"/>
          </a:xfrm>
          <a:prstGeom prst="rect">
            <a:avLst/>
          </a:prstGeom>
          <a:noFill/>
          <a:ln w="9525">
            <a:noFill/>
          </a:ln>
        </p:spPr>
        <p:txBody>
          <a:bodyPr>
            <a:spAutoFit/>
          </a:bodyPr>
          <a:lstStyle>
            <a:lvl1pPr marL="342900" indent="-342900" algn="l" rtl="0" eaLnBrk="0" fontAlgn="base" hangingPunct="0">
              <a:spcBef>
                <a:spcPct val="20000"/>
              </a:spcBef>
              <a:spcAft>
                <a:spcPct val="0"/>
              </a:spcAft>
              <a:buChar char="•"/>
              <a:defRPr sz="3200">
                <a:solidFill>
                  <a:srgbClr val="666699"/>
                </a:solidFill>
                <a:latin typeface="+mn-lt"/>
                <a:ea typeface="+mn-ea"/>
                <a:cs typeface="+mn-cs"/>
              </a:defRPr>
            </a:lvl1pPr>
            <a:lvl2pPr marL="742950" indent="-285750" algn="l" rtl="0" eaLnBrk="0" fontAlgn="base" hangingPunct="0">
              <a:spcBef>
                <a:spcPct val="20000"/>
              </a:spcBef>
              <a:spcAft>
                <a:spcPct val="0"/>
              </a:spcAft>
              <a:buChar char="–"/>
              <a:defRPr sz="2800">
                <a:solidFill>
                  <a:srgbClr val="666699"/>
                </a:solidFill>
                <a:latin typeface="+mn-lt"/>
                <a:ea typeface="+mn-ea"/>
              </a:defRPr>
            </a:lvl2pPr>
            <a:lvl3pPr marL="1143000" indent="-228600" algn="l" rtl="0" eaLnBrk="0" fontAlgn="base" hangingPunct="0">
              <a:spcBef>
                <a:spcPct val="20000"/>
              </a:spcBef>
              <a:spcAft>
                <a:spcPct val="0"/>
              </a:spcAft>
              <a:buChar char="•"/>
              <a:defRPr sz="2400">
                <a:solidFill>
                  <a:srgbClr val="666699"/>
                </a:solidFill>
                <a:latin typeface="+mn-lt"/>
                <a:ea typeface="+mn-ea"/>
              </a:defRPr>
            </a:lvl3pPr>
            <a:lvl4pPr marL="1600200" indent="-228600" algn="l" rtl="0" eaLnBrk="0" fontAlgn="base" hangingPunct="0">
              <a:spcBef>
                <a:spcPct val="20000"/>
              </a:spcBef>
              <a:spcAft>
                <a:spcPct val="0"/>
              </a:spcAft>
              <a:buChar char="–"/>
              <a:defRPr sz="2000">
                <a:solidFill>
                  <a:srgbClr val="666699"/>
                </a:solidFill>
                <a:latin typeface="+mn-lt"/>
                <a:ea typeface="+mn-ea"/>
              </a:defRPr>
            </a:lvl4pPr>
            <a:lvl5pPr marL="2057400" indent="-228600" algn="l" rtl="0" eaLnBrk="0" fontAlgn="base" hangingPunct="0">
              <a:spcBef>
                <a:spcPct val="20000"/>
              </a:spcBef>
              <a:spcAft>
                <a:spcPct val="0"/>
              </a:spcAft>
              <a:buChar char="»"/>
              <a:defRPr sz="2000">
                <a:solidFill>
                  <a:srgbClr val="666699"/>
                </a:solidFill>
                <a:latin typeface="+mn-lt"/>
                <a:ea typeface="+mn-ea"/>
              </a:defRPr>
            </a:lvl5pPr>
          </a:lstStyle>
          <a:p>
            <a:pPr marL="0" lvl="0" indent="0" eaLnBrk="1" hangingPunct="1">
              <a:spcBef>
                <a:spcPct val="50000"/>
              </a:spcBef>
              <a:buNone/>
            </a:pPr>
            <a:r>
              <a:rPr lang="zh-CN" altLang="en-US" sz="2000" dirty="0">
                <a:solidFill>
                  <a:schemeClr val="tx1"/>
                </a:solidFill>
                <a:latin typeface="Tahoma" panose="020B0604030504040204" pitchFamily="34" charset="0"/>
              </a:rPr>
              <a:t>      </a:t>
            </a:r>
            <a:r>
              <a:rPr lang="zh-CN" altLang="en-US" sz="2000" b="1" dirty="0">
                <a:solidFill>
                  <a:schemeClr val="tx1"/>
                </a:solidFill>
                <a:latin typeface="楷体_GB2312" pitchFamily="1" charset="-122"/>
                <a:ea typeface="楷体_GB2312" pitchFamily="1" charset="-122"/>
              </a:rPr>
              <a:t>两个操作数同时加到ALU进行运算，只需要一次操作控制，而且马上得到运算结果。</a:t>
            </a:r>
            <a:endParaRPr lang="zh-CN" altLang="en-US" sz="2000" b="1" dirty="0">
              <a:solidFill>
                <a:schemeClr val="tx1"/>
              </a:solidFill>
              <a:latin typeface="楷体_GB2312" pitchFamily="1" charset="-122"/>
              <a:ea typeface="楷体_GB2312" pitchFamily="1" charset="-122"/>
            </a:endParaRPr>
          </a:p>
        </p:txBody>
      </p:sp>
      <p:sp>
        <p:nvSpPr>
          <p:cNvPr id="88068" name="Text Box 29"/>
          <p:cNvSpPr txBox="1"/>
          <p:nvPr/>
        </p:nvSpPr>
        <p:spPr>
          <a:xfrm>
            <a:off x="4572000" y="5181600"/>
            <a:ext cx="4464050" cy="1311275"/>
          </a:xfrm>
          <a:prstGeom prst="rect">
            <a:avLst/>
          </a:prstGeom>
          <a:noFill/>
          <a:ln w="9525">
            <a:noFill/>
          </a:ln>
        </p:spPr>
        <p:txBody>
          <a:bodyPr>
            <a:spAutoFit/>
          </a:bodyPr>
          <a:lstStyle>
            <a:lvl1pPr marL="342900" indent="-342900" algn="l" rtl="0" eaLnBrk="0" fontAlgn="base" hangingPunct="0">
              <a:spcBef>
                <a:spcPct val="20000"/>
              </a:spcBef>
              <a:spcAft>
                <a:spcPct val="0"/>
              </a:spcAft>
              <a:buChar char="•"/>
              <a:defRPr sz="3200">
                <a:solidFill>
                  <a:srgbClr val="666699"/>
                </a:solidFill>
                <a:latin typeface="+mn-lt"/>
                <a:ea typeface="+mn-ea"/>
                <a:cs typeface="+mn-cs"/>
              </a:defRPr>
            </a:lvl1pPr>
            <a:lvl2pPr marL="742950" indent="-285750" algn="l" rtl="0" eaLnBrk="0" fontAlgn="base" hangingPunct="0">
              <a:spcBef>
                <a:spcPct val="20000"/>
              </a:spcBef>
              <a:spcAft>
                <a:spcPct val="0"/>
              </a:spcAft>
              <a:buChar char="–"/>
              <a:defRPr sz="2800">
                <a:solidFill>
                  <a:srgbClr val="666699"/>
                </a:solidFill>
                <a:latin typeface="+mn-lt"/>
                <a:ea typeface="+mn-ea"/>
              </a:defRPr>
            </a:lvl2pPr>
            <a:lvl3pPr marL="1143000" indent="-228600" algn="l" rtl="0" eaLnBrk="0" fontAlgn="base" hangingPunct="0">
              <a:spcBef>
                <a:spcPct val="20000"/>
              </a:spcBef>
              <a:spcAft>
                <a:spcPct val="0"/>
              </a:spcAft>
              <a:buChar char="•"/>
              <a:defRPr sz="2400">
                <a:solidFill>
                  <a:srgbClr val="666699"/>
                </a:solidFill>
                <a:latin typeface="+mn-lt"/>
                <a:ea typeface="+mn-ea"/>
              </a:defRPr>
            </a:lvl3pPr>
            <a:lvl4pPr marL="1600200" indent="-228600" algn="l" rtl="0" eaLnBrk="0" fontAlgn="base" hangingPunct="0">
              <a:spcBef>
                <a:spcPct val="20000"/>
              </a:spcBef>
              <a:spcAft>
                <a:spcPct val="0"/>
              </a:spcAft>
              <a:buChar char="–"/>
              <a:defRPr sz="2000">
                <a:solidFill>
                  <a:srgbClr val="666699"/>
                </a:solidFill>
                <a:latin typeface="+mn-lt"/>
                <a:ea typeface="+mn-ea"/>
              </a:defRPr>
            </a:lvl4pPr>
            <a:lvl5pPr marL="2057400" indent="-228600" algn="l" rtl="0" eaLnBrk="0" fontAlgn="base" hangingPunct="0">
              <a:spcBef>
                <a:spcPct val="20000"/>
              </a:spcBef>
              <a:spcAft>
                <a:spcPct val="0"/>
              </a:spcAft>
              <a:buChar char="»"/>
              <a:defRPr sz="2000">
                <a:solidFill>
                  <a:srgbClr val="666699"/>
                </a:solidFill>
                <a:latin typeface="+mn-lt"/>
                <a:ea typeface="+mn-ea"/>
              </a:defRPr>
            </a:lvl5pPr>
          </a:lstStyle>
          <a:p>
            <a:pPr marL="0" lvl="0" indent="0" eaLnBrk="1" hangingPunct="1">
              <a:spcBef>
                <a:spcPct val="50000"/>
              </a:spcBef>
              <a:buNone/>
            </a:pPr>
            <a:r>
              <a:rPr lang="zh-CN" altLang="en-US" sz="1800" dirty="0">
                <a:solidFill>
                  <a:schemeClr val="tx1"/>
                </a:solidFill>
                <a:latin typeface="Tahoma" panose="020B0604030504040204" pitchFamily="34" charset="0"/>
              </a:rPr>
              <a:t>     </a:t>
            </a:r>
            <a:r>
              <a:rPr lang="zh-CN" altLang="en-US" sz="2000" b="1" dirty="0">
                <a:solidFill>
                  <a:schemeClr val="tx1"/>
                </a:solidFill>
                <a:latin typeface="楷体_GB2312" pitchFamily="1" charset="-122"/>
                <a:ea typeface="楷体_GB2312" pitchFamily="1" charset="-122"/>
              </a:rPr>
              <a:t>ALU的输出不能直接加到总线上去，这是因为，当形成操作结构的输出时，两条总线都被输入数据占据，因而必须在ALU的输出端设置缓冲器。</a:t>
            </a:r>
            <a:endParaRPr lang="zh-CN" altLang="en-US" sz="2000" dirty="0">
              <a:solidFill>
                <a:schemeClr val="tx1"/>
              </a:solidFill>
              <a:latin typeface="楷体_GB2312" pitchFamily="1" charset="-122"/>
              <a:ea typeface="楷体_GB2312" pitchFamily="1" charset="-122"/>
            </a:endParaRPr>
          </a:p>
        </p:txBody>
      </p:sp>
      <p:sp>
        <p:nvSpPr>
          <p:cNvPr id="88069" name="Text Box 30"/>
          <p:cNvSpPr>
            <a:spLocks noGrp="1"/>
          </p:cNvSpPr>
          <p:nvPr>
            <p:ph type="title"/>
          </p:nvPr>
        </p:nvSpPr>
        <p:spPr>
          <a:xfrm>
            <a:off x="684213" y="1125538"/>
            <a:ext cx="5334000" cy="533400"/>
          </a:xfrm>
          <a:ln/>
        </p:spPr>
        <p:txBody>
          <a:bodyPr vert="horz" wrap="square" lIns="91440" tIns="45720" rIns="91440" bIns="45720" anchor="b" anchorCtr="0"/>
          <a:p>
            <a:pPr algn="l" eaLnBrk="1" hangingPunct="1">
              <a:spcBef>
                <a:spcPct val="50000"/>
              </a:spcBef>
            </a:pPr>
            <a:r>
              <a:rPr lang="zh-CN" altLang="en-US" sz="2400" dirty="0">
                <a:solidFill>
                  <a:schemeClr val="tx1"/>
                </a:solidFill>
                <a:latin typeface="Tahoma" panose="020B0604030504040204" pitchFamily="34" charset="0"/>
              </a:rPr>
              <a:t>2.</a:t>
            </a:r>
            <a:r>
              <a:rPr lang="zh-CN" altLang="en-US" sz="2800" dirty="0">
                <a:solidFill>
                  <a:schemeClr val="tx1"/>
                </a:solidFill>
                <a:latin typeface="Tahoma" panose="020B0604030504040204" pitchFamily="34" charset="0"/>
              </a:rPr>
              <a:t>双总线结构的运算器</a:t>
            </a:r>
            <a:endParaRPr lang="zh-CN" altLang="en-US" sz="2800" dirty="0">
              <a:solidFill>
                <a:schemeClr val="tx1"/>
              </a:solidFill>
              <a:latin typeface="Tahoma" panose="020B0604030504040204" pitchFamily="34" charset="0"/>
            </a:endParaRPr>
          </a:p>
        </p:txBody>
      </p:sp>
      <p:sp>
        <p:nvSpPr>
          <p:cNvPr id="88070" name="Rectangle 31"/>
          <p:cNvSpPr/>
          <p:nvPr/>
        </p:nvSpPr>
        <p:spPr>
          <a:xfrm>
            <a:off x="1763713" y="5181600"/>
            <a:ext cx="2808287" cy="1343025"/>
          </a:xfrm>
          <a:prstGeom prst="rect">
            <a:avLst/>
          </a:prstGeom>
          <a:noFill/>
          <a:ln w="28575" cap="flat" cmpd="sng">
            <a:solidFill>
              <a:srgbClr val="FF6600"/>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buChar char="•"/>
              <a:defRPr sz="3200">
                <a:solidFill>
                  <a:srgbClr val="666699"/>
                </a:solidFill>
                <a:latin typeface="+mn-lt"/>
                <a:ea typeface="+mn-ea"/>
                <a:cs typeface="+mn-cs"/>
              </a:defRPr>
            </a:lvl1pPr>
            <a:lvl2pPr marL="742950" indent="-285750" algn="l" rtl="0" eaLnBrk="0" fontAlgn="base" hangingPunct="0">
              <a:spcBef>
                <a:spcPct val="20000"/>
              </a:spcBef>
              <a:spcAft>
                <a:spcPct val="0"/>
              </a:spcAft>
              <a:buChar char="–"/>
              <a:defRPr sz="2800">
                <a:solidFill>
                  <a:srgbClr val="666699"/>
                </a:solidFill>
                <a:latin typeface="+mn-lt"/>
                <a:ea typeface="+mn-ea"/>
              </a:defRPr>
            </a:lvl2pPr>
            <a:lvl3pPr marL="1143000" indent="-228600" algn="l" rtl="0" eaLnBrk="0" fontAlgn="base" hangingPunct="0">
              <a:spcBef>
                <a:spcPct val="20000"/>
              </a:spcBef>
              <a:spcAft>
                <a:spcPct val="0"/>
              </a:spcAft>
              <a:buChar char="•"/>
              <a:defRPr sz="2400">
                <a:solidFill>
                  <a:srgbClr val="666699"/>
                </a:solidFill>
                <a:latin typeface="+mn-lt"/>
                <a:ea typeface="+mn-ea"/>
              </a:defRPr>
            </a:lvl3pPr>
            <a:lvl4pPr marL="1600200" indent="-228600" algn="l" rtl="0" eaLnBrk="0" fontAlgn="base" hangingPunct="0">
              <a:spcBef>
                <a:spcPct val="20000"/>
              </a:spcBef>
              <a:spcAft>
                <a:spcPct val="0"/>
              </a:spcAft>
              <a:buChar char="–"/>
              <a:defRPr sz="2000">
                <a:solidFill>
                  <a:srgbClr val="666699"/>
                </a:solidFill>
                <a:latin typeface="+mn-lt"/>
                <a:ea typeface="+mn-ea"/>
              </a:defRPr>
            </a:lvl4pPr>
            <a:lvl5pPr marL="2057400" indent="-228600" algn="l" rtl="0" eaLnBrk="0" fontAlgn="base" hangingPunct="0">
              <a:spcBef>
                <a:spcPct val="20000"/>
              </a:spcBef>
              <a:spcAft>
                <a:spcPct val="0"/>
              </a:spcAft>
              <a:buChar char="»"/>
              <a:defRPr sz="2000">
                <a:solidFill>
                  <a:srgbClr val="666699"/>
                </a:solidFill>
                <a:latin typeface="+mn-lt"/>
                <a:ea typeface="+mn-ea"/>
              </a:defRPr>
            </a:lvl5pPr>
          </a:lstStyle>
          <a:p>
            <a:pPr marL="0" lvl="0" indent="0" eaLnBrk="1" hangingPunct="1">
              <a:spcBef>
                <a:spcPct val="0"/>
              </a:spcBef>
              <a:buNone/>
            </a:pPr>
            <a:endParaRPr lang="zh-CN" altLang="en-US" sz="2400" dirty="0">
              <a:solidFill>
                <a:schemeClr val="tx1"/>
              </a:solidFill>
            </a:endParaRPr>
          </a:p>
        </p:txBody>
      </p:sp>
      <p:sp>
        <p:nvSpPr>
          <p:cNvPr id="88071" name="Rectangle 32"/>
          <p:cNvSpPr/>
          <p:nvPr/>
        </p:nvSpPr>
        <p:spPr>
          <a:xfrm>
            <a:off x="4643438" y="5181600"/>
            <a:ext cx="4249737" cy="1343025"/>
          </a:xfrm>
          <a:prstGeom prst="rect">
            <a:avLst/>
          </a:prstGeom>
          <a:noFill/>
          <a:ln w="28575" cap="flat" cmpd="sng">
            <a:solidFill>
              <a:srgbClr val="FF6600"/>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buChar char="•"/>
              <a:defRPr sz="3200">
                <a:solidFill>
                  <a:srgbClr val="666699"/>
                </a:solidFill>
                <a:latin typeface="+mn-lt"/>
                <a:ea typeface="+mn-ea"/>
                <a:cs typeface="+mn-cs"/>
              </a:defRPr>
            </a:lvl1pPr>
            <a:lvl2pPr marL="742950" indent="-285750" algn="l" rtl="0" eaLnBrk="0" fontAlgn="base" hangingPunct="0">
              <a:spcBef>
                <a:spcPct val="20000"/>
              </a:spcBef>
              <a:spcAft>
                <a:spcPct val="0"/>
              </a:spcAft>
              <a:buChar char="–"/>
              <a:defRPr sz="2800">
                <a:solidFill>
                  <a:srgbClr val="666699"/>
                </a:solidFill>
                <a:latin typeface="+mn-lt"/>
                <a:ea typeface="+mn-ea"/>
              </a:defRPr>
            </a:lvl2pPr>
            <a:lvl3pPr marL="1143000" indent="-228600" algn="l" rtl="0" eaLnBrk="0" fontAlgn="base" hangingPunct="0">
              <a:spcBef>
                <a:spcPct val="20000"/>
              </a:spcBef>
              <a:spcAft>
                <a:spcPct val="0"/>
              </a:spcAft>
              <a:buChar char="•"/>
              <a:defRPr sz="2400">
                <a:solidFill>
                  <a:srgbClr val="666699"/>
                </a:solidFill>
                <a:latin typeface="+mn-lt"/>
                <a:ea typeface="+mn-ea"/>
              </a:defRPr>
            </a:lvl3pPr>
            <a:lvl4pPr marL="1600200" indent="-228600" algn="l" rtl="0" eaLnBrk="0" fontAlgn="base" hangingPunct="0">
              <a:spcBef>
                <a:spcPct val="20000"/>
              </a:spcBef>
              <a:spcAft>
                <a:spcPct val="0"/>
              </a:spcAft>
              <a:buChar char="–"/>
              <a:defRPr sz="2000">
                <a:solidFill>
                  <a:srgbClr val="666699"/>
                </a:solidFill>
                <a:latin typeface="+mn-lt"/>
                <a:ea typeface="+mn-ea"/>
              </a:defRPr>
            </a:lvl4pPr>
            <a:lvl5pPr marL="2057400" indent="-228600" algn="l" rtl="0" eaLnBrk="0" fontAlgn="base" hangingPunct="0">
              <a:spcBef>
                <a:spcPct val="20000"/>
              </a:spcBef>
              <a:spcAft>
                <a:spcPct val="0"/>
              </a:spcAft>
              <a:buChar char="»"/>
              <a:defRPr sz="2000">
                <a:solidFill>
                  <a:srgbClr val="666699"/>
                </a:solidFill>
                <a:latin typeface="+mn-lt"/>
                <a:ea typeface="+mn-ea"/>
              </a:defRPr>
            </a:lvl5pPr>
          </a:lstStyle>
          <a:p>
            <a:pPr marL="0" lvl="0" indent="0" eaLnBrk="1" hangingPunct="1">
              <a:spcBef>
                <a:spcPct val="0"/>
              </a:spcBef>
              <a:buNone/>
            </a:pPr>
            <a:endParaRPr lang="zh-CN" altLang="en-US" sz="2400" dirty="0">
              <a:solidFill>
                <a:schemeClr val="tx1"/>
              </a:solidFill>
            </a:endParaRPr>
          </a:p>
        </p:txBody>
      </p:sp>
      <p:sp>
        <p:nvSpPr>
          <p:cNvPr id="88072" name="Text Box 33"/>
          <p:cNvSpPr txBox="1"/>
          <p:nvPr/>
        </p:nvSpPr>
        <p:spPr>
          <a:xfrm>
            <a:off x="1187450" y="333375"/>
            <a:ext cx="6172200" cy="639763"/>
          </a:xfrm>
          <a:prstGeom prst="rect">
            <a:avLst/>
          </a:prstGeom>
          <a:noFill/>
          <a:ln w="9525">
            <a:noFill/>
          </a:ln>
        </p:spPr>
        <p:txBody>
          <a:bodyPr>
            <a:spAutoFit/>
          </a:bodyPr>
          <a:lstStyle>
            <a:lvl1pPr marL="342900" indent="-342900" algn="l" rtl="0" eaLnBrk="0" fontAlgn="base" hangingPunct="0">
              <a:spcBef>
                <a:spcPct val="20000"/>
              </a:spcBef>
              <a:spcAft>
                <a:spcPct val="0"/>
              </a:spcAft>
              <a:buChar char="•"/>
              <a:defRPr sz="3200">
                <a:solidFill>
                  <a:srgbClr val="666699"/>
                </a:solidFill>
                <a:latin typeface="+mn-lt"/>
                <a:ea typeface="+mn-ea"/>
                <a:cs typeface="+mn-cs"/>
              </a:defRPr>
            </a:lvl1pPr>
            <a:lvl2pPr marL="742950" indent="-285750" algn="l" rtl="0" eaLnBrk="0" fontAlgn="base" hangingPunct="0">
              <a:spcBef>
                <a:spcPct val="20000"/>
              </a:spcBef>
              <a:spcAft>
                <a:spcPct val="0"/>
              </a:spcAft>
              <a:buChar char="–"/>
              <a:defRPr sz="2800">
                <a:solidFill>
                  <a:srgbClr val="666699"/>
                </a:solidFill>
                <a:latin typeface="+mn-lt"/>
                <a:ea typeface="+mn-ea"/>
              </a:defRPr>
            </a:lvl2pPr>
            <a:lvl3pPr marL="1143000" indent="-228600" algn="l" rtl="0" eaLnBrk="0" fontAlgn="base" hangingPunct="0">
              <a:spcBef>
                <a:spcPct val="20000"/>
              </a:spcBef>
              <a:spcAft>
                <a:spcPct val="0"/>
              </a:spcAft>
              <a:buChar char="•"/>
              <a:defRPr sz="2400">
                <a:solidFill>
                  <a:srgbClr val="666699"/>
                </a:solidFill>
                <a:latin typeface="+mn-lt"/>
                <a:ea typeface="+mn-ea"/>
              </a:defRPr>
            </a:lvl3pPr>
            <a:lvl4pPr marL="1600200" indent="-228600" algn="l" rtl="0" eaLnBrk="0" fontAlgn="base" hangingPunct="0">
              <a:spcBef>
                <a:spcPct val="20000"/>
              </a:spcBef>
              <a:spcAft>
                <a:spcPct val="0"/>
              </a:spcAft>
              <a:buChar char="–"/>
              <a:defRPr sz="2000">
                <a:solidFill>
                  <a:srgbClr val="666699"/>
                </a:solidFill>
                <a:latin typeface="+mn-lt"/>
                <a:ea typeface="+mn-ea"/>
              </a:defRPr>
            </a:lvl4pPr>
            <a:lvl5pPr marL="2057400" indent="-228600" algn="l" rtl="0" eaLnBrk="0" fontAlgn="base" hangingPunct="0">
              <a:spcBef>
                <a:spcPct val="20000"/>
              </a:spcBef>
              <a:spcAft>
                <a:spcPct val="0"/>
              </a:spcAft>
              <a:buChar char="»"/>
              <a:defRPr sz="2000">
                <a:solidFill>
                  <a:srgbClr val="666699"/>
                </a:solidFill>
                <a:latin typeface="+mn-lt"/>
                <a:ea typeface="+mn-ea"/>
              </a:defRPr>
            </a:lvl5pPr>
          </a:lstStyle>
          <a:p>
            <a:pPr marL="0" lvl="0" indent="0" eaLnBrk="1" hangingPunct="1">
              <a:spcBef>
                <a:spcPct val="50000"/>
              </a:spcBef>
              <a:buNone/>
            </a:pPr>
            <a:r>
              <a:rPr lang="zh-CN" altLang="en-US" sz="3600" b="1" dirty="0">
                <a:solidFill>
                  <a:schemeClr val="tx2"/>
                </a:solidFill>
                <a:latin typeface="隶书" panose="02010509060101010101" pitchFamily="49" charset="-122"/>
                <a:ea typeface="隶书" panose="02010509060101010101" pitchFamily="49" charset="-122"/>
              </a:rPr>
              <a:t>定点运算器的基本结构</a:t>
            </a:r>
            <a:endParaRPr lang="zh-CN" altLang="en-US" sz="3600" b="1" dirty="0">
              <a:solidFill>
                <a:schemeClr val="tx2"/>
              </a:solidFill>
              <a:latin typeface="隶书" panose="02010509060101010101" pitchFamily="49" charset="-122"/>
              <a:ea typeface="隶书" panose="02010509060101010101" pitchFamily="49" charset="-122"/>
            </a:endParaRPr>
          </a:p>
        </p:txBody>
      </p:sp>
    </p:spTree>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9090" name="Rectangle 2"/>
          <p:cNvSpPr>
            <a:spLocks noGrp="1"/>
          </p:cNvSpPr>
          <p:nvPr>
            <p:ph type="title"/>
          </p:nvPr>
        </p:nvSpPr>
        <p:spPr>
          <a:xfrm>
            <a:off x="252413" y="260350"/>
            <a:ext cx="7772400" cy="838200"/>
          </a:xfrm>
          <a:ln/>
        </p:spPr>
        <p:txBody>
          <a:bodyPr vert="horz" wrap="square" lIns="91440" tIns="45720" rIns="91440" bIns="45720" anchor="ctr" anchorCtr="0"/>
          <a:p>
            <a:pPr eaLnBrk="1" hangingPunct="1"/>
            <a:r>
              <a:rPr lang="zh-CN" altLang="en-US" dirty="0"/>
              <a:t>定点运算器的基本结构</a:t>
            </a:r>
            <a:endParaRPr lang="zh-CN" altLang="en-US" dirty="0"/>
          </a:p>
        </p:txBody>
      </p:sp>
      <p:grpSp>
        <p:nvGrpSpPr>
          <p:cNvPr id="89091" name="Group 3"/>
          <p:cNvGrpSpPr/>
          <p:nvPr/>
        </p:nvGrpSpPr>
        <p:grpSpPr>
          <a:xfrm>
            <a:off x="1600200" y="1752600"/>
            <a:ext cx="5791200" cy="2667000"/>
            <a:chOff x="0" y="0"/>
            <a:chExt cx="3648" cy="1680"/>
          </a:xfrm>
        </p:grpSpPr>
        <p:sp>
          <p:nvSpPr>
            <p:cNvPr id="89095" name="Rectangle 4"/>
            <p:cNvSpPr/>
            <p:nvPr/>
          </p:nvSpPr>
          <p:spPr>
            <a:xfrm>
              <a:off x="2736" y="816"/>
              <a:ext cx="576" cy="480"/>
            </a:xfrm>
            <a:prstGeom prst="rect">
              <a:avLst/>
            </a:prstGeom>
            <a:solidFill>
              <a:srgbClr val="FFFF99"/>
            </a:solidFill>
            <a:ln w="9525" cap="flat" cmpd="sng">
              <a:solidFill>
                <a:schemeClr val="tx1"/>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buChar char="•"/>
                <a:defRPr sz="3200">
                  <a:solidFill>
                    <a:srgbClr val="666699"/>
                  </a:solidFill>
                  <a:latin typeface="+mn-lt"/>
                  <a:ea typeface="+mn-ea"/>
                  <a:cs typeface="+mn-cs"/>
                </a:defRPr>
              </a:lvl1pPr>
              <a:lvl2pPr marL="742950" indent="-285750" algn="l" rtl="0" eaLnBrk="0" fontAlgn="base" hangingPunct="0">
                <a:spcBef>
                  <a:spcPct val="20000"/>
                </a:spcBef>
                <a:spcAft>
                  <a:spcPct val="0"/>
                </a:spcAft>
                <a:buChar char="–"/>
                <a:defRPr sz="2800">
                  <a:solidFill>
                    <a:srgbClr val="666699"/>
                  </a:solidFill>
                  <a:latin typeface="+mn-lt"/>
                  <a:ea typeface="+mn-ea"/>
                </a:defRPr>
              </a:lvl2pPr>
              <a:lvl3pPr marL="1143000" indent="-228600" algn="l" rtl="0" eaLnBrk="0" fontAlgn="base" hangingPunct="0">
                <a:spcBef>
                  <a:spcPct val="20000"/>
                </a:spcBef>
                <a:spcAft>
                  <a:spcPct val="0"/>
                </a:spcAft>
                <a:buChar char="•"/>
                <a:defRPr sz="2400">
                  <a:solidFill>
                    <a:srgbClr val="666699"/>
                  </a:solidFill>
                  <a:latin typeface="+mn-lt"/>
                  <a:ea typeface="+mn-ea"/>
                </a:defRPr>
              </a:lvl3pPr>
              <a:lvl4pPr marL="1600200" indent="-228600" algn="l" rtl="0" eaLnBrk="0" fontAlgn="base" hangingPunct="0">
                <a:spcBef>
                  <a:spcPct val="20000"/>
                </a:spcBef>
                <a:spcAft>
                  <a:spcPct val="0"/>
                </a:spcAft>
                <a:buChar char="–"/>
                <a:defRPr sz="2000">
                  <a:solidFill>
                    <a:srgbClr val="666699"/>
                  </a:solidFill>
                  <a:latin typeface="+mn-lt"/>
                  <a:ea typeface="+mn-ea"/>
                </a:defRPr>
              </a:lvl4pPr>
              <a:lvl5pPr marL="2057400" indent="-228600" algn="l" rtl="0" eaLnBrk="0" fontAlgn="base" hangingPunct="0">
                <a:spcBef>
                  <a:spcPct val="20000"/>
                </a:spcBef>
                <a:spcAft>
                  <a:spcPct val="0"/>
                </a:spcAft>
                <a:buChar char="»"/>
                <a:defRPr sz="2000">
                  <a:solidFill>
                    <a:srgbClr val="666699"/>
                  </a:solidFill>
                  <a:latin typeface="+mn-lt"/>
                  <a:ea typeface="+mn-ea"/>
                </a:defRPr>
              </a:lvl5pPr>
            </a:lstStyle>
            <a:p>
              <a:pPr marL="0" lvl="0" indent="0" eaLnBrk="1" hangingPunct="1">
                <a:spcBef>
                  <a:spcPct val="0"/>
                </a:spcBef>
                <a:buNone/>
              </a:pPr>
              <a:endParaRPr lang="zh-CN" altLang="en-US" sz="2400" dirty="0">
                <a:solidFill>
                  <a:schemeClr val="tx1"/>
                </a:solidFill>
              </a:endParaRPr>
            </a:p>
          </p:txBody>
        </p:sp>
        <p:sp>
          <p:nvSpPr>
            <p:cNvPr id="89096" name="Rectangle 5"/>
            <p:cNvSpPr/>
            <p:nvPr/>
          </p:nvSpPr>
          <p:spPr>
            <a:xfrm>
              <a:off x="2016" y="816"/>
              <a:ext cx="576" cy="480"/>
            </a:xfrm>
            <a:prstGeom prst="rect">
              <a:avLst/>
            </a:prstGeom>
            <a:solidFill>
              <a:srgbClr val="FFCCFF"/>
            </a:solidFill>
            <a:ln w="9525" cap="flat" cmpd="sng">
              <a:solidFill>
                <a:schemeClr val="tx1"/>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buChar char="•"/>
                <a:defRPr sz="3200">
                  <a:solidFill>
                    <a:srgbClr val="666699"/>
                  </a:solidFill>
                  <a:latin typeface="+mn-lt"/>
                  <a:ea typeface="+mn-ea"/>
                  <a:cs typeface="+mn-cs"/>
                </a:defRPr>
              </a:lvl1pPr>
              <a:lvl2pPr marL="742950" indent="-285750" algn="l" rtl="0" eaLnBrk="0" fontAlgn="base" hangingPunct="0">
                <a:spcBef>
                  <a:spcPct val="20000"/>
                </a:spcBef>
                <a:spcAft>
                  <a:spcPct val="0"/>
                </a:spcAft>
                <a:buChar char="–"/>
                <a:defRPr sz="2800">
                  <a:solidFill>
                    <a:srgbClr val="666699"/>
                  </a:solidFill>
                  <a:latin typeface="+mn-lt"/>
                  <a:ea typeface="+mn-ea"/>
                </a:defRPr>
              </a:lvl2pPr>
              <a:lvl3pPr marL="1143000" indent="-228600" algn="l" rtl="0" eaLnBrk="0" fontAlgn="base" hangingPunct="0">
                <a:spcBef>
                  <a:spcPct val="20000"/>
                </a:spcBef>
                <a:spcAft>
                  <a:spcPct val="0"/>
                </a:spcAft>
                <a:buChar char="•"/>
                <a:defRPr sz="2400">
                  <a:solidFill>
                    <a:srgbClr val="666699"/>
                  </a:solidFill>
                  <a:latin typeface="+mn-lt"/>
                  <a:ea typeface="+mn-ea"/>
                </a:defRPr>
              </a:lvl3pPr>
              <a:lvl4pPr marL="1600200" indent="-228600" algn="l" rtl="0" eaLnBrk="0" fontAlgn="base" hangingPunct="0">
                <a:spcBef>
                  <a:spcPct val="20000"/>
                </a:spcBef>
                <a:spcAft>
                  <a:spcPct val="0"/>
                </a:spcAft>
                <a:buChar char="–"/>
                <a:defRPr sz="2000">
                  <a:solidFill>
                    <a:srgbClr val="666699"/>
                  </a:solidFill>
                  <a:latin typeface="+mn-lt"/>
                  <a:ea typeface="+mn-ea"/>
                </a:defRPr>
              </a:lvl4pPr>
              <a:lvl5pPr marL="2057400" indent="-228600" algn="l" rtl="0" eaLnBrk="0" fontAlgn="base" hangingPunct="0">
                <a:spcBef>
                  <a:spcPct val="20000"/>
                </a:spcBef>
                <a:spcAft>
                  <a:spcPct val="0"/>
                </a:spcAft>
                <a:buChar char="»"/>
                <a:defRPr sz="2000">
                  <a:solidFill>
                    <a:srgbClr val="666699"/>
                  </a:solidFill>
                  <a:latin typeface="+mn-lt"/>
                  <a:ea typeface="+mn-ea"/>
                </a:defRPr>
              </a:lvl5pPr>
            </a:lstStyle>
            <a:p>
              <a:pPr marL="0" lvl="0" indent="0" eaLnBrk="1" hangingPunct="1">
                <a:spcBef>
                  <a:spcPct val="0"/>
                </a:spcBef>
                <a:buNone/>
              </a:pPr>
              <a:endParaRPr lang="zh-CN" altLang="en-US" sz="2400" dirty="0">
                <a:solidFill>
                  <a:schemeClr val="tx1"/>
                </a:solidFill>
              </a:endParaRPr>
            </a:p>
          </p:txBody>
        </p:sp>
        <p:sp>
          <p:nvSpPr>
            <p:cNvPr id="89097" name="Rectangle 6"/>
            <p:cNvSpPr/>
            <p:nvPr/>
          </p:nvSpPr>
          <p:spPr>
            <a:xfrm>
              <a:off x="480" y="816"/>
              <a:ext cx="528" cy="480"/>
            </a:xfrm>
            <a:prstGeom prst="rect">
              <a:avLst/>
            </a:prstGeom>
            <a:solidFill>
              <a:srgbClr val="CCECFF"/>
            </a:solidFill>
            <a:ln w="9525" cap="flat" cmpd="sng">
              <a:solidFill>
                <a:schemeClr val="tx1"/>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buChar char="•"/>
                <a:defRPr sz="3200">
                  <a:solidFill>
                    <a:srgbClr val="666699"/>
                  </a:solidFill>
                  <a:latin typeface="+mn-lt"/>
                  <a:ea typeface="+mn-ea"/>
                  <a:cs typeface="+mn-cs"/>
                </a:defRPr>
              </a:lvl1pPr>
              <a:lvl2pPr marL="742950" indent="-285750" algn="l" rtl="0" eaLnBrk="0" fontAlgn="base" hangingPunct="0">
                <a:spcBef>
                  <a:spcPct val="20000"/>
                </a:spcBef>
                <a:spcAft>
                  <a:spcPct val="0"/>
                </a:spcAft>
                <a:buChar char="–"/>
                <a:defRPr sz="2800">
                  <a:solidFill>
                    <a:srgbClr val="666699"/>
                  </a:solidFill>
                  <a:latin typeface="+mn-lt"/>
                  <a:ea typeface="+mn-ea"/>
                </a:defRPr>
              </a:lvl2pPr>
              <a:lvl3pPr marL="1143000" indent="-228600" algn="l" rtl="0" eaLnBrk="0" fontAlgn="base" hangingPunct="0">
                <a:spcBef>
                  <a:spcPct val="20000"/>
                </a:spcBef>
                <a:spcAft>
                  <a:spcPct val="0"/>
                </a:spcAft>
                <a:buChar char="•"/>
                <a:defRPr sz="2400">
                  <a:solidFill>
                    <a:srgbClr val="666699"/>
                  </a:solidFill>
                  <a:latin typeface="+mn-lt"/>
                  <a:ea typeface="+mn-ea"/>
                </a:defRPr>
              </a:lvl3pPr>
              <a:lvl4pPr marL="1600200" indent="-228600" algn="l" rtl="0" eaLnBrk="0" fontAlgn="base" hangingPunct="0">
                <a:spcBef>
                  <a:spcPct val="20000"/>
                </a:spcBef>
                <a:spcAft>
                  <a:spcPct val="0"/>
                </a:spcAft>
                <a:buChar char="–"/>
                <a:defRPr sz="2000">
                  <a:solidFill>
                    <a:srgbClr val="666699"/>
                  </a:solidFill>
                  <a:latin typeface="+mn-lt"/>
                  <a:ea typeface="+mn-ea"/>
                </a:defRPr>
              </a:lvl4pPr>
              <a:lvl5pPr marL="2057400" indent="-228600" algn="l" rtl="0" eaLnBrk="0" fontAlgn="base" hangingPunct="0">
                <a:spcBef>
                  <a:spcPct val="20000"/>
                </a:spcBef>
                <a:spcAft>
                  <a:spcPct val="0"/>
                </a:spcAft>
                <a:buChar char="»"/>
                <a:defRPr sz="2000">
                  <a:solidFill>
                    <a:srgbClr val="666699"/>
                  </a:solidFill>
                  <a:latin typeface="+mn-lt"/>
                  <a:ea typeface="+mn-ea"/>
                </a:defRPr>
              </a:lvl5pPr>
            </a:lstStyle>
            <a:p>
              <a:pPr marL="0" lvl="0" indent="0" eaLnBrk="1" hangingPunct="1">
                <a:spcBef>
                  <a:spcPct val="0"/>
                </a:spcBef>
                <a:buNone/>
              </a:pPr>
              <a:endParaRPr lang="zh-CN" altLang="en-US" sz="2400" dirty="0">
                <a:solidFill>
                  <a:schemeClr val="tx1"/>
                </a:solidFill>
              </a:endParaRPr>
            </a:p>
          </p:txBody>
        </p:sp>
        <p:sp>
          <p:nvSpPr>
            <p:cNvPr id="89098" name="Text Box 7"/>
            <p:cNvSpPr txBox="1"/>
            <p:nvPr/>
          </p:nvSpPr>
          <p:spPr>
            <a:xfrm>
              <a:off x="480" y="816"/>
              <a:ext cx="576" cy="491"/>
            </a:xfrm>
            <a:prstGeom prst="rect">
              <a:avLst/>
            </a:prstGeom>
            <a:noFill/>
            <a:ln w="9525">
              <a:noFill/>
            </a:ln>
          </p:spPr>
          <p:txBody>
            <a:bodyPr>
              <a:spAutoFit/>
            </a:bodyPr>
            <a:lstStyle>
              <a:lvl1pPr marL="342900" indent="-342900" algn="l" rtl="0" eaLnBrk="0" fontAlgn="base" hangingPunct="0">
                <a:spcBef>
                  <a:spcPct val="20000"/>
                </a:spcBef>
                <a:spcAft>
                  <a:spcPct val="0"/>
                </a:spcAft>
                <a:buChar char="•"/>
                <a:defRPr sz="3200">
                  <a:solidFill>
                    <a:srgbClr val="666699"/>
                  </a:solidFill>
                  <a:latin typeface="+mn-lt"/>
                  <a:ea typeface="+mn-ea"/>
                  <a:cs typeface="+mn-cs"/>
                </a:defRPr>
              </a:lvl1pPr>
              <a:lvl2pPr marL="742950" indent="-285750" algn="l" rtl="0" eaLnBrk="0" fontAlgn="base" hangingPunct="0">
                <a:spcBef>
                  <a:spcPct val="20000"/>
                </a:spcBef>
                <a:spcAft>
                  <a:spcPct val="0"/>
                </a:spcAft>
                <a:buChar char="–"/>
                <a:defRPr sz="2800">
                  <a:solidFill>
                    <a:srgbClr val="666699"/>
                  </a:solidFill>
                  <a:latin typeface="+mn-lt"/>
                  <a:ea typeface="+mn-ea"/>
                </a:defRPr>
              </a:lvl2pPr>
              <a:lvl3pPr marL="1143000" indent="-228600" algn="l" rtl="0" eaLnBrk="0" fontAlgn="base" hangingPunct="0">
                <a:spcBef>
                  <a:spcPct val="20000"/>
                </a:spcBef>
                <a:spcAft>
                  <a:spcPct val="0"/>
                </a:spcAft>
                <a:buChar char="•"/>
                <a:defRPr sz="2400">
                  <a:solidFill>
                    <a:srgbClr val="666699"/>
                  </a:solidFill>
                  <a:latin typeface="+mn-lt"/>
                  <a:ea typeface="+mn-ea"/>
                </a:defRPr>
              </a:lvl3pPr>
              <a:lvl4pPr marL="1600200" indent="-228600" algn="l" rtl="0" eaLnBrk="0" fontAlgn="base" hangingPunct="0">
                <a:spcBef>
                  <a:spcPct val="20000"/>
                </a:spcBef>
                <a:spcAft>
                  <a:spcPct val="0"/>
                </a:spcAft>
                <a:buChar char="–"/>
                <a:defRPr sz="2000">
                  <a:solidFill>
                    <a:srgbClr val="666699"/>
                  </a:solidFill>
                  <a:latin typeface="+mn-lt"/>
                  <a:ea typeface="+mn-ea"/>
                </a:defRPr>
              </a:lvl4pPr>
              <a:lvl5pPr marL="2057400" indent="-228600" algn="l" rtl="0" eaLnBrk="0" fontAlgn="base" hangingPunct="0">
                <a:spcBef>
                  <a:spcPct val="20000"/>
                </a:spcBef>
                <a:spcAft>
                  <a:spcPct val="0"/>
                </a:spcAft>
                <a:buChar char="»"/>
                <a:defRPr sz="2000">
                  <a:solidFill>
                    <a:srgbClr val="666699"/>
                  </a:solidFill>
                  <a:latin typeface="+mn-lt"/>
                  <a:ea typeface="+mn-ea"/>
                </a:defRPr>
              </a:lvl5pPr>
            </a:lstStyle>
            <a:p>
              <a:pPr marL="0" lvl="0" indent="0" eaLnBrk="1" hangingPunct="1">
                <a:spcBef>
                  <a:spcPct val="50000"/>
                </a:spcBef>
                <a:buNone/>
              </a:pPr>
              <a:r>
                <a:rPr lang="zh-CN" altLang="en-US" sz="1800" dirty="0">
                  <a:solidFill>
                    <a:schemeClr val="tx1"/>
                  </a:solidFill>
                  <a:latin typeface="Tahoma" panose="020B0604030504040204" pitchFamily="34" charset="0"/>
                </a:rPr>
                <a:t>通   用</a:t>
              </a:r>
              <a:endParaRPr lang="zh-CN" altLang="en-US" sz="1800" dirty="0">
                <a:solidFill>
                  <a:schemeClr val="tx1"/>
                </a:solidFill>
                <a:latin typeface="Tahoma" panose="020B0604030504040204" pitchFamily="34" charset="0"/>
              </a:endParaRPr>
            </a:p>
            <a:p>
              <a:pPr marL="0" lvl="0" indent="0" eaLnBrk="1" hangingPunct="1">
                <a:spcBef>
                  <a:spcPct val="50000"/>
                </a:spcBef>
                <a:buNone/>
              </a:pPr>
              <a:r>
                <a:rPr lang="zh-CN" altLang="en-US" sz="1800" dirty="0">
                  <a:solidFill>
                    <a:schemeClr val="tx1"/>
                  </a:solidFill>
                  <a:latin typeface="Tahoma" panose="020B0604030504040204" pitchFamily="34" charset="0"/>
                </a:rPr>
                <a:t>寄存器</a:t>
              </a:r>
              <a:endParaRPr lang="zh-CN" altLang="en-US" sz="1800" dirty="0">
                <a:solidFill>
                  <a:schemeClr val="tx1"/>
                </a:solidFill>
                <a:latin typeface="Tahoma" panose="020B0604030504040204" pitchFamily="34" charset="0"/>
              </a:endParaRPr>
            </a:p>
          </p:txBody>
        </p:sp>
        <p:sp>
          <p:nvSpPr>
            <p:cNvPr id="89099" name="AutoShape 8"/>
            <p:cNvSpPr/>
            <p:nvPr/>
          </p:nvSpPr>
          <p:spPr>
            <a:xfrm>
              <a:off x="1200" y="864"/>
              <a:ext cx="624" cy="336"/>
            </a:xfrm>
            <a:custGeom>
              <a:avLst/>
              <a:gdLst/>
              <a:ahLst/>
              <a:cxnLst>
                <a:cxn ang="0">
                  <a:pos x="0" y="0"/>
                </a:cxn>
                <a:cxn ang="0">
                  <a:pos x="0" y="0"/>
                </a:cxn>
                <a:cxn ang="0">
                  <a:pos x="0" y="0"/>
                </a:cxn>
                <a:cxn ang="0">
                  <a:pos x="0" y="0"/>
                </a:cxn>
                <a:cxn ang="0">
                  <a:pos x="0" y="0"/>
                </a:cxn>
              </a:cxnLst>
              <a:pathLst>
                <a:path w="21600" h="21600">
                  <a:moveTo>
                    <a:pt x="0" y="0"/>
                  </a:moveTo>
                  <a:lnTo>
                    <a:pt x="5400" y="21600"/>
                  </a:lnTo>
                  <a:lnTo>
                    <a:pt x="16200" y="21600"/>
                  </a:lnTo>
                  <a:lnTo>
                    <a:pt x="21600" y="0"/>
                  </a:lnTo>
                  <a:lnTo>
                    <a:pt x="0" y="0"/>
                  </a:lnTo>
                  <a:close/>
                </a:path>
              </a:pathLst>
            </a:custGeom>
            <a:solidFill>
              <a:srgbClr val="FF3300">
                <a:alpha val="100000"/>
              </a:srgbClr>
            </a:solidFill>
            <a:ln w="9525" cap="flat" cmpd="sng">
              <a:solidFill>
                <a:schemeClr val="tx1">
                  <a:alpha val="100000"/>
                </a:schemeClr>
              </a:solidFill>
              <a:prstDash val="solid"/>
              <a:round/>
              <a:headEnd type="none" w="med" len="med"/>
              <a:tailEnd type="none" w="med" len="med"/>
            </a:ln>
          </p:spPr>
          <p:txBody>
            <a:bodyPr/>
            <a:p>
              <a:endParaRPr lang="zh-CN" altLang="en-US"/>
            </a:p>
          </p:txBody>
        </p:sp>
        <p:sp>
          <p:nvSpPr>
            <p:cNvPr id="89100" name="Text Box 9"/>
            <p:cNvSpPr txBox="1"/>
            <p:nvPr/>
          </p:nvSpPr>
          <p:spPr>
            <a:xfrm>
              <a:off x="1296" y="864"/>
              <a:ext cx="720" cy="288"/>
            </a:xfrm>
            <a:prstGeom prst="rect">
              <a:avLst/>
            </a:prstGeom>
            <a:noFill/>
            <a:ln w="9525">
              <a:noFill/>
            </a:ln>
          </p:spPr>
          <p:txBody>
            <a:bodyPr>
              <a:spAutoFit/>
            </a:bodyPr>
            <a:lstStyle>
              <a:lvl1pPr marL="342900" indent="-342900" algn="l" rtl="0" eaLnBrk="0" fontAlgn="base" hangingPunct="0">
                <a:spcBef>
                  <a:spcPct val="20000"/>
                </a:spcBef>
                <a:spcAft>
                  <a:spcPct val="0"/>
                </a:spcAft>
                <a:buChar char="•"/>
                <a:defRPr sz="3200">
                  <a:solidFill>
                    <a:srgbClr val="666699"/>
                  </a:solidFill>
                  <a:latin typeface="+mn-lt"/>
                  <a:ea typeface="+mn-ea"/>
                  <a:cs typeface="+mn-cs"/>
                </a:defRPr>
              </a:lvl1pPr>
              <a:lvl2pPr marL="742950" indent="-285750" algn="l" rtl="0" eaLnBrk="0" fontAlgn="base" hangingPunct="0">
                <a:spcBef>
                  <a:spcPct val="20000"/>
                </a:spcBef>
                <a:spcAft>
                  <a:spcPct val="0"/>
                </a:spcAft>
                <a:buChar char="–"/>
                <a:defRPr sz="2800">
                  <a:solidFill>
                    <a:srgbClr val="666699"/>
                  </a:solidFill>
                  <a:latin typeface="+mn-lt"/>
                  <a:ea typeface="+mn-ea"/>
                </a:defRPr>
              </a:lvl2pPr>
              <a:lvl3pPr marL="1143000" indent="-228600" algn="l" rtl="0" eaLnBrk="0" fontAlgn="base" hangingPunct="0">
                <a:spcBef>
                  <a:spcPct val="20000"/>
                </a:spcBef>
                <a:spcAft>
                  <a:spcPct val="0"/>
                </a:spcAft>
                <a:buChar char="•"/>
                <a:defRPr sz="2400">
                  <a:solidFill>
                    <a:srgbClr val="666699"/>
                  </a:solidFill>
                  <a:latin typeface="+mn-lt"/>
                  <a:ea typeface="+mn-ea"/>
                </a:defRPr>
              </a:lvl3pPr>
              <a:lvl4pPr marL="1600200" indent="-228600" algn="l" rtl="0" eaLnBrk="0" fontAlgn="base" hangingPunct="0">
                <a:spcBef>
                  <a:spcPct val="20000"/>
                </a:spcBef>
                <a:spcAft>
                  <a:spcPct val="0"/>
                </a:spcAft>
                <a:buChar char="–"/>
                <a:defRPr sz="2000">
                  <a:solidFill>
                    <a:srgbClr val="666699"/>
                  </a:solidFill>
                  <a:latin typeface="+mn-lt"/>
                  <a:ea typeface="+mn-ea"/>
                </a:defRPr>
              </a:lvl4pPr>
              <a:lvl5pPr marL="2057400" indent="-228600" algn="l" rtl="0" eaLnBrk="0" fontAlgn="base" hangingPunct="0">
                <a:spcBef>
                  <a:spcPct val="20000"/>
                </a:spcBef>
                <a:spcAft>
                  <a:spcPct val="0"/>
                </a:spcAft>
                <a:buChar char="»"/>
                <a:defRPr sz="2000">
                  <a:solidFill>
                    <a:srgbClr val="666699"/>
                  </a:solidFill>
                  <a:latin typeface="+mn-lt"/>
                  <a:ea typeface="+mn-ea"/>
                </a:defRPr>
              </a:lvl5pPr>
            </a:lstStyle>
            <a:p>
              <a:pPr marL="0" lvl="0" indent="0" eaLnBrk="1" hangingPunct="1">
                <a:spcBef>
                  <a:spcPct val="50000"/>
                </a:spcBef>
                <a:buNone/>
              </a:pPr>
              <a:r>
                <a:rPr lang="zh-CN" altLang="en-US" sz="2400" dirty="0">
                  <a:solidFill>
                    <a:schemeClr val="tx1"/>
                  </a:solidFill>
                  <a:latin typeface="Tahoma" panose="020B0604030504040204" pitchFamily="34" charset="0"/>
                </a:rPr>
                <a:t>ALU</a:t>
              </a:r>
              <a:endParaRPr lang="zh-CN" altLang="en-US" sz="2400" dirty="0">
                <a:solidFill>
                  <a:schemeClr val="tx1"/>
                </a:solidFill>
                <a:latin typeface="Tahoma" panose="020B0604030504040204" pitchFamily="34" charset="0"/>
              </a:endParaRPr>
            </a:p>
          </p:txBody>
        </p:sp>
        <p:sp>
          <p:nvSpPr>
            <p:cNvPr id="89101" name="Text Box 10"/>
            <p:cNvSpPr txBox="1"/>
            <p:nvPr/>
          </p:nvSpPr>
          <p:spPr>
            <a:xfrm>
              <a:off x="2016" y="816"/>
              <a:ext cx="576" cy="491"/>
            </a:xfrm>
            <a:prstGeom prst="rect">
              <a:avLst/>
            </a:prstGeom>
            <a:noFill/>
            <a:ln w="9525">
              <a:noFill/>
            </a:ln>
          </p:spPr>
          <p:txBody>
            <a:bodyPr>
              <a:spAutoFit/>
            </a:bodyPr>
            <a:lstStyle>
              <a:lvl1pPr marL="342900" indent="-342900" algn="l" rtl="0" eaLnBrk="0" fontAlgn="base" hangingPunct="0">
                <a:spcBef>
                  <a:spcPct val="20000"/>
                </a:spcBef>
                <a:spcAft>
                  <a:spcPct val="0"/>
                </a:spcAft>
                <a:buChar char="•"/>
                <a:defRPr sz="3200">
                  <a:solidFill>
                    <a:srgbClr val="666699"/>
                  </a:solidFill>
                  <a:latin typeface="+mn-lt"/>
                  <a:ea typeface="+mn-ea"/>
                  <a:cs typeface="+mn-cs"/>
                </a:defRPr>
              </a:lvl1pPr>
              <a:lvl2pPr marL="742950" indent="-285750" algn="l" rtl="0" eaLnBrk="0" fontAlgn="base" hangingPunct="0">
                <a:spcBef>
                  <a:spcPct val="20000"/>
                </a:spcBef>
                <a:spcAft>
                  <a:spcPct val="0"/>
                </a:spcAft>
                <a:buChar char="–"/>
                <a:defRPr sz="2800">
                  <a:solidFill>
                    <a:srgbClr val="666699"/>
                  </a:solidFill>
                  <a:latin typeface="+mn-lt"/>
                  <a:ea typeface="+mn-ea"/>
                </a:defRPr>
              </a:lvl2pPr>
              <a:lvl3pPr marL="1143000" indent="-228600" algn="l" rtl="0" eaLnBrk="0" fontAlgn="base" hangingPunct="0">
                <a:spcBef>
                  <a:spcPct val="20000"/>
                </a:spcBef>
                <a:spcAft>
                  <a:spcPct val="0"/>
                </a:spcAft>
                <a:buChar char="•"/>
                <a:defRPr sz="2400">
                  <a:solidFill>
                    <a:srgbClr val="666699"/>
                  </a:solidFill>
                  <a:latin typeface="+mn-lt"/>
                  <a:ea typeface="+mn-ea"/>
                </a:defRPr>
              </a:lvl3pPr>
              <a:lvl4pPr marL="1600200" indent="-228600" algn="l" rtl="0" eaLnBrk="0" fontAlgn="base" hangingPunct="0">
                <a:spcBef>
                  <a:spcPct val="20000"/>
                </a:spcBef>
                <a:spcAft>
                  <a:spcPct val="0"/>
                </a:spcAft>
                <a:buChar char="–"/>
                <a:defRPr sz="2000">
                  <a:solidFill>
                    <a:srgbClr val="666699"/>
                  </a:solidFill>
                  <a:latin typeface="+mn-lt"/>
                  <a:ea typeface="+mn-ea"/>
                </a:defRPr>
              </a:lvl4pPr>
              <a:lvl5pPr marL="2057400" indent="-228600" algn="l" rtl="0" eaLnBrk="0" fontAlgn="base" hangingPunct="0">
                <a:spcBef>
                  <a:spcPct val="20000"/>
                </a:spcBef>
                <a:spcAft>
                  <a:spcPct val="0"/>
                </a:spcAft>
                <a:buChar char="»"/>
                <a:defRPr sz="2000">
                  <a:solidFill>
                    <a:srgbClr val="666699"/>
                  </a:solidFill>
                  <a:latin typeface="+mn-lt"/>
                  <a:ea typeface="+mn-ea"/>
                </a:defRPr>
              </a:lvl5pPr>
            </a:lstStyle>
            <a:p>
              <a:pPr marL="0" lvl="0" indent="0" eaLnBrk="1" hangingPunct="1">
                <a:spcBef>
                  <a:spcPct val="50000"/>
                </a:spcBef>
                <a:buNone/>
              </a:pPr>
              <a:r>
                <a:rPr lang="zh-CN" altLang="en-US" sz="1800" dirty="0">
                  <a:solidFill>
                    <a:schemeClr val="tx1"/>
                  </a:solidFill>
                  <a:latin typeface="Tahoma" panose="020B0604030504040204" pitchFamily="34" charset="0"/>
                </a:rPr>
                <a:t>特   殊</a:t>
              </a:r>
              <a:endParaRPr lang="zh-CN" altLang="en-US" sz="1800" dirty="0">
                <a:solidFill>
                  <a:schemeClr val="tx1"/>
                </a:solidFill>
                <a:latin typeface="Tahoma" panose="020B0604030504040204" pitchFamily="34" charset="0"/>
              </a:endParaRPr>
            </a:p>
            <a:p>
              <a:pPr marL="0" lvl="0" indent="0" eaLnBrk="1" hangingPunct="1">
                <a:spcBef>
                  <a:spcPct val="50000"/>
                </a:spcBef>
                <a:buNone/>
              </a:pPr>
              <a:r>
                <a:rPr lang="zh-CN" altLang="en-US" sz="1800" dirty="0">
                  <a:solidFill>
                    <a:schemeClr val="tx1"/>
                  </a:solidFill>
                  <a:latin typeface="Tahoma" panose="020B0604030504040204" pitchFamily="34" charset="0"/>
                </a:rPr>
                <a:t>寄存器</a:t>
              </a:r>
              <a:endParaRPr lang="zh-CN" altLang="en-US" sz="1800" dirty="0">
                <a:solidFill>
                  <a:schemeClr val="tx1"/>
                </a:solidFill>
                <a:latin typeface="Tahoma" panose="020B0604030504040204" pitchFamily="34" charset="0"/>
              </a:endParaRPr>
            </a:p>
          </p:txBody>
        </p:sp>
        <p:sp>
          <p:nvSpPr>
            <p:cNvPr id="89102" name="Text Box 11"/>
            <p:cNvSpPr txBox="1"/>
            <p:nvPr/>
          </p:nvSpPr>
          <p:spPr>
            <a:xfrm>
              <a:off x="2784" y="816"/>
              <a:ext cx="576" cy="491"/>
            </a:xfrm>
            <a:prstGeom prst="rect">
              <a:avLst/>
            </a:prstGeom>
            <a:noFill/>
            <a:ln w="9525">
              <a:noFill/>
            </a:ln>
          </p:spPr>
          <p:txBody>
            <a:bodyPr>
              <a:spAutoFit/>
            </a:bodyPr>
            <a:lstStyle>
              <a:lvl1pPr marL="342900" indent="-342900" algn="l" rtl="0" eaLnBrk="0" fontAlgn="base" hangingPunct="0">
                <a:spcBef>
                  <a:spcPct val="20000"/>
                </a:spcBef>
                <a:spcAft>
                  <a:spcPct val="0"/>
                </a:spcAft>
                <a:buChar char="•"/>
                <a:defRPr sz="3200">
                  <a:solidFill>
                    <a:srgbClr val="666699"/>
                  </a:solidFill>
                  <a:latin typeface="+mn-lt"/>
                  <a:ea typeface="+mn-ea"/>
                  <a:cs typeface="+mn-cs"/>
                </a:defRPr>
              </a:lvl1pPr>
              <a:lvl2pPr marL="742950" indent="-285750" algn="l" rtl="0" eaLnBrk="0" fontAlgn="base" hangingPunct="0">
                <a:spcBef>
                  <a:spcPct val="20000"/>
                </a:spcBef>
                <a:spcAft>
                  <a:spcPct val="0"/>
                </a:spcAft>
                <a:buChar char="–"/>
                <a:defRPr sz="2800">
                  <a:solidFill>
                    <a:srgbClr val="666699"/>
                  </a:solidFill>
                  <a:latin typeface="+mn-lt"/>
                  <a:ea typeface="+mn-ea"/>
                </a:defRPr>
              </a:lvl2pPr>
              <a:lvl3pPr marL="1143000" indent="-228600" algn="l" rtl="0" eaLnBrk="0" fontAlgn="base" hangingPunct="0">
                <a:spcBef>
                  <a:spcPct val="20000"/>
                </a:spcBef>
                <a:spcAft>
                  <a:spcPct val="0"/>
                </a:spcAft>
                <a:buChar char="•"/>
                <a:defRPr sz="2400">
                  <a:solidFill>
                    <a:srgbClr val="666699"/>
                  </a:solidFill>
                  <a:latin typeface="+mn-lt"/>
                  <a:ea typeface="+mn-ea"/>
                </a:defRPr>
              </a:lvl3pPr>
              <a:lvl4pPr marL="1600200" indent="-228600" algn="l" rtl="0" eaLnBrk="0" fontAlgn="base" hangingPunct="0">
                <a:spcBef>
                  <a:spcPct val="20000"/>
                </a:spcBef>
                <a:spcAft>
                  <a:spcPct val="0"/>
                </a:spcAft>
                <a:buChar char="–"/>
                <a:defRPr sz="2000">
                  <a:solidFill>
                    <a:srgbClr val="666699"/>
                  </a:solidFill>
                  <a:latin typeface="+mn-lt"/>
                  <a:ea typeface="+mn-ea"/>
                </a:defRPr>
              </a:lvl4pPr>
              <a:lvl5pPr marL="2057400" indent="-228600" algn="l" rtl="0" eaLnBrk="0" fontAlgn="base" hangingPunct="0">
                <a:spcBef>
                  <a:spcPct val="20000"/>
                </a:spcBef>
                <a:spcAft>
                  <a:spcPct val="0"/>
                </a:spcAft>
                <a:buChar char="»"/>
                <a:defRPr sz="2000">
                  <a:solidFill>
                    <a:srgbClr val="666699"/>
                  </a:solidFill>
                  <a:latin typeface="+mn-lt"/>
                  <a:ea typeface="+mn-ea"/>
                </a:defRPr>
              </a:lvl5pPr>
            </a:lstStyle>
            <a:p>
              <a:pPr marL="0" lvl="0" indent="0" eaLnBrk="1" hangingPunct="1">
                <a:spcBef>
                  <a:spcPct val="50000"/>
                </a:spcBef>
                <a:buNone/>
              </a:pPr>
              <a:r>
                <a:rPr lang="zh-CN" altLang="en-US" sz="1800" dirty="0">
                  <a:solidFill>
                    <a:schemeClr val="tx1"/>
                  </a:solidFill>
                  <a:latin typeface="Tahoma" panose="020B0604030504040204" pitchFamily="34" charset="0"/>
                </a:rPr>
                <a:t>总   线</a:t>
              </a:r>
              <a:endParaRPr lang="zh-CN" altLang="en-US" sz="1800" dirty="0">
                <a:solidFill>
                  <a:schemeClr val="tx1"/>
                </a:solidFill>
                <a:latin typeface="Tahoma" panose="020B0604030504040204" pitchFamily="34" charset="0"/>
              </a:endParaRPr>
            </a:p>
            <a:p>
              <a:pPr marL="0" lvl="0" indent="0" eaLnBrk="1" hangingPunct="1">
                <a:spcBef>
                  <a:spcPct val="50000"/>
                </a:spcBef>
                <a:buNone/>
              </a:pPr>
              <a:r>
                <a:rPr lang="zh-CN" altLang="en-US" sz="1800" dirty="0">
                  <a:solidFill>
                    <a:schemeClr val="tx1"/>
                  </a:solidFill>
                  <a:latin typeface="Tahoma" panose="020B0604030504040204" pitchFamily="34" charset="0"/>
                </a:rPr>
                <a:t>旁路器</a:t>
              </a:r>
              <a:endParaRPr lang="zh-CN" altLang="en-US" sz="1800" dirty="0">
                <a:solidFill>
                  <a:schemeClr val="tx1"/>
                </a:solidFill>
                <a:latin typeface="Tahoma" panose="020B0604030504040204" pitchFamily="34" charset="0"/>
              </a:endParaRPr>
            </a:p>
          </p:txBody>
        </p:sp>
        <p:sp>
          <p:nvSpPr>
            <p:cNvPr id="89103" name="Line 12"/>
            <p:cNvSpPr/>
            <p:nvPr/>
          </p:nvSpPr>
          <p:spPr>
            <a:xfrm>
              <a:off x="0" y="192"/>
              <a:ext cx="3600" cy="0"/>
            </a:xfrm>
            <a:prstGeom prst="line">
              <a:avLst/>
            </a:prstGeom>
            <a:ln w="28575" cap="flat" cmpd="sng">
              <a:solidFill>
                <a:schemeClr val="tx1"/>
              </a:solidFill>
              <a:prstDash val="solid"/>
              <a:headEnd type="none" w="med" len="med"/>
              <a:tailEnd type="none" w="med" len="med"/>
            </a:ln>
          </p:spPr>
        </p:sp>
        <p:sp>
          <p:nvSpPr>
            <p:cNvPr id="89104" name="Line 13"/>
            <p:cNvSpPr/>
            <p:nvPr/>
          </p:nvSpPr>
          <p:spPr>
            <a:xfrm>
              <a:off x="0" y="432"/>
              <a:ext cx="3648" cy="0"/>
            </a:xfrm>
            <a:prstGeom prst="line">
              <a:avLst/>
            </a:prstGeom>
            <a:ln w="28575" cap="flat" cmpd="sng">
              <a:solidFill>
                <a:schemeClr val="tx1"/>
              </a:solidFill>
              <a:prstDash val="solid"/>
              <a:headEnd type="none" w="med" len="med"/>
              <a:tailEnd type="none" w="med" len="med"/>
            </a:ln>
          </p:spPr>
        </p:sp>
        <p:sp>
          <p:nvSpPr>
            <p:cNvPr id="89105" name="Line 14"/>
            <p:cNvSpPr/>
            <p:nvPr/>
          </p:nvSpPr>
          <p:spPr>
            <a:xfrm flipV="1">
              <a:off x="576" y="432"/>
              <a:ext cx="0" cy="384"/>
            </a:xfrm>
            <a:prstGeom prst="line">
              <a:avLst/>
            </a:prstGeom>
            <a:ln w="9525" cap="flat" cmpd="sng">
              <a:solidFill>
                <a:schemeClr val="tx1"/>
              </a:solidFill>
              <a:prstDash val="solid"/>
              <a:headEnd type="none" w="med" len="med"/>
              <a:tailEnd type="triangle" w="med" len="med"/>
            </a:ln>
          </p:spPr>
        </p:sp>
        <p:sp>
          <p:nvSpPr>
            <p:cNvPr id="89106" name="Line 15"/>
            <p:cNvSpPr/>
            <p:nvPr/>
          </p:nvSpPr>
          <p:spPr>
            <a:xfrm flipV="1">
              <a:off x="864" y="192"/>
              <a:ext cx="0" cy="624"/>
            </a:xfrm>
            <a:prstGeom prst="line">
              <a:avLst/>
            </a:prstGeom>
            <a:ln w="9525" cap="flat" cmpd="sng">
              <a:solidFill>
                <a:schemeClr val="tx1"/>
              </a:solidFill>
              <a:prstDash val="solid"/>
              <a:headEnd type="none" w="med" len="med"/>
              <a:tailEnd type="triangle" w="med" len="med"/>
            </a:ln>
          </p:spPr>
        </p:sp>
        <p:sp>
          <p:nvSpPr>
            <p:cNvPr id="89107" name="Line 16"/>
            <p:cNvSpPr/>
            <p:nvPr/>
          </p:nvSpPr>
          <p:spPr>
            <a:xfrm>
              <a:off x="0" y="1680"/>
              <a:ext cx="3600" cy="0"/>
            </a:xfrm>
            <a:prstGeom prst="line">
              <a:avLst/>
            </a:prstGeom>
            <a:ln w="28575" cap="flat" cmpd="sng">
              <a:solidFill>
                <a:schemeClr val="tx1"/>
              </a:solidFill>
              <a:prstDash val="solid"/>
              <a:headEnd type="none" w="med" len="med"/>
              <a:tailEnd type="none" w="med" len="med"/>
            </a:ln>
          </p:spPr>
        </p:sp>
        <p:sp>
          <p:nvSpPr>
            <p:cNvPr id="89108" name="Line 17"/>
            <p:cNvSpPr/>
            <p:nvPr/>
          </p:nvSpPr>
          <p:spPr>
            <a:xfrm flipV="1">
              <a:off x="720" y="1296"/>
              <a:ext cx="0" cy="384"/>
            </a:xfrm>
            <a:prstGeom prst="line">
              <a:avLst/>
            </a:prstGeom>
            <a:ln w="9525" cap="flat" cmpd="sng">
              <a:solidFill>
                <a:schemeClr val="tx1"/>
              </a:solidFill>
              <a:prstDash val="solid"/>
              <a:headEnd type="none" w="med" len="med"/>
              <a:tailEnd type="triangle" w="med" len="med"/>
            </a:ln>
          </p:spPr>
        </p:sp>
        <p:sp>
          <p:nvSpPr>
            <p:cNvPr id="89109" name="Line 18"/>
            <p:cNvSpPr/>
            <p:nvPr/>
          </p:nvSpPr>
          <p:spPr>
            <a:xfrm>
              <a:off x="1344" y="432"/>
              <a:ext cx="0" cy="432"/>
            </a:xfrm>
            <a:prstGeom prst="line">
              <a:avLst/>
            </a:prstGeom>
            <a:ln w="9525" cap="flat" cmpd="sng">
              <a:solidFill>
                <a:schemeClr val="tx1"/>
              </a:solidFill>
              <a:prstDash val="solid"/>
              <a:headEnd type="none" w="med" len="med"/>
              <a:tailEnd type="triangle" w="med" len="med"/>
            </a:ln>
          </p:spPr>
        </p:sp>
        <p:sp>
          <p:nvSpPr>
            <p:cNvPr id="89110" name="Line 19"/>
            <p:cNvSpPr/>
            <p:nvPr/>
          </p:nvSpPr>
          <p:spPr>
            <a:xfrm>
              <a:off x="1632" y="192"/>
              <a:ext cx="0" cy="672"/>
            </a:xfrm>
            <a:prstGeom prst="line">
              <a:avLst/>
            </a:prstGeom>
            <a:ln w="9525" cap="flat" cmpd="sng">
              <a:solidFill>
                <a:schemeClr val="tx1"/>
              </a:solidFill>
              <a:prstDash val="solid"/>
              <a:headEnd type="none" w="med" len="med"/>
              <a:tailEnd type="triangle" w="med" len="med"/>
            </a:ln>
          </p:spPr>
        </p:sp>
        <p:sp>
          <p:nvSpPr>
            <p:cNvPr id="89111" name="Line 20"/>
            <p:cNvSpPr/>
            <p:nvPr/>
          </p:nvSpPr>
          <p:spPr>
            <a:xfrm>
              <a:off x="1536" y="1200"/>
              <a:ext cx="0" cy="480"/>
            </a:xfrm>
            <a:prstGeom prst="line">
              <a:avLst/>
            </a:prstGeom>
            <a:ln w="9525" cap="flat" cmpd="sng">
              <a:solidFill>
                <a:schemeClr val="tx1"/>
              </a:solidFill>
              <a:prstDash val="solid"/>
              <a:headEnd type="none" w="med" len="med"/>
              <a:tailEnd type="triangle" w="med" len="med"/>
            </a:ln>
          </p:spPr>
        </p:sp>
        <p:sp>
          <p:nvSpPr>
            <p:cNvPr id="89112" name="Line 21"/>
            <p:cNvSpPr/>
            <p:nvPr/>
          </p:nvSpPr>
          <p:spPr>
            <a:xfrm flipV="1">
              <a:off x="2304" y="432"/>
              <a:ext cx="0" cy="384"/>
            </a:xfrm>
            <a:prstGeom prst="line">
              <a:avLst/>
            </a:prstGeom>
            <a:ln w="9525" cap="flat" cmpd="sng">
              <a:solidFill>
                <a:schemeClr val="tx1"/>
              </a:solidFill>
              <a:prstDash val="solid"/>
              <a:headEnd type="none" w="med" len="med"/>
              <a:tailEnd type="triangle" w="med" len="med"/>
            </a:ln>
          </p:spPr>
        </p:sp>
        <p:sp>
          <p:nvSpPr>
            <p:cNvPr id="89113" name="Line 22"/>
            <p:cNvSpPr/>
            <p:nvPr/>
          </p:nvSpPr>
          <p:spPr>
            <a:xfrm flipV="1">
              <a:off x="2304" y="1296"/>
              <a:ext cx="0" cy="384"/>
            </a:xfrm>
            <a:prstGeom prst="line">
              <a:avLst/>
            </a:prstGeom>
            <a:ln w="9525" cap="flat" cmpd="sng">
              <a:solidFill>
                <a:schemeClr val="tx1"/>
              </a:solidFill>
              <a:prstDash val="solid"/>
              <a:headEnd type="none" w="med" len="med"/>
              <a:tailEnd type="triangle" w="med" len="med"/>
            </a:ln>
          </p:spPr>
        </p:sp>
        <p:sp>
          <p:nvSpPr>
            <p:cNvPr id="89114" name="Line 23"/>
            <p:cNvSpPr/>
            <p:nvPr/>
          </p:nvSpPr>
          <p:spPr>
            <a:xfrm>
              <a:off x="3024" y="432"/>
              <a:ext cx="0" cy="384"/>
            </a:xfrm>
            <a:prstGeom prst="line">
              <a:avLst/>
            </a:prstGeom>
            <a:ln w="9525" cap="flat" cmpd="sng">
              <a:solidFill>
                <a:schemeClr val="tx1"/>
              </a:solidFill>
              <a:prstDash val="solid"/>
              <a:headEnd type="none" w="med" len="med"/>
              <a:tailEnd type="triangle" w="med" len="med"/>
            </a:ln>
          </p:spPr>
        </p:sp>
        <p:sp>
          <p:nvSpPr>
            <p:cNvPr id="89115" name="Line 24"/>
            <p:cNvSpPr/>
            <p:nvPr/>
          </p:nvSpPr>
          <p:spPr>
            <a:xfrm>
              <a:off x="3024" y="1296"/>
              <a:ext cx="0" cy="384"/>
            </a:xfrm>
            <a:prstGeom prst="line">
              <a:avLst/>
            </a:prstGeom>
            <a:ln w="9525" cap="flat" cmpd="sng">
              <a:solidFill>
                <a:schemeClr val="tx1"/>
              </a:solidFill>
              <a:prstDash val="solid"/>
              <a:headEnd type="none" w="med" len="med"/>
              <a:tailEnd type="triangle" w="med" len="med"/>
            </a:ln>
          </p:spPr>
        </p:sp>
        <p:sp>
          <p:nvSpPr>
            <p:cNvPr id="89116" name="Text Box 25"/>
            <p:cNvSpPr txBox="1"/>
            <p:nvPr/>
          </p:nvSpPr>
          <p:spPr>
            <a:xfrm>
              <a:off x="2208" y="0"/>
              <a:ext cx="576" cy="231"/>
            </a:xfrm>
            <a:prstGeom prst="rect">
              <a:avLst/>
            </a:prstGeom>
            <a:noFill/>
            <a:ln w="9525">
              <a:noFill/>
            </a:ln>
          </p:spPr>
          <p:txBody>
            <a:bodyPr>
              <a:spAutoFit/>
            </a:bodyPr>
            <a:lstStyle>
              <a:lvl1pPr marL="342900" indent="-342900" algn="l" rtl="0" eaLnBrk="0" fontAlgn="base" hangingPunct="0">
                <a:spcBef>
                  <a:spcPct val="20000"/>
                </a:spcBef>
                <a:spcAft>
                  <a:spcPct val="0"/>
                </a:spcAft>
                <a:buChar char="•"/>
                <a:defRPr sz="3200">
                  <a:solidFill>
                    <a:srgbClr val="666699"/>
                  </a:solidFill>
                  <a:latin typeface="+mn-lt"/>
                  <a:ea typeface="+mn-ea"/>
                  <a:cs typeface="+mn-cs"/>
                </a:defRPr>
              </a:lvl1pPr>
              <a:lvl2pPr marL="742950" indent="-285750" algn="l" rtl="0" eaLnBrk="0" fontAlgn="base" hangingPunct="0">
                <a:spcBef>
                  <a:spcPct val="20000"/>
                </a:spcBef>
                <a:spcAft>
                  <a:spcPct val="0"/>
                </a:spcAft>
                <a:buChar char="–"/>
                <a:defRPr sz="2800">
                  <a:solidFill>
                    <a:srgbClr val="666699"/>
                  </a:solidFill>
                  <a:latin typeface="+mn-lt"/>
                  <a:ea typeface="+mn-ea"/>
                </a:defRPr>
              </a:lvl2pPr>
              <a:lvl3pPr marL="1143000" indent="-228600" algn="l" rtl="0" eaLnBrk="0" fontAlgn="base" hangingPunct="0">
                <a:spcBef>
                  <a:spcPct val="20000"/>
                </a:spcBef>
                <a:spcAft>
                  <a:spcPct val="0"/>
                </a:spcAft>
                <a:buChar char="•"/>
                <a:defRPr sz="2400">
                  <a:solidFill>
                    <a:srgbClr val="666699"/>
                  </a:solidFill>
                  <a:latin typeface="+mn-lt"/>
                  <a:ea typeface="+mn-ea"/>
                </a:defRPr>
              </a:lvl3pPr>
              <a:lvl4pPr marL="1600200" indent="-228600" algn="l" rtl="0" eaLnBrk="0" fontAlgn="base" hangingPunct="0">
                <a:spcBef>
                  <a:spcPct val="20000"/>
                </a:spcBef>
                <a:spcAft>
                  <a:spcPct val="0"/>
                </a:spcAft>
                <a:buChar char="–"/>
                <a:defRPr sz="2000">
                  <a:solidFill>
                    <a:srgbClr val="666699"/>
                  </a:solidFill>
                  <a:latin typeface="+mn-lt"/>
                  <a:ea typeface="+mn-ea"/>
                </a:defRPr>
              </a:lvl4pPr>
              <a:lvl5pPr marL="2057400" indent="-228600" algn="l" rtl="0" eaLnBrk="0" fontAlgn="base" hangingPunct="0">
                <a:spcBef>
                  <a:spcPct val="20000"/>
                </a:spcBef>
                <a:spcAft>
                  <a:spcPct val="0"/>
                </a:spcAft>
                <a:buChar char="»"/>
                <a:defRPr sz="2000">
                  <a:solidFill>
                    <a:srgbClr val="666699"/>
                  </a:solidFill>
                  <a:latin typeface="+mn-lt"/>
                  <a:ea typeface="+mn-ea"/>
                </a:defRPr>
              </a:lvl5pPr>
            </a:lstStyle>
            <a:p>
              <a:pPr marL="0" lvl="0" indent="0" eaLnBrk="1" hangingPunct="1">
                <a:spcBef>
                  <a:spcPct val="50000"/>
                </a:spcBef>
                <a:buNone/>
              </a:pPr>
              <a:r>
                <a:rPr lang="zh-CN" altLang="en-US" sz="1800" dirty="0">
                  <a:solidFill>
                    <a:schemeClr val="tx1"/>
                  </a:solidFill>
                  <a:latin typeface="Tahoma" panose="020B0604030504040204" pitchFamily="34" charset="0"/>
                </a:rPr>
                <a:t>总线1</a:t>
              </a:r>
              <a:endParaRPr lang="zh-CN" altLang="en-US" sz="1800" dirty="0">
                <a:solidFill>
                  <a:schemeClr val="tx1"/>
                </a:solidFill>
                <a:latin typeface="Tahoma" panose="020B0604030504040204" pitchFamily="34" charset="0"/>
              </a:endParaRPr>
            </a:p>
          </p:txBody>
        </p:sp>
        <p:sp>
          <p:nvSpPr>
            <p:cNvPr id="89117" name="Text Box 26"/>
            <p:cNvSpPr txBox="1"/>
            <p:nvPr/>
          </p:nvSpPr>
          <p:spPr>
            <a:xfrm>
              <a:off x="2352" y="432"/>
              <a:ext cx="576" cy="231"/>
            </a:xfrm>
            <a:prstGeom prst="rect">
              <a:avLst/>
            </a:prstGeom>
            <a:noFill/>
            <a:ln w="9525">
              <a:noFill/>
            </a:ln>
          </p:spPr>
          <p:txBody>
            <a:bodyPr>
              <a:spAutoFit/>
            </a:bodyPr>
            <a:lstStyle>
              <a:lvl1pPr marL="342900" indent="-342900" algn="l" rtl="0" eaLnBrk="0" fontAlgn="base" hangingPunct="0">
                <a:spcBef>
                  <a:spcPct val="20000"/>
                </a:spcBef>
                <a:spcAft>
                  <a:spcPct val="0"/>
                </a:spcAft>
                <a:buChar char="•"/>
                <a:defRPr sz="3200">
                  <a:solidFill>
                    <a:srgbClr val="666699"/>
                  </a:solidFill>
                  <a:latin typeface="+mn-lt"/>
                  <a:ea typeface="+mn-ea"/>
                  <a:cs typeface="+mn-cs"/>
                </a:defRPr>
              </a:lvl1pPr>
              <a:lvl2pPr marL="742950" indent="-285750" algn="l" rtl="0" eaLnBrk="0" fontAlgn="base" hangingPunct="0">
                <a:spcBef>
                  <a:spcPct val="20000"/>
                </a:spcBef>
                <a:spcAft>
                  <a:spcPct val="0"/>
                </a:spcAft>
                <a:buChar char="–"/>
                <a:defRPr sz="2800">
                  <a:solidFill>
                    <a:srgbClr val="666699"/>
                  </a:solidFill>
                  <a:latin typeface="+mn-lt"/>
                  <a:ea typeface="+mn-ea"/>
                </a:defRPr>
              </a:lvl2pPr>
              <a:lvl3pPr marL="1143000" indent="-228600" algn="l" rtl="0" eaLnBrk="0" fontAlgn="base" hangingPunct="0">
                <a:spcBef>
                  <a:spcPct val="20000"/>
                </a:spcBef>
                <a:spcAft>
                  <a:spcPct val="0"/>
                </a:spcAft>
                <a:buChar char="•"/>
                <a:defRPr sz="2400">
                  <a:solidFill>
                    <a:srgbClr val="666699"/>
                  </a:solidFill>
                  <a:latin typeface="+mn-lt"/>
                  <a:ea typeface="+mn-ea"/>
                </a:defRPr>
              </a:lvl3pPr>
              <a:lvl4pPr marL="1600200" indent="-228600" algn="l" rtl="0" eaLnBrk="0" fontAlgn="base" hangingPunct="0">
                <a:spcBef>
                  <a:spcPct val="20000"/>
                </a:spcBef>
                <a:spcAft>
                  <a:spcPct val="0"/>
                </a:spcAft>
                <a:buChar char="–"/>
                <a:defRPr sz="2000">
                  <a:solidFill>
                    <a:srgbClr val="666699"/>
                  </a:solidFill>
                  <a:latin typeface="+mn-lt"/>
                  <a:ea typeface="+mn-ea"/>
                </a:defRPr>
              </a:lvl4pPr>
              <a:lvl5pPr marL="2057400" indent="-228600" algn="l" rtl="0" eaLnBrk="0" fontAlgn="base" hangingPunct="0">
                <a:spcBef>
                  <a:spcPct val="20000"/>
                </a:spcBef>
                <a:spcAft>
                  <a:spcPct val="0"/>
                </a:spcAft>
                <a:buChar char="»"/>
                <a:defRPr sz="2000">
                  <a:solidFill>
                    <a:srgbClr val="666699"/>
                  </a:solidFill>
                  <a:latin typeface="+mn-lt"/>
                  <a:ea typeface="+mn-ea"/>
                </a:defRPr>
              </a:lvl5pPr>
            </a:lstStyle>
            <a:p>
              <a:pPr marL="0" lvl="0" indent="0" eaLnBrk="1" hangingPunct="1">
                <a:spcBef>
                  <a:spcPct val="50000"/>
                </a:spcBef>
                <a:buNone/>
              </a:pPr>
              <a:r>
                <a:rPr lang="zh-CN" altLang="en-US" sz="1800" dirty="0">
                  <a:solidFill>
                    <a:schemeClr val="tx1"/>
                  </a:solidFill>
                  <a:latin typeface="Tahoma" panose="020B0604030504040204" pitchFamily="34" charset="0"/>
                </a:rPr>
                <a:t>总线2</a:t>
              </a:r>
              <a:endParaRPr lang="zh-CN" altLang="en-US" sz="1800" dirty="0">
                <a:solidFill>
                  <a:schemeClr val="tx1"/>
                </a:solidFill>
                <a:latin typeface="Tahoma" panose="020B0604030504040204" pitchFamily="34" charset="0"/>
              </a:endParaRPr>
            </a:p>
          </p:txBody>
        </p:sp>
        <p:sp>
          <p:nvSpPr>
            <p:cNvPr id="89118" name="Text Box 27"/>
            <p:cNvSpPr txBox="1"/>
            <p:nvPr/>
          </p:nvSpPr>
          <p:spPr>
            <a:xfrm>
              <a:off x="2352" y="1440"/>
              <a:ext cx="576" cy="231"/>
            </a:xfrm>
            <a:prstGeom prst="rect">
              <a:avLst/>
            </a:prstGeom>
            <a:noFill/>
            <a:ln w="9525">
              <a:noFill/>
            </a:ln>
          </p:spPr>
          <p:txBody>
            <a:bodyPr>
              <a:spAutoFit/>
            </a:bodyPr>
            <a:lstStyle>
              <a:lvl1pPr marL="342900" indent="-342900" algn="l" rtl="0" eaLnBrk="0" fontAlgn="base" hangingPunct="0">
                <a:spcBef>
                  <a:spcPct val="20000"/>
                </a:spcBef>
                <a:spcAft>
                  <a:spcPct val="0"/>
                </a:spcAft>
                <a:buChar char="•"/>
                <a:defRPr sz="3200">
                  <a:solidFill>
                    <a:srgbClr val="666699"/>
                  </a:solidFill>
                  <a:latin typeface="+mn-lt"/>
                  <a:ea typeface="+mn-ea"/>
                  <a:cs typeface="+mn-cs"/>
                </a:defRPr>
              </a:lvl1pPr>
              <a:lvl2pPr marL="742950" indent="-285750" algn="l" rtl="0" eaLnBrk="0" fontAlgn="base" hangingPunct="0">
                <a:spcBef>
                  <a:spcPct val="20000"/>
                </a:spcBef>
                <a:spcAft>
                  <a:spcPct val="0"/>
                </a:spcAft>
                <a:buChar char="–"/>
                <a:defRPr sz="2800">
                  <a:solidFill>
                    <a:srgbClr val="666699"/>
                  </a:solidFill>
                  <a:latin typeface="+mn-lt"/>
                  <a:ea typeface="+mn-ea"/>
                </a:defRPr>
              </a:lvl2pPr>
              <a:lvl3pPr marL="1143000" indent="-228600" algn="l" rtl="0" eaLnBrk="0" fontAlgn="base" hangingPunct="0">
                <a:spcBef>
                  <a:spcPct val="20000"/>
                </a:spcBef>
                <a:spcAft>
                  <a:spcPct val="0"/>
                </a:spcAft>
                <a:buChar char="•"/>
                <a:defRPr sz="2400">
                  <a:solidFill>
                    <a:srgbClr val="666699"/>
                  </a:solidFill>
                  <a:latin typeface="+mn-lt"/>
                  <a:ea typeface="+mn-ea"/>
                </a:defRPr>
              </a:lvl3pPr>
              <a:lvl4pPr marL="1600200" indent="-228600" algn="l" rtl="0" eaLnBrk="0" fontAlgn="base" hangingPunct="0">
                <a:spcBef>
                  <a:spcPct val="20000"/>
                </a:spcBef>
                <a:spcAft>
                  <a:spcPct val="0"/>
                </a:spcAft>
                <a:buChar char="–"/>
                <a:defRPr sz="2000">
                  <a:solidFill>
                    <a:srgbClr val="666699"/>
                  </a:solidFill>
                  <a:latin typeface="+mn-lt"/>
                  <a:ea typeface="+mn-ea"/>
                </a:defRPr>
              </a:lvl4pPr>
              <a:lvl5pPr marL="2057400" indent="-228600" algn="l" rtl="0" eaLnBrk="0" fontAlgn="base" hangingPunct="0">
                <a:spcBef>
                  <a:spcPct val="20000"/>
                </a:spcBef>
                <a:spcAft>
                  <a:spcPct val="0"/>
                </a:spcAft>
                <a:buChar char="»"/>
                <a:defRPr sz="2000">
                  <a:solidFill>
                    <a:srgbClr val="666699"/>
                  </a:solidFill>
                  <a:latin typeface="+mn-lt"/>
                  <a:ea typeface="+mn-ea"/>
                </a:defRPr>
              </a:lvl5pPr>
            </a:lstStyle>
            <a:p>
              <a:pPr marL="0" lvl="0" indent="0" eaLnBrk="1" hangingPunct="1">
                <a:spcBef>
                  <a:spcPct val="50000"/>
                </a:spcBef>
                <a:buNone/>
              </a:pPr>
              <a:r>
                <a:rPr lang="zh-CN" altLang="en-US" sz="1800" dirty="0">
                  <a:solidFill>
                    <a:schemeClr val="tx1"/>
                  </a:solidFill>
                  <a:latin typeface="Tahoma" panose="020B0604030504040204" pitchFamily="34" charset="0"/>
                </a:rPr>
                <a:t>总线3</a:t>
              </a:r>
              <a:endParaRPr lang="zh-CN" altLang="en-US" sz="1800" dirty="0">
                <a:solidFill>
                  <a:schemeClr val="tx1"/>
                </a:solidFill>
                <a:latin typeface="Tahoma" panose="020B0604030504040204" pitchFamily="34" charset="0"/>
              </a:endParaRPr>
            </a:p>
          </p:txBody>
        </p:sp>
      </p:grpSp>
      <p:sp>
        <p:nvSpPr>
          <p:cNvPr id="2" name="Text Box 28"/>
          <p:cNvSpPr txBox="1"/>
          <p:nvPr/>
        </p:nvSpPr>
        <p:spPr>
          <a:xfrm>
            <a:off x="0" y="4495800"/>
            <a:ext cx="9144000" cy="822325"/>
          </a:xfrm>
          <a:prstGeom prst="rect">
            <a:avLst/>
          </a:prstGeom>
          <a:noFill/>
          <a:ln w="9525">
            <a:noFill/>
          </a:ln>
        </p:spPr>
        <p:txBody>
          <a:bodyPr>
            <a:spAutoFit/>
          </a:bodyPr>
          <a:lstStyle>
            <a:lvl1pPr marL="342900" indent="-342900" algn="l" rtl="0" eaLnBrk="0" fontAlgn="base" hangingPunct="0">
              <a:spcBef>
                <a:spcPct val="20000"/>
              </a:spcBef>
              <a:spcAft>
                <a:spcPct val="0"/>
              </a:spcAft>
              <a:buChar char="•"/>
              <a:defRPr sz="3200">
                <a:solidFill>
                  <a:srgbClr val="666699"/>
                </a:solidFill>
                <a:latin typeface="+mn-lt"/>
                <a:ea typeface="+mn-ea"/>
                <a:cs typeface="+mn-cs"/>
              </a:defRPr>
            </a:lvl1pPr>
            <a:lvl2pPr marL="742950" indent="-285750" algn="l" rtl="0" eaLnBrk="0" fontAlgn="base" hangingPunct="0">
              <a:spcBef>
                <a:spcPct val="20000"/>
              </a:spcBef>
              <a:spcAft>
                <a:spcPct val="0"/>
              </a:spcAft>
              <a:buChar char="–"/>
              <a:defRPr sz="2800">
                <a:solidFill>
                  <a:srgbClr val="666699"/>
                </a:solidFill>
                <a:latin typeface="+mn-lt"/>
                <a:ea typeface="+mn-ea"/>
              </a:defRPr>
            </a:lvl2pPr>
            <a:lvl3pPr marL="1143000" indent="-228600" algn="l" rtl="0" eaLnBrk="0" fontAlgn="base" hangingPunct="0">
              <a:spcBef>
                <a:spcPct val="20000"/>
              </a:spcBef>
              <a:spcAft>
                <a:spcPct val="0"/>
              </a:spcAft>
              <a:buChar char="•"/>
              <a:defRPr sz="2400">
                <a:solidFill>
                  <a:srgbClr val="666699"/>
                </a:solidFill>
                <a:latin typeface="+mn-lt"/>
                <a:ea typeface="+mn-ea"/>
              </a:defRPr>
            </a:lvl3pPr>
            <a:lvl4pPr marL="1600200" indent="-228600" algn="l" rtl="0" eaLnBrk="0" fontAlgn="base" hangingPunct="0">
              <a:spcBef>
                <a:spcPct val="20000"/>
              </a:spcBef>
              <a:spcAft>
                <a:spcPct val="0"/>
              </a:spcAft>
              <a:buChar char="–"/>
              <a:defRPr sz="2000">
                <a:solidFill>
                  <a:srgbClr val="666699"/>
                </a:solidFill>
                <a:latin typeface="+mn-lt"/>
                <a:ea typeface="+mn-ea"/>
              </a:defRPr>
            </a:lvl4pPr>
            <a:lvl5pPr marL="2057400" indent="-228600" algn="l" rtl="0" eaLnBrk="0" fontAlgn="base" hangingPunct="0">
              <a:spcBef>
                <a:spcPct val="20000"/>
              </a:spcBef>
              <a:spcAft>
                <a:spcPct val="0"/>
              </a:spcAft>
              <a:buChar char="»"/>
              <a:defRPr sz="2000">
                <a:solidFill>
                  <a:srgbClr val="666699"/>
                </a:solidFill>
                <a:latin typeface="+mn-lt"/>
                <a:ea typeface="+mn-ea"/>
              </a:defRPr>
            </a:lvl5pPr>
          </a:lstStyle>
          <a:p>
            <a:pPr marL="0" lvl="0" indent="0" eaLnBrk="1" hangingPunct="1">
              <a:spcBef>
                <a:spcPct val="50000"/>
              </a:spcBef>
              <a:buNone/>
            </a:pPr>
            <a:r>
              <a:rPr lang="zh-CN" altLang="en-US" sz="1800" dirty="0">
                <a:solidFill>
                  <a:schemeClr val="tx1"/>
                </a:solidFill>
                <a:latin typeface="Tahoma" panose="020B0604030504040204" pitchFamily="34" charset="0"/>
              </a:rPr>
              <a:t>        </a:t>
            </a:r>
            <a:r>
              <a:rPr lang="zh-CN" altLang="en-US" sz="2400" dirty="0">
                <a:solidFill>
                  <a:schemeClr val="tx1"/>
                </a:solidFill>
                <a:latin typeface="Tahoma" panose="020B0604030504040204" pitchFamily="34" charset="0"/>
              </a:rPr>
              <a:t>ALU的两个输入端分别由总线提供，而ALU的输出则与第三条总线相连。这样，算术逻辑操作就可以在一步的控制之内完成。</a:t>
            </a:r>
            <a:endParaRPr lang="zh-CN" altLang="en-US" sz="2400" dirty="0">
              <a:solidFill>
                <a:schemeClr val="tx1"/>
              </a:solidFill>
              <a:latin typeface="Tahoma" panose="020B0604030504040204" pitchFamily="34" charset="0"/>
            </a:endParaRPr>
          </a:p>
        </p:txBody>
      </p:sp>
      <p:sp>
        <p:nvSpPr>
          <p:cNvPr id="3" name="Text Box 29"/>
          <p:cNvSpPr txBox="1"/>
          <p:nvPr/>
        </p:nvSpPr>
        <p:spPr>
          <a:xfrm>
            <a:off x="0" y="5334000"/>
            <a:ext cx="9144000" cy="822325"/>
          </a:xfrm>
          <a:prstGeom prst="rect">
            <a:avLst/>
          </a:prstGeom>
          <a:noFill/>
          <a:ln w="9525">
            <a:noFill/>
          </a:ln>
        </p:spPr>
        <p:txBody>
          <a:bodyPr>
            <a:spAutoFit/>
          </a:bodyPr>
          <a:lstStyle>
            <a:lvl1pPr marL="342900" indent="-342900" algn="l" rtl="0" eaLnBrk="0" fontAlgn="base" hangingPunct="0">
              <a:spcBef>
                <a:spcPct val="20000"/>
              </a:spcBef>
              <a:spcAft>
                <a:spcPct val="0"/>
              </a:spcAft>
              <a:buChar char="•"/>
              <a:defRPr sz="3200">
                <a:solidFill>
                  <a:srgbClr val="666699"/>
                </a:solidFill>
                <a:latin typeface="+mn-lt"/>
                <a:ea typeface="+mn-ea"/>
                <a:cs typeface="+mn-cs"/>
              </a:defRPr>
            </a:lvl1pPr>
            <a:lvl2pPr marL="742950" indent="-285750" algn="l" rtl="0" eaLnBrk="0" fontAlgn="base" hangingPunct="0">
              <a:spcBef>
                <a:spcPct val="20000"/>
              </a:spcBef>
              <a:spcAft>
                <a:spcPct val="0"/>
              </a:spcAft>
              <a:buChar char="–"/>
              <a:defRPr sz="2800">
                <a:solidFill>
                  <a:srgbClr val="666699"/>
                </a:solidFill>
                <a:latin typeface="+mn-lt"/>
                <a:ea typeface="+mn-ea"/>
              </a:defRPr>
            </a:lvl2pPr>
            <a:lvl3pPr marL="1143000" indent="-228600" algn="l" rtl="0" eaLnBrk="0" fontAlgn="base" hangingPunct="0">
              <a:spcBef>
                <a:spcPct val="20000"/>
              </a:spcBef>
              <a:spcAft>
                <a:spcPct val="0"/>
              </a:spcAft>
              <a:buChar char="•"/>
              <a:defRPr sz="2400">
                <a:solidFill>
                  <a:srgbClr val="666699"/>
                </a:solidFill>
                <a:latin typeface="+mn-lt"/>
                <a:ea typeface="+mn-ea"/>
              </a:defRPr>
            </a:lvl3pPr>
            <a:lvl4pPr marL="1600200" indent="-228600" algn="l" rtl="0" eaLnBrk="0" fontAlgn="base" hangingPunct="0">
              <a:spcBef>
                <a:spcPct val="20000"/>
              </a:spcBef>
              <a:spcAft>
                <a:spcPct val="0"/>
              </a:spcAft>
              <a:buChar char="–"/>
              <a:defRPr sz="2000">
                <a:solidFill>
                  <a:srgbClr val="666699"/>
                </a:solidFill>
                <a:latin typeface="+mn-lt"/>
                <a:ea typeface="+mn-ea"/>
              </a:defRPr>
            </a:lvl4pPr>
            <a:lvl5pPr marL="2057400" indent="-228600" algn="l" rtl="0" eaLnBrk="0" fontAlgn="base" hangingPunct="0">
              <a:spcBef>
                <a:spcPct val="20000"/>
              </a:spcBef>
              <a:spcAft>
                <a:spcPct val="0"/>
              </a:spcAft>
              <a:buChar char="»"/>
              <a:defRPr sz="2000">
                <a:solidFill>
                  <a:srgbClr val="666699"/>
                </a:solidFill>
                <a:latin typeface="+mn-lt"/>
                <a:ea typeface="+mn-ea"/>
              </a:defRPr>
            </a:lvl5pPr>
          </a:lstStyle>
          <a:p>
            <a:pPr marL="0" lvl="0" indent="0" eaLnBrk="1" hangingPunct="1">
              <a:spcBef>
                <a:spcPct val="50000"/>
              </a:spcBef>
              <a:buNone/>
            </a:pPr>
            <a:r>
              <a:rPr lang="zh-CN" altLang="en-US" sz="2400" dirty="0">
                <a:solidFill>
                  <a:schemeClr val="tx1"/>
                </a:solidFill>
                <a:latin typeface="Tahoma" panose="020B0604030504040204" pitchFamily="34" charset="0"/>
              </a:rPr>
              <a:t>      设置一个总线旁路器，如果一个操作数不需要修改，而直接从总线2传送到总线3，那么可以通过控制总线旁路器把数据传出。</a:t>
            </a:r>
            <a:endParaRPr lang="zh-CN" altLang="en-US" sz="2400" dirty="0">
              <a:solidFill>
                <a:schemeClr val="tx1"/>
              </a:solidFill>
              <a:latin typeface="Tahoma" panose="020B0604030504040204" pitchFamily="34" charset="0"/>
            </a:endParaRPr>
          </a:p>
        </p:txBody>
      </p:sp>
      <p:sp>
        <p:nvSpPr>
          <p:cNvPr id="89094" name="Text Box 30"/>
          <p:cNvSpPr txBox="1"/>
          <p:nvPr/>
        </p:nvSpPr>
        <p:spPr>
          <a:xfrm>
            <a:off x="539750" y="1125538"/>
            <a:ext cx="5334000" cy="533400"/>
          </a:xfrm>
          <a:prstGeom prst="rect">
            <a:avLst/>
          </a:prstGeom>
          <a:noFill/>
          <a:ln w="9525">
            <a:noFill/>
          </a:ln>
        </p:spPr>
        <p:txBody>
          <a:bodyPr anchor="b" anchorCtr="0"/>
          <a:lstStyle>
            <a:lvl1pPr marL="342900" indent="-342900" algn="l" rtl="0" eaLnBrk="0" fontAlgn="base" hangingPunct="0">
              <a:spcBef>
                <a:spcPct val="20000"/>
              </a:spcBef>
              <a:spcAft>
                <a:spcPct val="0"/>
              </a:spcAft>
              <a:buChar char="•"/>
              <a:defRPr sz="3200">
                <a:solidFill>
                  <a:srgbClr val="666699"/>
                </a:solidFill>
                <a:latin typeface="+mn-lt"/>
                <a:ea typeface="+mn-ea"/>
                <a:cs typeface="+mn-cs"/>
              </a:defRPr>
            </a:lvl1pPr>
            <a:lvl2pPr marL="742950" indent="-285750" algn="l" rtl="0" eaLnBrk="0" fontAlgn="base" hangingPunct="0">
              <a:spcBef>
                <a:spcPct val="20000"/>
              </a:spcBef>
              <a:spcAft>
                <a:spcPct val="0"/>
              </a:spcAft>
              <a:buChar char="–"/>
              <a:defRPr sz="2800">
                <a:solidFill>
                  <a:srgbClr val="666699"/>
                </a:solidFill>
                <a:latin typeface="+mn-lt"/>
                <a:ea typeface="+mn-ea"/>
              </a:defRPr>
            </a:lvl2pPr>
            <a:lvl3pPr marL="1143000" indent="-228600" algn="l" rtl="0" eaLnBrk="0" fontAlgn="base" hangingPunct="0">
              <a:spcBef>
                <a:spcPct val="20000"/>
              </a:spcBef>
              <a:spcAft>
                <a:spcPct val="0"/>
              </a:spcAft>
              <a:buChar char="•"/>
              <a:defRPr sz="2400">
                <a:solidFill>
                  <a:srgbClr val="666699"/>
                </a:solidFill>
                <a:latin typeface="+mn-lt"/>
                <a:ea typeface="+mn-ea"/>
              </a:defRPr>
            </a:lvl3pPr>
            <a:lvl4pPr marL="1600200" indent="-228600" algn="l" rtl="0" eaLnBrk="0" fontAlgn="base" hangingPunct="0">
              <a:spcBef>
                <a:spcPct val="20000"/>
              </a:spcBef>
              <a:spcAft>
                <a:spcPct val="0"/>
              </a:spcAft>
              <a:buChar char="–"/>
              <a:defRPr sz="2000">
                <a:solidFill>
                  <a:srgbClr val="666699"/>
                </a:solidFill>
                <a:latin typeface="+mn-lt"/>
                <a:ea typeface="+mn-ea"/>
              </a:defRPr>
            </a:lvl4pPr>
            <a:lvl5pPr marL="2057400" indent="-228600" algn="l" rtl="0" eaLnBrk="0" fontAlgn="base" hangingPunct="0">
              <a:spcBef>
                <a:spcPct val="20000"/>
              </a:spcBef>
              <a:spcAft>
                <a:spcPct val="0"/>
              </a:spcAft>
              <a:buChar char="»"/>
              <a:defRPr sz="2000">
                <a:solidFill>
                  <a:srgbClr val="666699"/>
                </a:solidFill>
                <a:latin typeface="+mn-lt"/>
                <a:ea typeface="+mn-ea"/>
              </a:defRPr>
            </a:lvl5pPr>
          </a:lstStyle>
          <a:p>
            <a:pPr marL="0" lvl="0" indent="0" eaLnBrk="1" hangingPunct="1">
              <a:spcBef>
                <a:spcPct val="50000"/>
              </a:spcBef>
              <a:buNone/>
            </a:pPr>
            <a:r>
              <a:rPr lang="zh-CN" altLang="en-US" sz="2400" b="1" dirty="0">
                <a:solidFill>
                  <a:schemeClr val="tx1"/>
                </a:solidFill>
                <a:latin typeface="Tahoma" panose="020B0604030504040204" pitchFamily="34" charset="0"/>
              </a:rPr>
              <a:t>3.</a:t>
            </a:r>
            <a:r>
              <a:rPr lang="zh-CN" altLang="en-US" sz="2800" b="1" dirty="0">
                <a:solidFill>
                  <a:schemeClr val="tx1"/>
                </a:solidFill>
                <a:latin typeface="Tahoma" panose="020B0604030504040204" pitchFamily="34" charset="0"/>
              </a:rPr>
              <a:t>三总线结构的运算器</a:t>
            </a:r>
            <a:endParaRPr lang="zh-CN" altLang="en-US" sz="2800" b="1" dirty="0">
              <a:solidFill>
                <a:schemeClr val="tx1"/>
              </a:solidFill>
              <a:latin typeface="Tahoma" panose="020B0604030504040204" pitchFamily="34"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37" fill="hold" nodeType="clickEffect">
                                  <p:stCondLst>
                                    <p:cond delay="0"/>
                                  </p:stCondLst>
                                  <p:childTnLst>
                                    <p:set>
                                      <p:cBhvr>
                                        <p:cTn id="6" dur="1" fill="hold">
                                          <p:stCondLst>
                                            <p:cond delay="0"/>
                                          </p:stCondLst>
                                        </p:cTn>
                                        <p:tgtEl>
                                          <p:spTgt spid="89091"/>
                                        </p:tgtEl>
                                        <p:attrNameLst>
                                          <p:attrName>style.visibility</p:attrName>
                                        </p:attrNameLst>
                                      </p:cBhvr>
                                      <p:to>
                                        <p:strVal val="visible"/>
                                      </p:to>
                                    </p:set>
                                    <p:animEffect transition="in" filter="barn(outVertical)">
                                      <p:cBhvr>
                                        <p:cTn id="7" dur="500"/>
                                        <p:tgtEl>
                                          <p:spTgt spid="89091"/>
                                        </p:tgtEl>
                                      </p:cBhvr>
                                    </p:animEffect>
                                  </p:childTnLst>
                                </p:cTn>
                              </p:par>
                            </p:childTnLst>
                          </p:cTn>
                        </p:par>
                      </p:childTnLst>
                    </p:cTn>
                  </p:par>
                  <p:par>
                    <p:cTn id="8" fill="hold">
                      <p:stCondLst>
                        <p:cond delay="indefinite"/>
                      </p:stCondLst>
                      <p:childTnLst>
                        <p:par>
                          <p:cTn id="9" fill="hold">
                            <p:stCondLst>
                              <p:cond delay="0"/>
                            </p:stCondLst>
                            <p:childTnLst>
                              <p:par>
                                <p:cTn id="10" presetID="5" presetClass="entr" presetSubtype="10" fill="hold" nodeType="clickEffect">
                                  <p:stCondLst>
                                    <p:cond delay="0"/>
                                  </p:stCondLst>
                                  <p:childTnLst>
                                    <p:set>
                                      <p:cBhvr>
                                        <p:cTn id="11" dur="1" fill="hold">
                                          <p:stCondLst>
                                            <p:cond delay="0"/>
                                          </p:stCondLst>
                                        </p:cTn>
                                        <p:tgtEl>
                                          <p:spTgt spid="2"/>
                                        </p:tgtEl>
                                        <p:attrNameLst>
                                          <p:attrName>style.visibility</p:attrName>
                                        </p:attrNameLst>
                                      </p:cBhvr>
                                      <p:to>
                                        <p:strVal val="visible"/>
                                      </p:to>
                                    </p:set>
                                    <p:animEffect transition="in" filter="checkerboard(across)">
                                      <p:cBhvr>
                                        <p:cTn id="12" dur="500"/>
                                        <p:tgtEl>
                                          <p:spTgt spid="2"/>
                                        </p:tgtEl>
                                      </p:cBhvr>
                                    </p:animEffect>
                                  </p:childTnLst>
                                </p:cTn>
                              </p:par>
                            </p:childTnLst>
                          </p:cTn>
                        </p:par>
                      </p:childTnLst>
                    </p:cTn>
                  </p:par>
                  <p:par>
                    <p:cTn id="13" fill="hold">
                      <p:stCondLst>
                        <p:cond delay="indefinite"/>
                      </p:stCondLst>
                      <p:childTnLst>
                        <p:par>
                          <p:cTn id="14" fill="hold">
                            <p:stCondLst>
                              <p:cond delay="0"/>
                            </p:stCondLst>
                            <p:childTnLst>
                              <p:par>
                                <p:cTn id="15" presetID="5" presetClass="entr" presetSubtype="10" fill="hold" nodeType="clickEffect">
                                  <p:stCondLst>
                                    <p:cond delay="0"/>
                                  </p:stCondLst>
                                  <p:childTnLst>
                                    <p:set>
                                      <p:cBhvr>
                                        <p:cTn id="16" dur="1" fill="hold">
                                          <p:stCondLst>
                                            <p:cond delay="0"/>
                                          </p:stCondLst>
                                        </p:cTn>
                                        <p:tgtEl>
                                          <p:spTgt spid="3"/>
                                        </p:tgtEl>
                                        <p:attrNameLst>
                                          <p:attrName>style.visibility</p:attrName>
                                        </p:attrNameLst>
                                      </p:cBhvr>
                                      <p:to>
                                        <p:strVal val="visible"/>
                                      </p:to>
                                    </p:set>
                                    <p:animEffect transition="in" filter="checkerboard(across)">
                                      <p:cBhvr>
                                        <p:cTn id="17"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p:bldLst>
  </p:timing>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90114" name="Rectangle 2"/>
          <p:cNvSpPr>
            <a:spLocks noGrp="1"/>
          </p:cNvSpPr>
          <p:nvPr>
            <p:ph type="title"/>
          </p:nvPr>
        </p:nvSpPr>
        <p:spPr>
          <a:xfrm>
            <a:off x="685800" y="914400"/>
            <a:ext cx="7772400" cy="838200"/>
          </a:xfrm>
          <a:ln/>
        </p:spPr>
        <p:txBody>
          <a:bodyPr vert="horz" wrap="square" lIns="91440" tIns="45720" rIns="91440" bIns="45720" anchor="ctr" anchorCtr="0"/>
          <a:p>
            <a:pPr eaLnBrk="1" hangingPunct="1"/>
            <a:r>
              <a:rPr lang="zh-CN" altLang="en-US" dirty="0"/>
              <a:t>2.7 浮点数的表示</a:t>
            </a:r>
            <a:endParaRPr lang="zh-CN" altLang="en-US" dirty="0"/>
          </a:p>
        </p:txBody>
      </p:sp>
      <p:pic>
        <p:nvPicPr>
          <p:cNvPr id="90115" name="Picture 3"/>
          <p:cNvPicPr>
            <a:picLocks noChangeAspect="1"/>
          </p:cNvPicPr>
          <p:nvPr/>
        </p:nvPicPr>
        <p:blipFill>
          <a:blip r:embed="rId1"/>
          <a:srcRect b="20726"/>
          <a:stretch>
            <a:fillRect/>
          </a:stretch>
        </p:blipFill>
        <p:spPr>
          <a:xfrm>
            <a:off x="0" y="1787525"/>
            <a:ext cx="8839200" cy="4162425"/>
          </a:xfrm>
          <a:prstGeom prst="rect">
            <a:avLst/>
          </a:prstGeom>
          <a:noFill/>
          <a:ln w="9525">
            <a:noFill/>
          </a:ln>
        </p:spPr>
      </p:pic>
      <p:sp>
        <p:nvSpPr>
          <p:cNvPr id="90116" name="Rectangle 4"/>
          <p:cNvSpPr/>
          <p:nvPr/>
        </p:nvSpPr>
        <p:spPr>
          <a:xfrm>
            <a:off x="3852863" y="4149725"/>
            <a:ext cx="1223962" cy="1296988"/>
          </a:xfrm>
          <a:prstGeom prst="rect">
            <a:avLst/>
          </a:prstGeom>
          <a:solidFill>
            <a:srgbClr val="FFFFFF"/>
          </a:solidFill>
          <a:ln w="9525">
            <a:noFill/>
          </a:ln>
        </p:spPr>
        <p:txBody>
          <a:bodyPr wrap="none" anchor="ctr" anchorCtr="0"/>
          <a:lstStyle>
            <a:lvl1pPr marL="342900" indent="-342900" algn="l" rtl="0" eaLnBrk="0" fontAlgn="base" hangingPunct="0">
              <a:spcBef>
                <a:spcPct val="20000"/>
              </a:spcBef>
              <a:spcAft>
                <a:spcPct val="0"/>
              </a:spcAft>
              <a:buChar char="•"/>
              <a:defRPr sz="3200">
                <a:solidFill>
                  <a:srgbClr val="666699"/>
                </a:solidFill>
                <a:latin typeface="+mn-lt"/>
                <a:ea typeface="+mn-ea"/>
                <a:cs typeface="+mn-cs"/>
              </a:defRPr>
            </a:lvl1pPr>
            <a:lvl2pPr marL="742950" indent="-285750" algn="l" rtl="0" eaLnBrk="0" fontAlgn="base" hangingPunct="0">
              <a:spcBef>
                <a:spcPct val="20000"/>
              </a:spcBef>
              <a:spcAft>
                <a:spcPct val="0"/>
              </a:spcAft>
              <a:buChar char="–"/>
              <a:defRPr sz="2800">
                <a:solidFill>
                  <a:srgbClr val="666699"/>
                </a:solidFill>
                <a:latin typeface="+mn-lt"/>
                <a:ea typeface="+mn-ea"/>
              </a:defRPr>
            </a:lvl2pPr>
            <a:lvl3pPr marL="1143000" indent="-228600" algn="l" rtl="0" eaLnBrk="0" fontAlgn="base" hangingPunct="0">
              <a:spcBef>
                <a:spcPct val="20000"/>
              </a:spcBef>
              <a:spcAft>
                <a:spcPct val="0"/>
              </a:spcAft>
              <a:buChar char="•"/>
              <a:defRPr sz="2400">
                <a:solidFill>
                  <a:srgbClr val="666699"/>
                </a:solidFill>
                <a:latin typeface="+mn-lt"/>
                <a:ea typeface="+mn-ea"/>
              </a:defRPr>
            </a:lvl3pPr>
            <a:lvl4pPr marL="1600200" indent="-228600" algn="l" rtl="0" eaLnBrk="0" fontAlgn="base" hangingPunct="0">
              <a:spcBef>
                <a:spcPct val="20000"/>
              </a:spcBef>
              <a:spcAft>
                <a:spcPct val="0"/>
              </a:spcAft>
              <a:buChar char="–"/>
              <a:defRPr sz="2000">
                <a:solidFill>
                  <a:srgbClr val="666699"/>
                </a:solidFill>
                <a:latin typeface="+mn-lt"/>
                <a:ea typeface="+mn-ea"/>
              </a:defRPr>
            </a:lvl4pPr>
            <a:lvl5pPr marL="2057400" indent="-228600" algn="l" rtl="0" eaLnBrk="0" fontAlgn="base" hangingPunct="0">
              <a:spcBef>
                <a:spcPct val="20000"/>
              </a:spcBef>
              <a:spcAft>
                <a:spcPct val="0"/>
              </a:spcAft>
              <a:buChar char="»"/>
              <a:defRPr sz="2000">
                <a:solidFill>
                  <a:srgbClr val="666699"/>
                </a:solidFill>
                <a:latin typeface="+mn-lt"/>
                <a:ea typeface="+mn-ea"/>
              </a:defRPr>
            </a:lvl5pPr>
          </a:lstStyle>
          <a:p>
            <a:pPr marL="0" lvl="0" indent="0" algn="ctr" eaLnBrk="1" hangingPunct="1">
              <a:spcBef>
                <a:spcPct val="0"/>
              </a:spcBef>
              <a:buNone/>
            </a:pPr>
            <a:r>
              <a:rPr lang="zh-CN" altLang="en-US" sz="2000" dirty="0">
                <a:solidFill>
                  <a:schemeClr val="tx1"/>
                </a:solidFill>
              </a:rPr>
              <a:t>10010100</a:t>
            </a:r>
            <a:endParaRPr lang="zh-CN" altLang="en-US" sz="2000" dirty="0">
              <a:solidFill>
                <a:schemeClr val="tx1"/>
              </a:solidFill>
            </a:endParaRPr>
          </a:p>
          <a:p>
            <a:pPr marL="0" lvl="0" indent="0" algn="ctr" eaLnBrk="1" hangingPunct="1">
              <a:spcBef>
                <a:spcPct val="0"/>
              </a:spcBef>
              <a:buNone/>
            </a:pPr>
            <a:r>
              <a:rPr lang="zh-CN" altLang="en-US" sz="2000" dirty="0">
                <a:solidFill>
                  <a:schemeClr val="tx1"/>
                </a:solidFill>
              </a:rPr>
              <a:t>10010100</a:t>
            </a:r>
            <a:endParaRPr lang="zh-CN" altLang="en-US" sz="2000" dirty="0">
              <a:solidFill>
                <a:schemeClr val="tx1"/>
              </a:solidFill>
            </a:endParaRPr>
          </a:p>
          <a:p>
            <a:pPr marL="0" lvl="0" indent="0" algn="ctr" eaLnBrk="1" hangingPunct="1">
              <a:spcBef>
                <a:spcPct val="0"/>
              </a:spcBef>
              <a:buNone/>
            </a:pPr>
            <a:r>
              <a:rPr lang="zh-CN" altLang="en-US" sz="2000" dirty="0">
                <a:solidFill>
                  <a:schemeClr val="tx1"/>
                </a:solidFill>
              </a:rPr>
              <a:t>01101100</a:t>
            </a:r>
            <a:endParaRPr lang="zh-CN" altLang="en-US" sz="2000" dirty="0">
              <a:solidFill>
                <a:schemeClr val="tx1"/>
              </a:solidFill>
            </a:endParaRPr>
          </a:p>
          <a:p>
            <a:pPr marL="0" lvl="0" indent="0" algn="ctr" eaLnBrk="1" hangingPunct="1">
              <a:spcBef>
                <a:spcPct val="0"/>
              </a:spcBef>
              <a:buNone/>
            </a:pPr>
            <a:r>
              <a:rPr lang="zh-CN" altLang="en-US" sz="2000" dirty="0">
                <a:solidFill>
                  <a:schemeClr val="tx1"/>
                </a:solidFill>
              </a:rPr>
              <a:t>01101100</a:t>
            </a:r>
            <a:endParaRPr lang="zh-CN" altLang="en-US" sz="2000" dirty="0">
              <a:solidFill>
                <a:schemeClr val="tx1"/>
              </a:solidFill>
            </a:endParaRPr>
          </a:p>
        </p:txBody>
      </p:sp>
      <p:sp>
        <p:nvSpPr>
          <p:cNvPr id="90117" name="Text Box 5"/>
          <p:cNvSpPr txBox="1"/>
          <p:nvPr/>
        </p:nvSpPr>
        <p:spPr>
          <a:xfrm>
            <a:off x="1836738" y="4149725"/>
            <a:ext cx="487362" cy="457200"/>
          </a:xfrm>
          <a:prstGeom prst="rect">
            <a:avLst/>
          </a:prstGeom>
          <a:noFill/>
          <a:ln w="9525">
            <a:noFill/>
          </a:ln>
        </p:spPr>
        <p:txBody>
          <a:bodyPr wrap="none">
            <a:spAutoFit/>
          </a:bodyPr>
          <a:lstStyle>
            <a:lvl1pPr marL="342900" indent="-342900" algn="l" rtl="0" eaLnBrk="0" fontAlgn="base" hangingPunct="0">
              <a:spcBef>
                <a:spcPct val="20000"/>
              </a:spcBef>
              <a:spcAft>
                <a:spcPct val="0"/>
              </a:spcAft>
              <a:buChar char="•"/>
              <a:defRPr sz="3200">
                <a:solidFill>
                  <a:srgbClr val="666699"/>
                </a:solidFill>
                <a:latin typeface="+mn-lt"/>
                <a:ea typeface="+mn-ea"/>
                <a:cs typeface="+mn-cs"/>
              </a:defRPr>
            </a:lvl1pPr>
            <a:lvl2pPr marL="742950" indent="-285750" algn="l" rtl="0" eaLnBrk="0" fontAlgn="base" hangingPunct="0">
              <a:spcBef>
                <a:spcPct val="20000"/>
              </a:spcBef>
              <a:spcAft>
                <a:spcPct val="0"/>
              </a:spcAft>
              <a:buChar char="–"/>
              <a:defRPr sz="2800">
                <a:solidFill>
                  <a:srgbClr val="666699"/>
                </a:solidFill>
                <a:latin typeface="+mn-lt"/>
                <a:ea typeface="+mn-ea"/>
              </a:defRPr>
            </a:lvl2pPr>
            <a:lvl3pPr marL="1143000" indent="-228600" algn="l" rtl="0" eaLnBrk="0" fontAlgn="base" hangingPunct="0">
              <a:spcBef>
                <a:spcPct val="20000"/>
              </a:spcBef>
              <a:spcAft>
                <a:spcPct val="0"/>
              </a:spcAft>
              <a:buChar char="•"/>
              <a:defRPr sz="2400">
                <a:solidFill>
                  <a:srgbClr val="666699"/>
                </a:solidFill>
                <a:latin typeface="+mn-lt"/>
                <a:ea typeface="+mn-ea"/>
              </a:defRPr>
            </a:lvl3pPr>
            <a:lvl4pPr marL="1600200" indent="-228600" algn="l" rtl="0" eaLnBrk="0" fontAlgn="base" hangingPunct="0">
              <a:spcBef>
                <a:spcPct val="20000"/>
              </a:spcBef>
              <a:spcAft>
                <a:spcPct val="0"/>
              </a:spcAft>
              <a:buChar char="–"/>
              <a:defRPr sz="2000">
                <a:solidFill>
                  <a:srgbClr val="666699"/>
                </a:solidFill>
                <a:latin typeface="+mn-lt"/>
                <a:ea typeface="+mn-ea"/>
              </a:defRPr>
            </a:lvl4pPr>
            <a:lvl5pPr marL="2057400" indent="-228600" algn="l" rtl="0" eaLnBrk="0" fontAlgn="base" hangingPunct="0">
              <a:spcBef>
                <a:spcPct val="20000"/>
              </a:spcBef>
              <a:spcAft>
                <a:spcPct val="0"/>
              </a:spcAft>
              <a:buChar char="»"/>
              <a:defRPr sz="2000">
                <a:solidFill>
                  <a:srgbClr val="666699"/>
                </a:solidFill>
                <a:latin typeface="+mn-lt"/>
                <a:ea typeface="+mn-ea"/>
              </a:defRPr>
            </a:lvl5pPr>
          </a:lstStyle>
          <a:p>
            <a:pPr marL="0" lvl="0" indent="0" eaLnBrk="1" hangingPunct="1">
              <a:spcBef>
                <a:spcPct val="0"/>
              </a:spcBef>
              <a:buNone/>
            </a:pPr>
            <a:r>
              <a:rPr lang="zh-CN" altLang="en-US" sz="2400" dirty="0">
                <a:solidFill>
                  <a:schemeClr val="tx1"/>
                </a:solidFill>
                <a:latin typeface="Tahoma" panose="020B0604030504040204" pitchFamily="34" charset="0"/>
              </a:rPr>
              <a:t>×</a:t>
            </a:r>
            <a:endParaRPr lang="zh-CN" altLang="en-US" sz="2400" dirty="0">
              <a:solidFill>
                <a:schemeClr val="tx1"/>
              </a:solidFill>
              <a:latin typeface="Tahoma" panose="020B0604030504040204" pitchFamily="34" charset="0"/>
            </a:endParaRPr>
          </a:p>
        </p:txBody>
      </p:sp>
      <p:sp>
        <p:nvSpPr>
          <p:cNvPr id="90118" name="Text Box 6"/>
          <p:cNvSpPr txBox="1"/>
          <p:nvPr/>
        </p:nvSpPr>
        <p:spPr>
          <a:xfrm>
            <a:off x="1836738" y="4437063"/>
            <a:ext cx="487362" cy="457200"/>
          </a:xfrm>
          <a:prstGeom prst="rect">
            <a:avLst/>
          </a:prstGeom>
          <a:noFill/>
          <a:ln w="9525">
            <a:noFill/>
          </a:ln>
        </p:spPr>
        <p:txBody>
          <a:bodyPr wrap="none">
            <a:spAutoFit/>
          </a:bodyPr>
          <a:lstStyle>
            <a:lvl1pPr marL="342900" indent="-342900" algn="l" rtl="0" eaLnBrk="0" fontAlgn="base" hangingPunct="0">
              <a:spcBef>
                <a:spcPct val="20000"/>
              </a:spcBef>
              <a:spcAft>
                <a:spcPct val="0"/>
              </a:spcAft>
              <a:buChar char="•"/>
              <a:defRPr sz="3200">
                <a:solidFill>
                  <a:srgbClr val="666699"/>
                </a:solidFill>
                <a:latin typeface="+mn-lt"/>
                <a:ea typeface="+mn-ea"/>
                <a:cs typeface="+mn-cs"/>
              </a:defRPr>
            </a:lvl1pPr>
            <a:lvl2pPr marL="742950" indent="-285750" algn="l" rtl="0" eaLnBrk="0" fontAlgn="base" hangingPunct="0">
              <a:spcBef>
                <a:spcPct val="20000"/>
              </a:spcBef>
              <a:spcAft>
                <a:spcPct val="0"/>
              </a:spcAft>
              <a:buChar char="–"/>
              <a:defRPr sz="2800">
                <a:solidFill>
                  <a:srgbClr val="666699"/>
                </a:solidFill>
                <a:latin typeface="+mn-lt"/>
                <a:ea typeface="+mn-ea"/>
              </a:defRPr>
            </a:lvl2pPr>
            <a:lvl3pPr marL="1143000" indent="-228600" algn="l" rtl="0" eaLnBrk="0" fontAlgn="base" hangingPunct="0">
              <a:spcBef>
                <a:spcPct val="20000"/>
              </a:spcBef>
              <a:spcAft>
                <a:spcPct val="0"/>
              </a:spcAft>
              <a:buChar char="•"/>
              <a:defRPr sz="2400">
                <a:solidFill>
                  <a:srgbClr val="666699"/>
                </a:solidFill>
                <a:latin typeface="+mn-lt"/>
                <a:ea typeface="+mn-ea"/>
              </a:defRPr>
            </a:lvl3pPr>
            <a:lvl4pPr marL="1600200" indent="-228600" algn="l" rtl="0" eaLnBrk="0" fontAlgn="base" hangingPunct="0">
              <a:spcBef>
                <a:spcPct val="20000"/>
              </a:spcBef>
              <a:spcAft>
                <a:spcPct val="0"/>
              </a:spcAft>
              <a:buChar char="–"/>
              <a:defRPr sz="2000">
                <a:solidFill>
                  <a:srgbClr val="666699"/>
                </a:solidFill>
                <a:latin typeface="+mn-lt"/>
                <a:ea typeface="+mn-ea"/>
              </a:defRPr>
            </a:lvl4pPr>
            <a:lvl5pPr marL="2057400" indent="-228600" algn="l" rtl="0" eaLnBrk="0" fontAlgn="base" hangingPunct="0">
              <a:spcBef>
                <a:spcPct val="20000"/>
              </a:spcBef>
              <a:spcAft>
                <a:spcPct val="0"/>
              </a:spcAft>
              <a:buChar char="»"/>
              <a:defRPr sz="2000">
                <a:solidFill>
                  <a:srgbClr val="666699"/>
                </a:solidFill>
                <a:latin typeface="+mn-lt"/>
                <a:ea typeface="+mn-ea"/>
              </a:defRPr>
            </a:lvl5pPr>
          </a:lstStyle>
          <a:p>
            <a:pPr marL="0" lvl="0" indent="0" eaLnBrk="1" hangingPunct="1">
              <a:spcBef>
                <a:spcPct val="0"/>
              </a:spcBef>
              <a:buNone/>
            </a:pPr>
            <a:r>
              <a:rPr lang="zh-CN" altLang="en-US" sz="2400" dirty="0">
                <a:solidFill>
                  <a:schemeClr val="tx1"/>
                </a:solidFill>
                <a:latin typeface="Tahoma" panose="020B0604030504040204" pitchFamily="34" charset="0"/>
              </a:rPr>
              <a:t>×</a:t>
            </a:r>
            <a:endParaRPr lang="zh-CN" altLang="en-US" sz="2400" dirty="0">
              <a:solidFill>
                <a:schemeClr val="tx1"/>
              </a:solidFill>
              <a:latin typeface="Tahoma" panose="020B0604030504040204" pitchFamily="34" charset="0"/>
            </a:endParaRPr>
          </a:p>
        </p:txBody>
      </p:sp>
      <p:sp>
        <p:nvSpPr>
          <p:cNvPr id="90119" name="Text Box 7"/>
          <p:cNvSpPr txBox="1"/>
          <p:nvPr/>
        </p:nvSpPr>
        <p:spPr>
          <a:xfrm>
            <a:off x="1836738" y="4725988"/>
            <a:ext cx="487362" cy="457200"/>
          </a:xfrm>
          <a:prstGeom prst="rect">
            <a:avLst/>
          </a:prstGeom>
          <a:noFill/>
          <a:ln w="9525">
            <a:noFill/>
          </a:ln>
        </p:spPr>
        <p:txBody>
          <a:bodyPr wrap="none">
            <a:spAutoFit/>
          </a:bodyPr>
          <a:lstStyle>
            <a:lvl1pPr marL="342900" indent="-342900" algn="l" rtl="0" eaLnBrk="0" fontAlgn="base" hangingPunct="0">
              <a:spcBef>
                <a:spcPct val="20000"/>
              </a:spcBef>
              <a:spcAft>
                <a:spcPct val="0"/>
              </a:spcAft>
              <a:buChar char="•"/>
              <a:defRPr sz="3200">
                <a:solidFill>
                  <a:srgbClr val="666699"/>
                </a:solidFill>
                <a:latin typeface="+mn-lt"/>
                <a:ea typeface="+mn-ea"/>
                <a:cs typeface="+mn-cs"/>
              </a:defRPr>
            </a:lvl1pPr>
            <a:lvl2pPr marL="742950" indent="-285750" algn="l" rtl="0" eaLnBrk="0" fontAlgn="base" hangingPunct="0">
              <a:spcBef>
                <a:spcPct val="20000"/>
              </a:spcBef>
              <a:spcAft>
                <a:spcPct val="0"/>
              </a:spcAft>
              <a:buChar char="–"/>
              <a:defRPr sz="2800">
                <a:solidFill>
                  <a:srgbClr val="666699"/>
                </a:solidFill>
                <a:latin typeface="+mn-lt"/>
                <a:ea typeface="+mn-ea"/>
              </a:defRPr>
            </a:lvl2pPr>
            <a:lvl3pPr marL="1143000" indent="-228600" algn="l" rtl="0" eaLnBrk="0" fontAlgn="base" hangingPunct="0">
              <a:spcBef>
                <a:spcPct val="20000"/>
              </a:spcBef>
              <a:spcAft>
                <a:spcPct val="0"/>
              </a:spcAft>
              <a:buChar char="•"/>
              <a:defRPr sz="2400">
                <a:solidFill>
                  <a:srgbClr val="666699"/>
                </a:solidFill>
                <a:latin typeface="+mn-lt"/>
                <a:ea typeface="+mn-ea"/>
              </a:defRPr>
            </a:lvl3pPr>
            <a:lvl4pPr marL="1600200" indent="-228600" algn="l" rtl="0" eaLnBrk="0" fontAlgn="base" hangingPunct="0">
              <a:spcBef>
                <a:spcPct val="20000"/>
              </a:spcBef>
              <a:spcAft>
                <a:spcPct val="0"/>
              </a:spcAft>
              <a:buChar char="–"/>
              <a:defRPr sz="2000">
                <a:solidFill>
                  <a:srgbClr val="666699"/>
                </a:solidFill>
                <a:latin typeface="+mn-lt"/>
                <a:ea typeface="+mn-ea"/>
              </a:defRPr>
            </a:lvl4pPr>
            <a:lvl5pPr marL="2057400" indent="-228600" algn="l" rtl="0" eaLnBrk="0" fontAlgn="base" hangingPunct="0">
              <a:spcBef>
                <a:spcPct val="20000"/>
              </a:spcBef>
              <a:spcAft>
                <a:spcPct val="0"/>
              </a:spcAft>
              <a:buChar char="»"/>
              <a:defRPr sz="2000">
                <a:solidFill>
                  <a:srgbClr val="666699"/>
                </a:solidFill>
                <a:latin typeface="+mn-lt"/>
                <a:ea typeface="+mn-ea"/>
              </a:defRPr>
            </a:lvl5pPr>
          </a:lstStyle>
          <a:p>
            <a:pPr marL="0" lvl="0" indent="0" eaLnBrk="1" hangingPunct="1">
              <a:spcBef>
                <a:spcPct val="0"/>
              </a:spcBef>
              <a:buNone/>
            </a:pPr>
            <a:r>
              <a:rPr lang="zh-CN" altLang="en-US" sz="2400" dirty="0">
                <a:solidFill>
                  <a:schemeClr val="tx1"/>
                </a:solidFill>
                <a:latin typeface="Tahoma" panose="020B0604030504040204" pitchFamily="34" charset="0"/>
              </a:rPr>
              <a:t>×</a:t>
            </a:r>
            <a:endParaRPr lang="zh-CN" altLang="en-US" sz="2400" dirty="0">
              <a:solidFill>
                <a:schemeClr val="tx1"/>
              </a:solidFill>
              <a:latin typeface="Tahoma" panose="020B0604030504040204" pitchFamily="34" charset="0"/>
            </a:endParaRPr>
          </a:p>
        </p:txBody>
      </p:sp>
      <p:sp>
        <p:nvSpPr>
          <p:cNvPr id="90120" name="Text Box 8"/>
          <p:cNvSpPr txBox="1"/>
          <p:nvPr/>
        </p:nvSpPr>
        <p:spPr>
          <a:xfrm>
            <a:off x="1836738" y="5013325"/>
            <a:ext cx="487362" cy="457200"/>
          </a:xfrm>
          <a:prstGeom prst="rect">
            <a:avLst/>
          </a:prstGeom>
          <a:noFill/>
          <a:ln w="9525">
            <a:noFill/>
          </a:ln>
        </p:spPr>
        <p:txBody>
          <a:bodyPr wrap="none">
            <a:spAutoFit/>
          </a:bodyPr>
          <a:lstStyle>
            <a:lvl1pPr marL="342900" indent="-342900" algn="l" rtl="0" eaLnBrk="0" fontAlgn="base" hangingPunct="0">
              <a:spcBef>
                <a:spcPct val="20000"/>
              </a:spcBef>
              <a:spcAft>
                <a:spcPct val="0"/>
              </a:spcAft>
              <a:buChar char="•"/>
              <a:defRPr sz="3200">
                <a:solidFill>
                  <a:srgbClr val="666699"/>
                </a:solidFill>
                <a:latin typeface="+mn-lt"/>
                <a:ea typeface="+mn-ea"/>
                <a:cs typeface="+mn-cs"/>
              </a:defRPr>
            </a:lvl1pPr>
            <a:lvl2pPr marL="742950" indent="-285750" algn="l" rtl="0" eaLnBrk="0" fontAlgn="base" hangingPunct="0">
              <a:spcBef>
                <a:spcPct val="20000"/>
              </a:spcBef>
              <a:spcAft>
                <a:spcPct val="0"/>
              </a:spcAft>
              <a:buChar char="–"/>
              <a:defRPr sz="2800">
                <a:solidFill>
                  <a:srgbClr val="666699"/>
                </a:solidFill>
                <a:latin typeface="+mn-lt"/>
                <a:ea typeface="+mn-ea"/>
              </a:defRPr>
            </a:lvl2pPr>
            <a:lvl3pPr marL="1143000" indent="-228600" algn="l" rtl="0" eaLnBrk="0" fontAlgn="base" hangingPunct="0">
              <a:spcBef>
                <a:spcPct val="20000"/>
              </a:spcBef>
              <a:spcAft>
                <a:spcPct val="0"/>
              </a:spcAft>
              <a:buChar char="•"/>
              <a:defRPr sz="2400">
                <a:solidFill>
                  <a:srgbClr val="666699"/>
                </a:solidFill>
                <a:latin typeface="+mn-lt"/>
                <a:ea typeface="+mn-ea"/>
              </a:defRPr>
            </a:lvl3pPr>
            <a:lvl4pPr marL="1600200" indent="-228600" algn="l" rtl="0" eaLnBrk="0" fontAlgn="base" hangingPunct="0">
              <a:spcBef>
                <a:spcPct val="20000"/>
              </a:spcBef>
              <a:spcAft>
                <a:spcPct val="0"/>
              </a:spcAft>
              <a:buChar char="–"/>
              <a:defRPr sz="2000">
                <a:solidFill>
                  <a:srgbClr val="666699"/>
                </a:solidFill>
                <a:latin typeface="+mn-lt"/>
                <a:ea typeface="+mn-ea"/>
              </a:defRPr>
            </a:lvl4pPr>
            <a:lvl5pPr marL="2057400" indent="-228600" algn="l" rtl="0" eaLnBrk="0" fontAlgn="base" hangingPunct="0">
              <a:spcBef>
                <a:spcPct val="20000"/>
              </a:spcBef>
              <a:spcAft>
                <a:spcPct val="0"/>
              </a:spcAft>
              <a:buChar char="»"/>
              <a:defRPr sz="2000">
                <a:solidFill>
                  <a:srgbClr val="666699"/>
                </a:solidFill>
                <a:latin typeface="+mn-lt"/>
                <a:ea typeface="+mn-ea"/>
              </a:defRPr>
            </a:lvl5pPr>
          </a:lstStyle>
          <a:p>
            <a:pPr marL="0" lvl="0" indent="0" eaLnBrk="1" hangingPunct="1">
              <a:spcBef>
                <a:spcPct val="0"/>
              </a:spcBef>
              <a:buNone/>
            </a:pPr>
            <a:r>
              <a:rPr lang="zh-CN" altLang="en-US" sz="2400" dirty="0">
                <a:solidFill>
                  <a:schemeClr val="tx1"/>
                </a:solidFill>
                <a:latin typeface="Tahoma" panose="020B0604030504040204" pitchFamily="34" charset="0"/>
              </a:rPr>
              <a:t>×</a:t>
            </a:r>
            <a:endParaRPr lang="zh-CN" altLang="en-US" sz="2400" dirty="0">
              <a:solidFill>
                <a:schemeClr val="tx1"/>
              </a:solidFill>
              <a:latin typeface="Tahoma" panose="020B0604030504040204" pitchFamily="34" charset="0"/>
            </a:endParaRPr>
          </a:p>
        </p:txBody>
      </p:sp>
    </p:spTree>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91138" name="Rectangle 2"/>
          <p:cNvSpPr>
            <a:spLocks noGrp="1"/>
          </p:cNvSpPr>
          <p:nvPr>
            <p:ph type="title"/>
          </p:nvPr>
        </p:nvSpPr>
        <p:spPr>
          <a:xfrm>
            <a:off x="252413" y="914400"/>
            <a:ext cx="8205787" cy="838200"/>
          </a:xfrm>
          <a:ln/>
        </p:spPr>
        <p:txBody>
          <a:bodyPr vert="horz" wrap="square" lIns="91440" tIns="45720" rIns="91440" bIns="45720" anchor="ctr" anchorCtr="0"/>
          <a:p>
            <a:pPr algn="l" eaLnBrk="1" hangingPunct="1"/>
            <a:r>
              <a:rPr lang="zh-CN" altLang="en-US" dirty="0"/>
              <a:t>1.浮点数的加、减法运算方法：</a:t>
            </a:r>
            <a:endParaRPr lang="zh-CN" altLang="en-US" sz="2400" dirty="0"/>
          </a:p>
        </p:txBody>
      </p:sp>
      <p:sp>
        <p:nvSpPr>
          <p:cNvPr id="91139" name="Rectangle 3"/>
          <p:cNvSpPr>
            <a:spLocks noGrp="1"/>
          </p:cNvSpPr>
          <p:nvPr>
            <p:ph type="body"/>
          </p:nvPr>
        </p:nvSpPr>
        <p:spPr>
          <a:xfrm>
            <a:off x="80963" y="1828800"/>
            <a:ext cx="8955087" cy="4913313"/>
          </a:xfrm>
          <a:ln/>
        </p:spPr>
        <p:txBody>
          <a:bodyPr vert="horz" wrap="square" lIns="91440" tIns="45720" rIns="91440" bIns="45720" anchor="t" anchorCtr="0"/>
          <a:p>
            <a:pPr marL="0" indent="0" eaLnBrk="1" hangingPunct="1">
              <a:buNone/>
            </a:pPr>
            <a:r>
              <a:rPr lang="zh-CN" altLang="en-US" sz="2400" dirty="0">
                <a:latin typeface="宋体" panose="02010600030101010101" pitchFamily="2" charset="-122"/>
              </a:rPr>
              <a:t>    </a:t>
            </a:r>
            <a:r>
              <a:rPr lang="zh-CN" altLang="en-US" sz="2400" b="1" dirty="0">
                <a:solidFill>
                  <a:srgbClr val="0000FF"/>
                </a:solidFill>
                <a:latin typeface="宋体" panose="02010600030101010101" pitchFamily="2" charset="-122"/>
              </a:rPr>
              <a:t>设有两个浮点数的分别为X=M</a:t>
            </a:r>
            <a:r>
              <a:rPr lang="zh-CN" altLang="en-US" sz="2400" b="1" baseline="-30000" dirty="0">
                <a:solidFill>
                  <a:srgbClr val="0000FF"/>
                </a:solidFill>
                <a:latin typeface="宋体" panose="02010600030101010101" pitchFamily="2" charset="-122"/>
              </a:rPr>
              <a:t>x</a:t>
            </a:r>
            <a:r>
              <a:rPr lang="zh-CN" altLang="en-US" sz="2400" b="1" dirty="0">
                <a:solidFill>
                  <a:srgbClr val="0000FF"/>
                </a:solidFill>
                <a:latin typeface="宋体" panose="02010600030101010101" pitchFamily="2" charset="-122"/>
              </a:rPr>
              <a:t>×2</a:t>
            </a:r>
            <a:r>
              <a:rPr lang="zh-CN" altLang="en-US" sz="2400" b="1" baseline="30000" dirty="0">
                <a:solidFill>
                  <a:srgbClr val="0000FF"/>
                </a:solidFill>
                <a:latin typeface="宋体" panose="02010600030101010101" pitchFamily="2" charset="-122"/>
              </a:rPr>
              <a:t>Ex</a:t>
            </a:r>
            <a:r>
              <a:rPr lang="zh-CN" altLang="en-US" sz="2400" b="1" dirty="0">
                <a:solidFill>
                  <a:srgbClr val="0000FF"/>
                </a:solidFill>
                <a:latin typeface="宋体" panose="02010600030101010101" pitchFamily="2" charset="-122"/>
              </a:rPr>
              <a:t>，Y=M</a:t>
            </a:r>
            <a:r>
              <a:rPr lang="zh-CN" altLang="en-US" sz="2400" b="1" baseline="-30000" dirty="0">
                <a:solidFill>
                  <a:srgbClr val="0000FF"/>
                </a:solidFill>
                <a:latin typeface="宋体" panose="02010600030101010101" pitchFamily="2" charset="-122"/>
              </a:rPr>
              <a:t>y</a:t>
            </a:r>
            <a:r>
              <a:rPr lang="zh-CN" altLang="en-US" sz="2400" b="1" dirty="0">
                <a:solidFill>
                  <a:srgbClr val="0000FF"/>
                </a:solidFill>
                <a:latin typeface="宋体" panose="02010600030101010101" pitchFamily="2" charset="-122"/>
              </a:rPr>
              <a:t>×2</a:t>
            </a:r>
            <a:r>
              <a:rPr lang="zh-CN" altLang="en-US" sz="2400" b="1" baseline="30000" dirty="0">
                <a:solidFill>
                  <a:srgbClr val="0000FF"/>
                </a:solidFill>
                <a:latin typeface="宋体" panose="02010600030101010101" pitchFamily="2" charset="-122"/>
              </a:rPr>
              <a:t>Ey</a:t>
            </a:r>
            <a:r>
              <a:rPr lang="zh-CN" altLang="en-US" sz="2400" b="1" dirty="0">
                <a:solidFill>
                  <a:srgbClr val="0000FF"/>
                </a:solidFill>
                <a:latin typeface="宋体" panose="02010600030101010101" pitchFamily="2" charset="-122"/>
              </a:rPr>
              <a:t>，实现浮点加减法算的基本步骤分为五步完成：</a:t>
            </a:r>
            <a:endParaRPr lang="zh-CN" altLang="en-US" sz="2400" b="1" dirty="0">
              <a:solidFill>
                <a:srgbClr val="0000FF"/>
              </a:solidFill>
              <a:latin typeface="宋体" panose="02010600030101010101" pitchFamily="2" charset="-122"/>
            </a:endParaRPr>
          </a:p>
          <a:p>
            <a:pPr marL="0" indent="0" eaLnBrk="1" hangingPunct="1">
              <a:buNone/>
            </a:pPr>
            <a:r>
              <a:rPr lang="zh-CN" altLang="en-US" sz="2400" b="1" dirty="0">
                <a:solidFill>
                  <a:srgbClr val="0000FF"/>
                </a:solidFill>
                <a:latin typeface="宋体" panose="02010600030101010101" pitchFamily="2" charset="-122"/>
              </a:rPr>
              <a:t>⑴</a:t>
            </a:r>
            <a:r>
              <a:rPr lang="zh-CN" altLang="en-US" sz="2400" b="1" dirty="0">
                <a:solidFill>
                  <a:srgbClr val="FF0000"/>
                </a:solidFill>
                <a:latin typeface="宋体" panose="02010600030101010101" pitchFamily="2" charset="-122"/>
              </a:rPr>
              <a:t>检查操作数是否为0</a:t>
            </a:r>
            <a:r>
              <a:rPr lang="zh-CN" altLang="en-US" sz="2400" b="1" dirty="0">
                <a:solidFill>
                  <a:srgbClr val="0000FF"/>
                </a:solidFill>
                <a:latin typeface="宋体" panose="02010600030101010101" pitchFamily="2" charset="-122"/>
              </a:rPr>
              <a:t>：判断两个操作数中是否有一个为0。</a:t>
            </a:r>
            <a:endParaRPr lang="zh-CN" altLang="en-US" sz="2400" b="1" dirty="0">
              <a:solidFill>
                <a:srgbClr val="0000FF"/>
              </a:solidFill>
              <a:latin typeface="宋体" panose="02010600030101010101" pitchFamily="2" charset="-122"/>
            </a:endParaRPr>
          </a:p>
          <a:p>
            <a:pPr marL="0" indent="0" eaLnBrk="1" hangingPunct="1">
              <a:buNone/>
            </a:pPr>
            <a:r>
              <a:rPr lang="zh-CN" altLang="en-US" sz="2400" b="1" dirty="0">
                <a:solidFill>
                  <a:srgbClr val="0000FF"/>
                </a:solidFill>
              </a:rPr>
              <a:t>⑵</a:t>
            </a:r>
            <a:r>
              <a:rPr lang="zh-CN" altLang="en-US" sz="2400" b="1" dirty="0">
                <a:solidFill>
                  <a:srgbClr val="FF0000"/>
                </a:solidFill>
                <a:latin typeface="宋体" panose="02010600030101010101" pitchFamily="2" charset="-122"/>
              </a:rPr>
              <a:t>对阶</a:t>
            </a:r>
            <a:r>
              <a:rPr lang="zh-CN" altLang="en-US" sz="2400" b="1" dirty="0">
                <a:solidFill>
                  <a:srgbClr val="0000FF"/>
                </a:solidFill>
                <a:latin typeface="宋体" panose="02010600030101010101" pitchFamily="2" charset="-122"/>
              </a:rPr>
              <a:t>：即比较两个浮点数的阶码值的大小，求E=E</a:t>
            </a:r>
            <a:r>
              <a:rPr lang="zh-CN" altLang="en-US" sz="2400" b="1" baseline="-30000" dirty="0">
                <a:solidFill>
                  <a:srgbClr val="0000FF"/>
                </a:solidFill>
                <a:latin typeface="宋体" panose="02010600030101010101" pitchFamily="2" charset="-122"/>
              </a:rPr>
              <a:t>x</a:t>
            </a:r>
            <a:r>
              <a:rPr lang="zh-CN" altLang="en-US" sz="2400" b="1" dirty="0">
                <a:solidFill>
                  <a:srgbClr val="0000FF"/>
                </a:solidFill>
                <a:latin typeface="宋体" panose="02010600030101010101" pitchFamily="2" charset="-122"/>
              </a:rPr>
              <a:t>-E</a:t>
            </a:r>
            <a:r>
              <a:rPr lang="zh-CN" altLang="en-US" sz="2400" b="1" baseline="-30000" dirty="0">
                <a:solidFill>
                  <a:srgbClr val="0000FF"/>
                </a:solidFill>
                <a:latin typeface="宋体" panose="02010600030101010101" pitchFamily="2" charset="-122"/>
              </a:rPr>
              <a:t>y</a:t>
            </a:r>
            <a:r>
              <a:rPr lang="zh-CN" altLang="en-US" sz="2400" b="1" dirty="0">
                <a:solidFill>
                  <a:srgbClr val="0000FF"/>
                </a:solidFill>
                <a:latin typeface="宋体" panose="02010600030101010101" pitchFamily="2" charset="-122"/>
              </a:rPr>
              <a:t>，然后</a:t>
            </a:r>
            <a:r>
              <a:rPr lang="zh-CN" altLang="en-US" sz="2400" b="1" dirty="0">
                <a:solidFill>
                  <a:srgbClr val="0000FF"/>
                </a:solidFill>
              </a:rPr>
              <a:t>“</a:t>
            </a:r>
            <a:r>
              <a:rPr lang="zh-CN" altLang="en-US" sz="2400" b="1" dirty="0">
                <a:solidFill>
                  <a:srgbClr val="FF0000"/>
                </a:solidFill>
                <a:latin typeface="宋体" panose="02010600030101010101" pitchFamily="2" charset="-122"/>
              </a:rPr>
              <a:t>小阶向大阶看齐</a:t>
            </a:r>
            <a:r>
              <a:rPr lang="zh-CN" altLang="en-US" sz="2400" b="1" dirty="0">
                <a:solidFill>
                  <a:srgbClr val="FF0000"/>
                </a:solidFill>
              </a:rPr>
              <a:t>”</a:t>
            </a:r>
            <a:r>
              <a:rPr lang="zh-CN" altLang="en-US" sz="2400" b="1" dirty="0">
                <a:solidFill>
                  <a:srgbClr val="0000FF"/>
                </a:solidFill>
                <a:latin typeface="宋体" panose="02010600030101010101" pitchFamily="2" charset="-122"/>
              </a:rPr>
              <a:t>。</a:t>
            </a:r>
            <a:endParaRPr lang="zh-CN" altLang="en-US" sz="2400" b="1" dirty="0">
              <a:solidFill>
                <a:srgbClr val="0000FF"/>
              </a:solidFill>
              <a:latin typeface="宋体" panose="02010600030101010101" pitchFamily="2" charset="-122"/>
            </a:endParaRPr>
          </a:p>
          <a:p>
            <a:pPr marL="0" indent="0" eaLnBrk="1" hangingPunct="1">
              <a:buNone/>
            </a:pPr>
            <a:r>
              <a:rPr lang="zh-CN" altLang="en-US" sz="2400" b="1" dirty="0">
                <a:solidFill>
                  <a:srgbClr val="0000FF"/>
                </a:solidFill>
                <a:latin typeface="宋体" panose="02010600030101010101" pitchFamily="2" charset="-122"/>
              </a:rPr>
              <a:t>⑶</a:t>
            </a:r>
            <a:r>
              <a:rPr lang="zh-CN" altLang="en-US" sz="2400" b="1" dirty="0">
                <a:solidFill>
                  <a:srgbClr val="FF0000"/>
                </a:solidFill>
                <a:latin typeface="宋体" panose="02010600030101010101" pitchFamily="2" charset="-122"/>
              </a:rPr>
              <a:t>尾数相加或相减</a:t>
            </a:r>
            <a:r>
              <a:rPr lang="zh-CN" altLang="en-US" sz="2400" b="1" dirty="0">
                <a:solidFill>
                  <a:srgbClr val="0000FF"/>
                </a:solidFill>
                <a:latin typeface="宋体" panose="02010600030101010101" pitchFamily="2" charset="-122"/>
              </a:rPr>
              <a:t>：两个对阶后的浮点数的尾数进行加减运算。</a:t>
            </a:r>
            <a:r>
              <a:rPr lang="zh-CN" altLang="en-US" sz="2400" b="1" dirty="0">
                <a:solidFill>
                  <a:srgbClr val="0000FF"/>
                </a:solidFill>
              </a:rPr>
              <a:t> </a:t>
            </a:r>
            <a:r>
              <a:rPr lang="zh-CN" altLang="en-US" sz="2400" b="1" dirty="0">
                <a:solidFill>
                  <a:srgbClr val="0000FF"/>
                </a:solidFill>
                <a:latin typeface="宋体" panose="02010600030101010101" pitchFamily="2" charset="-122"/>
              </a:rPr>
              <a:t>　</a:t>
            </a:r>
            <a:endParaRPr lang="zh-CN" altLang="en-US" sz="2400" b="1" dirty="0">
              <a:solidFill>
                <a:srgbClr val="0000FF"/>
              </a:solidFill>
              <a:latin typeface="宋体" panose="02010600030101010101" pitchFamily="2" charset="-122"/>
            </a:endParaRPr>
          </a:p>
          <a:p>
            <a:pPr marL="0" indent="0" eaLnBrk="1" hangingPunct="1">
              <a:buNone/>
            </a:pPr>
            <a:r>
              <a:rPr lang="zh-CN" altLang="en-US" sz="2400" b="1" dirty="0">
                <a:solidFill>
                  <a:srgbClr val="0000FF"/>
                </a:solidFill>
                <a:latin typeface="宋体" panose="02010600030101010101" pitchFamily="2" charset="-122"/>
              </a:rPr>
              <a:t>⑷</a:t>
            </a:r>
            <a:r>
              <a:rPr lang="zh-CN" altLang="en-US" sz="2400" b="1" dirty="0">
                <a:solidFill>
                  <a:srgbClr val="FF0000"/>
                </a:solidFill>
                <a:latin typeface="宋体" panose="02010600030101010101" pitchFamily="2" charset="-122"/>
              </a:rPr>
              <a:t>结果规格化</a:t>
            </a:r>
            <a:r>
              <a:rPr lang="zh-CN" altLang="en-US" sz="2400" b="1" dirty="0">
                <a:solidFill>
                  <a:srgbClr val="0000FF"/>
                </a:solidFill>
                <a:latin typeface="宋体" panose="02010600030101010101" pitchFamily="2" charset="-122"/>
              </a:rPr>
              <a:t>：若得到的结果不满足规格化规则，就必须把它变成规格化的数。</a:t>
            </a:r>
            <a:endParaRPr lang="zh-CN" altLang="en-US" sz="2400" b="1" dirty="0">
              <a:solidFill>
                <a:srgbClr val="0000FF"/>
              </a:solidFill>
              <a:latin typeface="宋体" panose="02010600030101010101" pitchFamily="2" charset="-122"/>
            </a:endParaRPr>
          </a:p>
          <a:p>
            <a:pPr marL="0" indent="0" eaLnBrk="1" hangingPunct="1">
              <a:buNone/>
            </a:pPr>
            <a:r>
              <a:rPr lang="zh-CN" altLang="en-US" sz="2400" b="1" dirty="0">
                <a:solidFill>
                  <a:srgbClr val="0000FF"/>
                </a:solidFill>
                <a:latin typeface="宋体" panose="02010600030101010101" pitchFamily="2" charset="-122"/>
              </a:rPr>
              <a:t>(5)</a:t>
            </a:r>
            <a:r>
              <a:rPr lang="zh-CN" altLang="en-US" sz="2400" b="1" dirty="0">
                <a:solidFill>
                  <a:srgbClr val="FF0000"/>
                </a:solidFill>
                <a:latin typeface="宋体" panose="02010600030101010101" pitchFamily="2" charset="-122"/>
              </a:rPr>
              <a:t>舍入处理</a:t>
            </a:r>
            <a:r>
              <a:rPr lang="zh-CN" altLang="en-US" sz="2400" b="1" dirty="0">
                <a:solidFill>
                  <a:srgbClr val="0000FF"/>
                </a:solidFill>
                <a:latin typeface="宋体" panose="02010600030101010101" pitchFamily="2" charset="-122"/>
              </a:rPr>
              <a:t>:在执行对阶或右规操作时，会使位数低位上的一位或若干位的数值被移掉，使数值精度受到影响，可以把移掉的几个高位的值保存起来供舍入使用。</a:t>
            </a:r>
            <a:endParaRPr lang="zh-CN" altLang="en-US" sz="2800" b="1" dirty="0">
              <a:solidFill>
                <a:srgbClr val="0000FF"/>
              </a:solidFill>
            </a:endParaRPr>
          </a:p>
        </p:txBody>
      </p:sp>
    </p:spTree>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92162" name="Rectangle 2"/>
          <p:cNvSpPr>
            <a:spLocks noGrp="1"/>
          </p:cNvSpPr>
          <p:nvPr>
            <p:ph type="title"/>
          </p:nvPr>
        </p:nvSpPr>
        <p:spPr>
          <a:xfrm>
            <a:off x="1403350" y="981075"/>
            <a:ext cx="5410200" cy="533400"/>
          </a:xfrm>
          <a:ln/>
        </p:spPr>
        <p:txBody>
          <a:bodyPr vert="horz" wrap="square" lIns="91440" tIns="45720" rIns="91440" bIns="45720" anchor="ctr" anchorCtr="0"/>
          <a:p>
            <a:pPr eaLnBrk="1" hangingPunct="1"/>
            <a:r>
              <a:rPr lang="zh-CN" altLang="en-US" sz="2800" dirty="0">
                <a:latin typeface="隶书" panose="02010509060101010101" pitchFamily="49" charset="-122"/>
              </a:rPr>
              <a:t> </a:t>
            </a:r>
            <a:r>
              <a:rPr lang="zh-CN" altLang="en-US" dirty="0">
                <a:latin typeface="隶书" panose="02010509060101010101" pitchFamily="49" charset="-122"/>
              </a:rPr>
              <a:t>   尾数规格化</a:t>
            </a:r>
            <a:endParaRPr lang="zh-CN" altLang="en-US" dirty="0">
              <a:latin typeface="隶书" panose="02010509060101010101" pitchFamily="49" charset="-122"/>
            </a:endParaRPr>
          </a:p>
        </p:txBody>
      </p:sp>
      <p:sp>
        <p:nvSpPr>
          <p:cNvPr id="92163" name="Rectangle 3"/>
          <p:cNvSpPr>
            <a:spLocks noGrp="1"/>
          </p:cNvSpPr>
          <p:nvPr>
            <p:ph type="body"/>
          </p:nvPr>
        </p:nvSpPr>
        <p:spPr>
          <a:xfrm>
            <a:off x="179388" y="1773238"/>
            <a:ext cx="8686800" cy="4800600"/>
          </a:xfrm>
          <a:ln/>
        </p:spPr>
        <p:txBody>
          <a:bodyPr vert="horz" wrap="square" lIns="91440" tIns="45720" rIns="91440" bIns="45720" anchor="t" anchorCtr="0"/>
          <a:p>
            <a:pPr eaLnBrk="1" hangingPunct="1">
              <a:lnSpc>
                <a:spcPct val="90000"/>
              </a:lnSpc>
            </a:pPr>
            <a:r>
              <a:rPr lang="zh-CN" altLang="en-US" sz="2400" b="1" dirty="0">
                <a:latin typeface="宋体" panose="02010600030101010101" pitchFamily="2" charset="-122"/>
              </a:rPr>
              <a:t>定义：</a:t>
            </a:r>
            <a:r>
              <a:rPr lang="zh-CN" altLang="en-US" sz="2400" b="1" dirty="0">
                <a:solidFill>
                  <a:srgbClr val="800000"/>
                </a:solidFill>
                <a:latin typeface="宋体" panose="02010600030101010101" pitchFamily="2" charset="-122"/>
              </a:rPr>
              <a:t>所谓规格化数，就是非0的尾数，其绝对值应大于或等于0.5。</a:t>
            </a:r>
            <a:endParaRPr lang="zh-CN" altLang="en-US" sz="2400" b="1" dirty="0">
              <a:solidFill>
                <a:srgbClr val="800000"/>
              </a:solidFill>
              <a:latin typeface="宋体" panose="02010600030101010101" pitchFamily="2" charset="-122"/>
            </a:endParaRPr>
          </a:p>
          <a:p>
            <a:pPr eaLnBrk="1" hangingPunct="1">
              <a:lnSpc>
                <a:spcPct val="90000"/>
              </a:lnSpc>
            </a:pPr>
            <a:r>
              <a:rPr lang="zh-CN" altLang="en-US" sz="2400" b="1" dirty="0">
                <a:latin typeface="宋体" panose="02010600030101010101" pitchFamily="2" charset="-122"/>
              </a:rPr>
              <a:t>判别方法：</a:t>
            </a:r>
            <a:endParaRPr lang="zh-CN" altLang="en-US" sz="2400" b="1" dirty="0">
              <a:latin typeface="宋体" panose="02010600030101010101" pitchFamily="2" charset="-122"/>
            </a:endParaRPr>
          </a:p>
          <a:p>
            <a:pPr eaLnBrk="1" hangingPunct="1">
              <a:lnSpc>
                <a:spcPct val="90000"/>
              </a:lnSpc>
              <a:buNone/>
            </a:pPr>
            <a:r>
              <a:rPr lang="zh-CN" altLang="en-US" sz="2400" b="1" dirty="0">
                <a:latin typeface="宋体" panose="02010600030101010101" pitchFamily="2" charset="-122"/>
              </a:rPr>
              <a:t>　　  如果用</a:t>
            </a:r>
            <a:r>
              <a:rPr lang="zh-CN" altLang="en-US" sz="2400" b="1" dirty="0">
                <a:solidFill>
                  <a:srgbClr val="FF0000"/>
                </a:solidFill>
                <a:latin typeface="宋体" panose="02010600030101010101" pitchFamily="2" charset="-122"/>
              </a:rPr>
              <a:t>原码</a:t>
            </a:r>
            <a:r>
              <a:rPr lang="zh-CN" altLang="en-US" sz="2400" b="1" dirty="0">
                <a:latin typeface="宋体" panose="02010600030101010101" pitchFamily="2" charset="-122"/>
              </a:rPr>
              <a:t>表示，规格化数的尾数应满足 1/2≤|S|&lt;1，</a:t>
            </a:r>
            <a:r>
              <a:rPr lang="zh-CN" altLang="en-US" sz="2400" b="1" dirty="0">
                <a:solidFill>
                  <a:srgbClr val="FF0000"/>
                </a:solidFill>
                <a:latin typeface="宋体" panose="02010600030101010101" pitchFamily="2" charset="-122"/>
                <a:sym typeface="Arial" panose="020B0604020202020204" pitchFamily="34" charset="0"/>
              </a:rPr>
              <a:t>即尾数的最高数值位一定为1</a:t>
            </a:r>
            <a:r>
              <a:rPr lang="zh-CN" altLang="en-US" sz="2400" b="1" dirty="0">
                <a:solidFill>
                  <a:schemeClr val="hlink"/>
                </a:solidFill>
                <a:latin typeface="宋体" panose="02010600030101010101" pitchFamily="2" charset="-122"/>
              </a:rPr>
              <a:t>。</a:t>
            </a:r>
            <a:endParaRPr lang="zh-CN" altLang="en-US" sz="2400" b="1" dirty="0">
              <a:solidFill>
                <a:schemeClr val="hlink"/>
              </a:solidFill>
              <a:latin typeface="宋体" panose="02010600030101010101" pitchFamily="2" charset="-122"/>
            </a:endParaRPr>
          </a:p>
          <a:p>
            <a:pPr eaLnBrk="1" hangingPunct="1">
              <a:lnSpc>
                <a:spcPct val="90000"/>
              </a:lnSpc>
              <a:buNone/>
            </a:pPr>
            <a:r>
              <a:rPr lang="zh-CN" altLang="en-US" sz="2400" b="1" dirty="0">
                <a:latin typeface="宋体" panose="02010600030101010101" pitchFamily="2" charset="-122"/>
              </a:rPr>
              <a:t>　　  如果用</a:t>
            </a:r>
            <a:r>
              <a:rPr lang="zh-CN" altLang="en-US" sz="2400" b="1" dirty="0">
                <a:solidFill>
                  <a:srgbClr val="FF0000"/>
                </a:solidFill>
                <a:latin typeface="宋体" panose="02010600030101010101" pitchFamily="2" charset="-122"/>
                <a:sym typeface="Arial" panose="020B0604020202020204" pitchFamily="34" charset="0"/>
              </a:rPr>
              <a:t>补码</a:t>
            </a:r>
            <a:r>
              <a:rPr lang="zh-CN" altLang="en-US" sz="2400" b="1" dirty="0">
                <a:latin typeface="宋体" panose="02010600030101010101" pitchFamily="2" charset="-122"/>
              </a:rPr>
              <a:t>表示，对于正数，规格化尾数满足的条件与原码相同，对于负数，规格化尾数应满足-1/2&gt;S≥-1，这样，用补码表示的规格化尾数即为</a:t>
            </a:r>
            <a:r>
              <a:rPr lang="zh-CN" altLang="en-US" sz="2400" b="1" dirty="0">
                <a:solidFill>
                  <a:srgbClr val="FF0000"/>
                </a:solidFill>
                <a:latin typeface="宋体" panose="02010600030101010101" pitchFamily="2" charset="-122"/>
                <a:sym typeface="Arial" panose="020B0604020202020204" pitchFamily="34" charset="0"/>
              </a:rPr>
              <a:t>尾数数值最高位与符号位相反</a:t>
            </a:r>
            <a:r>
              <a:rPr lang="zh-CN" altLang="en-US" sz="2400" b="1" dirty="0">
                <a:latin typeface="宋体" panose="02010600030101010101" pitchFamily="2" charset="-122"/>
              </a:rPr>
              <a:t>。</a:t>
            </a:r>
            <a:endParaRPr lang="zh-CN" altLang="en-US" sz="2400" b="1" dirty="0">
              <a:latin typeface="宋体" panose="02010600030101010101" pitchFamily="2" charset="-122"/>
            </a:endParaRPr>
          </a:p>
          <a:p>
            <a:pPr eaLnBrk="1" hangingPunct="1">
              <a:lnSpc>
                <a:spcPct val="90000"/>
              </a:lnSpc>
            </a:pPr>
            <a:r>
              <a:rPr lang="zh-CN" altLang="en-US" sz="2400" b="1" dirty="0">
                <a:solidFill>
                  <a:srgbClr val="800000"/>
                </a:solidFill>
                <a:latin typeface="宋体" panose="02010600030101010101" pitchFamily="2" charset="-122"/>
              </a:rPr>
              <a:t>规格化</a:t>
            </a:r>
            <a:r>
              <a:rPr lang="zh-CN" altLang="en-US" sz="2400" b="1" dirty="0">
                <a:latin typeface="宋体" panose="02010600030101010101" pitchFamily="2" charset="-122"/>
              </a:rPr>
              <a:t>：</a:t>
            </a:r>
            <a:endParaRPr lang="zh-CN" altLang="en-US" sz="2400" b="1" dirty="0">
              <a:latin typeface="宋体" panose="02010600030101010101" pitchFamily="2" charset="-122"/>
            </a:endParaRPr>
          </a:p>
          <a:p>
            <a:pPr eaLnBrk="1" hangingPunct="1">
              <a:lnSpc>
                <a:spcPct val="90000"/>
              </a:lnSpc>
              <a:buNone/>
            </a:pPr>
            <a:r>
              <a:rPr lang="zh-CN" altLang="en-US" sz="2400" b="1" dirty="0">
                <a:latin typeface="宋体" panose="02010600030101010101" pitchFamily="2" charset="-122"/>
              </a:rPr>
              <a:t>      存储在计算机中的浮点数以及运算结果的浮点数都应为规格化数，</a:t>
            </a:r>
            <a:r>
              <a:rPr lang="zh-CN" altLang="en-US" sz="2400" b="1" dirty="0">
                <a:solidFill>
                  <a:srgbClr val="FF0000"/>
                </a:solidFill>
                <a:latin typeface="宋体" panose="02010600030101010101" pitchFamily="2" charset="-122"/>
              </a:rPr>
              <a:t>如果尾数不是规格化数，要用移位方法把它变为规格化数</a:t>
            </a:r>
            <a:r>
              <a:rPr lang="zh-CN" altLang="en-US" sz="2400" b="1" dirty="0">
                <a:latin typeface="宋体" panose="02010600030101010101" pitchFamily="2" charset="-122"/>
              </a:rPr>
              <a:t>，这种处理过程，称为规格化。</a:t>
            </a:r>
            <a:endParaRPr lang="zh-CN" altLang="en-US" sz="2400" b="1" dirty="0">
              <a:latin typeface="宋体" panose="02010600030101010101" pitchFamily="2" charset="-122"/>
            </a:endParaRPr>
          </a:p>
        </p:txBody>
      </p:sp>
    </p:spTree>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93186" name="Rectangle 2"/>
          <p:cNvSpPr>
            <a:spLocks noGrp="1"/>
          </p:cNvSpPr>
          <p:nvPr>
            <p:ph type="title"/>
          </p:nvPr>
        </p:nvSpPr>
        <p:spPr>
          <a:ln/>
        </p:spPr>
        <p:txBody>
          <a:bodyPr vert="horz" wrap="square" lIns="91440" tIns="45720" rIns="91440" bIns="45720" anchor="ctr" anchorCtr="0"/>
          <a:p>
            <a:pPr eaLnBrk="1" hangingPunct="1"/>
            <a:endParaRPr lang="zh-CN" altLang="en-US" dirty="0"/>
          </a:p>
        </p:txBody>
      </p:sp>
      <p:sp>
        <p:nvSpPr>
          <p:cNvPr id="93187" name="Rectangle 3"/>
          <p:cNvSpPr>
            <a:spLocks noGrp="1"/>
          </p:cNvSpPr>
          <p:nvPr>
            <p:ph type="body"/>
          </p:nvPr>
        </p:nvSpPr>
        <p:spPr>
          <a:xfrm>
            <a:off x="685800" y="1981200"/>
            <a:ext cx="8062913" cy="4114800"/>
          </a:xfrm>
          <a:ln/>
        </p:spPr>
        <p:txBody>
          <a:bodyPr vert="horz" wrap="square" lIns="91440" tIns="45720" rIns="91440" bIns="45720" anchor="t" anchorCtr="0"/>
          <a:p>
            <a:pPr marL="0" indent="0" eaLnBrk="1" hangingPunct="1">
              <a:buNone/>
            </a:pPr>
            <a:r>
              <a:rPr lang="zh-CN" altLang="en-US" dirty="0">
                <a:solidFill>
                  <a:srgbClr val="0000FF"/>
                </a:solidFill>
              </a:rPr>
              <a:t>采用补码，当尾数是：</a:t>
            </a:r>
            <a:endParaRPr lang="zh-CN" altLang="en-US" dirty="0">
              <a:solidFill>
                <a:srgbClr val="0000FF"/>
              </a:solidFill>
            </a:endParaRPr>
          </a:p>
          <a:p>
            <a:pPr marL="0" indent="0" eaLnBrk="1" hangingPunct="1"/>
            <a:r>
              <a:rPr lang="zh-CN" altLang="en-US" dirty="0">
                <a:solidFill>
                  <a:srgbClr val="0000FF"/>
                </a:solidFill>
              </a:rPr>
              <a:t>01.xx……x或10.xx……X时需要进行右规，将尾数连同符号位右移1位，阶码加1.</a:t>
            </a:r>
            <a:endParaRPr lang="zh-CN" altLang="en-US" dirty="0">
              <a:solidFill>
                <a:srgbClr val="0000FF"/>
              </a:solidFill>
            </a:endParaRPr>
          </a:p>
          <a:p>
            <a:pPr marL="0" indent="0" eaLnBrk="1" hangingPunct="1"/>
            <a:r>
              <a:rPr lang="zh-CN" altLang="en-US" dirty="0">
                <a:solidFill>
                  <a:srgbClr val="0000FF"/>
                </a:solidFill>
              </a:rPr>
              <a:t>00.0x……x或11.1xx……x时需要进行左规，将尾数连同符号位左移1位，阶码减1，直到成为规格化数。</a:t>
            </a:r>
            <a:endParaRPr lang="zh-CN" altLang="en-US" dirty="0">
              <a:solidFill>
                <a:srgbClr val="0000FF"/>
              </a:solidFill>
            </a:endParaRPr>
          </a:p>
          <a:p>
            <a:pPr marL="0" indent="0" eaLnBrk="1" hangingPunct="1">
              <a:buNone/>
            </a:pPr>
            <a:endParaRPr lang="zh-CN" altLang="en-US" dirty="0"/>
          </a:p>
          <a:p>
            <a:pPr marL="0" indent="0" eaLnBrk="1" hangingPunct="1"/>
            <a:endParaRPr lang="zh-CN" altLang="en-US" dirty="0"/>
          </a:p>
          <a:p>
            <a:pPr marL="0" indent="0" eaLnBrk="1" hangingPunct="1"/>
            <a:endParaRPr lang="zh-CN" altLang="en-US" dirty="0"/>
          </a:p>
        </p:txBody>
      </p:sp>
    </p:spTree>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94210" name="Rectangle 2"/>
          <p:cNvSpPr>
            <a:spLocks noGrp="1"/>
          </p:cNvSpPr>
          <p:nvPr>
            <p:ph type="title"/>
          </p:nvPr>
        </p:nvSpPr>
        <p:spPr>
          <a:ln/>
        </p:spPr>
        <p:txBody>
          <a:bodyPr vert="horz" wrap="square" lIns="91440" tIns="45720" rIns="91440" bIns="45720" anchor="ctr" anchorCtr="0"/>
          <a:p>
            <a:pPr eaLnBrk="1" hangingPunct="1"/>
            <a:r>
              <a:rPr lang="zh-CN" altLang="en-US" dirty="0"/>
              <a:t>常用舍入处理方法</a:t>
            </a:r>
            <a:endParaRPr lang="zh-CN" altLang="en-US" dirty="0"/>
          </a:p>
        </p:txBody>
      </p:sp>
      <p:sp>
        <p:nvSpPr>
          <p:cNvPr id="94211" name="Rectangle 3"/>
          <p:cNvSpPr>
            <a:spLocks noGrp="1"/>
          </p:cNvSpPr>
          <p:nvPr>
            <p:ph type="body"/>
          </p:nvPr>
        </p:nvSpPr>
        <p:spPr>
          <a:ln/>
        </p:spPr>
        <p:txBody>
          <a:bodyPr vert="horz" wrap="square" lIns="91440" tIns="45720" rIns="91440" bIns="45720" anchor="t" anchorCtr="0"/>
          <a:p>
            <a:pPr marL="514350" indent="-514350" eaLnBrk="1" hangingPunct="1">
              <a:buFontTx/>
              <a:buAutoNum type="arabicPeriod"/>
            </a:pPr>
            <a:r>
              <a:rPr lang="zh-CN" altLang="en-US" b="1" dirty="0">
                <a:solidFill>
                  <a:srgbClr val="0000FF"/>
                </a:solidFill>
              </a:rPr>
              <a:t>截尾法：无条件地丢掉正常尾数最低位之后的全部数值。</a:t>
            </a:r>
            <a:endParaRPr lang="zh-CN" altLang="en-US" b="1" dirty="0">
              <a:solidFill>
                <a:srgbClr val="0000FF"/>
              </a:solidFill>
            </a:endParaRPr>
          </a:p>
          <a:p>
            <a:pPr marL="514350" indent="-514350" eaLnBrk="1" hangingPunct="1">
              <a:buFontTx/>
              <a:buAutoNum type="arabicPeriod"/>
            </a:pPr>
            <a:r>
              <a:rPr lang="zh-CN" altLang="en-US" b="1" dirty="0">
                <a:solidFill>
                  <a:srgbClr val="0000FF"/>
                </a:solidFill>
              </a:rPr>
              <a:t>“0”舍“1”入法：被截去的最高位为0，舍；为1，尾数末位加1。</a:t>
            </a:r>
            <a:endParaRPr lang="zh-CN" altLang="en-US" b="1" dirty="0">
              <a:solidFill>
                <a:srgbClr val="0000FF"/>
              </a:solidFill>
            </a:endParaRPr>
          </a:p>
          <a:p>
            <a:pPr marL="514350" indent="-514350" eaLnBrk="1" hangingPunct="1">
              <a:buFontTx/>
              <a:buAutoNum type="arabicPeriod"/>
            </a:pPr>
            <a:r>
              <a:rPr lang="zh-CN" altLang="en-US" b="1" dirty="0">
                <a:solidFill>
                  <a:srgbClr val="0000FF"/>
                </a:solidFill>
              </a:rPr>
              <a:t>恒置“1”法：尾数最低位恒为1。</a:t>
            </a:r>
            <a:endParaRPr lang="zh-CN" altLang="en-US" b="1" dirty="0">
              <a:solidFill>
                <a:srgbClr val="0000FF"/>
              </a:solidFill>
            </a:endParaRPr>
          </a:p>
          <a:p>
            <a:pPr marL="514350" indent="-514350" eaLnBrk="1" hangingPunct="1">
              <a:buAutoNum type="arabicPeriod"/>
            </a:pPr>
            <a:endParaRPr lang="zh-CN" altLang="en-US" dirty="0"/>
          </a:p>
        </p:txBody>
      </p:sp>
    </p:spTree>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95234" name="Rectangle 2"/>
          <p:cNvSpPr>
            <a:spLocks noGrp="1"/>
          </p:cNvSpPr>
          <p:nvPr>
            <p:ph type="title"/>
          </p:nvPr>
        </p:nvSpPr>
        <p:spPr>
          <a:ln/>
        </p:spPr>
        <p:txBody>
          <a:bodyPr vert="horz" wrap="square" lIns="91440" tIns="45720" rIns="91440" bIns="45720" anchor="ctr" anchorCtr="0"/>
          <a:p>
            <a:pPr eaLnBrk="1" hangingPunct="1"/>
            <a:r>
              <a:rPr lang="zh-CN" altLang="en-US" dirty="0"/>
              <a:t>浮点数溢出判断</a:t>
            </a:r>
            <a:endParaRPr lang="zh-CN" altLang="en-US" dirty="0"/>
          </a:p>
        </p:txBody>
      </p:sp>
      <p:sp>
        <p:nvSpPr>
          <p:cNvPr id="95235" name="Rectangle 3"/>
          <p:cNvSpPr>
            <a:spLocks noGrp="1"/>
          </p:cNvSpPr>
          <p:nvPr>
            <p:ph type="body"/>
          </p:nvPr>
        </p:nvSpPr>
        <p:spPr>
          <a:ln/>
        </p:spPr>
        <p:txBody>
          <a:bodyPr vert="horz" wrap="square" lIns="91440" tIns="45720" rIns="91440" bIns="45720" anchor="t" anchorCtr="0"/>
          <a:p>
            <a:pPr eaLnBrk="1" hangingPunct="1"/>
            <a:r>
              <a:rPr lang="zh-CN" altLang="en-US" b="1" dirty="0">
                <a:solidFill>
                  <a:srgbClr val="0000FF"/>
                </a:solidFill>
              </a:rPr>
              <a:t>若阶码正常，运算正常完成；</a:t>
            </a:r>
            <a:endParaRPr lang="zh-CN" altLang="en-US" b="1" dirty="0">
              <a:solidFill>
                <a:srgbClr val="0000FF"/>
              </a:solidFill>
            </a:endParaRPr>
          </a:p>
          <a:p>
            <a:pPr eaLnBrk="1" hangingPunct="1"/>
            <a:r>
              <a:rPr lang="zh-CN" altLang="en-US" b="1" dirty="0">
                <a:solidFill>
                  <a:srgbClr val="0000FF"/>
                </a:solidFill>
              </a:rPr>
              <a:t>若阶码下溢，要置运算结果为浮点形式的“机器0”；</a:t>
            </a:r>
            <a:endParaRPr lang="zh-CN" altLang="en-US" b="1" dirty="0">
              <a:solidFill>
                <a:srgbClr val="0000FF"/>
              </a:solidFill>
            </a:endParaRPr>
          </a:p>
          <a:p>
            <a:pPr eaLnBrk="1" hangingPunct="1"/>
            <a:r>
              <a:rPr lang="zh-CN" altLang="en-US" b="1" dirty="0">
                <a:solidFill>
                  <a:srgbClr val="0000FF"/>
                </a:solidFill>
              </a:rPr>
              <a:t>若阶码上溢，则置溢出标志，溢出的处理由CPU的异常处理机制进行处理。</a:t>
            </a:r>
            <a:endParaRPr lang="zh-CN" altLang="en-US" b="1" dirty="0">
              <a:solidFill>
                <a:srgbClr val="0000FF"/>
              </a:solidFill>
            </a:endParaRPr>
          </a:p>
          <a:p>
            <a:pPr eaLnBrk="1" hangingPunct="1">
              <a:buNone/>
            </a:pPr>
            <a:r>
              <a:rPr lang="zh-CN" altLang="en-US" b="1" dirty="0">
                <a:solidFill>
                  <a:srgbClr val="0000FF"/>
                </a:solidFill>
              </a:rPr>
              <a:t>    总之，</a:t>
            </a:r>
            <a:r>
              <a:rPr lang="zh-CN" altLang="en-US" b="1" dirty="0">
                <a:solidFill>
                  <a:srgbClr val="FF0000"/>
                </a:solidFill>
              </a:rPr>
              <a:t>阶码溢出浮点数才真正溢出</a:t>
            </a:r>
            <a:r>
              <a:rPr lang="zh-CN" altLang="en-US" b="1" dirty="0">
                <a:solidFill>
                  <a:srgbClr val="0000FF"/>
                </a:solidFill>
              </a:rPr>
              <a:t>！</a:t>
            </a:r>
            <a:endParaRPr lang="zh-CN" altLang="en-US" b="1" dirty="0">
              <a:solidFill>
                <a:srgbClr val="0000FF"/>
              </a:solidFill>
            </a:endParaRPr>
          </a:p>
        </p:txBody>
      </p:sp>
    </p:spTree>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96258" name="Rectangle 2"/>
          <p:cNvSpPr>
            <a:spLocks noGrp="1"/>
          </p:cNvSpPr>
          <p:nvPr>
            <p:ph type="title"/>
          </p:nvPr>
        </p:nvSpPr>
        <p:spPr>
          <a:xfrm>
            <a:off x="685800" y="914400"/>
            <a:ext cx="7772400" cy="838200"/>
          </a:xfrm>
          <a:ln/>
        </p:spPr>
        <p:txBody>
          <a:bodyPr vert="horz" wrap="square" lIns="91440" tIns="45720" rIns="91440" bIns="45720" anchor="ctr" anchorCtr="0"/>
          <a:p>
            <a:pPr eaLnBrk="1" hangingPunct="1"/>
            <a:r>
              <a:rPr lang="zh-CN" altLang="en-US" dirty="0"/>
              <a:t>浮点运算器——浮点运算方法</a:t>
            </a:r>
            <a:endParaRPr lang="zh-CN" altLang="en-US" dirty="0"/>
          </a:p>
        </p:txBody>
      </p:sp>
      <p:grpSp>
        <p:nvGrpSpPr>
          <p:cNvPr id="96259" name="Group 3"/>
          <p:cNvGrpSpPr/>
          <p:nvPr/>
        </p:nvGrpSpPr>
        <p:grpSpPr>
          <a:xfrm>
            <a:off x="152400" y="1828800"/>
            <a:ext cx="8991600" cy="4343400"/>
            <a:chOff x="0" y="0"/>
            <a:chExt cx="5664" cy="2736"/>
          </a:xfrm>
        </p:grpSpPr>
        <p:sp>
          <p:nvSpPr>
            <p:cNvPr id="96260" name="Rectangle 4"/>
            <p:cNvSpPr/>
            <p:nvPr/>
          </p:nvSpPr>
          <p:spPr>
            <a:xfrm>
              <a:off x="2352" y="960"/>
              <a:ext cx="624" cy="288"/>
            </a:xfrm>
            <a:prstGeom prst="rect">
              <a:avLst/>
            </a:prstGeom>
            <a:solidFill>
              <a:srgbClr val="FFFF99"/>
            </a:solidFill>
            <a:ln w="9525" cap="flat" cmpd="sng">
              <a:solidFill>
                <a:schemeClr val="tx1"/>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buChar char="•"/>
                <a:defRPr sz="3200">
                  <a:solidFill>
                    <a:srgbClr val="666699"/>
                  </a:solidFill>
                  <a:latin typeface="+mn-lt"/>
                  <a:ea typeface="+mn-ea"/>
                  <a:cs typeface="+mn-cs"/>
                </a:defRPr>
              </a:lvl1pPr>
              <a:lvl2pPr marL="742950" indent="-285750" algn="l" rtl="0" eaLnBrk="0" fontAlgn="base" hangingPunct="0">
                <a:spcBef>
                  <a:spcPct val="20000"/>
                </a:spcBef>
                <a:spcAft>
                  <a:spcPct val="0"/>
                </a:spcAft>
                <a:buChar char="–"/>
                <a:defRPr sz="2800">
                  <a:solidFill>
                    <a:srgbClr val="666699"/>
                  </a:solidFill>
                  <a:latin typeface="+mn-lt"/>
                  <a:ea typeface="+mn-ea"/>
                </a:defRPr>
              </a:lvl2pPr>
              <a:lvl3pPr marL="1143000" indent="-228600" algn="l" rtl="0" eaLnBrk="0" fontAlgn="base" hangingPunct="0">
                <a:spcBef>
                  <a:spcPct val="20000"/>
                </a:spcBef>
                <a:spcAft>
                  <a:spcPct val="0"/>
                </a:spcAft>
                <a:buChar char="•"/>
                <a:defRPr sz="2400">
                  <a:solidFill>
                    <a:srgbClr val="666699"/>
                  </a:solidFill>
                  <a:latin typeface="+mn-lt"/>
                  <a:ea typeface="+mn-ea"/>
                </a:defRPr>
              </a:lvl3pPr>
              <a:lvl4pPr marL="1600200" indent="-228600" algn="l" rtl="0" eaLnBrk="0" fontAlgn="base" hangingPunct="0">
                <a:spcBef>
                  <a:spcPct val="20000"/>
                </a:spcBef>
                <a:spcAft>
                  <a:spcPct val="0"/>
                </a:spcAft>
                <a:buChar char="–"/>
                <a:defRPr sz="2000">
                  <a:solidFill>
                    <a:srgbClr val="666699"/>
                  </a:solidFill>
                  <a:latin typeface="+mn-lt"/>
                  <a:ea typeface="+mn-ea"/>
                </a:defRPr>
              </a:lvl4pPr>
              <a:lvl5pPr marL="2057400" indent="-228600" algn="l" rtl="0" eaLnBrk="0" fontAlgn="base" hangingPunct="0">
                <a:spcBef>
                  <a:spcPct val="20000"/>
                </a:spcBef>
                <a:spcAft>
                  <a:spcPct val="0"/>
                </a:spcAft>
                <a:buChar char="»"/>
                <a:defRPr sz="2000">
                  <a:solidFill>
                    <a:srgbClr val="666699"/>
                  </a:solidFill>
                  <a:latin typeface="+mn-lt"/>
                  <a:ea typeface="+mn-ea"/>
                </a:defRPr>
              </a:lvl5pPr>
            </a:lstStyle>
            <a:p>
              <a:pPr marL="0" lvl="0" indent="0" eaLnBrk="1" hangingPunct="1">
                <a:spcBef>
                  <a:spcPct val="0"/>
                </a:spcBef>
                <a:buNone/>
              </a:pPr>
              <a:endParaRPr lang="zh-CN" altLang="en-US" sz="2400" dirty="0">
                <a:solidFill>
                  <a:schemeClr val="tx1"/>
                </a:solidFill>
              </a:endParaRPr>
            </a:p>
          </p:txBody>
        </p:sp>
        <p:sp>
          <p:nvSpPr>
            <p:cNvPr id="96261" name="Rectangle 5"/>
            <p:cNvSpPr/>
            <p:nvPr/>
          </p:nvSpPr>
          <p:spPr>
            <a:xfrm>
              <a:off x="5040" y="960"/>
              <a:ext cx="624" cy="288"/>
            </a:xfrm>
            <a:prstGeom prst="rect">
              <a:avLst/>
            </a:prstGeom>
            <a:solidFill>
              <a:srgbClr val="FFFF99"/>
            </a:solidFill>
            <a:ln w="9525" cap="flat" cmpd="sng">
              <a:solidFill>
                <a:schemeClr val="tx1"/>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buChar char="•"/>
                <a:defRPr sz="3200">
                  <a:solidFill>
                    <a:srgbClr val="666699"/>
                  </a:solidFill>
                  <a:latin typeface="+mn-lt"/>
                  <a:ea typeface="+mn-ea"/>
                  <a:cs typeface="+mn-cs"/>
                </a:defRPr>
              </a:lvl1pPr>
              <a:lvl2pPr marL="742950" indent="-285750" algn="l" rtl="0" eaLnBrk="0" fontAlgn="base" hangingPunct="0">
                <a:spcBef>
                  <a:spcPct val="20000"/>
                </a:spcBef>
                <a:spcAft>
                  <a:spcPct val="0"/>
                </a:spcAft>
                <a:buChar char="–"/>
                <a:defRPr sz="2800">
                  <a:solidFill>
                    <a:srgbClr val="666699"/>
                  </a:solidFill>
                  <a:latin typeface="+mn-lt"/>
                  <a:ea typeface="+mn-ea"/>
                </a:defRPr>
              </a:lvl2pPr>
              <a:lvl3pPr marL="1143000" indent="-228600" algn="l" rtl="0" eaLnBrk="0" fontAlgn="base" hangingPunct="0">
                <a:spcBef>
                  <a:spcPct val="20000"/>
                </a:spcBef>
                <a:spcAft>
                  <a:spcPct val="0"/>
                </a:spcAft>
                <a:buChar char="•"/>
                <a:defRPr sz="2400">
                  <a:solidFill>
                    <a:srgbClr val="666699"/>
                  </a:solidFill>
                  <a:latin typeface="+mn-lt"/>
                  <a:ea typeface="+mn-ea"/>
                </a:defRPr>
              </a:lvl3pPr>
              <a:lvl4pPr marL="1600200" indent="-228600" algn="l" rtl="0" eaLnBrk="0" fontAlgn="base" hangingPunct="0">
                <a:spcBef>
                  <a:spcPct val="20000"/>
                </a:spcBef>
                <a:spcAft>
                  <a:spcPct val="0"/>
                </a:spcAft>
                <a:buChar char="–"/>
                <a:defRPr sz="2000">
                  <a:solidFill>
                    <a:srgbClr val="666699"/>
                  </a:solidFill>
                  <a:latin typeface="+mn-lt"/>
                  <a:ea typeface="+mn-ea"/>
                </a:defRPr>
              </a:lvl4pPr>
              <a:lvl5pPr marL="2057400" indent="-228600" algn="l" rtl="0" eaLnBrk="0" fontAlgn="base" hangingPunct="0">
                <a:spcBef>
                  <a:spcPct val="20000"/>
                </a:spcBef>
                <a:spcAft>
                  <a:spcPct val="0"/>
                </a:spcAft>
                <a:buChar char="»"/>
                <a:defRPr sz="2000">
                  <a:solidFill>
                    <a:srgbClr val="666699"/>
                  </a:solidFill>
                  <a:latin typeface="+mn-lt"/>
                  <a:ea typeface="+mn-ea"/>
                </a:defRPr>
              </a:lvl5pPr>
            </a:lstStyle>
            <a:p>
              <a:pPr marL="0" lvl="0" indent="0" eaLnBrk="1" hangingPunct="1">
                <a:spcBef>
                  <a:spcPct val="0"/>
                </a:spcBef>
                <a:buNone/>
              </a:pPr>
              <a:endParaRPr lang="zh-CN" altLang="en-US" sz="2400" dirty="0">
                <a:solidFill>
                  <a:schemeClr val="tx1"/>
                </a:solidFill>
              </a:endParaRPr>
            </a:p>
          </p:txBody>
        </p:sp>
        <p:sp>
          <p:nvSpPr>
            <p:cNvPr id="96262" name="Text Box 6"/>
            <p:cNvSpPr txBox="1"/>
            <p:nvPr/>
          </p:nvSpPr>
          <p:spPr>
            <a:xfrm>
              <a:off x="4992" y="960"/>
              <a:ext cx="672" cy="288"/>
            </a:xfrm>
            <a:prstGeom prst="rect">
              <a:avLst/>
            </a:prstGeom>
            <a:noFill/>
            <a:ln w="9525">
              <a:noFill/>
            </a:ln>
          </p:spPr>
          <p:txBody>
            <a:bodyPr>
              <a:spAutoFit/>
            </a:bodyPr>
            <a:lstStyle>
              <a:lvl1pPr marL="342900" indent="-342900" algn="l" rtl="0" eaLnBrk="0" fontAlgn="base" hangingPunct="0">
                <a:spcBef>
                  <a:spcPct val="20000"/>
                </a:spcBef>
                <a:spcAft>
                  <a:spcPct val="0"/>
                </a:spcAft>
                <a:buChar char="•"/>
                <a:defRPr sz="3200">
                  <a:solidFill>
                    <a:srgbClr val="666699"/>
                  </a:solidFill>
                  <a:latin typeface="+mn-lt"/>
                  <a:ea typeface="+mn-ea"/>
                  <a:cs typeface="+mn-cs"/>
                </a:defRPr>
              </a:lvl1pPr>
              <a:lvl2pPr marL="742950" indent="-285750" algn="l" rtl="0" eaLnBrk="0" fontAlgn="base" hangingPunct="0">
                <a:spcBef>
                  <a:spcPct val="20000"/>
                </a:spcBef>
                <a:spcAft>
                  <a:spcPct val="0"/>
                </a:spcAft>
                <a:buChar char="–"/>
                <a:defRPr sz="2800">
                  <a:solidFill>
                    <a:srgbClr val="666699"/>
                  </a:solidFill>
                  <a:latin typeface="+mn-lt"/>
                  <a:ea typeface="+mn-ea"/>
                </a:defRPr>
              </a:lvl2pPr>
              <a:lvl3pPr marL="1143000" indent="-228600" algn="l" rtl="0" eaLnBrk="0" fontAlgn="base" hangingPunct="0">
                <a:spcBef>
                  <a:spcPct val="20000"/>
                </a:spcBef>
                <a:spcAft>
                  <a:spcPct val="0"/>
                </a:spcAft>
                <a:buChar char="•"/>
                <a:defRPr sz="2400">
                  <a:solidFill>
                    <a:srgbClr val="666699"/>
                  </a:solidFill>
                  <a:latin typeface="+mn-lt"/>
                  <a:ea typeface="+mn-ea"/>
                </a:defRPr>
              </a:lvl3pPr>
              <a:lvl4pPr marL="1600200" indent="-228600" algn="l" rtl="0" eaLnBrk="0" fontAlgn="base" hangingPunct="0">
                <a:spcBef>
                  <a:spcPct val="20000"/>
                </a:spcBef>
                <a:spcAft>
                  <a:spcPct val="0"/>
                </a:spcAft>
                <a:buChar char="–"/>
                <a:defRPr sz="2000">
                  <a:solidFill>
                    <a:srgbClr val="666699"/>
                  </a:solidFill>
                  <a:latin typeface="+mn-lt"/>
                  <a:ea typeface="+mn-ea"/>
                </a:defRPr>
              </a:lvl4pPr>
              <a:lvl5pPr marL="2057400" indent="-228600" algn="l" rtl="0" eaLnBrk="0" fontAlgn="base" hangingPunct="0">
                <a:spcBef>
                  <a:spcPct val="20000"/>
                </a:spcBef>
                <a:spcAft>
                  <a:spcPct val="0"/>
                </a:spcAft>
                <a:buChar char="»"/>
                <a:defRPr sz="2000">
                  <a:solidFill>
                    <a:srgbClr val="666699"/>
                  </a:solidFill>
                  <a:latin typeface="+mn-lt"/>
                  <a:ea typeface="+mn-ea"/>
                </a:defRPr>
              </a:lvl5pPr>
            </a:lstStyle>
            <a:p>
              <a:pPr marL="0" lvl="0" indent="0">
                <a:spcBef>
                  <a:spcPct val="0"/>
                </a:spcBef>
                <a:buNone/>
              </a:pPr>
              <a:r>
                <a:rPr lang="zh-CN" altLang="en-US" sz="1200" dirty="0">
                  <a:solidFill>
                    <a:schemeClr val="tx1"/>
                  </a:solidFill>
                  <a:latin typeface="Tahoma" panose="020B0604030504040204" pitchFamily="34" charset="0"/>
                </a:rPr>
                <a:t>取指定位数</a:t>
              </a:r>
              <a:endParaRPr lang="zh-CN" altLang="en-US" sz="1200" dirty="0">
                <a:solidFill>
                  <a:schemeClr val="tx1"/>
                </a:solidFill>
                <a:latin typeface="Tahoma" panose="020B0604030504040204" pitchFamily="34" charset="0"/>
              </a:endParaRPr>
            </a:p>
            <a:p>
              <a:pPr marL="0" lvl="0" indent="0">
                <a:spcBef>
                  <a:spcPct val="0"/>
                </a:spcBef>
                <a:buNone/>
              </a:pPr>
              <a:r>
                <a:rPr lang="zh-CN" altLang="en-US" sz="1200" dirty="0">
                  <a:solidFill>
                    <a:schemeClr val="tx1"/>
                  </a:solidFill>
                  <a:latin typeface="Tahoma" panose="020B0604030504040204" pitchFamily="34" charset="0"/>
                </a:rPr>
                <a:t>舍入处理</a:t>
              </a:r>
              <a:endParaRPr lang="zh-CN" altLang="en-US" sz="1200" dirty="0">
                <a:solidFill>
                  <a:schemeClr val="tx1"/>
                </a:solidFill>
                <a:latin typeface="Tahoma" panose="020B0604030504040204" pitchFamily="34" charset="0"/>
              </a:endParaRPr>
            </a:p>
          </p:txBody>
        </p:sp>
        <p:sp>
          <p:nvSpPr>
            <p:cNvPr id="96263" name="Rectangle 7"/>
            <p:cNvSpPr/>
            <p:nvPr/>
          </p:nvSpPr>
          <p:spPr>
            <a:xfrm>
              <a:off x="4320" y="960"/>
              <a:ext cx="624" cy="288"/>
            </a:xfrm>
            <a:prstGeom prst="rect">
              <a:avLst/>
            </a:prstGeom>
            <a:solidFill>
              <a:srgbClr val="FFFF99"/>
            </a:solidFill>
            <a:ln w="9525" cap="flat" cmpd="sng">
              <a:solidFill>
                <a:schemeClr val="tx1"/>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buChar char="•"/>
                <a:defRPr sz="3200">
                  <a:solidFill>
                    <a:srgbClr val="666699"/>
                  </a:solidFill>
                  <a:latin typeface="+mn-lt"/>
                  <a:ea typeface="+mn-ea"/>
                  <a:cs typeface="+mn-cs"/>
                </a:defRPr>
              </a:lvl1pPr>
              <a:lvl2pPr marL="742950" indent="-285750" algn="l" rtl="0" eaLnBrk="0" fontAlgn="base" hangingPunct="0">
                <a:spcBef>
                  <a:spcPct val="20000"/>
                </a:spcBef>
                <a:spcAft>
                  <a:spcPct val="0"/>
                </a:spcAft>
                <a:buChar char="–"/>
                <a:defRPr sz="2800">
                  <a:solidFill>
                    <a:srgbClr val="666699"/>
                  </a:solidFill>
                  <a:latin typeface="+mn-lt"/>
                  <a:ea typeface="+mn-ea"/>
                </a:defRPr>
              </a:lvl2pPr>
              <a:lvl3pPr marL="1143000" indent="-228600" algn="l" rtl="0" eaLnBrk="0" fontAlgn="base" hangingPunct="0">
                <a:spcBef>
                  <a:spcPct val="20000"/>
                </a:spcBef>
                <a:spcAft>
                  <a:spcPct val="0"/>
                </a:spcAft>
                <a:buChar char="•"/>
                <a:defRPr sz="2400">
                  <a:solidFill>
                    <a:srgbClr val="666699"/>
                  </a:solidFill>
                  <a:latin typeface="+mn-lt"/>
                  <a:ea typeface="+mn-ea"/>
                </a:defRPr>
              </a:lvl3pPr>
              <a:lvl4pPr marL="1600200" indent="-228600" algn="l" rtl="0" eaLnBrk="0" fontAlgn="base" hangingPunct="0">
                <a:spcBef>
                  <a:spcPct val="20000"/>
                </a:spcBef>
                <a:spcAft>
                  <a:spcPct val="0"/>
                </a:spcAft>
                <a:buChar char="–"/>
                <a:defRPr sz="2000">
                  <a:solidFill>
                    <a:srgbClr val="666699"/>
                  </a:solidFill>
                  <a:latin typeface="+mn-lt"/>
                  <a:ea typeface="+mn-ea"/>
                </a:defRPr>
              </a:lvl4pPr>
              <a:lvl5pPr marL="2057400" indent="-228600" algn="l" rtl="0" eaLnBrk="0" fontAlgn="base" hangingPunct="0">
                <a:spcBef>
                  <a:spcPct val="20000"/>
                </a:spcBef>
                <a:spcAft>
                  <a:spcPct val="0"/>
                </a:spcAft>
                <a:buChar char="»"/>
                <a:defRPr sz="2000">
                  <a:solidFill>
                    <a:srgbClr val="666699"/>
                  </a:solidFill>
                  <a:latin typeface="+mn-lt"/>
                  <a:ea typeface="+mn-ea"/>
                </a:defRPr>
              </a:lvl5pPr>
            </a:lstStyle>
            <a:p>
              <a:pPr marL="0" lvl="0" indent="0" eaLnBrk="1" hangingPunct="1">
                <a:spcBef>
                  <a:spcPct val="0"/>
                </a:spcBef>
                <a:buNone/>
              </a:pPr>
              <a:endParaRPr lang="zh-CN" altLang="en-US" sz="2400" dirty="0">
                <a:solidFill>
                  <a:schemeClr val="tx1"/>
                </a:solidFill>
              </a:endParaRPr>
            </a:p>
          </p:txBody>
        </p:sp>
        <p:sp>
          <p:nvSpPr>
            <p:cNvPr id="96264" name="Text Box 8"/>
            <p:cNvSpPr txBox="1"/>
            <p:nvPr/>
          </p:nvSpPr>
          <p:spPr>
            <a:xfrm>
              <a:off x="4320" y="960"/>
              <a:ext cx="672" cy="288"/>
            </a:xfrm>
            <a:prstGeom prst="rect">
              <a:avLst/>
            </a:prstGeom>
            <a:noFill/>
            <a:ln w="9525">
              <a:noFill/>
            </a:ln>
          </p:spPr>
          <p:txBody>
            <a:bodyPr>
              <a:spAutoFit/>
            </a:bodyPr>
            <a:lstStyle>
              <a:lvl1pPr marL="342900" indent="-342900" algn="l" rtl="0" eaLnBrk="0" fontAlgn="base" hangingPunct="0">
                <a:spcBef>
                  <a:spcPct val="20000"/>
                </a:spcBef>
                <a:spcAft>
                  <a:spcPct val="0"/>
                </a:spcAft>
                <a:buChar char="•"/>
                <a:defRPr sz="3200">
                  <a:solidFill>
                    <a:srgbClr val="666699"/>
                  </a:solidFill>
                  <a:latin typeface="+mn-lt"/>
                  <a:ea typeface="+mn-ea"/>
                  <a:cs typeface="+mn-cs"/>
                </a:defRPr>
              </a:lvl1pPr>
              <a:lvl2pPr marL="742950" indent="-285750" algn="l" rtl="0" eaLnBrk="0" fontAlgn="base" hangingPunct="0">
                <a:spcBef>
                  <a:spcPct val="20000"/>
                </a:spcBef>
                <a:spcAft>
                  <a:spcPct val="0"/>
                </a:spcAft>
                <a:buChar char="–"/>
                <a:defRPr sz="2800">
                  <a:solidFill>
                    <a:srgbClr val="666699"/>
                  </a:solidFill>
                  <a:latin typeface="+mn-lt"/>
                  <a:ea typeface="+mn-ea"/>
                </a:defRPr>
              </a:lvl2pPr>
              <a:lvl3pPr marL="1143000" indent="-228600" algn="l" rtl="0" eaLnBrk="0" fontAlgn="base" hangingPunct="0">
                <a:spcBef>
                  <a:spcPct val="20000"/>
                </a:spcBef>
                <a:spcAft>
                  <a:spcPct val="0"/>
                </a:spcAft>
                <a:buChar char="•"/>
                <a:defRPr sz="2400">
                  <a:solidFill>
                    <a:srgbClr val="666699"/>
                  </a:solidFill>
                  <a:latin typeface="+mn-lt"/>
                  <a:ea typeface="+mn-ea"/>
                </a:defRPr>
              </a:lvl3pPr>
              <a:lvl4pPr marL="1600200" indent="-228600" algn="l" rtl="0" eaLnBrk="0" fontAlgn="base" hangingPunct="0">
                <a:spcBef>
                  <a:spcPct val="20000"/>
                </a:spcBef>
                <a:spcAft>
                  <a:spcPct val="0"/>
                </a:spcAft>
                <a:buChar char="–"/>
                <a:defRPr sz="2000">
                  <a:solidFill>
                    <a:srgbClr val="666699"/>
                  </a:solidFill>
                  <a:latin typeface="+mn-lt"/>
                  <a:ea typeface="+mn-ea"/>
                </a:defRPr>
              </a:lvl4pPr>
              <a:lvl5pPr marL="2057400" indent="-228600" algn="l" rtl="0" eaLnBrk="0" fontAlgn="base" hangingPunct="0">
                <a:spcBef>
                  <a:spcPct val="20000"/>
                </a:spcBef>
                <a:spcAft>
                  <a:spcPct val="0"/>
                </a:spcAft>
                <a:buChar char="»"/>
                <a:defRPr sz="2000">
                  <a:solidFill>
                    <a:srgbClr val="666699"/>
                  </a:solidFill>
                  <a:latin typeface="+mn-lt"/>
                  <a:ea typeface="+mn-ea"/>
                </a:defRPr>
              </a:lvl5pPr>
            </a:lstStyle>
            <a:p>
              <a:pPr marL="0" lvl="0" indent="0">
                <a:spcBef>
                  <a:spcPct val="0"/>
                </a:spcBef>
                <a:buNone/>
              </a:pPr>
              <a:r>
                <a:rPr lang="zh-CN" altLang="en-US" sz="1200" dirty="0">
                  <a:solidFill>
                    <a:schemeClr val="tx1"/>
                  </a:solidFill>
                  <a:latin typeface="Tahoma" panose="020B0604030504040204" pitchFamily="34" charset="0"/>
                </a:rPr>
                <a:t>阶码减1</a:t>
              </a:r>
              <a:endParaRPr lang="zh-CN" altLang="en-US" sz="1200" dirty="0">
                <a:solidFill>
                  <a:schemeClr val="tx1"/>
                </a:solidFill>
                <a:latin typeface="Tahoma" panose="020B0604030504040204" pitchFamily="34" charset="0"/>
              </a:endParaRPr>
            </a:p>
            <a:p>
              <a:pPr marL="0" lvl="0" indent="0">
                <a:spcBef>
                  <a:spcPct val="0"/>
                </a:spcBef>
                <a:buNone/>
              </a:pPr>
              <a:r>
                <a:rPr lang="zh-CN" altLang="en-US" sz="1200" dirty="0">
                  <a:solidFill>
                    <a:schemeClr val="tx1"/>
                  </a:solidFill>
                  <a:latin typeface="Tahoma" panose="020B0604030504040204" pitchFamily="34" charset="0"/>
                </a:rPr>
                <a:t>尾数左移1位</a:t>
              </a:r>
              <a:endParaRPr lang="zh-CN" altLang="en-US" sz="1200" dirty="0">
                <a:solidFill>
                  <a:schemeClr val="tx1"/>
                </a:solidFill>
                <a:latin typeface="Tahoma" panose="020B0604030504040204" pitchFamily="34" charset="0"/>
              </a:endParaRPr>
            </a:p>
          </p:txBody>
        </p:sp>
        <p:sp>
          <p:nvSpPr>
            <p:cNvPr id="96265" name="Text Box 9"/>
            <p:cNvSpPr txBox="1"/>
            <p:nvPr/>
          </p:nvSpPr>
          <p:spPr>
            <a:xfrm>
              <a:off x="2352" y="960"/>
              <a:ext cx="624" cy="288"/>
            </a:xfrm>
            <a:prstGeom prst="rect">
              <a:avLst/>
            </a:prstGeom>
            <a:noFill/>
            <a:ln w="9525">
              <a:noFill/>
            </a:ln>
          </p:spPr>
          <p:txBody>
            <a:bodyPr>
              <a:spAutoFit/>
            </a:bodyPr>
            <a:lstStyle>
              <a:lvl1pPr marL="342900" indent="-342900" algn="l" rtl="0" eaLnBrk="0" fontAlgn="base" hangingPunct="0">
                <a:spcBef>
                  <a:spcPct val="20000"/>
                </a:spcBef>
                <a:spcAft>
                  <a:spcPct val="0"/>
                </a:spcAft>
                <a:buChar char="•"/>
                <a:defRPr sz="3200">
                  <a:solidFill>
                    <a:srgbClr val="666699"/>
                  </a:solidFill>
                  <a:latin typeface="+mn-lt"/>
                  <a:ea typeface="+mn-ea"/>
                  <a:cs typeface="+mn-cs"/>
                </a:defRPr>
              </a:lvl1pPr>
              <a:lvl2pPr marL="742950" indent="-285750" algn="l" rtl="0" eaLnBrk="0" fontAlgn="base" hangingPunct="0">
                <a:spcBef>
                  <a:spcPct val="20000"/>
                </a:spcBef>
                <a:spcAft>
                  <a:spcPct val="0"/>
                </a:spcAft>
                <a:buChar char="–"/>
                <a:defRPr sz="2800">
                  <a:solidFill>
                    <a:srgbClr val="666699"/>
                  </a:solidFill>
                  <a:latin typeface="+mn-lt"/>
                  <a:ea typeface="+mn-ea"/>
                </a:defRPr>
              </a:lvl2pPr>
              <a:lvl3pPr marL="1143000" indent="-228600" algn="l" rtl="0" eaLnBrk="0" fontAlgn="base" hangingPunct="0">
                <a:spcBef>
                  <a:spcPct val="20000"/>
                </a:spcBef>
                <a:spcAft>
                  <a:spcPct val="0"/>
                </a:spcAft>
                <a:buChar char="•"/>
                <a:defRPr sz="2400">
                  <a:solidFill>
                    <a:srgbClr val="666699"/>
                  </a:solidFill>
                  <a:latin typeface="+mn-lt"/>
                  <a:ea typeface="+mn-ea"/>
                </a:defRPr>
              </a:lvl3pPr>
              <a:lvl4pPr marL="1600200" indent="-228600" algn="l" rtl="0" eaLnBrk="0" fontAlgn="base" hangingPunct="0">
                <a:spcBef>
                  <a:spcPct val="20000"/>
                </a:spcBef>
                <a:spcAft>
                  <a:spcPct val="0"/>
                </a:spcAft>
                <a:buChar char="–"/>
                <a:defRPr sz="2000">
                  <a:solidFill>
                    <a:srgbClr val="666699"/>
                  </a:solidFill>
                  <a:latin typeface="+mn-lt"/>
                  <a:ea typeface="+mn-ea"/>
                </a:defRPr>
              </a:lvl4pPr>
              <a:lvl5pPr marL="2057400" indent="-228600" algn="l" rtl="0" eaLnBrk="0" fontAlgn="base" hangingPunct="0">
                <a:spcBef>
                  <a:spcPct val="20000"/>
                </a:spcBef>
                <a:spcAft>
                  <a:spcPct val="0"/>
                </a:spcAft>
                <a:buChar char="»"/>
                <a:defRPr sz="2000">
                  <a:solidFill>
                    <a:srgbClr val="666699"/>
                  </a:solidFill>
                  <a:latin typeface="+mn-lt"/>
                  <a:ea typeface="+mn-ea"/>
                </a:defRPr>
              </a:lvl5pPr>
            </a:lstStyle>
            <a:p>
              <a:pPr marL="0" lvl="0" indent="0">
                <a:spcBef>
                  <a:spcPct val="0"/>
                </a:spcBef>
                <a:buNone/>
              </a:pPr>
              <a:r>
                <a:rPr lang="zh-CN" altLang="en-US" sz="1200" dirty="0">
                  <a:solidFill>
                    <a:schemeClr val="tx1"/>
                  </a:solidFill>
                  <a:latin typeface="Tahoma" panose="020B0604030504040204" pitchFamily="34" charset="0"/>
                </a:rPr>
                <a:t>尾数加法</a:t>
              </a:r>
              <a:endParaRPr lang="zh-CN" altLang="en-US" sz="1200" dirty="0">
                <a:solidFill>
                  <a:schemeClr val="tx1"/>
                </a:solidFill>
                <a:latin typeface="Tahoma" panose="020B0604030504040204" pitchFamily="34" charset="0"/>
              </a:endParaRPr>
            </a:p>
            <a:p>
              <a:pPr marL="0" lvl="0" indent="0">
                <a:spcBef>
                  <a:spcPct val="0"/>
                </a:spcBef>
                <a:buNone/>
              </a:pPr>
              <a:r>
                <a:rPr lang="zh-CN" altLang="en-US" sz="1200" dirty="0">
                  <a:solidFill>
                    <a:schemeClr val="tx1"/>
                  </a:solidFill>
                  <a:latin typeface="Tahoma" panose="020B0604030504040204" pitchFamily="34" charset="0"/>
                </a:rPr>
                <a:t>（带符号）</a:t>
              </a:r>
              <a:endParaRPr lang="zh-CN" altLang="en-US" sz="1200" dirty="0">
                <a:solidFill>
                  <a:schemeClr val="tx1"/>
                </a:solidFill>
                <a:latin typeface="Tahoma" panose="020B0604030504040204" pitchFamily="34" charset="0"/>
              </a:endParaRPr>
            </a:p>
          </p:txBody>
        </p:sp>
        <p:sp>
          <p:nvSpPr>
            <p:cNvPr id="96266" name="Rectangle 10"/>
            <p:cNvSpPr/>
            <p:nvPr/>
          </p:nvSpPr>
          <p:spPr>
            <a:xfrm>
              <a:off x="1680" y="960"/>
              <a:ext cx="624" cy="288"/>
            </a:xfrm>
            <a:prstGeom prst="rect">
              <a:avLst/>
            </a:prstGeom>
            <a:solidFill>
              <a:srgbClr val="FFFF99"/>
            </a:solidFill>
            <a:ln w="9525" cap="flat" cmpd="sng">
              <a:solidFill>
                <a:schemeClr val="tx1"/>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buChar char="•"/>
                <a:defRPr sz="3200">
                  <a:solidFill>
                    <a:srgbClr val="666699"/>
                  </a:solidFill>
                  <a:latin typeface="+mn-lt"/>
                  <a:ea typeface="+mn-ea"/>
                  <a:cs typeface="+mn-cs"/>
                </a:defRPr>
              </a:lvl1pPr>
              <a:lvl2pPr marL="742950" indent="-285750" algn="l" rtl="0" eaLnBrk="0" fontAlgn="base" hangingPunct="0">
                <a:spcBef>
                  <a:spcPct val="20000"/>
                </a:spcBef>
                <a:spcAft>
                  <a:spcPct val="0"/>
                </a:spcAft>
                <a:buChar char="–"/>
                <a:defRPr sz="2800">
                  <a:solidFill>
                    <a:srgbClr val="666699"/>
                  </a:solidFill>
                  <a:latin typeface="+mn-lt"/>
                  <a:ea typeface="+mn-ea"/>
                </a:defRPr>
              </a:lvl2pPr>
              <a:lvl3pPr marL="1143000" indent="-228600" algn="l" rtl="0" eaLnBrk="0" fontAlgn="base" hangingPunct="0">
                <a:spcBef>
                  <a:spcPct val="20000"/>
                </a:spcBef>
                <a:spcAft>
                  <a:spcPct val="0"/>
                </a:spcAft>
                <a:buChar char="•"/>
                <a:defRPr sz="2400">
                  <a:solidFill>
                    <a:srgbClr val="666699"/>
                  </a:solidFill>
                  <a:latin typeface="+mn-lt"/>
                  <a:ea typeface="+mn-ea"/>
                </a:defRPr>
              </a:lvl3pPr>
              <a:lvl4pPr marL="1600200" indent="-228600" algn="l" rtl="0" eaLnBrk="0" fontAlgn="base" hangingPunct="0">
                <a:spcBef>
                  <a:spcPct val="20000"/>
                </a:spcBef>
                <a:spcAft>
                  <a:spcPct val="0"/>
                </a:spcAft>
                <a:buChar char="–"/>
                <a:defRPr sz="2000">
                  <a:solidFill>
                    <a:srgbClr val="666699"/>
                  </a:solidFill>
                  <a:latin typeface="+mn-lt"/>
                  <a:ea typeface="+mn-ea"/>
                </a:defRPr>
              </a:lvl4pPr>
              <a:lvl5pPr marL="2057400" indent="-228600" algn="l" rtl="0" eaLnBrk="0" fontAlgn="base" hangingPunct="0">
                <a:spcBef>
                  <a:spcPct val="20000"/>
                </a:spcBef>
                <a:spcAft>
                  <a:spcPct val="0"/>
                </a:spcAft>
                <a:buChar char="»"/>
                <a:defRPr sz="2000">
                  <a:solidFill>
                    <a:srgbClr val="666699"/>
                  </a:solidFill>
                  <a:latin typeface="+mn-lt"/>
                  <a:ea typeface="+mn-ea"/>
                </a:defRPr>
              </a:lvl5pPr>
            </a:lstStyle>
            <a:p>
              <a:pPr marL="0" lvl="0" indent="0" eaLnBrk="1" hangingPunct="1">
                <a:spcBef>
                  <a:spcPct val="0"/>
                </a:spcBef>
                <a:buNone/>
              </a:pPr>
              <a:endParaRPr lang="zh-CN" altLang="en-US" sz="2400" dirty="0">
                <a:solidFill>
                  <a:schemeClr val="tx1"/>
                </a:solidFill>
              </a:endParaRPr>
            </a:p>
          </p:txBody>
        </p:sp>
        <p:sp>
          <p:nvSpPr>
            <p:cNvPr id="96267" name="Text Box 11"/>
            <p:cNvSpPr txBox="1"/>
            <p:nvPr/>
          </p:nvSpPr>
          <p:spPr>
            <a:xfrm>
              <a:off x="1680" y="960"/>
              <a:ext cx="672" cy="288"/>
            </a:xfrm>
            <a:prstGeom prst="rect">
              <a:avLst/>
            </a:prstGeom>
            <a:noFill/>
            <a:ln w="9525">
              <a:noFill/>
            </a:ln>
          </p:spPr>
          <p:txBody>
            <a:bodyPr>
              <a:spAutoFit/>
            </a:bodyPr>
            <a:lstStyle>
              <a:lvl1pPr marL="342900" indent="-342900" algn="l" rtl="0" eaLnBrk="0" fontAlgn="base" hangingPunct="0">
                <a:spcBef>
                  <a:spcPct val="20000"/>
                </a:spcBef>
                <a:spcAft>
                  <a:spcPct val="0"/>
                </a:spcAft>
                <a:buChar char="•"/>
                <a:defRPr sz="3200">
                  <a:solidFill>
                    <a:srgbClr val="666699"/>
                  </a:solidFill>
                  <a:latin typeface="+mn-lt"/>
                  <a:ea typeface="+mn-ea"/>
                  <a:cs typeface="+mn-cs"/>
                </a:defRPr>
              </a:lvl1pPr>
              <a:lvl2pPr marL="742950" indent="-285750" algn="l" rtl="0" eaLnBrk="0" fontAlgn="base" hangingPunct="0">
                <a:spcBef>
                  <a:spcPct val="20000"/>
                </a:spcBef>
                <a:spcAft>
                  <a:spcPct val="0"/>
                </a:spcAft>
                <a:buChar char="–"/>
                <a:defRPr sz="2800">
                  <a:solidFill>
                    <a:srgbClr val="666699"/>
                  </a:solidFill>
                  <a:latin typeface="+mn-lt"/>
                  <a:ea typeface="+mn-ea"/>
                </a:defRPr>
              </a:lvl2pPr>
              <a:lvl3pPr marL="1143000" indent="-228600" algn="l" rtl="0" eaLnBrk="0" fontAlgn="base" hangingPunct="0">
                <a:spcBef>
                  <a:spcPct val="20000"/>
                </a:spcBef>
                <a:spcAft>
                  <a:spcPct val="0"/>
                </a:spcAft>
                <a:buChar char="•"/>
                <a:defRPr sz="2400">
                  <a:solidFill>
                    <a:srgbClr val="666699"/>
                  </a:solidFill>
                  <a:latin typeface="+mn-lt"/>
                  <a:ea typeface="+mn-ea"/>
                </a:defRPr>
              </a:lvl3pPr>
              <a:lvl4pPr marL="1600200" indent="-228600" algn="l" rtl="0" eaLnBrk="0" fontAlgn="base" hangingPunct="0">
                <a:spcBef>
                  <a:spcPct val="20000"/>
                </a:spcBef>
                <a:spcAft>
                  <a:spcPct val="0"/>
                </a:spcAft>
                <a:buChar char="–"/>
                <a:defRPr sz="2000">
                  <a:solidFill>
                    <a:srgbClr val="666699"/>
                  </a:solidFill>
                  <a:latin typeface="+mn-lt"/>
                  <a:ea typeface="+mn-ea"/>
                </a:defRPr>
              </a:lvl4pPr>
              <a:lvl5pPr marL="2057400" indent="-228600" algn="l" rtl="0" eaLnBrk="0" fontAlgn="base" hangingPunct="0">
                <a:spcBef>
                  <a:spcPct val="20000"/>
                </a:spcBef>
                <a:spcAft>
                  <a:spcPct val="0"/>
                </a:spcAft>
                <a:buChar char="»"/>
                <a:defRPr sz="2000">
                  <a:solidFill>
                    <a:srgbClr val="666699"/>
                  </a:solidFill>
                  <a:latin typeface="+mn-lt"/>
                  <a:ea typeface="+mn-ea"/>
                </a:defRPr>
              </a:lvl5pPr>
            </a:lstStyle>
            <a:p>
              <a:pPr marL="0" lvl="0" indent="0">
                <a:spcBef>
                  <a:spcPct val="0"/>
                </a:spcBef>
                <a:buNone/>
              </a:pPr>
              <a:r>
                <a:rPr lang="zh-CN" altLang="en-US" sz="1200" dirty="0">
                  <a:solidFill>
                    <a:schemeClr val="tx1"/>
                  </a:solidFill>
                  <a:latin typeface="Tahoma" panose="020B0604030504040204" pitchFamily="34" charset="0"/>
                </a:rPr>
                <a:t>小阶加1</a:t>
              </a:r>
              <a:endParaRPr lang="zh-CN" altLang="en-US" sz="1200" dirty="0">
                <a:solidFill>
                  <a:schemeClr val="tx1"/>
                </a:solidFill>
                <a:latin typeface="Tahoma" panose="020B0604030504040204" pitchFamily="34" charset="0"/>
              </a:endParaRPr>
            </a:p>
            <a:p>
              <a:pPr marL="0" lvl="0" indent="0">
                <a:spcBef>
                  <a:spcPct val="0"/>
                </a:spcBef>
                <a:buNone/>
              </a:pPr>
              <a:r>
                <a:rPr lang="zh-CN" altLang="en-US" sz="1200" dirty="0">
                  <a:solidFill>
                    <a:schemeClr val="tx1"/>
                  </a:solidFill>
                  <a:latin typeface="Tahoma" panose="020B0604030504040204" pitchFamily="34" charset="0"/>
                </a:rPr>
                <a:t>尾数右移1位</a:t>
              </a:r>
              <a:endParaRPr lang="zh-CN" altLang="en-US" sz="1200" dirty="0">
                <a:solidFill>
                  <a:schemeClr val="tx1"/>
                </a:solidFill>
                <a:latin typeface="Tahoma" panose="020B0604030504040204" pitchFamily="34" charset="0"/>
              </a:endParaRPr>
            </a:p>
          </p:txBody>
        </p:sp>
        <p:sp>
          <p:nvSpPr>
            <p:cNvPr id="96268" name="Oval 12"/>
            <p:cNvSpPr/>
            <p:nvPr/>
          </p:nvSpPr>
          <p:spPr>
            <a:xfrm>
              <a:off x="48" y="0"/>
              <a:ext cx="288" cy="288"/>
            </a:xfrm>
            <a:prstGeom prst="ellipse">
              <a:avLst/>
            </a:prstGeom>
            <a:solidFill>
              <a:schemeClr val="hlink"/>
            </a:solidFill>
            <a:ln w="9525"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har char="•"/>
                <a:defRPr sz="3200">
                  <a:solidFill>
                    <a:srgbClr val="666699"/>
                  </a:solidFill>
                  <a:latin typeface="+mn-lt"/>
                  <a:ea typeface="+mn-ea"/>
                  <a:cs typeface="+mn-cs"/>
                </a:defRPr>
              </a:lvl1pPr>
              <a:lvl2pPr marL="742950" indent="-285750" algn="l" rtl="0" eaLnBrk="0" fontAlgn="base" hangingPunct="0">
                <a:spcBef>
                  <a:spcPct val="20000"/>
                </a:spcBef>
                <a:spcAft>
                  <a:spcPct val="0"/>
                </a:spcAft>
                <a:buChar char="–"/>
                <a:defRPr sz="2800">
                  <a:solidFill>
                    <a:srgbClr val="666699"/>
                  </a:solidFill>
                  <a:latin typeface="+mn-lt"/>
                  <a:ea typeface="+mn-ea"/>
                </a:defRPr>
              </a:lvl2pPr>
              <a:lvl3pPr marL="1143000" indent="-228600" algn="l" rtl="0" eaLnBrk="0" fontAlgn="base" hangingPunct="0">
                <a:spcBef>
                  <a:spcPct val="20000"/>
                </a:spcBef>
                <a:spcAft>
                  <a:spcPct val="0"/>
                </a:spcAft>
                <a:buChar char="•"/>
                <a:defRPr sz="2400">
                  <a:solidFill>
                    <a:srgbClr val="666699"/>
                  </a:solidFill>
                  <a:latin typeface="+mn-lt"/>
                  <a:ea typeface="+mn-ea"/>
                </a:defRPr>
              </a:lvl3pPr>
              <a:lvl4pPr marL="1600200" indent="-228600" algn="l" rtl="0" eaLnBrk="0" fontAlgn="base" hangingPunct="0">
                <a:spcBef>
                  <a:spcPct val="20000"/>
                </a:spcBef>
                <a:spcAft>
                  <a:spcPct val="0"/>
                </a:spcAft>
                <a:buChar char="–"/>
                <a:defRPr sz="2000">
                  <a:solidFill>
                    <a:srgbClr val="666699"/>
                  </a:solidFill>
                  <a:latin typeface="+mn-lt"/>
                  <a:ea typeface="+mn-ea"/>
                </a:defRPr>
              </a:lvl4pPr>
              <a:lvl5pPr marL="2057400" indent="-228600" algn="l" rtl="0" eaLnBrk="0" fontAlgn="base" hangingPunct="0">
                <a:spcBef>
                  <a:spcPct val="20000"/>
                </a:spcBef>
                <a:spcAft>
                  <a:spcPct val="0"/>
                </a:spcAft>
                <a:buChar char="»"/>
                <a:defRPr sz="2000">
                  <a:solidFill>
                    <a:srgbClr val="666699"/>
                  </a:solidFill>
                  <a:latin typeface="+mn-lt"/>
                  <a:ea typeface="+mn-ea"/>
                </a:defRPr>
              </a:lvl5pPr>
            </a:lstStyle>
            <a:p>
              <a:pPr marL="0" lvl="0" indent="0" eaLnBrk="1" hangingPunct="1">
                <a:spcBef>
                  <a:spcPct val="0"/>
                </a:spcBef>
                <a:buNone/>
              </a:pPr>
              <a:endParaRPr lang="zh-CN" altLang="en-US" sz="2400" dirty="0">
                <a:solidFill>
                  <a:schemeClr val="tx1"/>
                </a:solidFill>
              </a:endParaRPr>
            </a:p>
          </p:txBody>
        </p:sp>
        <p:sp>
          <p:nvSpPr>
            <p:cNvPr id="96269" name="Oval 13"/>
            <p:cNvSpPr/>
            <p:nvPr/>
          </p:nvSpPr>
          <p:spPr>
            <a:xfrm>
              <a:off x="816" y="0"/>
              <a:ext cx="288" cy="288"/>
            </a:xfrm>
            <a:prstGeom prst="ellipse">
              <a:avLst/>
            </a:prstGeom>
            <a:solidFill>
              <a:schemeClr val="hlink"/>
            </a:solidFill>
            <a:ln w="9525"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har char="•"/>
                <a:defRPr sz="3200">
                  <a:solidFill>
                    <a:srgbClr val="666699"/>
                  </a:solidFill>
                  <a:latin typeface="+mn-lt"/>
                  <a:ea typeface="+mn-ea"/>
                  <a:cs typeface="+mn-cs"/>
                </a:defRPr>
              </a:lvl1pPr>
              <a:lvl2pPr marL="742950" indent="-285750" algn="l" rtl="0" eaLnBrk="0" fontAlgn="base" hangingPunct="0">
                <a:spcBef>
                  <a:spcPct val="20000"/>
                </a:spcBef>
                <a:spcAft>
                  <a:spcPct val="0"/>
                </a:spcAft>
                <a:buChar char="–"/>
                <a:defRPr sz="2800">
                  <a:solidFill>
                    <a:srgbClr val="666699"/>
                  </a:solidFill>
                  <a:latin typeface="+mn-lt"/>
                  <a:ea typeface="+mn-ea"/>
                </a:defRPr>
              </a:lvl2pPr>
              <a:lvl3pPr marL="1143000" indent="-228600" algn="l" rtl="0" eaLnBrk="0" fontAlgn="base" hangingPunct="0">
                <a:spcBef>
                  <a:spcPct val="20000"/>
                </a:spcBef>
                <a:spcAft>
                  <a:spcPct val="0"/>
                </a:spcAft>
                <a:buChar char="•"/>
                <a:defRPr sz="2400">
                  <a:solidFill>
                    <a:srgbClr val="666699"/>
                  </a:solidFill>
                  <a:latin typeface="+mn-lt"/>
                  <a:ea typeface="+mn-ea"/>
                </a:defRPr>
              </a:lvl3pPr>
              <a:lvl4pPr marL="1600200" indent="-228600" algn="l" rtl="0" eaLnBrk="0" fontAlgn="base" hangingPunct="0">
                <a:spcBef>
                  <a:spcPct val="20000"/>
                </a:spcBef>
                <a:spcAft>
                  <a:spcPct val="0"/>
                </a:spcAft>
                <a:buChar char="–"/>
                <a:defRPr sz="2000">
                  <a:solidFill>
                    <a:srgbClr val="666699"/>
                  </a:solidFill>
                  <a:latin typeface="+mn-lt"/>
                  <a:ea typeface="+mn-ea"/>
                </a:defRPr>
              </a:lvl4pPr>
              <a:lvl5pPr marL="2057400" indent="-228600" algn="l" rtl="0" eaLnBrk="0" fontAlgn="base" hangingPunct="0">
                <a:spcBef>
                  <a:spcPct val="20000"/>
                </a:spcBef>
                <a:spcAft>
                  <a:spcPct val="0"/>
                </a:spcAft>
                <a:buChar char="»"/>
                <a:defRPr sz="2000">
                  <a:solidFill>
                    <a:srgbClr val="666699"/>
                  </a:solidFill>
                  <a:latin typeface="+mn-lt"/>
                  <a:ea typeface="+mn-ea"/>
                </a:defRPr>
              </a:lvl5pPr>
            </a:lstStyle>
            <a:p>
              <a:pPr marL="0" lvl="0" indent="0" eaLnBrk="1" hangingPunct="1">
                <a:spcBef>
                  <a:spcPct val="0"/>
                </a:spcBef>
                <a:buNone/>
              </a:pPr>
              <a:endParaRPr lang="zh-CN" altLang="en-US" sz="2400" dirty="0">
                <a:solidFill>
                  <a:schemeClr val="tx1"/>
                </a:solidFill>
              </a:endParaRPr>
            </a:p>
          </p:txBody>
        </p:sp>
        <p:sp>
          <p:nvSpPr>
            <p:cNvPr id="96270" name="Rectangle 14"/>
            <p:cNvSpPr/>
            <p:nvPr/>
          </p:nvSpPr>
          <p:spPr>
            <a:xfrm>
              <a:off x="672" y="480"/>
              <a:ext cx="624" cy="288"/>
            </a:xfrm>
            <a:prstGeom prst="rect">
              <a:avLst/>
            </a:prstGeom>
            <a:solidFill>
              <a:srgbClr val="FFFF99"/>
            </a:solidFill>
            <a:ln w="9525" cap="flat" cmpd="sng">
              <a:solidFill>
                <a:schemeClr val="tx1"/>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buChar char="•"/>
                <a:defRPr sz="3200">
                  <a:solidFill>
                    <a:srgbClr val="666699"/>
                  </a:solidFill>
                  <a:latin typeface="+mn-lt"/>
                  <a:ea typeface="+mn-ea"/>
                  <a:cs typeface="+mn-cs"/>
                </a:defRPr>
              </a:lvl1pPr>
              <a:lvl2pPr marL="742950" indent="-285750" algn="l" rtl="0" eaLnBrk="0" fontAlgn="base" hangingPunct="0">
                <a:spcBef>
                  <a:spcPct val="20000"/>
                </a:spcBef>
                <a:spcAft>
                  <a:spcPct val="0"/>
                </a:spcAft>
                <a:buChar char="–"/>
                <a:defRPr sz="2800">
                  <a:solidFill>
                    <a:srgbClr val="666699"/>
                  </a:solidFill>
                  <a:latin typeface="+mn-lt"/>
                  <a:ea typeface="+mn-ea"/>
                </a:defRPr>
              </a:lvl2pPr>
              <a:lvl3pPr marL="1143000" indent="-228600" algn="l" rtl="0" eaLnBrk="0" fontAlgn="base" hangingPunct="0">
                <a:spcBef>
                  <a:spcPct val="20000"/>
                </a:spcBef>
                <a:spcAft>
                  <a:spcPct val="0"/>
                </a:spcAft>
                <a:buChar char="•"/>
                <a:defRPr sz="2400">
                  <a:solidFill>
                    <a:srgbClr val="666699"/>
                  </a:solidFill>
                  <a:latin typeface="+mn-lt"/>
                  <a:ea typeface="+mn-ea"/>
                </a:defRPr>
              </a:lvl3pPr>
              <a:lvl4pPr marL="1600200" indent="-228600" algn="l" rtl="0" eaLnBrk="0" fontAlgn="base" hangingPunct="0">
                <a:spcBef>
                  <a:spcPct val="20000"/>
                </a:spcBef>
                <a:spcAft>
                  <a:spcPct val="0"/>
                </a:spcAft>
                <a:buChar char="–"/>
                <a:defRPr sz="2000">
                  <a:solidFill>
                    <a:srgbClr val="666699"/>
                  </a:solidFill>
                  <a:latin typeface="+mn-lt"/>
                  <a:ea typeface="+mn-ea"/>
                </a:defRPr>
              </a:lvl4pPr>
              <a:lvl5pPr marL="2057400" indent="-228600" algn="l" rtl="0" eaLnBrk="0" fontAlgn="base" hangingPunct="0">
                <a:spcBef>
                  <a:spcPct val="20000"/>
                </a:spcBef>
                <a:spcAft>
                  <a:spcPct val="0"/>
                </a:spcAft>
                <a:buChar char="»"/>
                <a:defRPr sz="2000">
                  <a:solidFill>
                    <a:srgbClr val="666699"/>
                  </a:solidFill>
                  <a:latin typeface="+mn-lt"/>
                  <a:ea typeface="+mn-ea"/>
                </a:defRPr>
              </a:lvl5pPr>
            </a:lstStyle>
            <a:p>
              <a:pPr marL="0" lvl="0" indent="0" eaLnBrk="1" hangingPunct="1">
                <a:spcBef>
                  <a:spcPct val="0"/>
                </a:spcBef>
                <a:buNone/>
              </a:pPr>
              <a:endParaRPr lang="zh-CN" altLang="en-US" sz="2400" dirty="0">
                <a:solidFill>
                  <a:schemeClr val="tx1"/>
                </a:solidFill>
              </a:endParaRPr>
            </a:p>
          </p:txBody>
        </p:sp>
        <p:sp>
          <p:nvSpPr>
            <p:cNvPr id="96271" name="AutoShape 15"/>
            <p:cNvSpPr/>
            <p:nvPr/>
          </p:nvSpPr>
          <p:spPr>
            <a:xfrm>
              <a:off x="624" y="912"/>
              <a:ext cx="672" cy="288"/>
            </a:xfrm>
            <a:prstGeom prst="flowChartDecision">
              <a:avLst/>
            </a:prstGeom>
            <a:solidFill>
              <a:schemeClr val="accent1"/>
            </a:solidFill>
            <a:ln w="9525" cap="flat" cmpd="sng">
              <a:solidFill>
                <a:schemeClr val="tx1"/>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buChar char="•"/>
                <a:defRPr sz="3200">
                  <a:solidFill>
                    <a:srgbClr val="666699"/>
                  </a:solidFill>
                  <a:latin typeface="+mn-lt"/>
                  <a:ea typeface="+mn-ea"/>
                  <a:cs typeface="+mn-cs"/>
                </a:defRPr>
              </a:lvl1pPr>
              <a:lvl2pPr marL="742950" indent="-285750" algn="l" rtl="0" eaLnBrk="0" fontAlgn="base" hangingPunct="0">
                <a:spcBef>
                  <a:spcPct val="20000"/>
                </a:spcBef>
                <a:spcAft>
                  <a:spcPct val="0"/>
                </a:spcAft>
                <a:buChar char="–"/>
                <a:defRPr sz="2800">
                  <a:solidFill>
                    <a:srgbClr val="666699"/>
                  </a:solidFill>
                  <a:latin typeface="+mn-lt"/>
                  <a:ea typeface="+mn-ea"/>
                </a:defRPr>
              </a:lvl2pPr>
              <a:lvl3pPr marL="1143000" indent="-228600" algn="l" rtl="0" eaLnBrk="0" fontAlgn="base" hangingPunct="0">
                <a:spcBef>
                  <a:spcPct val="20000"/>
                </a:spcBef>
                <a:spcAft>
                  <a:spcPct val="0"/>
                </a:spcAft>
                <a:buChar char="•"/>
                <a:defRPr sz="2400">
                  <a:solidFill>
                    <a:srgbClr val="666699"/>
                  </a:solidFill>
                  <a:latin typeface="+mn-lt"/>
                  <a:ea typeface="+mn-ea"/>
                </a:defRPr>
              </a:lvl3pPr>
              <a:lvl4pPr marL="1600200" indent="-228600" algn="l" rtl="0" eaLnBrk="0" fontAlgn="base" hangingPunct="0">
                <a:spcBef>
                  <a:spcPct val="20000"/>
                </a:spcBef>
                <a:spcAft>
                  <a:spcPct val="0"/>
                </a:spcAft>
                <a:buChar char="–"/>
                <a:defRPr sz="2000">
                  <a:solidFill>
                    <a:srgbClr val="666699"/>
                  </a:solidFill>
                  <a:latin typeface="+mn-lt"/>
                  <a:ea typeface="+mn-ea"/>
                </a:defRPr>
              </a:lvl4pPr>
              <a:lvl5pPr marL="2057400" indent="-228600" algn="l" rtl="0" eaLnBrk="0" fontAlgn="base" hangingPunct="0">
                <a:spcBef>
                  <a:spcPct val="20000"/>
                </a:spcBef>
                <a:spcAft>
                  <a:spcPct val="0"/>
                </a:spcAft>
                <a:buChar char="»"/>
                <a:defRPr sz="2000">
                  <a:solidFill>
                    <a:srgbClr val="666699"/>
                  </a:solidFill>
                  <a:latin typeface="+mn-lt"/>
                  <a:ea typeface="+mn-ea"/>
                </a:defRPr>
              </a:lvl5pPr>
            </a:lstStyle>
            <a:p>
              <a:pPr marL="0" lvl="0" indent="0" eaLnBrk="1" hangingPunct="1">
                <a:spcBef>
                  <a:spcPct val="0"/>
                </a:spcBef>
                <a:buNone/>
              </a:pPr>
              <a:endParaRPr lang="zh-CN" altLang="en-US" sz="2400" dirty="0">
                <a:solidFill>
                  <a:schemeClr val="tx1"/>
                </a:solidFill>
              </a:endParaRPr>
            </a:p>
          </p:txBody>
        </p:sp>
        <p:sp>
          <p:nvSpPr>
            <p:cNvPr id="96272" name="AutoShape 16"/>
            <p:cNvSpPr/>
            <p:nvPr/>
          </p:nvSpPr>
          <p:spPr>
            <a:xfrm>
              <a:off x="624" y="1392"/>
              <a:ext cx="672" cy="288"/>
            </a:xfrm>
            <a:prstGeom prst="flowChartDecision">
              <a:avLst/>
            </a:prstGeom>
            <a:solidFill>
              <a:schemeClr val="accent1"/>
            </a:solidFill>
            <a:ln w="9525" cap="flat" cmpd="sng">
              <a:solidFill>
                <a:schemeClr val="tx1"/>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buChar char="•"/>
                <a:defRPr sz="3200">
                  <a:solidFill>
                    <a:srgbClr val="666699"/>
                  </a:solidFill>
                  <a:latin typeface="+mn-lt"/>
                  <a:ea typeface="+mn-ea"/>
                  <a:cs typeface="+mn-cs"/>
                </a:defRPr>
              </a:lvl1pPr>
              <a:lvl2pPr marL="742950" indent="-285750" algn="l" rtl="0" eaLnBrk="0" fontAlgn="base" hangingPunct="0">
                <a:spcBef>
                  <a:spcPct val="20000"/>
                </a:spcBef>
                <a:spcAft>
                  <a:spcPct val="0"/>
                </a:spcAft>
                <a:buChar char="–"/>
                <a:defRPr sz="2800">
                  <a:solidFill>
                    <a:srgbClr val="666699"/>
                  </a:solidFill>
                  <a:latin typeface="+mn-lt"/>
                  <a:ea typeface="+mn-ea"/>
                </a:defRPr>
              </a:lvl2pPr>
              <a:lvl3pPr marL="1143000" indent="-228600" algn="l" rtl="0" eaLnBrk="0" fontAlgn="base" hangingPunct="0">
                <a:spcBef>
                  <a:spcPct val="20000"/>
                </a:spcBef>
                <a:spcAft>
                  <a:spcPct val="0"/>
                </a:spcAft>
                <a:buChar char="•"/>
                <a:defRPr sz="2400">
                  <a:solidFill>
                    <a:srgbClr val="666699"/>
                  </a:solidFill>
                  <a:latin typeface="+mn-lt"/>
                  <a:ea typeface="+mn-ea"/>
                </a:defRPr>
              </a:lvl3pPr>
              <a:lvl4pPr marL="1600200" indent="-228600" algn="l" rtl="0" eaLnBrk="0" fontAlgn="base" hangingPunct="0">
                <a:spcBef>
                  <a:spcPct val="20000"/>
                </a:spcBef>
                <a:spcAft>
                  <a:spcPct val="0"/>
                </a:spcAft>
                <a:buChar char="–"/>
                <a:defRPr sz="2000">
                  <a:solidFill>
                    <a:srgbClr val="666699"/>
                  </a:solidFill>
                  <a:latin typeface="+mn-lt"/>
                  <a:ea typeface="+mn-ea"/>
                </a:defRPr>
              </a:lvl4pPr>
              <a:lvl5pPr marL="2057400" indent="-228600" algn="l" rtl="0" eaLnBrk="0" fontAlgn="base" hangingPunct="0">
                <a:spcBef>
                  <a:spcPct val="20000"/>
                </a:spcBef>
                <a:spcAft>
                  <a:spcPct val="0"/>
                </a:spcAft>
                <a:buChar char="»"/>
                <a:defRPr sz="2000">
                  <a:solidFill>
                    <a:srgbClr val="666699"/>
                  </a:solidFill>
                  <a:latin typeface="+mn-lt"/>
                  <a:ea typeface="+mn-ea"/>
                </a:defRPr>
              </a:lvl5pPr>
            </a:lstStyle>
            <a:p>
              <a:pPr marL="0" lvl="0" indent="0" eaLnBrk="1" hangingPunct="1">
                <a:spcBef>
                  <a:spcPct val="0"/>
                </a:spcBef>
                <a:buNone/>
              </a:pPr>
              <a:endParaRPr lang="zh-CN" altLang="en-US" sz="2400" dirty="0">
                <a:solidFill>
                  <a:schemeClr val="tx1"/>
                </a:solidFill>
              </a:endParaRPr>
            </a:p>
          </p:txBody>
        </p:sp>
        <p:sp>
          <p:nvSpPr>
            <p:cNvPr id="96273" name="Rectangle 17"/>
            <p:cNvSpPr/>
            <p:nvPr/>
          </p:nvSpPr>
          <p:spPr>
            <a:xfrm>
              <a:off x="0" y="2016"/>
              <a:ext cx="624" cy="240"/>
            </a:xfrm>
            <a:prstGeom prst="rect">
              <a:avLst/>
            </a:prstGeom>
            <a:solidFill>
              <a:srgbClr val="FFFF99"/>
            </a:solidFill>
            <a:ln w="9525" cap="flat" cmpd="sng">
              <a:solidFill>
                <a:schemeClr val="tx1"/>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buChar char="•"/>
                <a:defRPr sz="3200">
                  <a:solidFill>
                    <a:srgbClr val="666699"/>
                  </a:solidFill>
                  <a:latin typeface="+mn-lt"/>
                  <a:ea typeface="+mn-ea"/>
                  <a:cs typeface="+mn-cs"/>
                </a:defRPr>
              </a:lvl1pPr>
              <a:lvl2pPr marL="742950" indent="-285750" algn="l" rtl="0" eaLnBrk="0" fontAlgn="base" hangingPunct="0">
                <a:spcBef>
                  <a:spcPct val="20000"/>
                </a:spcBef>
                <a:spcAft>
                  <a:spcPct val="0"/>
                </a:spcAft>
                <a:buChar char="–"/>
                <a:defRPr sz="2800">
                  <a:solidFill>
                    <a:srgbClr val="666699"/>
                  </a:solidFill>
                  <a:latin typeface="+mn-lt"/>
                  <a:ea typeface="+mn-ea"/>
                </a:defRPr>
              </a:lvl2pPr>
              <a:lvl3pPr marL="1143000" indent="-228600" algn="l" rtl="0" eaLnBrk="0" fontAlgn="base" hangingPunct="0">
                <a:spcBef>
                  <a:spcPct val="20000"/>
                </a:spcBef>
                <a:spcAft>
                  <a:spcPct val="0"/>
                </a:spcAft>
                <a:buChar char="•"/>
                <a:defRPr sz="2400">
                  <a:solidFill>
                    <a:srgbClr val="666699"/>
                  </a:solidFill>
                  <a:latin typeface="+mn-lt"/>
                  <a:ea typeface="+mn-ea"/>
                </a:defRPr>
              </a:lvl3pPr>
              <a:lvl4pPr marL="1600200" indent="-228600" algn="l" rtl="0" eaLnBrk="0" fontAlgn="base" hangingPunct="0">
                <a:spcBef>
                  <a:spcPct val="20000"/>
                </a:spcBef>
                <a:spcAft>
                  <a:spcPct val="0"/>
                </a:spcAft>
                <a:buChar char="–"/>
                <a:defRPr sz="2000">
                  <a:solidFill>
                    <a:srgbClr val="666699"/>
                  </a:solidFill>
                  <a:latin typeface="+mn-lt"/>
                  <a:ea typeface="+mn-ea"/>
                </a:defRPr>
              </a:lvl4pPr>
              <a:lvl5pPr marL="2057400" indent="-228600" algn="l" rtl="0" eaLnBrk="0" fontAlgn="base" hangingPunct="0">
                <a:spcBef>
                  <a:spcPct val="20000"/>
                </a:spcBef>
                <a:spcAft>
                  <a:spcPct val="0"/>
                </a:spcAft>
                <a:buChar char="»"/>
                <a:defRPr sz="2000">
                  <a:solidFill>
                    <a:srgbClr val="666699"/>
                  </a:solidFill>
                  <a:latin typeface="+mn-lt"/>
                  <a:ea typeface="+mn-ea"/>
                </a:defRPr>
              </a:lvl5pPr>
            </a:lstStyle>
            <a:p>
              <a:pPr marL="0" lvl="0" indent="0" eaLnBrk="1" hangingPunct="1">
                <a:spcBef>
                  <a:spcPct val="0"/>
                </a:spcBef>
                <a:buNone/>
              </a:pPr>
              <a:endParaRPr lang="zh-CN" altLang="en-US" sz="2400" dirty="0">
                <a:solidFill>
                  <a:schemeClr val="tx1"/>
                </a:solidFill>
              </a:endParaRPr>
            </a:p>
          </p:txBody>
        </p:sp>
        <p:sp>
          <p:nvSpPr>
            <p:cNvPr id="96274" name="Rectangle 18"/>
            <p:cNvSpPr/>
            <p:nvPr/>
          </p:nvSpPr>
          <p:spPr>
            <a:xfrm>
              <a:off x="768" y="2016"/>
              <a:ext cx="624" cy="240"/>
            </a:xfrm>
            <a:prstGeom prst="rect">
              <a:avLst/>
            </a:prstGeom>
            <a:solidFill>
              <a:srgbClr val="FFFF99"/>
            </a:solidFill>
            <a:ln w="9525" cap="flat" cmpd="sng">
              <a:solidFill>
                <a:schemeClr val="tx1"/>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buChar char="•"/>
                <a:defRPr sz="3200">
                  <a:solidFill>
                    <a:srgbClr val="666699"/>
                  </a:solidFill>
                  <a:latin typeface="+mn-lt"/>
                  <a:ea typeface="+mn-ea"/>
                  <a:cs typeface="+mn-cs"/>
                </a:defRPr>
              </a:lvl1pPr>
              <a:lvl2pPr marL="742950" indent="-285750" algn="l" rtl="0" eaLnBrk="0" fontAlgn="base" hangingPunct="0">
                <a:spcBef>
                  <a:spcPct val="20000"/>
                </a:spcBef>
                <a:spcAft>
                  <a:spcPct val="0"/>
                </a:spcAft>
                <a:buChar char="–"/>
                <a:defRPr sz="2800">
                  <a:solidFill>
                    <a:srgbClr val="666699"/>
                  </a:solidFill>
                  <a:latin typeface="+mn-lt"/>
                  <a:ea typeface="+mn-ea"/>
                </a:defRPr>
              </a:lvl2pPr>
              <a:lvl3pPr marL="1143000" indent="-228600" algn="l" rtl="0" eaLnBrk="0" fontAlgn="base" hangingPunct="0">
                <a:spcBef>
                  <a:spcPct val="20000"/>
                </a:spcBef>
                <a:spcAft>
                  <a:spcPct val="0"/>
                </a:spcAft>
                <a:buChar char="•"/>
                <a:defRPr sz="2400">
                  <a:solidFill>
                    <a:srgbClr val="666699"/>
                  </a:solidFill>
                  <a:latin typeface="+mn-lt"/>
                  <a:ea typeface="+mn-ea"/>
                </a:defRPr>
              </a:lvl3pPr>
              <a:lvl4pPr marL="1600200" indent="-228600" algn="l" rtl="0" eaLnBrk="0" fontAlgn="base" hangingPunct="0">
                <a:spcBef>
                  <a:spcPct val="20000"/>
                </a:spcBef>
                <a:spcAft>
                  <a:spcPct val="0"/>
                </a:spcAft>
                <a:buChar char="–"/>
                <a:defRPr sz="2000">
                  <a:solidFill>
                    <a:srgbClr val="666699"/>
                  </a:solidFill>
                  <a:latin typeface="+mn-lt"/>
                  <a:ea typeface="+mn-ea"/>
                </a:defRPr>
              </a:lvl4pPr>
              <a:lvl5pPr marL="2057400" indent="-228600" algn="l" rtl="0" eaLnBrk="0" fontAlgn="base" hangingPunct="0">
                <a:spcBef>
                  <a:spcPct val="20000"/>
                </a:spcBef>
                <a:spcAft>
                  <a:spcPct val="0"/>
                </a:spcAft>
                <a:buChar char="»"/>
                <a:defRPr sz="2000">
                  <a:solidFill>
                    <a:srgbClr val="666699"/>
                  </a:solidFill>
                  <a:latin typeface="+mn-lt"/>
                  <a:ea typeface="+mn-ea"/>
                </a:defRPr>
              </a:lvl5pPr>
            </a:lstStyle>
            <a:p>
              <a:pPr marL="0" lvl="0" indent="0" eaLnBrk="1" hangingPunct="1">
                <a:spcBef>
                  <a:spcPct val="0"/>
                </a:spcBef>
                <a:buNone/>
              </a:pPr>
              <a:endParaRPr lang="zh-CN" altLang="en-US" sz="2400" dirty="0">
                <a:solidFill>
                  <a:schemeClr val="tx1"/>
                </a:solidFill>
              </a:endParaRPr>
            </a:p>
          </p:txBody>
        </p:sp>
        <p:sp>
          <p:nvSpPr>
            <p:cNvPr id="96275" name="AutoShape 19"/>
            <p:cNvSpPr/>
            <p:nvPr/>
          </p:nvSpPr>
          <p:spPr>
            <a:xfrm>
              <a:off x="1632" y="480"/>
              <a:ext cx="672" cy="288"/>
            </a:xfrm>
            <a:prstGeom prst="flowChartDecision">
              <a:avLst/>
            </a:prstGeom>
            <a:solidFill>
              <a:schemeClr val="accent1"/>
            </a:solidFill>
            <a:ln w="9525" cap="flat" cmpd="sng">
              <a:solidFill>
                <a:schemeClr val="tx1"/>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buChar char="•"/>
                <a:defRPr sz="3200">
                  <a:solidFill>
                    <a:srgbClr val="666699"/>
                  </a:solidFill>
                  <a:latin typeface="+mn-lt"/>
                  <a:ea typeface="+mn-ea"/>
                  <a:cs typeface="+mn-cs"/>
                </a:defRPr>
              </a:lvl1pPr>
              <a:lvl2pPr marL="742950" indent="-285750" algn="l" rtl="0" eaLnBrk="0" fontAlgn="base" hangingPunct="0">
                <a:spcBef>
                  <a:spcPct val="20000"/>
                </a:spcBef>
                <a:spcAft>
                  <a:spcPct val="0"/>
                </a:spcAft>
                <a:buChar char="–"/>
                <a:defRPr sz="2800">
                  <a:solidFill>
                    <a:srgbClr val="666699"/>
                  </a:solidFill>
                  <a:latin typeface="+mn-lt"/>
                  <a:ea typeface="+mn-ea"/>
                </a:defRPr>
              </a:lvl2pPr>
              <a:lvl3pPr marL="1143000" indent="-228600" algn="l" rtl="0" eaLnBrk="0" fontAlgn="base" hangingPunct="0">
                <a:spcBef>
                  <a:spcPct val="20000"/>
                </a:spcBef>
                <a:spcAft>
                  <a:spcPct val="0"/>
                </a:spcAft>
                <a:buChar char="•"/>
                <a:defRPr sz="2400">
                  <a:solidFill>
                    <a:srgbClr val="666699"/>
                  </a:solidFill>
                  <a:latin typeface="+mn-lt"/>
                  <a:ea typeface="+mn-ea"/>
                </a:defRPr>
              </a:lvl3pPr>
              <a:lvl4pPr marL="1600200" indent="-228600" algn="l" rtl="0" eaLnBrk="0" fontAlgn="base" hangingPunct="0">
                <a:spcBef>
                  <a:spcPct val="20000"/>
                </a:spcBef>
                <a:spcAft>
                  <a:spcPct val="0"/>
                </a:spcAft>
                <a:buChar char="–"/>
                <a:defRPr sz="2000">
                  <a:solidFill>
                    <a:srgbClr val="666699"/>
                  </a:solidFill>
                  <a:latin typeface="+mn-lt"/>
                  <a:ea typeface="+mn-ea"/>
                </a:defRPr>
              </a:lvl4pPr>
              <a:lvl5pPr marL="2057400" indent="-228600" algn="l" rtl="0" eaLnBrk="0" fontAlgn="base" hangingPunct="0">
                <a:spcBef>
                  <a:spcPct val="20000"/>
                </a:spcBef>
                <a:spcAft>
                  <a:spcPct val="0"/>
                </a:spcAft>
                <a:buChar char="»"/>
                <a:defRPr sz="2000">
                  <a:solidFill>
                    <a:srgbClr val="666699"/>
                  </a:solidFill>
                  <a:latin typeface="+mn-lt"/>
                  <a:ea typeface="+mn-ea"/>
                </a:defRPr>
              </a:lvl5pPr>
            </a:lstStyle>
            <a:p>
              <a:pPr marL="0" lvl="0" indent="0" eaLnBrk="1" hangingPunct="1">
                <a:spcBef>
                  <a:spcPct val="0"/>
                </a:spcBef>
                <a:buNone/>
              </a:pPr>
              <a:endParaRPr lang="zh-CN" altLang="en-US" sz="2400" dirty="0">
                <a:solidFill>
                  <a:schemeClr val="tx1"/>
                </a:solidFill>
              </a:endParaRPr>
            </a:p>
          </p:txBody>
        </p:sp>
        <p:sp>
          <p:nvSpPr>
            <p:cNvPr id="96276" name="AutoShape 20"/>
            <p:cNvSpPr/>
            <p:nvPr/>
          </p:nvSpPr>
          <p:spPr>
            <a:xfrm>
              <a:off x="1632" y="1392"/>
              <a:ext cx="672" cy="288"/>
            </a:xfrm>
            <a:prstGeom prst="flowChartDecision">
              <a:avLst/>
            </a:prstGeom>
            <a:solidFill>
              <a:schemeClr val="accent1"/>
            </a:solidFill>
            <a:ln w="9525" cap="flat" cmpd="sng">
              <a:solidFill>
                <a:schemeClr val="tx1"/>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buChar char="•"/>
                <a:defRPr sz="3200">
                  <a:solidFill>
                    <a:srgbClr val="666699"/>
                  </a:solidFill>
                  <a:latin typeface="+mn-lt"/>
                  <a:ea typeface="+mn-ea"/>
                  <a:cs typeface="+mn-cs"/>
                </a:defRPr>
              </a:lvl1pPr>
              <a:lvl2pPr marL="742950" indent="-285750" algn="l" rtl="0" eaLnBrk="0" fontAlgn="base" hangingPunct="0">
                <a:spcBef>
                  <a:spcPct val="20000"/>
                </a:spcBef>
                <a:spcAft>
                  <a:spcPct val="0"/>
                </a:spcAft>
                <a:buChar char="–"/>
                <a:defRPr sz="2800">
                  <a:solidFill>
                    <a:srgbClr val="666699"/>
                  </a:solidFill>
                  <a:latin typeface="+mn-lt"/>
                  <a:ea typeface="+mn-ea"/>
                </a:defRPr>
              </a:lvl2pPr>
              <a:lvl3pPr marL="1143000" indent="-228600" algn="l" rtl="0" eaLnBrk="0" fontAlgn="base" hangingPunct="0">
                <a:spcBef>
                  <a:spcPct val="20000"/>
                </a:spcBef>
                <a:spcAft>
                  <a:spcPct val="0"/>
                </a:spcAft>
                <a:buChar char="•"/>
                <a:defRPr sz="2400">
                  <a:solidFill>
                    <a:srgbClr val="666699"/>
                  </a:solidFill>
                  <a:latin typeface="+mn-lt"/>
                  <a:ea typeface="+mn-ea"/>
                </a:defRPr>
              </a:lvl3pPr>
              <a:lvl4pPr marL="1600200" indent="-228600" algn="l" rtl="0" eaLnBrk="0" fontAlgn="base" hangingPunct="0">
                <a:spcBef>
                  <a:spcPct val="20000"/>
                </a:spcBef>
                <a:spcAft>
                  <a:spcPct val="0"/>
                </a:spcAft>
                <a:buChar char="–"/>
                <a:defRPr sz="2000">
                  <a:solidFill>
                    <a:srgbClr val="666699"/>
                  </a:solidFill>
                  <a:latin typeface="+mn-lt"/>
                  <a:ea typeface="+mn-ea"/>
                </a:defRPr>
              </a:lvl4pPr>
              <a:lvl5pPr marL="2057400" indent="-228600" algn="l" rtl="0" eaLnBrk="0" fontAlgn="base" hangingPunct="0">
                <a:spcBef>
                  <a:spcPct val="20000"/>
                </a:spcBef>
                <a:spcAft>
                  <a:spcPct val="0"/>
                </a:spcAft>
                <a:buChar char="»"/>
                <a:defRPr sz="2000">
                  <a:solidFill>
                    <a:srgbClr val="666699"/>
                  </a:solidFill>
                  <a:latin typeface="+mn-lt"/>
                  <a:ea typeface="+mn-ea"/>
                </a:defRPr>
              </a:lvl5pPr>
            </a:lstStyle>
            <a:p>
              <a:pPr marL="0" lvl="0" indent="0" eaLnBrk="1" hangingPunct="1">
                <a:spcBef>
                  <a:spcPct val="0"/>
                </a:spcBef>
                <a:buNone/>
              </a:pPr>
              <a:endParaRPr lang="zh-CN" altLang="en-US" sz="2400" dirty="0">
                <a:solidFill>
                  <a:schemeClr val="tx1"/>
                </a:solidFill>
              </a:endParaRPr>
            </a:p>
          </p:txBody>
        </p:sp>
        <p:sp>
          <p:nvSpPr>
            <p:cNvPr id="96277" name="AutoShape 21"/>
            <p:cNvSpPr/>
            <p:nvPr/>
          </p:nvSpPr>
          <p:spPr>
            <a:xfrm>
              <a:off x="2352" y="1392"/>
              <a:ext cx="672" cy="288"/>
            </a:xfrm>
            <a:prstGeom prst="flowChartDecision">
              <a:avLst/>
            </a:prstGeom>
            <a:solidFill>
              <a:schemeClr val="accent1"/>
            </a:solidFill>
            <a:ln w="9525" cap="flat" cmpd="sng">
              <a:solidFill>
                <a:schemeClr val="tx1"/>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buChar char="•"/>
                <a:defRPr sz="3200">
                  <a:solidFill>
                    <a:srgbClr val="666699"/>
                  </a:solidFill>
                  <a:latin typeface="+mn-lt"/>
                  <a:ea typeface="+mn-ea"/>
                  <a:cs typeface="+mn-cs"/>
                </a:defRPr>
              </a:lvl1pPr>
              <a:lvl2pPr marL="742950" indent="-285750" algn="l" rtl="0" eaLnBrk="0" fontAlgn="base" hangingPunct="0">
                <a:spcBef>
                  <a:spcPct val="20000"/>
                </a:spcBef>
                <a:spcAft>
                  <a:spcPct val="0"/>
                </a:spcAft>
                <a:buChar char="–"/>
                <a:defRPr sz="2800">
                  <a:solidFill>
                    <a:srgbClr val="666699"/>
                  </a:solidFill>
                  <a:latin typeface="+mn-lt"/>
                  <a:ea typeface="+mn-ea"/>
                </a:defRPr>
              </a:lvl2pPr>
              <a:lvl3pPr marL="1143000" indent="-228600" algn="l" rtl="0" eaLnBrk="0" fontAlgn="base" hangingPunct="0">
                <a:spcBef>
                  <a:spcPct val="20000"/>
                </a:spcBef>
                <a:spcAft>
                  <a:spcPct val="0"/>
                </a:spcAft>
                <a:buChar char="•"/>
                <a:defRPr sz="2400">
                  <a:solidFill>
                    <a:srgbClr val="666699"/>
                  </a:solidFill>
                  <a:latin typeface="+mn-lt"/>
                  <a:ea typeface="+mn-ea"/>
                </a:defRPr>
              </a:lvl3pPr>
              <a:lvl4pPr marL="1600200" indent="-228600" algn="l" rtl="0" eaLnBrk="0" fontAlgn="base" hangingPunct="0">
                <a:spcBef>
                  <a:spcPct val="20000"/>
                </a:spcBef>
                <a:spcAft>
                  <a:spcPct val="0"/>
                </a:spcAft>
                <a:buChar char="–"/>
                <a:defRPr sz="2000">
                  <a:solidFill>
                    <a:srgbClr val="666699"/>
                  </a:solidFill>
                  <a:latin typeface="+mn-lt"/>
                  <a:ea typeface="+mn-ea"/>
                </a:defRPr>
              </a:lvl4pPr>
              <a:lvl5pPr marL="2057400" indent="-228600" algn="l" rtl="0" eaLnBrk="0" fontAlgn="base" hangingPunct="0">
                <a:spcBef>
                  <a:spcPct val="20000"/>
                </a:spcBef>
                <a:spcAft>
                  <a:spcPct val="0"/>
                </a:spcAft>
                <a:buChar char="»"/>
                <a:defRPr sz="2000">
                  <a:solidFill>
                    <a:srgbClr val="666699"/>
                  </a:solidFill>
                  <a:latin typeface="+mn-lt"/>
                  <a:ea typeface="+mn-ea"/>
                </a:defRPr>
              </a:lvl5pPr>
            </a:lstStyle>
            <a:p>
              <a:pPr marL="0" lvl="0" indent="0" eaLnBrk="1" hangingPunct="1">
                <a:spcBef>
                  <a:spcPct val="0"/>
                </a:spcBef>
                <a:buNone/>
              </a:pPr>
              <a:endParaRPr lang="zh-CN" altLang="en-US" sz="2400" dirty="0">
                <a:solidFill>
                  <a:schemeClr val="tx1"/>
                </a:solidFill>
              </a:endParaRPr>
            </a:p>
          </p:txBody>
        </p:sp>
        <p:sp>
          <p:nvSpPr>
            <p:cNvPr id="96278" name="AutoShape 22"/>
            <p:cNvSpPr/>
            <p:nvPr/>
          </p:nvSpPr>
          <p:spPr>
            <a:xfrm>
              <a:off x="3360" y="480"/>
              <a:ext cx="672" cy="288"/>
            </a:xfrm>
            <a:prstGeom prst="flowChartDecision">
              <a:avLst/>
            </a:prstGeom>
            <a:solidFill>
              <a:schemeClr val="accent1"/>
            </a:solidFill>
            <a:ln w="9525" cap="flat" cmpd="sng">
              <a:solidFill>
                <a:schemeClr val="tx1"/>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buChar char="•"/>
                <a:defRPr sz="3200">
                  <a:solidFill>
                    <a:srgbClr val="666699"/>
                  </a:solidFill>
                  <a:latin typeface="+mn-lt"/>
                  <a:ea typeface="+mn-ea"/>
                  <a:cs typeface="+mn-cs"/>
                </a:defRPr>
              </a:lvl1pPr>
              <a:lvl2pPr marL="742950" indent="-285750" algn="l" rtl="0" eaLnBrk="0" fontAlgn="base" hangingPunct="0">
                <a:spcBef>
                  <a:spcPct val="20000"/>
                </a:spcBef>
                <a:spcAft>
                  <a:spcPct val="0"/>
                </a:spcAft>
                <a:buChar char="–"/>
                <a:defRPr sz="2800">
                  <a:solidFill>
                    <a:srgbClr val="666699"/>
                  </a:solidFill>
                  <a:latin typeface="+mn-lt"/>
                  <a:ea typeface="+mn-ea"/>
                </a:defRPr>
              </a:lvl2pPr>
              <a:lvl3pPr marL="1143000" indent="-228600" algn="l" rtl="0" eaLnBrk="0" fontAlgn="base" hangingPunct="0">
                <a:spcBef>
                  <a:spcPct val="20000"/>
                </a:spcBef>
                <a:spcAft>
                  <a:spcPct val="0"/>
                </a:spcAft>
                <a:buChar char="•"/>
                <a:defRPr sz="2400">
                  <a:solidFill>
                    <a:srgbClr val="666699"/>
                  </a:solidFill>
                  <a:latin typeface="+mn-lt"/>
                  <a:ea typeface="+mn-ea"/>
                </a:defRPr>
              </a:lvl3pPr>
              <a:lvl4pPr marL="1600200" indent="-228600" algn="l" rtl="0" eaLnBrk="0" fontAlgn="base" hangingPunct="0">
                <a:spcBef>
                  <a:spcPct val="20000"/>
                </a:spcBef>
                <a:spcAft>
                  <a:spcPct val="0"/>
                </a:spcAft>
                <a:buChar char="–"/>
                <a:defRPr sz="2000">
                  <a:solidFill>
                    <a:srgbClr val="666699"/>
                  </a:solidFill>
                  <a:latin typeface="+mn-lt"/>
                  <a:ea typeface="+mn-ea"/>
                </a:defRPr>
              </a:lvl4pPr>
              <a:lvl5pPr marL="2057400" indent="-228600" algn="l" rtl="0" eaLnBrk="0" fontAlgn="base" hangingPunct="0">
                <a:spcBef>
                  <a:spcPct val="20000"/>
                </a:spcBef>
                <a:spcAft>
                  <a:spcPct val="0"/>
                </a:spcAft>
                <a:buChar char="»"/>
                <a:defRPr sz="2000">
                  <a:solidFill>
                    <a:srgbClr val="666699"/>
                  </a:solidFill>
                  <a:latin typeface="+mn-lt"/>
                  <a:ea typeface="+mn-ea"/>
                </a:defRPr>
              </a:lvl5pPr>
            </a:lstStyle>
            <a:p>
              <a:pPr marL="0" lvl="0" indent="0" eaLnBrk="1" hangingPunct="1">
                <a:spcBef>
                  <a:spcPct val="0"/>
                </a:spcBef>
                <a:buNone/>
              </a:pPr>
              <a:endParaRPr lang="zh-CN" altLang="en-US" sz="2400" dirty="0">
                <a:solidFill>
                  <a:schemeClr val="tx1"/>
                </a:solidFill>
              </a:endParaRPr>
            </a:p>
          </p:txBody>
        </p:sp>
        <p:sp>
          <p:nvSpPr>
            <p:cNvPr id="96279" name="Rectangle 23"/>
            <p:cNvSpPr/>
            <p:nvPr/>
          </p:nvSpPr>
          <p:spPr>
            <a:xfrm>
              <a:off x="3360" y="960"/>
              <a:ext cx="624" cy="288"/>
            </a:xfrm>
            <a:prstGeom prst="rect">
              <a:avLst/>
            </a:prstGeom>
            <a:solidFill>
              <a:srgbClr val="FFFF99"/>
            </a:solidFill>
            <a:ln w="9525" cap="flat" cmpd="sng">
              <a:solidFill>
                <a:schemeClr val="tx1"/>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buChar char="•"/>
                <a:defRPr sz="3200">
                  <a:solidFill>
                    <a:srgbClr val="666699"/>
                  </a:solidFill>
                  <a:latin typeface="+mn-lt"/>
                  <a:ea typeface="+mn-ea"/>
                  <a:cs typeface="+mn-cs"/>
                </a:defRPr>
              </a:lvl1pPr>
              <a:lvl2pPr marL="742950" indent="-285750" algn="l" rtl="0" eaLnBrk="0" fontAlgn="base" hangingPunct="0">
                <a:spcBef>
                  <a:spcPct val="20000"/>
                </a:spcBef>
                <a:spcAft>
                  <a:spcPct val="0"/>
                </a:spcAft>
                <a:buChar char="–"/>
                <a:defRPr sz="2800">
                  <a:solidFill>
                    <a:srgbClr val="666699"/>
                  </a:solidFill>
                  <a:latin typeface="+mn-lt"/>
                  <a:ea typeface="+mn-ea"/>
                </a:defRPr>
              </a:lvl2pPr>
              <a:lvl3pPr marL="1143000" indent="-228600" algn="l" rtl="0" eaLnBrk="0" fontAlgn="base" hangingPunct="0">
                <a:spcBef>
                  <a:spcPct val="20000"/>
                </a:spcBef>
                <a:spcAft>
                  <a:spcPct val="0"/>
                </a:spcAft>
                <a:buChar char="•"/>
                <a:defRPr sz="2400">
                  <a:solidFill>
                    <a:srgbClr val="666699"/>
                  </a:solidFill>
                  <a:latin typeface="+mn-lt"/>
                  <a:ea typeface="+mn-ea"/>
                </a:defRPr>
              </a:lvl3pPr>
              <a:lvl4pPr marL="1600200" indent="-228600" algn="l" rtl="0" eaLnBrk="0" fontAlgn="base" hangingPunct="0">
                <a:spcBef>
                  <a:spcPct val="20000"/>
                </a:spcBef>
                <a:spcAft>
                  <a:spcPct val="0"/>
                </a:spcAft>
                <a:buChar char="–"/>
                <a:defRPr sz="2000">
                  <a:solidFill>
                    <a:srgbClr val="666699"/>
                  </a:solidFill>
                  <a:latin typeface="+mn-lt"/>
                  <a:ea typeface="+mn-ea"/>
                </a:defRPr>
              </a:lvl4pPr>
              <a:lvl5pPr marL="2057400" indent="-228600" algn="l" rtl="0" eaLnBrk="0" fontAlgn="base" hangingPunct="0">
                <a:spcBef>
                  <a:spcPct val="20000"/>
                </a:spcBef>
                <a:spcAft>
                  <a:spcPct val="0"/>
                </a:spcAft>
                <a:buChar char="»"/>
                <a:defRPr sz="2000">
                  <a:solidFill>
                    <a:srgbClr val="666699"/>
                  </a:solidFill>
                  <a:latin typeface="+mn-lt"/>
                  <a:ea typeface="+mn-ea"/>
                </a:defRPr>
              </a:lvl5pPr>
            </a:lstStyle>
            <a:p>
              <a:pPr marL="0" lvl="0" indent="0" eaLnBrk="1" hangingPunct="1">
                <a:spcBef>
                  <a:spcPct val="0"/>
                </a:spcBef>
                <a:buNone/>
              </a:pPr>
              <a:endParaRPr lang="zh-CN" altLang="en-US" sz="2400" dirty="0">
                <a:solidFill>
                  <a:schemeClr val="tx1"/>
                </a:solidFill>
              </a:endParaRPr>
            </a:p>
          </p:txBody>
        </p:sp>
        <p:sp>
          <p:nvSpPr>
            <p:cNvPr id="96280" name="AutoShape 24"/>
            <p:cNvSpPr/>
            <p:nvPr/>
          </p:nvSpPr>
          <p:spPr>
            <a:xfrm>
              <a:off x="3360" y="1392"/>
              <a:ext cx="672" cy="288"/>
            </a:xfrm>
            <a:prstGeom prst="flowChartDecision">
              <a:avLst/>
            </a:prstGeom>
            <a:solidFill>
              <a:schemeClr val="accent1"/>
            </a:solidFill>
            <a:ln w="9525" cap="flat" cmpd="sng">
              <a:solidFill>
                <a:schemeClr val="tx1"/>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buChar char="•"/>
                <a:defRPr sz="3200">
                  <a:solidFill>
                    <a:srgbClr val="666699"/>
                  </a:solidFill>
                  <a:latin typeface="+mn-lt"/>
                  <a:ea typeface="+mn-ea"/>
                  <a:cs typeface="+mn-cs"/>
                </a:defRPr>
              </a:lvl1pPr>
              <a:lvl2pPr marL="742950" indent="-285750" algn="l" rtl="0" eaLnBrk="0" fontAlgn="base" hangingPunct="0">
                <a:spcBef>
                  <a:spcPct val="20000"/>
                </a:spcBef>
                <a:spcAft>
                  <a:spcPct val="0"/>
                </a:spcAft>
                <a:buChar char="–"/>
                <a:defRPr sz="2800">
                  <a:solidFill>
                    <a:srgbClr val="666699"/>
                  </a:solidFill>
                  <a:latin typeface="+mn-lt"/>
                  <a:ea typeface="+mn-ea"/>
                </a:defRPr>
              </a:lvl2pPr>
              <a:lvl3pPr marL="1143000" indent="-228600" algn="l" rtl="0" eaLnBrk="0" fontAlgn="base" hangingPunct="0">
                <a:spcBef>
                  <a:spcPct val="20000"/>
                </a:spcBef>
                <a:spcAft>
                  <a:spcPct val="0"/>
                </a:spcAft>
                <a:buChar char="•"/>
                <a:defRPr sz="2400">
                  <a:solidFill>
                    <a:srgbClr val="666699"/>
                  </a:solidFill>
                  <a:latin typeface="+mn-lt"/>
                  <a:ea typeface="+mn-ea"/>
                </a:defRPr>
              </a:lvl3pPr>
              <a:lvl4pPr marL="1600200" indent="-228600" algn="l" rtl="0" eaLnBrk="0" fontAlgn="base" hangingPunct="0">
                <a:spcBef>
                  <a:spcPct val="20000"/>
                </a:spcBef>
                <a:spcAft>
                  <a:spcPct val="0"/>
                </a:spcAft>
                <a:buChar char="–"/>
                <a:defRPr sz="2000">
                  <a:solidFill>
                    <a:srgbClr val="666699"/>
                  </a:solidFill>
                  <a:latin typeface="+mn-lt"/>
                  <a:ea typeface="+mn-ea"/>
                </a:defRPr>
              </a:lvl4pPr>
              <a:lvl5pPr marL="2057400" indent="-228600" algn="l" rtl="0" eaLnBrk="0" fontAlgn="base" hangingPunct="0">
                <a:spcBef>
                  <a:spcPct val="20000"/>
                </a:spcBef>
                <a:spcAft>
                  <a:spcPct val="0"/>
                </a:spcAft>
                <a:buChar char="»"/>
                <a:defRPr sz="2000">
                  <a:solidFill>
                    <a:srgbClr val="666699"/>
                  </a:solidFill>
                  <a:latin typeface="+mn-lt"/>
                  <a:ea typeface="+mn-ea"/>
                </a:defRPr>
              </a:lvl5pPr>
            </a:lstStyle>
            <a:p>
              <a:pPr marL="0" lvl="0" indent="0" eaLnBrk="1" hangingPunct="1">
                <a:spcBef>
                  <a:spcPct val="0"/>
                </a:spcBef>
                <a:buNone/>
              </a:pPr>
              <a:endParaRPr lang="zh-CN" altLang="en-US" sz="2400" dirty="0">
                <a:solidFill>
                  <a:schemeClr val="tx1"/>
                </a:solidFill>
              </a:endParaRPr>
            </a:p>
          </p:txBody>
        </p:sp>
        <p:sp>
          <p:nvSpPr>
            <p:cNvPr id="96281" name="AutoShape 25"/>
            <p:cNvSpPr/>
            <p:nvPr/>
          </p:nvSpPr>
          <p:spPr>
            <a:xfrm>
              <a:off x="4272" y="480"/>
              <a:ext cx="672" cy="288"/>
            </a:xfrm>
            <a:prstGeom prst="flowChartDecision">
              <a:avLst/>
            </a:prstGeom>
            <a:solidFill>
              <a:schemeClr val="accent1"/>
            </a:solidFill>
            <a:ln w="9525" cap="flat" cmpd="sng">
              <a:solidFill>
                <a:schemeClr val="tx1"/>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buChar char="•"/>
                <a:defRPr sz="3200">
                  <a:solidFill>
                    <a:srgbClr val="666699"/>
                  </a:solidFill>
                  <a:latin typeface="+mn-lt"/>
                  <a:ea typeface="+mn-ea"/>
                  <a:cs typeface="+mn-cs"/>
                </a:defRPr>
              </a:lvl1pPr>
              <a:lvl2pPr marL="742950" indent="-285750" algn="l" rtl="0" eaLnBrk="0" fontAlgn="base" hangingPunct="0">
                <a:spcBef>
                  <a:spcPct val="20000"/>
                </a:spcBef>
                <a:spcAft>
                  <a:spcPct val="0"/>
                </a:spcAft>
                <a:buChar char="–"/>
                <a:defRPr sz="2800">
                  <a:solidFill>
                    <a:srgbClr val="666699"/>
                  </a:solidFill>
                  <a:latin typeface="+mn-lt"/>
                  <a:ea typeface="+mn-ea"/>
                </a:defRPr>
              </a:lvl2pPr>
              <a:lvl3pPr marL="1143000" indent="-228600" algn="l" rtl="0" eaLnBrk="0" fontAlgn="base" hangingPunct="0">
                <a:spcBef>
                  <a:spcPct val="20000"/>
                </a:spcBef>
                <a:spcAft>
                  <a:spcPct val="0"/>
                </a:spcAft>
                <a:buChar char="•"/>
                <a:defRPr sz="2400">
                  <a:solidFill>
                    <a:srgbClr val="666699"/>
                  </a:solidFill>
                  <a:latin typeface="+mn-lt"/>
                  <a:ea typeface="+mn-ea"/>
                </a:defRPr>
              </a:lvl3pPr>
              <a:lvl4pPr marL="1600200" indent="-228600" algn="l" rtl="0" eaLnBrk="0" fontAlgn="base" hangingPunct="0">
                <a:spcBef>
                  <a:spcPct val="20000"/>
                </a:spcBef>
                <a:spcAft>
                  <a:spcPct val="0"/>
                </a:spcAft>
                <a:buChar char="–"/>
                <a:defRPr sz="2000">
                  <a:solidFill>
                    <a:srgbClr val="666699"/>
                  </a:solidFill>
                  <a:latin typeface="+mn-lt"/>
                  <a:ea typeface="+mn-ea"/>
                </a:defRPr>
              </a:lvl4pPr>
              <a:lvl5pPr marL="2057400" indent="-228600" algn="l" rtl="0" eaLnBrk="0" fontAlgn="base" hangingPunct="0">
                <a:spcBef>
                  <a:spcPct val="20000"/>
                </a:spcBef>
                <a:spcAft>
                  <a:spcPct val="0"/>
                </a:spcAft>
                <a:buChar char="»"/>
                <a:defRPr sz="2000">
                  <a:solidFill>
                    <a:srgbClr val="666699"/>
                  </a:solidFill>
                  <a:latin typeface="+mn-lt"/>
                  <a:ea typeface="+mn-ea"/>
                </a:defRPr>
              </a:lvl5pPr>
            </a:lstStyle>
            <a:p>
              <a:pPr marL="0" lvl="0" indent="0" eaLnBrk="1" hangingPunct="1">
                <a:spcBef>
                  <a:spcPct val="0"/>
                </a:spcBef>
                <a:buNone/>
              </a:pPr>
              <a:endParaRPr lang="zh-CN" altLang="en-US" sz="2400" dirty="0">
                <a:solidFill>
                  <a:schemeClr val="tx1"/>
                </a:solidFill>
              </a:endParaRPr>
            </a:p>
          </p:txBody>
        </p:sp>
        <p:sp>
          <p:nvSpPr>
            <p:cNvPr id="96282" name="AutoShape 26"/>
            <p:cNvSpPr/>
            <p:nvPr/>
          </p:nvSpPr>
          <p:spPr>
            <a:xfrm>
              <a:off x="4368" y="1392"/>
              <a:ext cx="672" cy="288"/>
            </a:xfrm>
            <a:prstGeom prst="flowChartDecision">
              <a:avLst/>
            </a:prstGeom>
            <a:solidFill>
              <a:schemeClr val="accent1"/>
            </a:solidFill>
            <a:ln w="9525" cap="flat" cmpd="sng">
              <a:solidFill>
                <a:schemeClr val="tx1"/>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buChar char="•"/>
                <a:defRPr sz="3200">
                  <a:solidFill>
                    <a:srgbClr val="666699"/>
                  </a:solidFill>
                  <a:latin typeface="+mn-lt"/>
                  <a:ea typeface="+mn-ea"/>
                  <a:cs typeface="+mn-cs"/>
                </a:defRPr>
              </a:lvl1pPr>
              <a:lvl2pPr marL="742950" indent="-285750" algn="l" rtl="0" eaLnBrk="0" fontAlgn="base" hangingPunct="0">
                <a:spcBef>
                  <a:spcPct val="20000"/>
                </a:spcBef>
                <a:spcAft>
                  <a:spcPct val="0"/>
                </a:spcAft>
                <a:buChar char="–"/>
                <a:defRPr sz="2800">
                  <a:solidFill>
                    <a:srgbClr val="666699"/>
                  </a:solidFill>
                  <a:latin typeface="+mn-lt"/>
                  <a:ea typeface="+mn-ea"/>
                </a:defRPr>
              </a:lvl2pPr>
              <a:lvl3pPr marL="1143000" indent="-228600" algn="l" rtl="0" eaLnBrk="0" fontAlgn="base" hangingPunct="0">
                <a:spcBef>
                  <a:spcPct val="20000"/>
                </a:spcBef>
                <a:spcAft>
                  <a:spcPct val="0"/>
                </a:spcAft>
                <a:buChar char="•"/>
                <a:defRPr sz="2400">
                  <a:solidFill>
                    <a:srgbClr val="666699"/>
                  </a:solidFill>
                  <a:latin typeface="+mn-lt"/>
                  <a:ea typeface="+mn-ea"/>
                </a:defRPr>
              </a:lvl3pPr>
              <a:lvl4pPr marL="1600200" indent="-228600" algn="l" rtl="0" eaLnBrk="0" fontAlgn="base" hangingPunct="0">
                <a:spcBef>
                  <a:spcPct val="20000"/>
                </a:spcBef>
                <a:spcAft>
                  <a:spcPct val="0"/>
                </a:spcAft>
                <a:buChar char="–"/>
                <a:defRPr sz="2000">
                  <a:solidFill>
                    <a:srgbClr val="666699"/>
                  </a:solidFill>
                  <a:latin typeface="+mn-lt"/>
                  <a:ea typeface="+mn-ea"/>
                </a:defRPr>
              </a:lvl4pPr>
              <a:lvl5pPr marL="2057400" indent="-228600" algn="l" rtl="0" eaLnBrk="0" fontAlgn="base" hangingPunct="0">
                <a:spcBef>
                  <a:spcPct val="20000"/>
                </a:spcBef>
                <a:spcAft>
                  <a:spcPct val="0"/>
                </a:spcAft>
                <a:buChar char="»"/>
                <a:defRPr sz="2000">
                  <a:solidFill>
                    <a:srgbClr val="666699"/>
                  </a:solidFill>
                  <a:latin typeface="+mn-lt"/>
                  <a:ea typeface="+mn-ea"/>
                </a:defRPr>
              </a:lvl5pPr>
            </a:lstStyle>
            <a:p>
              <a:pPr marL="0" lvl="0" indent="0" eaLnBrk="1" hangingPunct="1">
                <a:spcBef>
                  <a:spcPct val="0"/>
                </a:spcBef>
                <a:buNone/>
              </a:pPr>
              <a:endParaRPr lang="zh-CN" altLang="en-US" sz="2400" dirty="0">
                <a:solidFill>
                  <a:schemeClr val="tx1"/>
                </a:solidFill>
              </a:endParaRPr>
            </a:p>
          </p:txBody>
        </p:sp>
        <p:sp>
          <p:nvSpPr>
            <p:cNvPr id="96283" name="Rectangle 27"/>
            <p:cNvSpPr/>
            <p:nvPr/>
          </p:nvSpPr>
          <p:spPr>
            <a:xfrm>
              <a:off x="1680" y="2016"/>
              <a:ext cx="624" cy="240"/>
            </a:xfrm>
            <a:prstGeom prst="rect">
              <a:avLst/>
            </a:prstGeom>
            <a:solidFill>
              <a:srgbClr val="FFFF99"/>
            </a:solidFill>
            <a:ln w="9525" cap="flat" cmpd="sng">
              <a:solidFill>
                <a:schemeClr val="tx1"/>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buChar char="•"/>
                <a:defRPr sz="3200">
                  <a:solidFill>
                    <a:srgbClr val="666699"/>
                  </a:solidFill>
                  <a:latin typeface="+mn-lt"/>
                  <a:ea typeface="+mn-ea"/>
                  <a:cs typeface="+mn-cs"/>
                </a:defRPr>
              </a:lvl1pPr>
              <a:lvl2pPr marL="742950" indent="-285750" algn="l" rtl="0" eaLnBrk="0" fontAlgn="base" hangingPunct="0">
                <a:spcBef>
                  <a:spcPct val="20000"/>
                </a:spcBef>
                <a:spcAft>
                  <a:spcPct val="0"/>
                </a:spcAft>
                <a:buChar char="–"/>
                <a:defRPr sz="2800">
                  <a:solidFill>
                    <a:srgbClr val="666699"/>
                  </a:solidFill>
                  <a:latin typeface="+mn-lt"/>
                  <a:ea typeface="+mn-ea"/>
                </a:defRPr>
              </a:lvl2pPr>
              <a:lvl3pPr marL="1143000" indent="-228600" algn="l" rtl="0" eaLnBrk="0" fontAlgn="base" hangingPunct="0">
                <a:spcBef>
                  <a:spcPct val="20000"/>
                </a:spcBef>
                <a:spcAft>
                  <a:spcPct val="0"/>
                </a:spcAft>
                <a:buChar char="•"/>
                <a:defRPr sz="2400">
                  <a:solidFill>
                    <a:srgbClr val="666699"/>
                  </a:solidFill>
                  <a:latin typeface="+mn-lt"/>
                  <a:ea typeface="+mn-ea"/>
                </a:defRPr>
              </a:lvl3pPr>
              <a:lvl4pPr marL="1600200" indent="-228600" algn="l" rtl="0" eaLnBrk="0" fontAlgn="base" hangingPunct="0">
                <a:spcBef>
                  <a:spcPct val="20000"/>
                </a:spcBef>
                <a:spcAft>
                  <a:spcPct val="0"/>
                </a:spcAft>
                <a:buChar char="–"/>
                <a:defRPr sz="2000">
                  <a:solidFill>
                    <a:srgbClr val="666699"/>
                  </a:solidFill>
                  <a:latin typeface="+mn-lt"/>
                  <a:ea typeface="+mn-ea"/>
                </a:defRPr>
              </a:lvl4pPr>
              <a:lvl5pPr marL="2057400" indent="-228600" algn="l" rtl="0" eaLnBrk="0" fontAlgn="base" hangingPunct="0">
                <a:spcBef>
                  <a:spcPct val="20000"/>
                </a:spcBef>
                <a:spcAft>
                  <a:spcPct val="0"/>
                </a:spcAft>
                <a:buChar char="»"/>
                <a:defRPr sz="2000">
                  <a:solidFill>
                    <a:srgbClr val="666699"/>
                  </a:solidFill>
                  <a:latin typeface="+mn-lt"/>
                  <a:ea typeface="+mn-ea"/>
                </a:defRPr>
              </a:lvl5pPr>
            </a:lstStyle>
            <a:p>
              <a:pPr marL="0" lvl="0" indent="0" eaLnBrk="1" hangingPunct="1">
                <a:spcBef>
                  <a:spcPct val="0"/>
                </a:spcBef>
                <a:buNone/>
              </a:pPr>
              <a:endParaRPr lang="zh-CN" altLang="en-US" sz="2400" dirty="0">
                <a:solidFill>
                  <a:schemeClr val="tx1"/>
                </a:solidFill>
              </a:endParaRPr>
            </a:p>
          </p:txBody>
        </p:sp>
        <p:sp>
          <p:nvSpPr>
            <p:cNvPr id="96284" name="Rectangle 28"/>
            <p:cNvSpPr/>
            <p:nvPr/>
          </p:nvSpPr>
          <p:spPr>
            <a:xfrm>
              <a:off x="2400" y="2016"/>
              <a:ext cx="624" cy="240"/>
            </a:xfrm>
            <a:prstGeom prst="rect">
              <a:avLst/>
            </a:prstGeom>
            <a:solidFill>
              <a:srgbClr val="FFFF99"/>
            </a:solidFill>
            <a:ln w="9525" cap="flat" cmpd="sng">
              <a:solidFill>
                <a:schemeClr val="tx1"/>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buChar char="•"/>
                <a:defRPr sz="3200">
                  <a:solidFill>
                    <a:srgbClr val="666699"/>
                  </a:solidFill>
                  <a:latin typeface="+mn-lt"/>
                  <a:ea typeface="+mn-ea"/>
                  <a:cs typeface="+mn-cs"/>
                </a:defRPr>
              </a:lvl1pPr>
              <a:lvl2pPr marL="742950" indent="-285750" algn="l" rtl="0" eaLnBrk="0" fontAlgn="base" hangingPunct="0">
                <a:spcBef>
                  <a:spcPct val="20000"/>
                </a:spcBef>
                <a:spcAft>
                  <a:spcPct val="0"/>
                </a:spcAft>
                <a:buChar char="–"/>
                <a:defRPr sz="2800">
                  <a:solidFill>
                    <a:srgbClr val="666699"/>
                  </a:solidFill>
                  <a:latin typeface="+mn-lt"/>
                  <a:ea typeface="+mn-ea"/>
                </a:defRPr>
              </a:lvl2pPr>
              <a:lvl3pPr marL="1143000" indent="-228600" algn="l" rtl="0" eaLnBrk="0" fontAlgn="base" hangingPunct="0">
                <a:spcBef>
                  <a:spcPct val="20000"/>
                </a:spcBef>
                <a:spcAft>
                  <a:spcPct val="0"/>
                </a:spcAft>
                <a:buChar char="•"/>
                <a:defRPr sz="2400">
                  <a:solidFill>
                    <a:srgbClr val="666699"/>
                  </a:solidFill>
                  <a:latin typeface="+mn-lt"/>
                  <a:ea typeface="+mn-ea"/>
                </a:defRPr>
              </a:lvl3pPr>
              <a:lvl4pPr marL="1600200" indent="-228600" algn="l" rtl="0" eaLnBrk="0" fontAlgn="base" hangingPunct="0">
                <a:spcBef>
                  <a:spcPct val="20000"/>
                </a:spcBef>
                <a:spcAft>
                  <a:spcPct val="0"/>
                </a:spcAft>
                <a:buChar char="–"/>
                <a:defRPr sz="2000">
                  <a:solidFill>
                    <a:srgbClr val="666699"/>
                  </a:solidFill>
                  <a:latin typeface="+mn-lt"/>
                  <a:ea typeface="+mn-ea"/>
                </a:defRPr>
              </a:lvl4pPr>
              <a:lvl5pPr marL="2057400" indent="-228600" algn="l" rtl="0" eaLnBrk="0" fontAlgn="base" hangingPunct="0">
                <a:spcBef>
                  <a:spcPct val="20000"/>
                </a:spcBef>
                <a:spcAft>
                  <a:spcPct val="0"/>
                </a:spcAft>
                <a:buChar char="»"/>
                <a:defRPr sz="2000">
                  <a:solidFill>
                    <a:srgbClr val="666699"/>
                  </a:solidFill>
                  <a:latin typeface="+mn-lt"/>
                  <a:ea typeface="+mn-ea"/>
                </a:defRPr>
              </a:lvl5pPr>
            </a:lstStyle>
            <a:p>
              <a:pPr marL="0" lvl="0" indent="0" eaLnBrk="1" hangingPunct="1">
                <a:spcBef>
                  <a:spcPct val="0"/>
                </a:spcBef>
                <a:buNone/>
              </a:pPr>
              <a:endParaRPr lang="zh-CN" altLang="en-US" sz="2400" dirty="0">
                <a:solidFill>
                  <a:schemeClr val="tx1"/>
                </a:solidFill>
              </a:endParaRPr>
            </a:p>
          </p:txBody>
        </p:sp>
        <p:sp>
          <p:nvSpPr>
            <p:cNvPr id="96285" name="Rectangle 29"/>
            <p:cNvSpPr/>
            <p:nvPr/>
          </p:nvSpPr>
          <p:spPr>
            <a:xfrm>
              <a:off x="3408" y="2016"/>
              <a:ext cx="624" cy="240"/>
            </a:xfrm>
            <a:prstGeom prst="rect">
              <a:avLst/>
            </a:prstGeom>
            <a:solidFill>
              <a:srgbClr val="FFFF99"/>
            </a:solidFill>
            <a:ln w="9525" cap="flat" cmpd="sng">
              <a:solidFill>
                <a:schemeClr val="tx1"/>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buChar char="•"/>
                <a:defRPr sz="3200">
                  <a:solidFill>
                    <a:srgbClr val="666699"/>
                  </a:solidFill>
                  <a:latin typeface="+mn-lt"/>
                  <a:ea typeface="+mn-ea"/>
                  <a:cs typeface="+mn-cs"/>
                </a:defRPr>
              </a:lvl1pPr>
              <a:lvl2pPr marL="742950" indent="-285750" algn="l" rtl="0" eaLnBrk="0" fontAlgn="base" hangingPunct="0">
                <a:spcBef>
                  <a:spcPct val="20000"/>
                </a:spcBef>
                <a:spcAft>
                  <a:spcPct val="0"/>
                </a:spcAft>
                <a:buChar char="–"/>
                <a:defRPr sz="2800">
                  <a:solidFill>
                    <a:srgbClr val="666699"/>
                  </a:solidFill>
                  <a:latin typeface="+mn-lt"/>
                  <a:ea typeface="+mn-ea"/>
                </a:defRPr>
              </a:lvl2pPr>
              <a:lvl3pPr marL="1143000" indent="-228600" algn="l" rtl="0" eaLnBrk="0" fontAlgn="base" hangingPunct="0">
                <a:spcBef>
                  <a:spcPct val="20000"/>
                </a:spcBef>
                <a:spcAft>
                  <a:spcPct val="0"/>
                </a:spcAft>
                <a:buChar char="•"/>
                <a:defRPr sz="2400">
                  <a:solidFill>
                    <a:srgbClr val="666699"/>
                  </a:solidFill>
                  <a:latin typeface="+mn-lt"/>
                  <a:ea typeface="+mn-ea"/>
                </a:defRPr>
              </a:lvl3pPr>
              <a:lvl4pPr marL="1600200" indent="-228600" algn="l" rtl="0" eaLnBrk="0" fontAlgn="base" hangingPunct="0">
                <a:spcBef>
                  <a:spcPct val="20000"/>
                </a:spcBef>
                <a:spcAft>
                  <a:spcPct val="0"/>
                </a:spcAft>
                <a:buChar char="–"/>
                <a:defRPr sz="2000">
                  <a:solidFill>
                    <a:srgbClr val="666699"/>
                  </a:solidFill>
                  <a:latin typeface="+mn-lt"/>
                  <a:ea typeface="+mn-ea"/>
                </a:defRPr>
              </a:lvl4pPr>
              <a:lvl5pPr marL="2057400" indent="-228600" algn="l" rtl="0" eaLnBrk="0" fontAlgn="base" hangingPunct="0">
                <a:spcBef>
                  <a:spcPct val="20000"/>
                </a:spcBef>
                <a:spcAft>
                  <a:spcPct val="0"/>
                </a:spcAft>
                <a:buChar char="»"/>
                <a:defRPr sz="2000">
                  <a:solidFill>
                    <a:srgbClr val="666699"/>
                  </a:solidFill>
                  <a:latin typeface="+mn-lt"/>
                  <a:ea typeface="+mn-ea"/>
                </a:defRPr>
              </a:lvl5pPr>
            </a:lstStyle>
            <a:p>
              <a:pPr marL="0" lvl="0" indent="0" eaLnBrk="1" hangingPunct="1">
                <a:spcBef>
                  <a:spcPct val="0"/>
                </a:spcBef>
                <a:buNone/>
              </a:pPr>
              <a:endParaRPr lang="zh-CN" altLang="en-US" sz="2400" dirty="0">
                <a:solidFill>
                  <a:schemeClr val="tx1"/>
                </a:solidFill>
              </a:endParaRPr>
            </a:p>
          </p:txBody>
        </p:sp>
        <p:sp>
          <p:nvSpPr>
            <p:cNvPr id="96286" name="Rectangle 30"/>
            <p:cNvSpPr/>
            <p:nvPr/>
          </p:nvSpPr>
          <p:spPr>
            <a:xfrm>
              <a:off x="4416" y="2016"/>
              <a:ext cx="624" cy="240"/>
            </a:xfrm>
            <a:prstGeom prst="rect">
              <a:avLst/>
            </a:prstGeom>
            <a:solidFill>
              <a:srgbClr val="FFFF99"/>
            </a:solidFill>
            <a:ln w="9525" cap="flat" cmpd="sng">
              <a:solidFill>
                <a:schemeClr val="tx1"/>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buChar char="•"/>
                <a:defRPr sz="3200">
                  <a:solidFill>
                    <a:srgbClr val="666699"/>
                  </a:solidFill>
                  <a:latin typeface="+mn-lt"/>
                  <a:ea typeface="+mn-ea"/>
                  <a:cs typeface="+mn-cs"/>
                </a:defRPr>
              </a:lvl1pPr>
              <a:lvl2pPr marL="742950" indent="-285750" algn="l" rtl="0" eaLnBrk="0" fontAlgn="base" hangingPunct="0">
                <a:spcBef>
                  <a:spcPct val="20000"/>
                </a:spcBef>
                <a:spcAft>
                  <a:spcPct val="0"/>
                </a:spcAft>
                <a:buChar char="–"/>
                <a:defRPr sz="2800">
                  <a:solidFill>
                    <a:srgbClr val="666699"/>
                  </a:solidFill>
                  <a:latin typeface="+mn-lt"/>
                  <a:ea typeface="+mn-ea"/>
                </a:defRPr>
              </a:lvl2pPr>
              <a:lvl3pPr marL="1143000" indent="-228600" algn="l" rtl="0" eaLnBrk="0" fontAlgn="base" hangingPunct="0">
                <a:spcBef>
                  <a:spcPct val="20000"/>
                </a:spcBef>
                <a:spcAft>
                  <a:spcPct val="0"/>
                </a:spcAft>
                <a:buChar char="•"/>
                <a:defRPr sz="2400">
                  <a:solidFill>
                    <a:srgbClr val="666699"/>
                  </a:solidFill>
                  <a:latin typeface="+mn-lt"/>
                  <a:ea typeface="+mn-ea"/>
                </a:defRPr>
              </a:lvl3pPr>
              <a:lvl4pPr marL="1600200" indent="-228600" algn="l" rtl="0" eaLnBrk="0" fontAlgn="base" hangingPunct="0">
                <a:spcBef>
                  <a:spcPct val="20000"/>
                </a:spcBef>
                <a:spcAft>
                  <a:spcPct val="0"/>
                </a:spcAft>
                <a:buChar char="–"/>
                <a:defRPr sz="2000">
                  <a:solidFill>
                    <a:srgbClr val="666699"/>
                  </a:solidFill>
                  <a:latin typeface="+mn-lt"/>
                  <a:ea typeface="+mn-ea"/>
                </a:defRPr>
              </a:lvl4pPr>
              <a:lvl5pPr marL="2057400" indent="-228600" algn="l" rtl="0" eaLnBrk="0" fontAlgn="base" hangingPunct="0">
                <a:spcBef>
                  <a:spcPct val="20000"/>
                </a:spcBef>
                <a:spcAft>
                  <a:spcPct val="0"/>
                </a:spcAft>
                <a:buChar char="»"/>
                <a:defRPr sz="2000">
                  <a:solidFill>
                    <a:srgbClr val="666699"/>
                  </a:solidFill>
                  <a:latin typeface="+mn-lt"/>
                  <a:ea typeface="+mn-ea"/>
                </a:defRPr>
              </a:lvl5pPr>
            </a:lstStyle>
            <a:p>
              <a:pPr marL="0" lvl="0" indent="0" eaLnBrk="1" hangingPunct="1">
                <a:spcBef>
                  <a:spcPct val="0"/>
                </a:spcBef>
                <a:buNone/>
              </a:pPr>
              <a:endParaRPr lang="zh-CN" altLang="en-US" sz="2400" dirty="0">
                <a:solidFill>
                  <a:schemeClr val="tx1"/>
                </a:solidFill>
              </a:endParaRPr>
            </a:p>
          </p:txBody>
        </p:sp>
        <p:sp>
          <p:nvSpPr>
            <p:cNvPr id="96287" name="Text Box 31"/>
            <p:cNvSpPr txBox="1"/>
            <p:nvPr/>
          </p:nvSpPr>
          <p:spPr>
            <a:xfrm>
              <a:off x="48" y="48"/>
              <a:ext cx="384" cy="173"/>
            </a:xfrm>
            <a:prstGeom prst="rect">
              <a:avLst/>
            </a:prstGeom>
            <a:noFill/>
            <a:ln w="9525">
              <a:noFill/>
            </a:ln>
          </p:spPr>
          <p:txBody>
            <a:bodyPr>
              <a:spAutoFit/>
            </a:bodyPr>
            <a:lstStyle>
              <a:lvl1pPr marL="342900" indent="-342900" algn="l" rtl="0" eaLnBrk="0" fontAlgn="base" hangingPunct="0">
                <a:spcBef>
                  <a:spcPct val="20000"/>
                </a:spcBef>
                <a:spcAft>
                  <a:spcPct val="0"/>
                </a:spcAft>
                <a:buChar char="•"/>
                <a:defRPr sz="3200">
                  <a:solidFill>
                    <a:srgbClr val="666699"/>
                  </a:solidFill>
                  <a:latin typeface="+mn-lt"/>
                  <a:ea typeface="+mn-ea"/>
                  <a:cs typeface="+mn-cs"/>
                </a:defRPr>
              </a:lvl1pPr>
              <a:lvl2pPr marL="742950" indent="-285750" algn="l" rtl="0" eaLnBrk="0" fontAlgn="base" hangingPunct="0">
                <a:spcBef>
                  <a:spcPct val="20000"/>
                </a:spcBef>
                <a:spcAft>
                  <a:spcPct val="0"/>
                </a:spcAft>
                <a:buChar char="–"/>
                <a:defRPr sz="2800">
                  <a:solidFill>
                    <a:srgbClr val="666699"/>
                  </a:solidFill>
                  <a:latin typeface="+mn-lt"/>
                  <a:ea typeface="+mn-ea"/>
                </a:defRPr>
              </a:lvl2pPr>
              <a:lvl3pPr marL="1143000" indent="-228600" algn="l" rtl="0" eaLnBrk="0" fontAlgn="base" hangingPunct="0">
                <a:spcBef>
                  <a:spcPct val="20000"/>
                </a:spcBef>
                <a:spcAft>
                  <a:spcPct val="0"/>
                </a:spcAft>
                <a:buChar char="•"/>
                <a:defRPr sz="2400">
                  <a:solidFill>
                    <a:srgbClr val="666699"/>
                  </a:solidFill>
                  <a:latin typeface="+mn-lt"/>
                  <a:ea typeface="+mn-ea"/>
                </a:defRPr>
              </a:lvl3pPr>
              <a:lvl4pPr marL="1600200" indent="-228600" algn="l" rtl="0" eaLnBrk="0" fontAlgn="base" hangingPunct="0">
                <a:spcBef>
                  <a:spcPct val="20000"/>
                </a:spcBef>
                <a:spcAft>
                  <a:spcPct val="0"/>
                </a:spcAft>
                <a:buChar char="–"/>
                <a:defRPr sz="2000">
                  <a:solidFill>
                    <a:srgbClr val="666699"/>
                  </a:solidFill>
                  <a:latin typeface="+mn-lt"/>
                  <a:ea typeface="+mn-ea"/>
                </a:defRPr>
              </a:lvl4pPr>
              <a:lvl5pPr marL="2057400" indent="-228600" algn="l" rtl="0" eaLnBrk="0" fontAlgn="base" hangingPunct="0">
                <a:spcBef>
                  <a:spcPct val="20000"/>
                </a:spcBef>
                <a:spcAft>
                  <a:spcPct val="0"/>
                </a:spcAft>
                <a:buChar char="»"/>
                <a:defRPr sz="2000">
                  <a:solidFill>
                    <a:srgbClr val="666699"/>
                  </a:solidFill>
                  <a:latin typeface="+mn-lt"/>
                  <a:ea typeface="+mn-ea"/>
                </a:defRPr>
              </a:lvl5pPr>
            </a:lstStyle>
            <a:p>
              <a:pPr marL="0" lvl="0" indent="0" eaLnBrk="1" hangingPunct="1">
                <a:spcBef>
                  <a:spcPct val="50000"/>
                </a:spcBef>
                <a:buNone/>
              </a:pPr>
              <a:r>
                <a:rPr lang="zh-CN" altLang="en-US" sz="1200" dirty="0">
                  <a:solidFill>
                    <a:srgbClr val="FFFFFF"/>
                  </a:solidFill>
                  <a:latin typeface="Tahoma" panose="020B0604030504040204" pitchFamily="34" charset="0"/>
                </a:rPr>
                <a:t>加法</a:t>
              </a:r>
              <a:endParaRPr lang="zh-CN" altLang="en-US" sz="1200" dirty="0">
                <a:solidFill>
                  <a:srgbClr val="FFFFFF"/>
                </a:solidFill>
                <a:latin typeface="Tahoma" panose="020B0604030504040204" pitchFamily="34" charset="0"/>
              </a:endParaRPr>
            </a:p>
          </p:txBody>
        </p:sp>
        <p:sp>
          <p:nvSpPr>
            <p:cNvPr id="96288" name="Text Box 32"/>
            <p:cNvSpPr txBox="1"/>
            <p:nvPr/>
          </p:nvSpPr>
          <p:spPr>
            <a:xfrm>
              <a:off x="816" y="48"/>
              <a:ext cx="384" cy="173"/>
            </a:xfrm>
            <a:prstGeom prst="rect">
              <a:avLst/>
            </a:prstGeom>
            <a:noFill/>
            <a:ln w="9525">
              <a:noFill/>
            </a:ln>
          </p:spPr>
          <p:txBody>
            <a:bodyPr>
              <a:spAutoFit/>
            </a:bodyPr>
            <a:lstStyle>
              <a:lvl1pPr marL="342900" indent="-342900" algn="l" rtl="0" eaLnBrk="0" fontAlgn="base" hangingPunct="0">
                <a:spcBef>
                  <a:spcPct val="20000"/>
                </a:spcBef>
                <a:spcAft>
                  <a:spcPct val="0"/>
                </a:spcAft>
                <a:buChar char="•"/>
                <a:defRPr sz="3200">
                  <a:solidFill>
                    <a:srgbClr val="666699"/>
                  </a:solidFill>
                  <a:latin typeface="+mn-lt"/>
                  <a:ea typeface="+mn-ea"/>
                  <a:cs typeface="+mn-cs"/>
                </a:defRPr>
              </a:lvl1pPr>
              <a:lvl2pPr marL="742950" indent="-285750" algn="l" rtl="0" eaLnBrk="0" fontAlgn="base" hangingPunct="0">
                <a:spcBef>
                  <a:spcPct val="20000"/>
                </a:spcBef>
                <a:spcAft>
                  <a:spcPct val="0"/>
                </a:spcAft>
                <a:buChar char="–"/>
                <a:defRPr sz="2800">
                  <a:solidFill>
                    <a:srgbClr val="666699"/>
                  </a:solidFill>
                  <a:latin typeface="+mn-lt"/>
                  <a:ea typeface="+mn-ea"/>
                </a:defRPr>
              </a:lvl2pPr>
              <a:lvl3pPr marL="1143000" indent="-228600" algn="l" rtl="0" eaLnBrk="0" fontAlgn="base" hangingPunct="0">
                <a:spcBef>
                  <a:spcPct val="20000"/>
                </a:spcBef>
                <a:spcAft>
                  <a:spcPct val="0"/>
                </a:spcAft>
                <a:buChar char="•"/>
                <a:defRPr sz="2400">
                  <a:solidFill>
                    <a:srgbClr val="666699"/>
                  </a:solidFill>
                  <a:latin typeface="+mn-lt"/>
                  <a:ea typeface="+mn-ea"/>
                </a:defRPr>
              </a:lvl3pPr>
              <a:lvl4pPr marL="1600200" indent="-228600" algn="l" rtl="0" eaLnBrk="0" fontAlgn="base" hangingPunct="0">
                <a:spcBef>
                  <a:spcPct val="20000"/>
                </a:spcBef>
                <a:spcAft>
                  <a:spcPct val="0"/>
                </a:spcAft>
                <a:buChar char="–"/>
                <a:defRPr sz="2000">
                  <a:solidFill>
                    <a:srgbClr val="666699"/>
                  </a:solidFill>
                  <a:latin typeface="+mn-lt"/>
                  <a:ea typeface="+mn-ea"/>
                </a:defRPr>
              </a:lvl4pPr>
              <a:lvl5pPr marL="2057400" indent="-228600" algn="l" rtl="0" eaLnBrk="0" fontAlgn="base" hangingPunct="0">
                <a:spcBef>
                  <a:spcPct val="20000"/>
                </a:spcBef>
                <a:spcAft>
                  <a:spcPct val="0"/>
                </a:spcAft>
                <a:buChar char="»"/>
                <a:defRPr sz="2000">
                  <a:solidFill>
                    <a:srgbClr val="666699"/>
                  </a:solidFill>
                  <a:latin typeface="+mn-lt"/>
                  <a:ea typeface="+mn-ea"/>
                </a:defRPr>
              </a:lvl5pPr>
            </a:lstStyle>
            <a:p>
              <a:pPr marL="0" lvl="0" indent="0" eaLnBrk="1" hangingPunct="1">
                <a:spcBef>
                  <a:spcPct val="50000"/>
                </a:spcBef>
                <a:buNone/>
              </a:pPr>
              <a:r>
                <a:rPr lang="zh-CN" altLang="en-US" sz="1200" dirty="0">
                  <a:solidFill>
                    <a:srgbClr val="FFFFFF"/>
                  </a:solidFill>
                  <a:latin typeface="Tahoma" panose="020B0604030504040204" pitchFamily="34" charset="0"/>
                </a:rPr>
                <a:t>减法</a:t>
              </a:r>
              <a:endParaRPr lang="zh-CN" altLang="en-US" sz="1200" dirty="0">
                <a:solidFill>
                  <a:srgbClr val="FFFFFF"/>
                </a:solidFill>
                <a:latin typeface="Tahoma" panose="020B0604030504040204" pitchFamily="34" charset="0"/>
              </a:endParaRPr>
            </a:p>
          </p:txBody>
        </p:sp>
        <p:sp>
          <p:nvSpPr>
            <p:cNvPr id="96289" name="Text Box 33"/>
            <p:cNvSpPr txBox="1"/>
            <p:nvPr/>
          </p:nvSpPr>
          <p:spPr>
            <a:xfrm>
              <a:off x="672" y="480"/>
              <a:ext cx="576" cy="192"/>
            </a:xfrm>
            <a:prstGeom prst="rect">
              <a:avLst/>
            </a:prstGeom>
            <a:noFill/>
            <a:ln w="9525">
              <a:noFill/>
            </a:ln>
          </p:spPr>
          <p:txBody>
            <a:bodyPr>
              <a:spAutoFit/>
            </a:bodyPr>
            <a:lstStyle>
              <a:lvl1pPr marL="342900" indent="-342900" algn="l" rtl="0" eaLnBrk="0" fontAlgn="base" hangingPunct="0">
                <a:spcBef>
                  <a:spcPct val="20000"/>
                </a:spcBef>
                <a:spcAft>
                  <a:spcPct val="0"/>
                </a:spcAft>
                <a:buChar char="•"/>
                <a:defRPr sz="3200">
                  <a:solidFill>
                    <a:srgbClr val="666699"/>
                  </a:solidFill>
                  <a:latin typeface="+mn-lt"/>
                  <a:ea typeface="+mn-ea"/>
                  <a:cs typeface="+mn-cs"/>
                </a:defRPr>
              </a:lvl1pPr>
              <a:lvl2pPr marL="742950" indent="-285750" algn="l" rtl="0" eaLnBrk="0" fontAlgn="base" hangingPunct="0">
                <a:spcBef>
                  <a:spcPct val="20000"/>
                </a:spcBef>
                <a:spcAft>
                  <a:spcPct val="0"/>
                </a:spcAft>
                <a:buChar char="–"/>
                <a:defRPr sz="2800">
                  <a:solidFill>
                    <a:srgbClr val="666699"/>
                  </a:solidFill>
                  <a:latin typeface="+mn-lt"/>
                  <a:ea typeface="+mn-ea"/>
                </a:defRPr>
              </a:lvl2pPr>
              <a:lvl3pPr marL="1143000" indent="-228600" algn="l" rtl="0" eaLnBrk="0" fontAlgn="base" hangingPunct="0">
                <a:spcBef>
                  <a:spcPct val="20000"/>
                </a:spcBef>
                <a:spcAft>
                  <a:spcPct val="0"/>
                </a:spcAft>
                <a:buChar char="•"/>
                <a:defRPr sz="2400">
                  <a:solidFill>
                    <a:srgbClr val="666699"/>
                  </a:solidFill>
                  <a:latin typeface="+mn-lt"/>
                  <a:ea typeface="+mn-ea"/>
                </a:defRPr>
              </a:lvl3pPr>
              <a:lvl4pPr marL="1600200" indent="-228600" algn="l" rtl="0" eaLnBrk="0" fontAlgn="base" hangingPunct="0">
                <a:spcBef>
                  <a:spcPct val="20000"/>
                </a:spcBef>
                <a:spcAft>
                  <a:spcPct val="0"/>
                </a:spcAft>
                <a:buChar char="–"/>
                <a:defRPr sz="2000">
                  <a:solidFill>
                    <a:srgbClr val="666699"/>
                  </a:solidFill>
                  <a:latin typeface="+mn-lt"/>
                  <a:ea typeface="+mn-ea"/>
                </a:defRPr>
              </a:lvl4pPr>
              <a:lvl5pPr marL="2057400" indent="-228600" algn="l" rtl="0" eaLnBrk="0" fontAlgn="base" hangingPunct="0">
                <a:spcBef>
                  <a:spcPct val="20000"/>
                </a:spcBef>
                <a:spcAft>
                  <a:spcPct val="0"/>
                </a:spcAft>
                <a:buChar char="»"/>
                <a:defRPr sz="2000">
                  <a:solidFill>
                    <a:srgbClr val="666699"/>
                  </a:solidFill>
                  <a:latin typeface="+mn-lt"/>
                  <a:ea typeface="+mn-ea"/>
                </a:defRPr>
              </a:lvl5pPr>
            </a:lstStyle>
            <a:p>
              <a:pPr marL="0" lvl="0" indent="0" eaLnBrk="1" hangingPunct="1">
                <a:spcBef>
                  <a:spcPct val="50000"/>
                </a:spcBef>
                <a:buNone/>
              </a:pPr>
              <a:r>
                <a:rPr lang="zh-CN" altLang="en-US" sz="1400" dirty="0">
                  <a:solidFill>
                    <a:schemeClr val="tx1"/>
                  </a:solidFill>
                  <a:latin typeface="Tahoma" panose="020B0604030504040204" pitchFamily="34" charset="0"/>
                </a:rPr>
                <a:t>Y变符号</a:t>
              </a:r>
              <a:endParaRPr lang="zh-CN" altLang="en-US" sz="1400" dirty="0">
                <a:solidFill>
                  <a:schemeClr val="tx1"/>
                </a:solidFill>
                <a:latin typeface="Tahoma" panose="020B0604030504040204" pitchFamily="34" charset="0"/>
              </a:endParaRPr>
            </a:p>
          </p:txBody>
        </p:sp>
        <p:sp>
          <p:nvSpPr>
            <p:cNvPr id="96290" name="Text Box 34"/>
            <p:cNvSpPr txBox="1"/>
            <p:nvPr/>
          </p:nvSpPr>
          <p:spPr>
            <a:xfrm>
              <a:off x="816" y="960"/>
              <a:ext cx="384" cy="173"/>
            </a:xfrm>
            <a:prstGeom prst="rect">
              <a:avLst/>
            </a:prstGeom>
            <a:noFill/>
            <a:ln w="9525">
              <a:noFill/>
            </a:ln>
          </p:spPr>
          <p:txBody>
            <a:bodyPr>
              <a:spAutoFit/>
            </a:bodyPr>
            <a:lstStyle>
              <a:lvl1pPr marL="342900" indent="-342900" algn="l" rtl="0" eaLnBrk="0" fontAlgn="base" hangingPunct="0">
                <a:spcBef>
                  <a:spcPct val="20000"/>
                </a:spcBef>
                <a:spcAft>
                  <a:spcPct val="0"/>
                </a:spcAft>
                <a:buChar char="•"/>
                <a:defRPr sz="3200">
                  <a:solidFill>
                    <a:srgbClr val="666699"/>
                  </a:solidFill>
                  <a:latin typeface="+mn-lt"/>
                  <a:ea typeface="+mn-ea"/>
                  <a:cs typeface="+mn-cs"/>
                </a:defRPr>
              </a:lvl1pPr>
              <a:lvl2pPr marL="742950" indent="-285750" algn="l" rtl="0" eaLnBrk="0" fontAlgn="base" hangingPunct="0">
                <a:spcBef>
                  <a:spcPct val="20000"/>
                </a:spcBef>
                <a:spcAft>
                  <a:spcPct val="0"/>
                </a:spcAft>
                <a:buChar char="–"/>
                <a:defRPr sz="2800">
                  <a:solidFill>
                    <a:srgbClr val="666699"/>
                  </a:solidFill>
                  <a:latin typeface="+mn-lt"/>
                  <a:ea typeface="+mn-ea"/>
                </a:defRPr>
              </a:lvl2pPr>
              <a:lvl3pPr marL="1143000" indent="-228600" algn="l" rtl="0" eaLnBrk="0" fontAlgn="base" hangingPunct="0">
                <a:spcBef>
                  <a:spcPct val="20000"/>
                </a:spcBef>
                <a:spcAft>
                  <a:spcPct val="0"/>
                </a:spcAft>
                <a:buChar char="•"/>
                <a:defRPr sz="2400">
                  <a:solidFill>
                    <a:srgbClr val="666699"/>
                  </a:solidFill>
                  <a:latin typeface="+mn-lt"/>
                  <a:ea typeface="+mn-ea"/>
                </a:defRPr>
              </a:lvl3pPr>
              <a:lvl4pPr marL="1600200" indent="-228600" algn="l" rtl="0" eaLnBrk="0" fontAlgn="base" hangingPunct="0">
                <a:spcBef>
                  <a:spcPct val="20000"/>
                </a:spcBef>
                <a:spcAft>
                  <a:spcPct val="0"/>
                </a:spcAft>
                <a:buChar char="–"/>
                <a:defRPr sz="2000">
                  <a:solidFill>
                    <a:srgbClr val="666699"/>
                  </a:solidFill>
                  <a:latin typeface="+mn-lt"/>
                  <a:ea typeface="+mn-ea"/>
                </a:defRPr>
              </a:lvl4pPr>
              <a:lvl5pPr marL="2057400" indent="-228600" algn="l" rtl="0" eaLnBrk="0" fontAlgn="base" hangingPunct="0">
                <a:spcBef>
                  <a:spcPct val="20000"/>
                </a:spcBef>
                <a:spcAft>
                  <a:spcPct val="0"/>
                </a:spcAft>
                <a:buChar char="»"/>
                <a:defRPr sz="2000">
                  <a:solidFill>
                    <a:srgbClr val="666699"/>
                  </a:solidFill>
                  <a:latin typeface="+mn-lt"/>
                  <a:ea typeface="+mn-ea"/>
                </a:defRPr>
              </a:lvl5pPr>
            </a:lstStyle>
            <a:p>
              <a:pPr marL="0" lvl="0" indent="0" eaLnBrk="1" hangingPunct="1">
                <a:spcBef>
                  <a:spcPct val="50000"/>
                </a:spcBef>
                <a:buNone/>
              </a:pPr>
              <a:r>
                <a:rPr lang="zh-CN" altLang="en-US" sz="1200" dirty="0">
                  <a:solidFill>
                    <a:schemeClr val="tx1"/>
                  </a:solidFill>
                  <a:latin typeface="Tahoma" panose="020B0604030504040204" pitchFamily="34" charset="0"/>
                </a:rPr>
                <a:t>X=0？</a:t>
              </a:r>
              <a:endParaRPr lang="zh-CN" altLang="en-US" sz="1200" dirty="0">
                <a:solidFill>
                  <a:schemeClr val="tx1"/>
                </a:solidFill>
                <a:latin typeface="Tahoma" panose="020B0604030504040204" pitchFamily="34" charset="0"/>
              </a:endParaRPr>
            </a:p>
          </p:txBody>
        </p:sp>
        <p:sp>
          <p:nvSpPr>
            <p:cNvPr id="96291" name="Text Box 35"/>
            <p:cNvSpPr txBox="1"/>
            <p:nvPr/>
          </p:nvSpPr>
          <p:spPr>
            <a:xfrm>
              <a:off x="816" y="1440"/>
              <a:ext cx="384" cy="173"/>
            </a:xfrm>
            <a:prstGeom prst="rect">
              <a:avLst/>
            </a:prstGeom>
            <a:noFill/>
            <a:ln w="9525">
              <a:noFill/>
            </a:ln>
          </p:spPr>
          <p:txBody>
            <a:bodyPr>
              <a:spAutoFit/>
            </a:bodyPr>
            <a:lstStyle>
              <a:lvl1pPr marL="342900" indent="-342900" algn="l" rtl="0" eaLnBrk="0" fontAlgn="base" hangingPunct="0">
                <a:spcBef>
                  <a:spcPct val="20000"/>
                </a:spcBef>
                <a:spcAft>
                  <a:spcPct val="0"/>
                </a:spcAft>
                <a:buChar char="•"/>
                <a:defRPr sz="3200">
                  <a:solidFill>
                    <a:srgbClr val="666699"/>
                  </a:solidFill>
                  <a:latin typeface="+mn-lt"/>
                  <a:ea typeface="+mn-ea"/>
                  <a:cs typeface="+mn-cs"/>
                </a:defRPr>
              </a:lvl1pPr>
              <a:lvl2pPr marL="742950" indent="-285750" algn="l" rtl="0" eaLnBrk="0" fontAlgn="base" hangingPunct="0">
                <a:spcBef>
                  <a:spcPct val="20000"/>
                </a:spcBef>
                <a:spcAft>
                  <a:spcPct val="0"/>
                </a:spcAft>
                <a:buChar char="–"/>
                <a:defRPr sz="2800">
                  <a:solidFill>
                    <a:srgbClr val="666699"/>
                  </a:solidFill>
                  <a:latin typeface="+mn-lt"/>
                  <a:ea typeface="+mn-ea"/>
                </a:defRPr>
              </a:lvl2pPr>
              <a:lvl3pPr marL="1143000" indent="-228600" algn="l" rtl="0" eaLnBrk="0" fontAlgn="base" hangingPunct="0">
                <a:spcBef>
                  <a:spcPct val="20000"/>
                </a:spcBef>
                <a:spcAft>
                  <a:spcPct val="0"/>
                </a:spcAft>
                <a:buChar char="•"/>
                <a:defRPr sz="2400">
                  <a:solidFill>
                    <a:srgbClr val="666699"/>
                  </a:solidFill>
                  <a:latin typeface="+mn-lt"/>
                  <a:ea typeface="+mn-ea"/>
                </a:defRPr>
              </a:lvl3pPr>
              <a:lvl4pPr marL="1600200" indent="-228600" algn="l" rtl="0" eaLnBrk="0" fontAlgn="base" hangingPunct="0">
                <a:spcBef>
                  <a:spcPct val="20000"/>
                </a:spcBef>
                <a:spcAft>
                  <a:spcPct val="0"/>
                </a:spcAft>
                <a:buChar char="–"/>
                <a:defRPr sz="2000">
                  <a:solidFill>
                    <a:srgbClr val="666699"/>
                  </a:solidFill>
                  <a:latin typeface="+mn-lt"/>
                  <a:ea typeface="+mn-ea"/>
                </a:defRPr>
              </a:lvl4pPr>
              <a:lvl5pPr marL="2057400" indent="-228600" algn="l" rtl="0" eaLnBrk="0" fontAlgn="base" hangingPunct="0">
                <a:spcBef>
                  <a:spcPct val="20000"/>
                </a:spcBef>
                <a:spcAft>
                  <a:spcPct val="0"/>
                </a:spcAft>
                <a:buChar char="»"/>
                <a:defRPr sz="2000">
                  <a:solidFill>
                    <a:srgbClr val="666699"/>
                  </a:solidFill>
                  <a:latin typeface="+mn-lt"/>
                  <a:ea typeface="+mn-ea"/>
                </a:defRPr>
              </a:lvl5pPr>
            </a:lstStyle>
            <a:p>
              <a:pPr marL="0" lvl="0" indent="0" eaLnBrk="1" hangingPunct="1">
                <a:spcBef>
                  <a:spcPct val="50000"/>
                </a:spcBef>
                <a:buNone/>
              </a:pPr>
              <a:r>
                <a:rPr lang="zh-CN" altLang="en-US" sz="1200" dirty="0">
                  <a:solidFill>
                    <a:schemeClr val="tx1"/>
                  </a:solidFill>
                  <a:latin typeface="Tahoma" panose="020B0604030504040204" pitchFamily="34" charset="0"/>
                </a:rPr>
                <a:t>Y=0？</a:t>
              </a:r>
              <a:endParaRPr lang="zh-CN" altLang="en-US" sz="1200" dirty="0">
                <a:solidFill>
                  <a:schemeClr val="tx1"/>
                </a:solidFill>
                <a:latin typeface="Tahoma" panose="020B0604030504040204" pitchFamily="34" charset="0"/>
              </a:endParaRPr>
            </a:p>
          </p:txBody>
        </p:sp>
        <p:sp>
          <p:nvSpPr>
            <p:cNvPr id="96292" name="Text Box 36"/>
            <p:cNvSpPr txBox="1"/>
            <p:nvPr/>
          </p:nvSpPr>
          <p:spPr>
            <a:xfrm>
              <a:off x="144" y="2064"/>
              <a:ext cx="384" cy="192"/>
            </a:xfrm>
            <a:prstGeom prst="rect">
              <a:avLst/>
            </a:prstGeom>
            <a:noFill/>
            <a:ln w="9525">
              <a:noFill/>
            </a:ln>
          </p:spPr>
          <p:txBody>
            <a:bodyPr>
              <a:spAutoFit/>
            </a:bodyPr>
            <a:lstStyle>
              <a:lvl1pPr marL="342900" indent="-342900" algn="l" rtl="0" eaLnBrk="0" fontAlgn="base" hangingPunct="0">
                <a:spcBef>
                  <a:spcPct val="20000"/>
                </a:spcBef>
                <a:spcAft>
                  <a:spcPct val="0"/>
                </a:spcAft>
                <a:buChar char="•"/>
                <a:defRPr sz="3200">
                  <a:solidFill>
                    <a:srgbClr val="666699"/>
                  </a:solidFill>
                  <a:latin typeface="+mn-lt"/>
                  <a:ea typeface="+mn-ea"/>
                  <a:cs typeface="+mn-cs"/>
                </a:defRPr>
              </a:lvl1pPr>
              <a:lvl2pPr marL="742950" indent="-285750" algn="l" rtl="0" eaLnBrk="0" fontAlgn="base" hangingPunct="0">
                <a:spcBef>
                  <a:spcPct val="20000"/>
                </a:spcBef>
                <a:spcAft>
                  <a:spcPct val="0"/>
                </a:spcAft>
                <a:buChar char="–"/>
                <a:defRPr sz="2800">
                  <a:solidFill>
                    <a:srgbClr val="666699"/>
                  </a:solidFill>
                  <a:latin typeface="+mn-lt"/>
                  <a:ea typeface="+mn-ea"/>
                </a:defRPr>
              </a:lvl2pPr>
              <a:lvl3pPr marL="1143000" indent="-228600" algn="l" rtl="0" eaLnBrk="0" fontAlgn="base" hangingPunct="0">
                <a:spcBef>
                  <a:spcPct val="20000"/>
                </a:spcBef>
                <a:spcAft>
                  <a:spcPct val="0"/>
                </a:spcAft>
                <a:buChar char="•"/>
                <a:defRPr sz="2400">
                  <a:solidFill>
                    <a:srgbClr val="666699"/>
                  </a:solidFill>
                  <a:latin typeface="+mn-lt"/>
                  <a:ea typeface="+mn-ea"/>
                </a:defRPr>
              </a:lvl3pPr>
              <a:lvl4pPr marL="1600200" indent="-228600" algn="l" rtl="0" eaLnBrk="0" fontAlgn="base" hangingPunct="0">
                <a:spcBef>
                  <a:spcPct val="20000"/>
                </a:spcBef>
                <a:spcAft>
                  <a:spcPct val="0"/>
                </a:spcAft>
                <a:buChar char="–"/>
                <a:defRPr sz="2000">
                  <a:solidFill>
                    <a:srgbClr val="666699"/>
                  </a:solidFill>
                  <a:latin typeface="+mn-lt"/>
                  <a:ea typeface="+mn-ea"/>
                </a:defRPr>
              </a:lvl4pPr>
              <a:lvl5pPr marL="2057400" indent="-228600" algn="l" rtl="0" eaLnBrk="0" fontAlgn="base" hangingPunct="0">
                <a:spcBef>
                  <a:spcPct val="20000"/>
                </a:spcBef>
                <a:spcAft>
                  <a:spcPct val="0"/>
                </a:spcAft>
                <a:buChar char="»"/>
                <a:defRPr sz="2000">
                  <a:solidFill>
                    <a:srgbClr val="666699"/>
                  </a:solidFill>
                  <a:latin typeface="+mn-lt"/>
                  <a:ea typeface="+mn-ea"/>
                </a:defRPr>
              </a:lvl5pPr>
            </a:lstStyle>
            <a:p>
              <a:pPr marL="0" lvl="0" indent="0" eaLnBrk="1" hangingPunct="1">
                <a:spcBef>
                  <a:spcPct val="50000"/>
                </a:spcBef>
                <a:buNone/>
              </a:pPr>
              <a:r>
                <a:rPr lang="zh-CN" altLang="en-US" sz="1400" dirty="0">
                  <a:solidFill>
                    <a:schemeClr val="tx1"/>
                  </a:solidFill>
                  <a:latin typeface="Tahoma" panose="020B0604030504040204" pitchFamily="34" charset="0"/>
                </a:rPr>
                <a:t>z←y</a:t>
              </a:r>
              <a:endParaRPr lang="zh-CN" altLang="en-US" sz="1400" dirty="0">
                <a:solidFill>
                  <a:schemeClr val="tx1"/>
                </a:solidFill>
                <a:latin typeface="Tahoma" panose="020B0604030504040204" pitchFamily="34" charset="0"/>
              </a:endParaRPr>
            </a:p>
          </p:txBody>
        </p:sp>
        <p:sp>
          <p:nvSpPr>
            <p:cNvPr id="96293" name="Text Box 37"/>
            <p:cNvSpPr txBox="1"/>
            <p:nvPr/>
          </p:nvSpPr>
          <p:spPr>
            <a:xfrm>
              <a:off x="960" y="2035"/>
              <a:ext cx="384" cy="192"/>
            </a:xfrm>
            <a:prstGeom prst="rect">
              <a:avLst/>
            </a:prstGeom>
            <a:noFill/>
            <a:ln w="9525">
              <a:noFill/>
            </a:ln>
          </p:spPr>
          <p:txBody>
            <a:bodyPr>
              <a:spAutoFit/>
            </a:bodyPr>
            <a:lstStyle>
              <a:lvl1pPr marL="342900" indent="-342900" algn="l" rtl="0" eaLnBrk="0" fontAlgn="base" hangingPunct="0">
                <a:spcBef>
                  <a:spcPct val="20000"/>
                </a:spcBef>
                <a:spcAft>
                  <a:spcPct val="0"/>
                </a:spcAft>
                <a:buChar char="•"/>
                <a:defRPr sz="3200">
                  <a:solidFill>
                    <a:srgbClr val="666699"/>
                  </a:solidFill>
                  <a:latin typeface="+mn-lt"/>
                  <a:ea typeface="+mn-ea"/>
                  <a:cs typeface="+mn-cs"/>
                </a:defRPr>
              </a:lvl1pPr>
              <a:lvl2pPr marL="742950" indent="-285750" algn="l" rtl="0" eaLnBrk="0" fontAlgn="base" hangingPunct="0">
                <a:spcBef>
                  <a:spcPct val="20000"/>
                </a:spcBef>
                <a:spcAft>
                  <a:spcPct val="0"/>
                </a:spcAft>
                <a:buChar char="–"/>
                <a:defRPr sz="2800">
                  <a:solidFill>
                    <a:srgbClr val="666699"/>
                  </a:solidFill>
                  <a:latin typeface="+mn-lt"/>
                  <a:ea typeface="+mn-ea"/>
                </a:defRPr>
              </a:lvl2pPr>
              <a:lvl3pPr marL="1143000" indent="-228600" algn="l" rtl="0" eaLnBrk="0" fontAlgn="base" hangingPunct="0">
                <a:spcBef>
                  <a:spcPct val="20000"/>
                </a:spcBef>
                <a:spcAft>
                  <a:spcPct val="0"/>
                </a:spcAft>
                <a:buChar char="•"/>
                <a:defRPr sz="2400">
                  <a:solidFill>
                    <a:srgbClr val="666699"/>
                  </a:solidFill>
                  <a:latin typeface="+mn-lt"/>
                  <a:ea typeface="+mn-ea"/>
                </a:defRPr>
              </a:lvl3pPr>
              <a:lvl4pPr marL="1600200" indent="-228600" algn="l" rtl="0" eaLnBrk="0" fontAlgn="base" hangingPunct="0">
                <a:spcBef>
                  <a:spcPct val="20000"/>
                </a:spcBef>
                <a:spcAft>
                  <a:spcPct val="0"/>
                </a:spcAft>
                <a:buChar char="–"/>
                <a:defRPr sz="2000">
                  <a:solidFill>
                    <a:srgbClr val="666699"/>
                  </a:solidFill>
                  <a:latin typeface="+mn-lt"/>
                  <a:ea typeface="+mn-ea"/>
                </a:defRPr>
              </a:lvl4pPr>
              <a:lvl5pPr marL="2057400" indent="-228600" algn="l" rtl="0" eaLnBrk="0" fontAlgn="base" hangingPunct="0">
                <a:spcBef>
                  <a:spcPct val="20000"/>
                </a:spcBef>
                <a:spcAft>
                  <a:spcPct val="0"/>
                </a:spcAft>
                <a:buChar char="»"/>
                <a:defRPr sz="2000">
                  <a:solidFill>
                    <a:srgbClr val="666699"/>
                  </a:solidFill>
                  <a:latin typeface="+mn-lt"/>
                  <a:ea typeface="+mn-ea"/>
                </a:defRPr>
              </a:lvl5pPr>
            </a:lstStyle>
            <a:p>
              <a:pPr marL="0" lvl="0" indent="0" eaLnBrk="1" hangingPunct="1">
                <a:spcBef>
                  <a:spcPct val="50000"/>
                </a:spcBef>
                <a:buNone/>
              </a:pPr>
              <a:r>
                <a:rPr lang="zh-CN" altLang="en-US" sz="1400" dirty="0">
                  <a:solidFill>
                    <a:schemeClr val="tx1"/>
                  </a:solidFill>
                  <a:latin typeface="Tahoma" panose="020B0604030504040204" pitchFamily="34" charset="0"/>
                </a:rPr>
                <a:t>z←x</a:t>
              </a:r>
              <a:endParaRPr lang="zh-CN" altLang="en-US" sz="1400" dirty="0">
                <a:solidFill>
                  <a:schemeClr val="tx1"/>
                </a:solidFill>
                <a:latin typeface="Tahoma" panose="020B0604030504040204" pitchFamily="34" charset="0"/>
              </a:endParaRPr>
            </a:p>
          </p:txBody>
        </p:sp>
        <p:sp>
          <p:nvSpPr>
            <p:cNvPr id="96294" name="Text Box 38"/>
            <p:cNvSpPr txBox="1"/>
            <p:nvPr/>
          </p:nvSpPr>
          <p:spPr>
            <a:xfrm>
              <a:off x="1728" y="2035"/>
              <a:ext cx="576" cy="173"/>
            </a:xfrm>
            <a:prstGeom prst="rect">
              <a:avLst/>
            </a:prstGeom>
            <a:noFill/>
            <a:ln w="9525">
              <a:noFill/>
            </a:ln>
          </p:spPr>
          <p:txBody>
            <a:bodyPr>
              <a:spAutoFit/>
            </a:bodyPr>
            <a:lstStyle>
              <a:lvl1pPr marL="342900" indent="-342900" algn="l" rtl="0" eaLnBrk="0" fontAlgn="base" hangingPunct="0">
                <a:spcBef>
                  <a:spcPct val="20000"/>
                </a:spcBef>
                <a:spcAft>
                  <a:spcPct val="0"/>
                </a:spcAft>
                <a:buChar char="•"/>
                <a:defRPr sz="3200">
                  <a:solidFill>
                    <a:srgbClr val="666699"/>
                  </a:solidFill>
                  <a:latin typeface="+mn-lt"/>
                  <a:ea typeface="+mn-ea"/>
                  <a:cs typeface="+mn-cs"/>
                </a:defRPr>
              </a:lvl1pPr>
              <a:lvl2pPr marL="742950" indent="-285750" algn="l" rtl="0" eaLnBrk="0" fontAlgn="base" hangingPunct="0">
                <a:spcBef>
                  <a:spcPct val="20000"/>
                </a:spcBef>
                <a:spcAft>
                  <a:spcPct val="0"/>
                </a:spcAft>
                <a:buChar char="–"/>
                <a:defRPr sz="2800">
                  <a:solidFill>
                    <a:srgbClr val="666699"/>
                  </a:solidFill>
                  <a:latin typeface="+mn-lt"/>
                  <a:ea typeface="+mn-ea"/>
                </a:defRPr>
              </a:lvl2pPr>
              <a:lvl3pPr marL="1143000" indent="-228600" algn="l" rtl="0" eaLnBrk="0" fontAlgn="base" hangingPunct="0">
                <a:spcBef>
                  <a:spcPct val="20000"/>
                </a:spcBef>
                <a:spcAft>
                  <a:spcPct val="0"/>
                </a:spcAft>
                <a:buChar char="•"/>
                <a:defRPr sz="2400">
                  <a:solidFill>
                    <a:srgbClr val="666699"/>
                  </a:solidFill>
                  <a:latin typeface="+mn-lt"/>
                  <a:ea typeface="+mn-ea"/>
                </a:defRPr>
              </a:lvl3pPr>
              <a:lvl4pPr marL="1600200" indent="-228600" algn="l" rtl="0" eaLnBrk="0" fontAlgn="base" hangingPunct="0">
                <a:spcBef>
                  <a:spcPct val="20000"/>
                </a:spcBef>
                <a:spcAft>
                  <a:spcPct val="0"/>
                </a:spcAft>
                <a:buChar char="–"/>
                <a:defRPr sz="2000">
                  <a:solidFill>
                    <a:srgbClr val="666699"/>
                  </a:solidFill>
                  <a:latin typeface="+mn-lt"/>
                  <a:ea typeface="+mn-ea"/>
                </a:defRPr>
              </a:lvl4pPr>
              <a:lvl5pPr marL="2057400" indent="-228600" algn="l" rtl="0" eaLnBrk="0" fontAlgn="base" hangingPunct="0">
                <a:spcBef>
                  <a:spcPct val="20000"/>
                </a:spcBef>
                <a:spcAft>
                  <a:spcPct val="0"/>
                </a:spcAft>
                <a:buChar char="»"/>
                <a:defRPr sz="2000">
                  <a:solidFill>
                    <a:srgbClr val="666699"/>
                  </a:solidFill>
                  <a:latin typeface="+mn-lt"/>
                  <a:ea typeface="+mn-ea"/>
                </a:defRPr>
              </a:lvl5pPr>
            </a:lstStyle>
            <a:p>
              <a:pPr marL="0" lvl="0" indent="0" eaLnBrk="1" hangingPunct="1">
                <a:spcBef>
                  <a:spcPct val="50000"/>
                </a:spcBef>
                <a:buNone/>
              </a:pPr>
              <a:r>
                <a:rPr lang="zh-CN" altLang="en-US" sz="1200" dirty="0">
                  <a:solidFill>
                    <a:schemeClr val="tx1"/>
                  </a:solidFill>
                  <a:latin typeface="Tahoma" panose="020B0604030504040204" pitchFamily="34" charset="0"/>
                </a:rPr>
                <a:t>z←另一数</a:t>
              </a:r>
              <a:endParaRPr lang="zh-CN" altLang="en-US" sz="1200" dirty="0">
                <a:solidFill>
                  <a:schemeClr val="tx1"/>
                </a:solidFill>
                <a:latin typeface="Tahoma" panose="020B0604030504040204" pitchFamily="34" charset="0"/>
              </a:endParaRPr>
            </a:p>
          </p:txBody>
        </p:sp>
        <p:sp>
          <p:nvSpPr>
            <p:cNvPr id="96295" name="Text Box 39"/>
            <p:cNvSpPr txBox="1"/>
            <p:nvPr/>
          </p:nvSpPr>
          <p:spPr>
            <a:xfrm>
              <a:off x="2544" y="2035"/>
              <a:ext cx="384" cy="192"/>
            </a:xfrm>
            <a:prstGeom prst="rect">
              <a:avLst/>
            </a:prstGeom>
            <a:noFill/>
            <a:ln w="9525">
              <a:noFill/>
            </a:ln>
          </p:spPr>
          <p:txBody>
            <a:bodyPr>
              <a:spAutoFit/>
            </a:bodyPr>
            <a:lstStyle>
              <a:lvl1pPr marL="342900" indent="-342900" algn="l" rtl="0" eaLnBrk="0" fontAlgn="base" hangingPunct="0">
                <a:spcBef>
                  <a:spcPct val="20000"/>
                </a:spcBef>
                <a:spcAft>
                  <a:spcPct val="0"/>
                </a:spcAft>
                <a:buChar char="•"/>
                <a:defRPr sz="3200">
                  <a:solidFill>
                    <a:srgbClr val="666699"/>
                  </a:solidFill>
                  <a:latin typeface="+mn-lt"/>
                  <a:ea typeface="+mn-ea"/>
                  <a:cs typeface="+mn-cs"/>
                </a:defRPr>
              </a:lvl1pPr>
              <a:lvl2pPr marL="742950" indent="-285750" algn="l" rtl="0" eaLnBrk="0" fontAlgn="base" hangingPunct="0">
                <a:spcBef>
                  <a:spcPct val="20000"/>
                </a:spcBef>
                <a:spcAft>
                  <a:spcPct val="0"/>
                </a:spcAft>
                <a:buChar char="–"/>
                <a:defRPr sz="2800">
                  <a:solidFill>
                    <a:srgbClr val="666699"/>
                  </a:solidFill>
                  <a:latin typeface="+mn-lt"/>
                  <a:ea typeface="+mn-ea"/>
                </a:defRPr>
              </a:lvl2pPr>
              <a:lvl3pPr marL="1143000" indent="-228600" algn="l" rtl="0" eaLnBrk="0" fontAlgn="base" hangingPunct="0">
                <a:spcBef>
                  <a:spcPct val="20000"/>
                </a:spcBef>
                <a:spcAft>
                  <a:spcPct val="0"/>
                </a:spcAft>
                <a:buChar char="•"/>
                <a:defRPr sz="2400">
                  <a:solidFill>
                    <a:srgbClr val="666699"/>
                  </a:solidFill>
                  <a:latin typeface="+mn-lt"/>
                  <a:ea typeface="+mn-ea"/>
                </a:defRPr>
              </a:lvl3pPr>
              <a:lvl4pPr marL="1600200" indent="-228600" algn="l" rtl="0" eaLnBrk="0" fontAlgn="base" hangingPunct="0">
                <a:spcBef>
                  <a:spcPct val="20000"/>
                </a:spcBef>
                <a:spcAft>
                  <a:spcPct val="0"/>
                </a:spcAft>
                <a:buChar char="–"/>
                <a:defRPr sz="2000">
                  <a:solidFill>
                    <a:srgbClr val="666699"/>
                  </a:solidFill>
                  <a:latin typeface="+mn-lt"/>
                  <a:ea typeface="+mn-ea"/>
                </a:defRPr>
              </a:lvl4pPr>
              <a:lvl5pPr marL="2057400" indent="-228600" algn="l" rtl="0" eaLnBrk="0" fontAlgn="base" hangingPunct="0">
                <a:spcBef>
                  <a:spcPct val="20000"/>
                </a:spcBef>
                <a:spcAft>
                  <a:spcPct val="0"/>
                </a:spcAft>
                <a:buChar char="»"/>
                <a:defRPr sz="2000">
                  <a:solidFill>
                    <a:srgbClr val="666699"/>
                  </a:solidFill>
                  <a:latin typeface="+mn-lt"/>
                  <a:ea typeface="+mn-ea"/>
                </a:defRPr>
              </a:lvl5pPr>
            </a:lstStyle>
            <a:p>
              <a:pPr marL="0" lvl="0" indent="0" eaLnBrk="1" hangingPunct="1">
                <a:spcBef>
                  <a:spcPct val="50000"/>
                </a:spcBef>
                <a:buNone/>
              </a:pPr>
              <a:r>
                <a:rPr lang="zh-CN" altLang="en-US" sz="1400" dirty="0">
                  <a:solidFill>
                    <a:schemeClr val="tx1"/>
                  </a:solidFill>
                  <a:latin typeface="Tahoma" panose="020B0604030504040204" pitchFamily="34" charset="0"/>
                </a:rPr>
                <a:t>z←0</a:t>
              </a:r>
              <a:endParaRPr lang="zh-CN" altLang="en-US" sz="1400" dirty="0">
                <a:solidFill>
                  <a:schemeClr val="tx1"/>
                </a:solidFill>
                <a:latin typeface="Tahoma" panose="020B0604030504040204" pitchFamily="34" charset="0"/>
              </a:endParaRPr>
            </a:p>
          </p:txBody>
        </p:sp>
        <p:sp>
          <p:nvSpPr>
            <p:cNvPr id="96296" name="Text Box 40"/>
            <p:cNvSpPr txBox="1"/>
            <p:nvPr/>
          </p:nvSpPr>
          <p:spPr>
            <a:xfrm>
              <a:off x="3456" y="2064"/>
              <a:ext cx="576" cy="173"/>
            </a:xfrm>
            <a:prstGeom prst="rect">
              <a:avLst/>
            </a:prstGeom>
            <a:noFill/>
            <a:ln w="9525">
              <a:noFill/>
            </a:ln>
          </p:spPr>
          <p:txBody>
            <a:bodyPr>
              <a:spAutoFit/>
            </a:bodyPr>
            <a:lstStyle>
              <a:lvl1pPr marL="342900" indent="-342900" algn="l" rtl="0" eaLnBrk="0" fontAlgn="base" hangingPunct="0">
                <a:spcBef>
                  <a:spcPct val="20000"/>
                </a:spcBef>
                <a:spcAft>
                  <a:spcPct val="0"/>
                </a:spcAft>
                <a:buChar char="•"/>
                <a:defRPr sz="3200">
                  <a:solidFill>
                    <a:srgbClr val="666699"/>
                  </a:solidFill>
                  <a:latin typeface="+mn-lt"/>
                  <a:ea typeface="+mn-ea"/>
                  <a:cs typeface="+mn-cs"/>
                </a:defRPr>
              </a:lvl1pPr>
              <a:lvl2pPr marL="742950" indent="-285750" algn="l" rtl="0" eaLnBrk="0" fontAlgn="base" hangingPunct="0">
                <a:spcBef>
                  <a:spcPct val="20000"/>
                </a:spcBef>
                <a:spcAft>
                  <a:spcPct val="0"/>
                </a:spcAft>
                <a:buChar char="–"/>
                <a:defRPr sz="2800">
                  <a:solidFill>
                    <a:srgbClr val="666699"/>
                  </a:solidFill>
                  <a:latin typeface="+mn-lt"/>
                  <a:ea typeface="+mn-ea"/>
                </a:defRPr>
              </a:lvl2pPr>
              <a:lvl3pPr marL="1143000" indent="-228600" algn="l" rtl="0" eaLnBrk="0" fontAlgn="base" hangingPunct="0">
                <a:spcBef>
                  <a:spcPct val="20000"/>
                </a:spcBef>
                <a:spcAft>
                  <a:spcPct val="0"/>
                </a:spcAft>
                <a:buChar char="•"/>
                <a:defRPr sz="2400">
                  <a:solidFill>
                    <a:srgbClr val="666699"/>
                  </a:solidFill>
                  <a:latin typeface="+mn-lt"/>
                  <a:ea typeface="+mn-ea"/>
                </a:defRPr>
              </a:lvl3pPr>
              <a:lvl4pPr marL="1600200" indent="-228600" algn="l" rtl="0" eaLnBrk="0" fontAlgn="base" hangingPunct="0">
                <a:spcBef>
                  <a:spcPct val="20000"/>
                </a:spcBef>
                <a:spcAft>
                  <a:spcPct val="0"/>
                </a:spcAft>
                <a:buChar char="–"/>
                <a:defRPr sz="2000">
                  <a:solidFill>
                    <a:srgbClr val="666699"/>
                  </a:solidFill>
                  <a:latin typeface="+mn-lt"/>
                  <a:ea typeface="+mn-ea"/>
                </a:defRPr>
              </a:lvl4pPr>
              <a:lvl5pPr marL="2057400" indent="-228600" algn="l" rtl="0" eaLnBrk="0" fontAlgn="base" hangingPunct="0">
                <a:spcBef>
                  <a:spcPct val="20000"/>
                </a:spcBef>
                <a:spcAft>
                  <a:spcPct val="0"/>
                </a:spcAft>
                <a:buChar char="»"/>
                <a:defRPr sz="2000">
                  <a:solidFill>
                    <a:srgbClr val="666699"/>
                  </a:solidFill>
                  <a:latin typeface="+mn-lt"/>
                  <a:ea typeface="+mn-ea"/>
                </a:defRPr>
              </a:lvl5pPr>
            </a:lstStyle>
            <a:p>
              <a:pPr marL="0" lvl="0" indent="0" eaLnBrk="1" hangingPunct="1">
                <a:spcBef>
                  <a:spcPct val="50000"/>
                </a:spcBef>
                <a:buNone/>
              </a:pPr>
              <a:r>
                <a:rPr lang="zh-CN" altLang="en-US" sz="1200" dirty="0">
                  <a:solidFill>
                    <a:schemeClr val="tx1"/>
                  </a:solidFill>
                  <a:latin typeface="Tahoma" panose="020B0604030504040204" pitchFamily="34" charset="0"/>
                </a:rPr>
                <a:t>报告上溢</a:t>
              </a:r>
              <a:endParaRPr lang="zh-CN" altLang="en-US" sz="1200" dirty="0">
                <a:solidFill>
                  <a:schemeClr val="tx1"/>
                </a:solidFill>
                <a:latin typeface="Tahoma" panose="020B0604030504040204" pitchFamily="34" charset="0"/>
              </a:endParaRPr>
            </a:p>
          </p:txBody>
        </p:sp>
        <p:sp>
          <p:nvSpPr>
            <p:cNvPr id="96297" name="Text Box 41"/>
            <p:cNvSpPr txBox="1"/>
            <p:nvPr/>
          </p:nvSpPr>
          <p:spPr>
            <a:xfrm>
              <a:off x="4416" y="2064"/>
              <a:ext cx="576" cy="173"/>
            </a:xfrm>
            <a:prstGeom prst="rect">
              <a:avLst/>
            </a:prstGeom>
            <a:noFill/>
            <a:ln w="9525">
              <a:noFill/>
            </a:ln>
          </p:spPr>
          <p:txBody>
            <a:bodyPr>
              <a:spAutoFit/>
            </a:bodyPr>
            <a:lstStyle>
              <a:lvl1pPr marL="342900" indent="-342900" algn="l" rtl="0" eaLnBrk="0" fontAlgn="base" hangingPunct="0">
                <a:spcBef>
                  <a:spcPct val="20000"/>
                </a:spcBef>
                <a:spcAft>
                  <a:spcPct val="0"/>
                </a:spcAft>
                <a:buChar char="•"/>
                <a:defRPr sz="3200">
                  <a:solidFill>
                    <a:srgbClr val="666699"/>
                  </a:solidFill>
                  <a:latin typeface="+mn-lt"/>
                  <a:ea typeface="+mn-ea"/>
                  <a:cs typeface="+mn-cs"/>
                </a:defRPr>
              </a:lvl1pPr>
              <a:lvl2pPr marL="742950" indent="-285750" algn="l" rtl="0" eaLnBrk="0" fontAlgn="base" hangingPunct="0">
                <a:spcBef>
                  <a:spcPct val="20000"/>
                </a:spcBef>
                <a:spcAft>
                  <a:spcPct val="0"/>
                </a:spcAft>
                <a:buChar char="–"/>
                <a:defRPr sz="2800">
                  <a:solidFill>
                    <a:srgbClr val="666699"/>
                  </a:solidFill>
                  <a:latin typeface="+mn-lt"/>
                  <a:ea typeface="+mn-ea"/>
                </a:defRPr>
              </a:lvl2pPr>
              <a:lvl3pPr marL="1143000" indent="-228600" algn="l" rtl="0" eaLnBrk="0" fontAlgn="base" hangingPunct="0">
                <a:spcBef>
                  <a:spcPct val="20000"/>
                </a:spcBef>
                <a:spcAft>
                  <a:spcPct val="0"/>
                </a:spcAft>
                <a:buChar char="•"/>
                <a:defRPr sz="2400">
                  <a:solidFill>
                    <a:srgbClr val="666699"/>
                  </a:solidFill>
                  <a:latin typeface="+mn-lt"/>
                  <a:ea typeface="+mn-ea"/>
                </a:defRPr>
              </a:lvl3pPr>
              <a:lvl4pPr marL="1600200" indent="-228600" algn="l" rtl="0" eaLnBrk="0" fontAlgn="base" hangingPunct="0">
                <a:spcBef>
                  <a:spcPct val="20000"/>
                </a:spcBef>
                <a:spcAft>
                  <a:spcPct val="0"/>
                </a:spcAft>
                <a:buChar char="–"/>
                <a:defRPr sz="2000">
                  <a:solidFill>
                    <a:srgbClr val="666699"/>
                  </a:solidFill>
                  <a:latin typeface="+mn-lt"/>
                  <a:ea typeface="+mn-ea"/>
                </a:defRPr>
              </a:lvl4pPr>
              <a:lvl5pPr marL="2057400" indent="-228600" algn="l" rtl="0" eaLnBrk="0" fontAlgn="base" hangingPunct="0">
                <a:spcBef>
                  <a:spcPct val="20000"/>
                </a:spcBef>
                <a:spcAft>
                  <a:spcPct val="0"/>
                </a:spcAft>
                <a:buChar char="»"/>
                <a:defRPr sz="2000">
                  <a:solidFill>
                    <a:srgbClr val="666699"/>
                  </a:solidFill>
                  <a:latin typeface="+mn-lt"/>
                  <a:ea typeface="+mn-ea"/>
                </a:defRPr>
              </a:lvl5pPr>
            </a:lstStyle>
            <a:p>
              <a:pPr marL="0" lvl="0" indent="0" eaLnBrk="1" hangingPunct="1">
                <a:spcBef>
                  <a:spcPct val="50000"/>
                </a:spcBef>
                <a:buNone/>
              </a:pPr>
              <a:r>
                <a:rPr lang="zh-CN" altLang="en-US" sz="1200" dirty="0">
                  <a:solidFill>
                    <a:schemeClr val="tx1"/>
                  </a:solidFill>
                  <a:latin typeface="Tahoma" panose="020B0604030504040204" pitchFamily="34" charset="0"/>
                </a:rPr>
                <a:t>报告下溢</a:t>
              </a:r>
              <a:endParaRPr lang="zh-CN" altLang="en-US" sz="1200" dirty="0">
                <a:solidFill>
                  <a:schemeClr val="tx1"/>
                </a:solidFill>
                <a:latin typeface="Tahoma" panose="020B0604030504040204" pitchFamily="34" charset="0"/>
              </a:endParaRPr>
            </a:p>
          </p:txBody>
        </p:sp>
        <p:sp>
          <p:nvSpPr>
            <p:cNvPr id="96298" name="Text Box 42"/>
            <p:cNvSpPr txBox="1"/>
            <p:nvPr/>
          </p:nvSpPr>
          <p:spPr>
            <a:xfrm>
              <a:off x="1728" y="528"/>
              <a:ext cx="720" cy="173"/>
            </a:xfrm>
            <a:prstGeom prst="rect">
              <a:avLst/>
            </a:prstGeom>
            <a:noFill/>
            <a:ln w="9525">
              <a:noFill/>
            </a:ln>
          </p:spPr>
          <p:txBody>
            <a:bodyPr>
              <a:spAutoFit/>
            </a:bodyPr>
            <a:lstStyle>
              <a:lvl1pPr marL="342900" indent="-342900" algn="l" rtl="0" eaLnBrk="0" fontAlgn="base" hangingPunct="0">
                <a:spcBef>
                  <a:spcPct val="20000"/>
                </a:spcBef>
                <a:spcAft>
                  <a:spcPct val="0"/>
                </a:spcAft>
                <a:buChar char="•"/>
                <a:defRPr sz="3200">
                  <a:solidFill>
                    <a:srgbClr val="666699"/>
                  </a:solidFill>
                  <a:latin typeface="+mn-lt"/>
                  <a:ea typeface="+mn-ea"/>
                  <a:cs typeface="+mn-cs"/>
                </a:defRPr>
              </a:lvl1pPr>
              <a:lvl2pPr marL="742950" indent="-285750" algn="l" rtl="0" eaLnBrk="0" fontAlgn="base" hangingPunct="0">
                <a:spcBef>
                  <a:spcPct val="20000"/>
                </a:spcBef>
                <a:spcAft>
                  <a:spcPct val="0"/>
                </a:spcAft>
                <a:buChar char="–"/>
                <a:defRPr sz="2800">
                  <a:solidFill>
                    <a:srgbClr val="666699"/>
                  </a:solidFill>
                  <a:latin typeface="+mn-lt"/>
                  <a:ea typeface="+mn-ea"/>
                </a:defRPr>
              </a:lvl2pPr>
              <a:lvl3pPr marL="1143000" indent="-228600" algn="l" rtl="0" eaLnBrk="0" fontAlgn="base" hangingPunct="0">
                <a:spcBef>
                  <a:spcPct val="20000"/>
                </a:spcBef>
                <a:spcAft>
                  <a:spcPct val="0"/>
                </a:spcAft>
                <a:buChar char="•"/>
                <a:defRPr sz="2400">
                  <a:solidFill>
                    <a:srgbClr val="666699"/>
                  </a:solidFill>
                  <a:latin typeface="+mn-lt"/>
                  <a:ea typeface="+mn-ea"/>
                </a:defRPr>
              </a:lvl3pPr>
              <a:lvl4pPr marL="1600200" indent="-228600" algn="l" rtl="0" eaLnBrk="0" fontAlgn="base" hangingPunct="0">
                <a:spcBef>
                  <a:spcPct val="20000"/>
                </a:spcBef>
                <a:spcAft>
                  <a:spcPct val="0"/>
                </a:spcAft>
                <a:buChar char="–"/>
                <a:defRPr sz="2000">
                  <a:solidFill>
                    <a:srgbClr val="666699"/>
                  </a:solidFill>
                  <a:latin typeface="+mn-lt"/>
                  <a:ea typeface="+mn-ea"/>
                </a:defRPr>
              </a:lvl4pPr>
              <a:lvl5pPr marL="2057400" indent="-228600" algn="l" rtl="0" eaLnBrk="0" fontAlgn="base" hangingPunct="0">
                <a:spcBef>
                  <a:spcPct val="20000"/>
                </a:spcBef>
                <a:spcAft>
                  <a:spcPct val="0"/>
                </a:spcAft>
                <a:buChar char="»"/>
                <a:defRPr sz="2000">
                  <a:solidFill>
                    <a:srgbClr val="666699"/>
                  </a:solidFill>
                  <a:latin typeface="+mn-lt"/>
                  <a:ea typeface="+mn-ea"/>
                </a:defRPr>
              </a:lvl5pPr>
            </a:lstStyle>
            <a:p>
              <a:pPr marL="0" lvl="0" indent="0">
                <a:spcBef>
                  <a:spcPct val="0"/>
                </a:spcBef>
                <a:buNone/>
              </a:pPr>
              <a:r>
                <a:rPr lang="zh-CN" altLang="en-US" sz="1200" dirty="0">
                  <a:solidFill>
                    <a:schemeClr val="tx1"/>
                  </a:solidFill>
                  <a:latin typeface="Tahoma" panose="020B0604030504040204" pitchFamily="34" charset="0"/>
                </a:rPr>
                <a:t>阶码相同？</a:t>
              </a:r>
              <a:endParaRPr lang="zh-CN" altLang="en-US" sz="1200" dirty="0">
                <a:solidFill>
                  <a:schemeClr val="tx1"/>
                </a:solidFill>
                <a:latin typeface="Tahoma" panose="020B0604030504040204" pitchFamily="34" charset="0"/>
              </a:endParaRPr>
            </a:p>
          </p:txBody>
        </p:sp>
        <p:sp>
          <p:nvSpPr>
            <p:cNvPr id="96299" name="Text Box 43"/>
            <p:cNvSpPr txBox="1"/>
            <p:nvPr/>
          </p:nvSpPr>
          <p:spPr>
            <a:xfrm>
              <a:off x="1728" y="1440"/>
              <a:ext cx="528" cy="173"/>
            </a:xfrm>
            <a:prstGeom prst="rect">
              <a:avLst/>
            </a:prstGeom>
            <a:noFill/>
            <a:ln w="9525">
              <a:noFill/>
            </a:ln>
          </p:spPr>
          <p:txBody>
            <a:bodyPr>
              <a:spAutoFit/>
            </a:bodyPr>
            <a:lstStyle>
              <a:lvl1pPr marL="342900" indent="-342900" algn="l" rtl="0" eaLnBrk="0" fontAlgn="base" hangingPunct="0">
                <a:spcBef>
                  <a:spcPct val="20000"/>
                </a:spcBef>
                <a:spcAft>
                  <a:spcPct val="0"/>
                </a:spcAft>
                <a:buChar char="•"/>
                <a:defRPr sz="3200">
                  <a:solidFill>
                    <a:srgbClr val="666699"/>
                  </a:solidFill>
                  <a:latin typeface="+mn-lt"/>
                  <a:ea typeface="+mn-ea"/>
                  <a:cs typeface="+mn-cs"/>
                </a:defRPr>
              </a:lvl1pPr>
              <a:lvl2pPr marL="742950" indent="-285750" algn="l" rtl="0" eaLnBrk="0" fontAlgn="base" hangingPunct="0">
                <a:spcBef>
                  <a:spcPct val="20000"/>
                </a:spcBef>
                <a:spcAft>
                  <a:spcPct val="0"/>
                </a:spcAft>
                <a:buChar char="–"/>
                <a:defRPr sz="2800">
                  <a:solidFill>
                    <a:srgbClr val="666699"/>
                  </a:solidFill>
                  <a:latin typeface="+mn-lt"/>
                  <a:ea typeface="+mn-ea"/>
                </a:defRPr>
              </a:lvl2pPr>
              <a:lvl3pPr marL="1143000" indent="-228600" algn="l" rtl="0" eaLnBrk="0" fontAlgn="base" hangingPunct="0">
                <a:spcBef>
                  <a:spcPct val="20000"/>
                </a:spcBef>
                <a:spcAft>
                  <a:spcPct val="0"/>
                </a:spcAft>
                <a:buChar char="•"/>
                <a:defRPr sz="2400">
                  <a:solidFill>
                    <a:srgbClr val="666699"/>
                  </a:solidFill>
                  <a:latin typeface="+mn-lt"/>
                  <a:ea typeface="+mn-ea"/>
                </a:defRPr>
              </a:lvl3pPr>
              <a:lvl4pPr marL="1600200" indent="-228600" algn="l" rtl="0" eaLnBrk="0" fontAlgn="base" hangingPunct="0">
                <a:spcBef>
                  <a:spcPct val="20000"/>
                </a:spcBef>
                <a:spcAft>
                  <a:spcPct val="0"/>
                </a:spcAft>
                <a:buChar char="–"/>
                <a:defRPr sz="2000">
                  <a:solidFill>
                    <a:srgbClr val="666699"/>
                  </a:solidFill>
                  <a:latin typeface="+mn-lt"/>
                  <a:ea typeface="+mn-ea"/>
                </a:defRPr>
              </a:lvl4pPr>
              <a:lvl5pPr marL="2057400" indent="-228600" algn="l" rtl="0" eaLnBrk="0" fontAlgn="base" hangingPunct="0">
                <a:spcBef>
                  <a:spcPct val="20000"/>
                </a:spcBef>
                <a:spcAft>
                  <a:spcPct val="0"/>
                </a:spcAft>
                <a:buChar char="»"/>
                <a:defRPr sz="2000">
                  <a:solidFill>
                    <a:srgbClr val="666699"/>
                  </a:solidFill>
                  <a:latin typeface="+mn-lt"/>
                  <a:ea typeface="+mn-ea"/>
                </a:defRPr>
              </a:lvl5pPr>
            </a:lstStyle>
            <a:p>
              <a:pPr marL="0" lvl="0" indent="0">
                <a:spcBef>
                  <a:spcPct val="0"/>
                </a:spcBef>
                <a:buNone/>
              </a:pPr>
              <a:r>
                <a:rPr lang="zh-CN" altLang="en-US" sz="1200" dirty="0">
                  <a:solidFill>
                    <a:schemeClr val="tx1"/>
                  </a:solidFill>
                  <a:latin typeface="Tahoma" panose="020B0604030504040204" pitchFamily="34" charset="0"/>
                </a:rPr>
                <a:t>尾数=0？</a:t>
              </a:r>
              <a:endParaRPr lang="zh-CN" altLang="en-US" sz="1200" dirty="0">
                <a:solidFill>
                  <a:schemeClr val="tx1"/>
                </a:solidFill>
                <a:latin typeface="Tahoma" panose="020B0604030504040204" pitchFamily="34" charset="0"/>
              </a:endParaRPr>
            </a:p>
          </p:txBody>
        </p:sp>
        <p:sp>
          <p:nvSpPr>
            <p:cNvPr id="96300" name="Text Box 44"/>
            <p:cNvSpPr txBox="1"/>
            <p:nvPr/>
          </p:nvSpPr>
          <p:spPr>
            <a:xfrm>
              <a:off x="2448" y="1440"/>
              <a:ext cx="528" cy="173"/>
            </a:xfrm>
            <a:prstGeom prst="rect">
              <a:avLst/>
            </a:prstGeom>
            <a:noFill/>
            <a:ln w="9525">
              <a:noFill/>
            </a:ln>
          </p:spPr>
          <p:txBody>
            <a:bodyPr>
              <a:spAutoFit/>
            </a:bodyPr>
            <a:lstStyle>
              <a:lvl1pPr marL="342900" indent="-342900" algn="l" rtl="0" eaLnBrk="0" fontAlgn="base" hangingPunct="0">
                <a:spcBef>
                  <a:spcPct val="20000"/>
                </a:spcBef>
                <a:spcAft>
                  <a:spcPct val="0"/>
                </a:spcAft>
                <a:buChar char="•"/>
                <a:defRPr sz="3200">
                  <a:solidFill>
                    <a:srgbClr val="666699"/>
                  </a:solidFill>
                  <a:latin typeface="+mn-lt"/>
                  <a:ea typeface="+mn-ea"/>
                  <a:cs typeface="+mn-cs"/>
                </a:defRPr>
              </a:lvl1pPr>
              <a:lvl2pPr marL="742950" indent="-285750" algn="l" rtl="0" eaLnBrk="0" fontAlgn="base" hangingPunct="0">
                <a:spcBef>
                  <a:spcPct val="20000"/>
                </a:spcBef>
                <a:spcAft>
                  <a:spcPct val="0"/>
                </a:spcAft>
                <a:buChar char="–"/>
                <a:defRPr sz="2800">
                  <a:solidFill>
                    <a:srgbClr val="666699"/>
                  </a:solidFill>
                  <a:latin typeface="+mn-lt"/>
                  <a:ea typeface="+mn-ea"/>
                </a:defRPr>
              </a:lvl2pPr>
              <a:lvl3pPr marL="1143000" indent="-228600" algn="l" rtl="0" eaLnBrk="0" fontAlgn="base" hangingPunct="0">
                <a:spcBef>
                  <a:spcPct val="20000"/>
                </a:spcBef>
                <a:spcAft>
                  <a:spcPct val="0"/>
                </a:spcAft>
                <a:buChar char="•"/>
                <a:defRPr sz="2400">
                  <a:solidFill>
                    <a:srgbClr val="666699"/>
                  </a:solidFill>
                  <a:latin typeface="+mn-lt"/>
                  <a:ea typeface="+mn-ea"/>
                </a:defRPr>
              </a:lvl3pPr>
              <a:lvl4pPr marL="1600200" indent="-228600" algn="l" rtl="0" eaLnBrk="0" fontAlgn="base" hangingPunct="0">
                <a:spcBef>
                  <a:spcPct val="20000"/>
                </a:spcBef>
                <a:spcAft>
                  <a:spcPct val="0"/>
                </a:spcAft>
                <a:buChar char="–"/>
                <a:defRPr sz="2000">
                  <a:solidFill>
                    <a:srgbClr val="666699"/>
                  </a:solidFill>
                  <a:latin typeface="+mn-lt"/>
                  <a:ea typeface="+mn-ea"/>
                </a:defRPr>
              </a:lvl4pPr>
              <a:lvl5pPr marL="2057400" indent="-228600" algn="l" rtl="0" eaLnBrk="0" fontAlgn="base" hangingPunct="0">
                <a:spcBef>
                  <a:spcPct val="20000"/>
                </a:spcBef>
                <a:spcAft>
                  <a:spcPct val="0"/>
                </a:spcAft>
                <a:buChar char="»"/>
                <a:defRPr sz="2000">
                  <a:solidFill>
                    <a:srgbClr val="666699"/>
                  </a:solidFill>
                  <a:latin typeface="+mn-lt"/>
                  <a:ea typeface="+mn-ea"/>
                </a:defRPr>
              </a:lvl5pPr>
            </a:lstStyle>
            <a:p>
              <a:pPr marL="0" lvl="0" indent="0">
                <a:spcBef>
                  <a:spcPct val="0"/>
                </a:spcBef>
                <a:buNone/>
              </a:pPr>
              <a:r>
                <a:rPr lang="zh-CN" altLang="en-US" sz="1200" dirty="0">
                  <a:solidFill>
                    <a:schemeClr val="tx1"/>
                  </a:solidFill>
                  <a:latin typeface="Tahoma" panose="020B0604030504040204" pitchFamily="34" charset="0"/>
                </a:rPr>
                <a:t>尾数=0？</a:t>
              </a:r>
              <a:endParaRPr lang="zh-CN" altLang="en-US" sz="1200" dirty="0">
                <a:solidFill>
                  <a:schemeClr val="tx1"/>
                </a:solidFill>
                <a:latin typeface="Tahoma" panose="020B0604030504040204" pitchFamily="34" charset="0"/>
              </a:endParaRPr>
            </a:p>
          </p:txBody>
        </p:sp>
        <p:sp>
          <p:nvSpPr>
            <p:cNvPr id="96301" name="Text Box 45"/>
            <p:cNvSpPr txBox="1"/>
            <p:nvPr/>
          </p:nvSpPr>
          <p:spPr>
            <a:xfrm>
              <a:off x="3360" y="960"/>
              <a:ext cx="672" cy="288"/>
            </a:xfrm>
            <a:prstGeom prst="rect">
              <a:avLst/>
            </a:prstGeom>
            <a:noFill/>
            <a:ln w="9525">
              <a:noFill/>
            </a:ln>
          </p:spPr>
          <p:txBody>
            <a:bodyPr>
              <a:spAutoFit/>
            </a:bodyPr>
            <a:lstStyle>
              <a:lvl1pPr marL="342900" indent="-342900" algn="l" rtl="0" eaLnBrk="0" fontAlgn="base" hangingPunct="0">
                <a:spcBef>
                  <a:spcPct val="20000"/>
                </a:spcBef>
                <a:spcAft>
                  <a:spcPct val="0"/>
                </a:spcAft>
                <a:buChar char="•"/>
                <a:defRPr sz="3200">
                  <a:solidFill>
                    <a:srgbClr val="666699"/>
                  </a:solidFill>
                  <a:latin typeface="+mn-lt"/>
                  <a:ea typeface="+mn-ea"/>
                  <a:cs typeface="+mn-cs"/>
                </a:defRPr>
              </a:lvl1pPr>
              <a:lvl2pPr marL="742950" indent="-285750" algn="l" rtl="0" eaLnBrk="0" fontAlgn="base" hangingPunct="0">
                <a:spcBef>
                  <a:spcPct val="20000"/>
                </a:spcBef>
                <a:spcAft>
                  <a:spcPct val="0"/>
                </a:spcAft>
                <a:buChar char="–"/>
                <a:defRPr sz="2800">
                  <a:solidFill>
                    <a:srgbClr val="666699"/>
                  </a:solidFill>
                  <a:latin typeface="+mn-lt"/>
                  <a:ea typeface="+mn-ea"/>
                </a:defRPr>
              </a:lvl2pPr>
              <a:lvl3pPr marL="1143000" indent="-228600" algn="l" rtl="0" eaLnBrk="0" fontAlgn="base" hangingPunct="0">
                <a:spcBef>
                  <a:spcPct val="20000"/>
                </a:spcBef>
                <a:spcAft>
                  <a:spcPct val="0"/>
                </a:spcAft>
                <a:buChar char="•"/>
                <a:defRPr sz="2400">
                  <a:solidFill>
                    <a:srgbClr val="666699"/>
                  </a:solidFill>
                  <a:latin typeface="+mn-lt"/>
                  <a:ea typeface="+mn-ea"/>
                </a:defRPr>
              </a:lvl3pPr>
              <a:lvl4pPr marL="1600200" indent="-228600" algn="l" rtl="0" eaLnBrk="0" fontAlgn="base" hangingPunct="0">
                <a:spcBef>
                  <a:spcPct val="20000"/>
                </a:spcBef>
                <a:spcAft>
                  <a:spcPct val="0"/>
                </a:spcAft>
                <a:buChar char="–"/>
                <a:defRPr sz="2000">
                  <a:solidFill>
                    <a:srgbClr val="666699"/>
                  </a:solidFill>
                  <a:latin typeface="+mn-lt"/>
                  <a:ea typeface="+mn-ea"/>
                </a:defRPr>
              </a:lvl4pPr>
              <a:lvl5pPr marL="2057400" indent="-228600" algn="l" rtl="0" eaLnBrk="0" fontAlgn="base" hangingPunct="0">
                <a:spcBef>
                  <a:spcPct val="20000"/>
                </a:spcBef>
                <a:spcAft>
                  <a:spcPct val="0"/>
                </a:spcAft>
                <a:buChar char="»"/>
                <a:defRPr sz="2000">
                  <a:solidFill>
                    <a:srgbClr val="666699"/>
                  </a:solidFill>
                  <a:latin typeface="+mn-lt"/>
                  <a:ea typeface="+mn-ea"/>
                </a:defRPr>
              </a:lvl5pPr>
            </a:lstStyle>
            <a:p>
              <a:pPr marL="0" lvl="0" indent="0">
                <a:spcBef>
                  <a:spcPct val="0"/>
                </a:spcBef>
                <a:buNone/>
              </a:pPr>
              <a:r>
                <a:rPr lang="zh-CN" altLang="en-US" sz="1200" dirty="0">
                  <a:solidFill>
                    <a:schemeClr val="tx1"/>
                  </a:solidFill>
                  <a:latin typeface="Tahoma" panose="020B0604030504040204" pitchFamily="34" charset="0"/>
                </a:rPr>
                <a:t>阶码加1</a:t>
              </a:r>
              <a:endParaRPr lang="zh-CN" altLang="en-US" sz="1200" dirty="0">
                <a:solidFill>
                  <a:schemeClr val="tx1"/>
                </a:solidFill>
                <a:latin typeface="Tahoma" panose="020B0604030504040204" pitchFamily="34" charset="0"/>
              </a:endParaRPr>
            </a:p>
            <a:p>
              <a:pPr marL="0" lvl="0" indent="0">
                <a:spcBef>
                  <a:spcPct val="0"/>
                </a:spcBef>
                <a:buNone/>
              </a:pPr>
              <a:r>
                <a:rPr lang="zh-CN" altLang="en-US" sz="1200" dirty="0">
                  <a:solidFill>
                    <a:schemeClr val="tx1"/>
                  </a:solidFill>
                  <a:latin typeface="Tahoma" panose="020B0604030504040204" pitchFamily="34" charset="0"/>
                </a:rPr>
                <a:t>尾数右移1位</a:t>
              </a:r>
              <a:endParaRPr lang="zh-CN" altLang="en-US" sz="1200" dirty="0">
                <a:solidFill>
                  <a:schemeClr val="tx1"/>
                </a:solidFill>
                <a:latin typeface="Tahoma" panose="020B0604030504040204" pitchFamily="34" charset="0"/>
              </a:endParaRPr>
            </a:p>
          </p:txBody>
        </p:sp>
        <p:sp>
          <p:nvSpPr>
            <p:cNvPr id="96302" name="Text Box 46"/>
            <p:cNvSpPr txBox="1"/>
            <p:nvPr/>
          </p:nvSpPr>
          <p:spPr>
            <a:xfrm>
              <a:off x="3456" y="1440"/>
              <a:ext cx="672" cy="173"/>
            </a:xfrm>
            <a:prstGeom prst="rect">
              <a:avLst/>
            </a:prstGeom>
            <a:noFill/>
            <a:ln w="9525">
              <a:noFill/>
            </a:ln>
          </p:spPr>
          <p:txBody>
            <a:bodyPr>
              <a:spAutoFit/>
            </a:bodyPr>
            <a:lstStyle>
              <a:lvl1pPr marL="342900" indent="-342900" algn="l" rtl="0" eaLnBrk="0" fontAlgn="base" hangingPunct="0">
                <a:spcBef>
                  <a:spcPct val="20000"/>
                </a:spcBef>
                <a:spcAft>
                  <a:spcPct val="0"/>
                </a:spcAft>
                <a:buChar char="•"/>
                <a:defRPr sz="3200">
                  <a:solidFill>
                    <a:srgbClr val="666699"/>
                  </a:solidFill>
                  <a:latin typeface="+mn-lt"/>
                  <a:ea typeface="+mn-ea"/>
                  <a:cs typeface="+mn-cs"/>
                </a:defRPr>
              </a:lvl1pPr>
              <a:lvl2pPr marL="742950" indent="-285750" algn="l" rtl="0" eaLnBrk="0" fontAlgn="base" hangingPunct="0">
                <a:spcBef>
                  <a:spcPct val="20000"/>
                </a:spcBef>
                <a:spcAft>
                  <a:spcPct val="0"/>
                </a:spcAft>
                <a:buChar char="–"/>
                <a:defRPr sz="2800">
                  <a:solidFill>
                    <a:srgbClr val="666699"/>
                  </a:solidFill>
                  <a:latin typeface="+mn-lt"/>
                  <a:ea typeface="+mn-ea"/>
                </a:defRPr>
              </a:lvl2pPr>
              <a:lvl3pPr marL="1143000" indent="-228600" algn="l" rtl="0" eaLnBrk="0" fontAlgn="base" hangingPunct="0">
                <a:spcBef>
                  <a:spcPct val="20000"/>
                </a:spcBef>
                <a:spcAft>
                  <a:spcPct val="0"/>
                </a:spcAft>
                <a:buChar char="•"/>
                <a:defRPr sz="2400">
                  <a:solidFill>
                    <a:srgbClr val="666699"/>
                  </a:solidFill>
                  <a:latin typeface="+mn-lt"/>
                  <a:ea typeface="+mn-ea"/>
                </a:defRPr>
              </a:lvl3pPr>
              <a:lvl4pPr marL="1600200" indent="-228600" algn="l" rtl="0" eaLnBrk="0" fontAlgn="base" hangingPunct="0">
                <a:spcBef>
                  <a:spcPct val="20000"/>
                </a:spcBef>
                <a:spcAft>
                  <a:spcPct val="0"/>
                </a:spcAft>
                <a:buChar char="–"/>
                <a:defRPr sz="2000">
                  <a:solidFill>
                    <a:srgbClr val="666699"/>
                  </a:solidFill>
                  <a:latin typeface="+mn-lt"/>
                  <a:ea typeface="+mn-ea"/>
                </a:defRPr>
              </a:lvl4pPr>
              <a:lvl5pPr marL="2057400" indent="-228600" algn="l" rtl="0" eaLnBrk="0" fontAlgn="base" hangingPunct="0">
                <a:spcBef>
                  <a:spcPct val="20000"/>
                </a:spcBef>
                <a:spcAft>
                  <a:spcPct val="0"/>
                </a:spcAft>
                <a:buChar char="»"/>
                <a:defRPr sz="2000">
                  <a:solidFill>
                    <a:srgbClr val="666699"/>
                  </a:solidFill>
                  <a:latin typeface="+mn-lt"/>
                  <a:ea typeface="+mn-ea"/>
                </a:defRPr>
              </a:lvl5pPr>
            </a:lstStyle>
            <a:p>
              <a:pPr marL="0" lvl="0" indent="0">
                <a:spcBef>
                  <a:spcPct val="0"/>
                </a:spcBef>
                <a:buNone/>
              </a:pPr>
              <a:r>
                <a:rPr lang="zh-CN" altLang="en-US" sz="1200" dirty="0">
                  <a:solidFill>
                    <a:schemeClr val="tx1"/>
                  </a:solidFill>
                  <a:latin typeface="Tahoma" panose="020B0604030504040204" pitchFamily="34" charset="0"/>
                </a:rPr>
                <a:t>阶码上溢</a:t>
              </a:r>
              <a:endParaRPr lang="zh-CN" altLang="en-US" sz="1200" dirty="0">
                <a:solidFill>
                  <a:schemeClr val="tx1"/>
                </a:solidFill>
                <a:latin typeface="Tahoma" panose="020B0604030504040204" pitchFamily="34" charset="0"/>
              </a:endParaRPr>
            </a:p>
          </p:txBody>
        </p:sp>
        <p:sp>
          <p:nvSpPr>
            <p:cNvPr id="96303" name="Text Box 47"/>
            <p:cNvSpPr txBox="1"/>
            <p:nvPr/>
          </p:nvSpPr>
          <p:spPr>
            <a:xfrm>
              <a:off x="4464" y="1440"/>
              <a:ext cx="672" cy="173"/>
            </a:xfrm>
            <a:prstGeom prst="rect">
              <a:avLst/>
            </a:prstGeom>
            <a:noFill/>
            <a:ln w="9525">
              <a:noFill/>
            </a:ln>
          </p:spPr>
          <p:txBody>
            <a:bodyPr>
              <a:spAutoFit/>
            </a:bodyPr>
            <a:lstStyle>
              <a:lvl1pPr marL="342900" indent="-342900" algn="l" rtl="0" eaLnBrk="0" fontAlgn="base" hangingPunct="0">
                <a:spcBef>
                  <a:spcPct val="20000"/>
                </a:spcBef>
                <a:spcAft>
                  <a:spcPct val="0"/>
                </a:spcAft>
                <a:buChar char="•"/>
                <a:defRPr sz="3200">
                  <a:solidFill>
                    <a:srgbClr val="666699"/>
                  </a:solidFill>
                  <a:latin typeface="+mn-lt"/>
                  <a:ea typeface="+mn-ea"/>
                  <a:cs typeface="+mn-cs"/>
                </a:defRPr>
              </a:lvl1pPr>
              <a:lvl2pPr marL="742950" indent="-285750" algn="l" rtl="0" eaLnBrk="0" fontAlgn="base" hangingPunct="0">
                <a:spcBef>
                  <a:spcPct val="20000"/>
                </a:spcBef>
                <a:spcAft>
                  <a:spcPct val="0"/>
                </a:spcAft>
                <a:buChar char="–"/>
                <a:defRPr sz="2800">
                  <a:solidFill>
                    <a:srgbClr val="666699"/>
                  </a:solidFill>
                  <a:latin typeface="+mn-lt"/>
                  <a:ea typeface="+mn-ea"/>
                </a:defRPr>
              </a:lvl2pPr>
              <a:lvl3pPr marL="1143000" indent="-228600" algn="l" rtl="0" eaLnBrk="0" fontAlgn="base" hangingPunct="0">
                <a:spcBef>
                  <a:spcPct val="20000"/>
                </a:spcBef>
                <a:spcAft>
                  <a:spcPct val="0"/>
                </a:spcAft>
                <a:buChar char="•"/>
                <a:defRPr sz="2400">
                  <a:solidFill>
                    <a:srgbClr val="666699"/>
                  </a:solidFill>
                  <a:latin typeface="+mn-lt"/>
                  <a:ea typeface="+mn-ea"/>
                </a:defRPr>
              </a:lvl3pPr>
              <a:lvl4pPr marL="1600200" indent="-228600" algn="l" rtl="0" eaLnBrk="0" fontAlgn="base" hangingPunct="0">
                <a:spcBef>
                  <a:spcPct val="20000"/>
                </a:spcBef>
                <a:spcAft>
                  <a:spcPct val="0"/>
                </a:spcAft>
                <a:buChar char="–"/>
                <a:defRPr sz="2000">
                  <a:solidFill>
                    <a:srgbClr val="666699"/>
                  </a:solidFill>
                  <a:latin typeface="+mn-lt"/>
                  <a:ea typeface="+mn-ea"/>
                </a:defRPr>
              </a:lvl4pPr>
              <a:lvl5pPr marL="2057400" indent="-228600" algn="l" rtl="0" eaLnBrk="0" fontAlgn="base" hangingPunct="0">
                <a:spcBef>
                  <a:spcPct val="20000"/>
                </a:spcBef>
                <a:spcAft>
                  <a:spcPct val="0"/>
                </a:spcAft>
                <a:buChar char="»"/>
                <a:defRPr sz="2000">
                  <a:solidFill>
                    <a:srgbClr val="666699"/>
                  </a:solidFill>
                  <a:latin typeface="+mn-lt"/>
                  <a:ea typeface="+mn-ea"/>
                </a:defRPr>
              </a:lvl5pPr>
            </a:lstStyle>
            <a:p>
              <a:pPr marL="0" lvl="0" indent="0">
                <a:spcBef>
                  <a:spcPct val="0"/>
                </a:spcBef>
                <a:buNone/>
              </a:pPr>
              <a:r>
                <a:rPr lang="zh-CN" altLang="en-US" sz="1200" dirty="0">
                  <a:solidFill>
                    <a:schemeClr val="tx1"/>
                  </a:solidFill>
                  <a:latin typeface="Tahoma" panose="020B0604030504040204" pitchFamily="34" charset="0"/>
                </a:rPr>
                <a:t>阶码下溢</a:t>
              </a:r>
              <a:endParaRPr lang="zh-CN" altLang="en-US" sz="1200" dirty="0">
                <a:solidFill>
                  <a:schemeClr val="tx1"/>
                </a:solidFill>
                <a:latin typeface="Tahoma" panose="020B0604030504040204" pitchFamily="34" charset="0"/>
              </a:endParaRPr>
            </a:p>
          </p:txBody>
        </p:sp>
        <p:sp>
          <p:nvSpPr>
            <p:cNvPr id="96304" name="Text Box 48"/>
            <p:cNvSpPr txBox="1"/>
            <p:nvPr/>
          </p:nvSpPr>
          <p:spPr>
            <a:xfrm>
              <a:off x="3456" y="528"/>
              <a:ext cx="528" cy="173"/>
            </a:xfrm>
            <a:prstGeom prst="rect">
              <a:avLst/>
            </a:prstGeom>
            <a:noFill/>
            <a:ln w="9525">
              <a:noFill/>
            </a:ln>
          </p:spPr>
          <p:txBody>
            <a:bodyPr>
              <a:spAutoFit/>
            </a:bodyPr>
            <a:lstStyle>
              <a:lvl1pPr marL="342900" indent="-342900" algn="l" rtl="0" eaLnBrk="0" fontAlgn="base" hangingPunct="0">
                <a:spcBef>
                  <a:spcPct val="20000"/>
                </a:spcBef>
                <a:spcAft>
                  <a:spcPct val="0"/>
                </a:spcAft>
                <a:buChar char="•"/>
                <a:defRPr sz="3200">
                  <a:solidFill>
                    <a:srgbClr val="666699"/>
                  </a:solidFill>
                  <a:latin typeface="+mn-lt"/>
                  <a:ea typeface="+mn-ea"/>
                  <a:cs typeface="+mn-cs"/>
                </a:defRPr>
              </a:lvl1pPr>
              <a:lvl2pPr marL="742950" indent="-285750" algn="l" rtl="0" eaLnBrk="0" fontAlgn="base" hangingPunct="0">
                <a:spcBef>
                  <a:spcPct val="20000"/>
                </a:spcBef>
                <a:spcAft>
                  <a:spcPct val="0"/>
                </a:spcAft>
                <a:buChar char="–"/>
                <a:defRPr sz="2800">
                  <a:solidFill>
                    <a:srgbClr val="666699"/>
                  </a:solidFill>
                  <a:latin typeface="+mn-lt"/>
                  <a:ea typeface="+mn-ea"/>
                </a:defRPr>
              </a:lvl2pPr>
              <a:lvl3pPr marL="1143000" indent="-228600" algn="l" rtl="0" eaLnBrk="0" fontAlgn="base" hangingPunct="0">
                <a:spcBef>
                  <a:spcPct val="20000"/>
                </a:spcBef>
                <a:spcAft>
                  <a:spcPct val="0"/>
                </a:spcAft>
                <a:buChar char="•"/>
                <a:defRPr sz="2400">
                  <a:solidFill>
                    <a:srgbClr val="666699"/>
                  </a:solidFill>
                  <a:latin typeface="+mn-lt"/>
                  <a:ea typeface="+mn-ea"/>
                </a:defRPr>
              </a:lvl3pPr>
              <a:lvl4pPr marL="1600200" indent="-228600" algn="l" rtl="0" eaLnBrk="0" fontAlgn="base" hangingPunct="0">
                <a:spcBef>
                  <a:spcPct val="20000"/>
                </a:spcBef>
                <a:spcAft>
                  <a:spcPct val="0"/>
                </a:spcAft>
                <a:buChar char="–"/>
                <a:defRPr sz="2000">
                  <a:solidFill>
                    <a:srgbClr val="666699"/>
                  </a:solidFill>
                  <a:latin typeface="+mn-lt"/>
                  <a:ea typeface="+mn-ea"/>
                </a:defRPr>
              </a:lvl4pPr>
              <a:lvl5pPr marL="2057400" indent="-228600" algn="l" rtl="0" eaLnBrk="0" fontAlgn="base" hangingPunct="0">
                <a:spcBef>
                  <a:spcPct val="20000"/>
                </a:spcBef>
                <a:spcAft>
                  <a:spcPct val="0"/>
                </a:spcAft>
                <a:buChar char="»"/>
                <a:defRPr sz="2000">
                  <a:solidFill>
                    <a:srgbClr val="666699"/>
                  </a:solidFill>
                  <a:latin typeface="+mn-lt"/>
                  <a:ea typeface="+mn-ea"/>
                </a:defRPr>
              </a:lvl5pPr>
            </a:lstStyle>
            <a:p>
              <a:pPr marL="0" lvl="0" indent="0">
                <a:spcBef>
                  <a:spcPct val="0"/>
                </a:spcBef>
                <a:buNone/>
              </a:pPr>
              <a:r>
                <a:rPr lang="zh-CN" altLang="en-US" sz="1200" dirty="0">
                  <a:solidFill>
                    <a:schemeClr val="tx1"/>
                  </a:solidFill>
                  <a:latin typeface="Tahoma" panose="020B0604030504040204" pitchFamily="34" charset="0"/>
                </a:rPr>
                <a:t>尾数上溢</a:t>
              </a:r>
              <a:endParaRPr lang="zh-CN" altLang="en-US" sz="1200" dirty="0">
                <a:solidFill>
                  <a:schemeClr val="tx1"/>
                </a:solidFill>
                <a:latin typeface="Tahoma" panose="020B0604030504040204" pitchFamily="34" charset="0"/>
              </a:endParaRPr>
            </a:p>
          </p:txBody>
        </p:sp>
        <p:sp>
          <p:nvSpPr>
            <p:cNvPr id="96305" name="Text Box 49"/>
            <p:cNvSpPr txBox="1"/>
            <p:nvPr/>
          </p:nvSpPr>
          <p:spPr>
            <a:xfrm>
              <a:off x="4368" y="528"/>
              <a:ext cx="528" cy="173"/>
            </a:xfrm>
            <a:prstGeom prst="rect">
              <a:avLst/>
            </a:prstGeom>
            <a:noFill/>
            <a:ln w="9525">
              <a:noFill/>
            </a:ln>
          </p:spPr>
          <p:txBody>
            <a:bodyPr>
              <a:spAutoFit/>
            </a:bodyPr>
            <a:lstStyle>
              <a:lvl1pPr marL="342900" indent="-342900" algn="l" rtl="0" eaLnBrk="0" fontAlgn="base" hangingPunct="0">
                <a:spcBef>
                  <a:spcPct val="20000"/>
                </a:spcBef>
                <a:spcAft>
                  <a:spcPct val="0"/>
                </a:spcAft>
                <a:buChar char="•"/>
                <a:defRPr sz="3200">
                  <a:solidFill>
                    <a:srgbClr val="666699"/>
                  </a:solidFill>
                  <a:latin typeface="+mn-lt"/>
                  <a:ea typeface="+mn-ea"/>
                  <a:cs typeface="+mn-cs"/>
                </a:defRPr>
              </a:lvl1pPr>
              <a:lvl2pPr marL="742950" indent="-285750" algn="l" rtl="0" eaLnBrk="0" fontAlgn="base" hangingPunct="0">
                <a:spcBef>
                  <a:spcPct val="20000"/>
                </a:spcBef>
                <a:spcAft>
                  <a:spcPct val="0"/>
                </a:spcAft>
                <a:buChar char="–"/>
                <a:defRPr sz="2800">
                  <a:solidFill>
                    <a:srgbClr val="666699"/>
                  </a:solidFill>
                  <a:latin typeface="+mn-lt"/>
                  <a:ea typeface="+mn-ea"/>
                </a:defRPr>
              </a:lvl2pPr>
              <a:lvl3pPr marL="1143000" indent="-228600" algn="l" rtl="0" eaLnBrk="0" fontAlgn="base" hangingPunct="0">
                <a:spcBef>
                  <a:spcPct val="20000"/>
                </a:spcBef>
                <a:spcAft>
                  <a:spcPct val="0"/>
                </a:spcAft>
                <a:buChar char="•"/>
                <a:defRPr sz="2400">
                  <a:solidFill>
                    <a:srgbClr val="666699"/>
                  </a:solidFill>
                  <a:latin typeface="+mn-lt"/>
                  <a:ea typeface="+mn-ea"/>
                </a:defRPr>
              </a:lvl3pPr>
              <a:lvl4pPr marL="1600200" indent="-228600" algn="l" rtl="0" eaLnBrk="0" fontAlgn="base" hangingPunct="0">
                <a:spcBef>
                  <a:spcPct val="20000"/>
                </a:spcBef>
                <a:spcAft>
                  <a:spcPct val="0"/>
                </a:spcAft>
                <a:buChar char="–"/>
                <a:defRPr sz="2000">
                  <a:solidFill>
                    <a:srgbClr val="666699"/>
                  </a:solidFill>
                  <a:latin typeface="+mn-lt"/>
                  <a:ea typeface="+mn-ea"/>
                </a:defRPr>
              </a:lvl4pPr>
              <a:lvl5pPr marL="2057400" indent="-228600" algn="l" rtl="0" eaLnBrk="0" fontAlgn="base" hangingPunct="0">
                <a:spcBef>
                  <a:spcPct val="20000"/>
                </a:spcBef>
                <a:spcAft>
                  <a:spcPct val="0"/>
                </a:spcAft>
                <a:buChar char="»"/>
                <a:defRPr sz="2000">
                  <a:solidFill>
                    <a:srgbClr val="666699"/>
                  </a:solidFill>
                  <a:latin typeface="+mn-lt"/>
                  <a:ea typeface="+mn-ea"/>
                </a:defRPr>
              </a:lvl5pPr>
            </a:lstStyle>
            <a:p>
              <a:pPr marL="0" lvl="0" indent="0">
                <a:spcBef>
                  <a:spcPct val="0"/>
                </a:spcBef>
                <a:buNone/>
              </a:pPr>
              <a:r>
                <a:rPr lang="zh-CN" altLang="en-US" sz="1200" dirty="0">
                  <a:solidFill>
                    <a:schemeClr val="tx1"/>
                  </a:solidFill>
                  <a:latin typeface="Tahoma" panose="020B0604030504040204" pitchFamily="34" charset="0"/>
                </a:rPr>
                <a:t>已是1.M</a:t>
              </a:r>
              <a:endParaRPr lang="zh-CN" altLang="en-US" sz="1200" dirty="0">
                <a:solidFill>
                  <a:schemeClr val="tx1"/>
                </a:solidFill>
                <a:latin typeface="Tahoma" panose="020B0604030504040204" pitchFamily="34" charset="0"/>
              </a:endParaRPr>
            </a:p>
          </p:txBody>
        </p:sp>
        <p:sp>
          <p:nvSpPr>
            <p:cNvPr id="96306" name="Line 50"/>
            <p:cNvSpPr/>
            <p:nvPr/>
          </p:nvSpPr>
          <p:spPr>
            <a:xfrm>
              <a:off x="960" y="288"/>
              <a:ext cx="0" cy="192"/>
            </a:xfrm>
            <a:prstGeom prst="line">
              <a:avLst/>
            </a:prstGeom>
            <a:ln w="9525" cap="flat" cmpd="sng">
              <a:solidFill>
                <a:schemeClr val="tx1"/>
              </a:solidFill>
              <a:prstDash val="solid"/>
              <a:headEnd type="none" w="med" len="med"/>
              <a:tailEnd type="triangle" w="med" len="med"/>
            </a:ln>
          </p:spPr>
        </p:sp>
        <p:sp>
          <p:nvSpPr>
            <p:cNvPr id="96307" name="Line 51"/>
            <p:cNvSpPr/>
            <p:nvPr/>
          </p:nvSpPr>
          <p:spPr>
            <a:xfrm>
              <a:off x="960" y="768"/>
              <a:ext cx="0" cy="144"/>
            </a:xfrm>
            <a:prstGeom prst="line">
              <a:avLst/>
            </a:prstGeom>
            <a:ln w="9525" cap="flat" cmpd="sng">
              <a:solidFill>
                <a:schemeClr val="tx1"/>
              </a:solidFill>
              <a:prstDash val="solid"/>
              <a:headEnd type="none" w="med" len="med"/>
              <a:tailEnd type="triangle" w="med" len="med"/>
            </a:ln>
          </p:spPr>
        </p:sp>
        <p:sp>
          <p:nvSpPr>
            <p:cNvPr id="96308" name="Line 52"/>
            <p:cNvSpPr/>
            <p:nvPr/>
          </p:nvSpPr>
          <p:spPr>
            <a:xfrm>
              <a:off x="960" y="1200"/>
              <a:ext cx="0" cy="192"/>
            </a:xfrm>
            <a:prstGeom prst="line">
              <a:avLst/>
            </a:prstGeom>
            <a:ln w="9525" cap="flat" cmpd="sng">
              <a:solidFill>
                <a:schemeClr val="tx1"/>
              </a:solidFill>
              <a:prstDash val="solid"/>
              <a:headEnd type="none" w="med" len="med"/>
              <a:tailEnd type="triangle" w="med" len="med"/>
            </a:ln>
          </p:spPr>
        </p:sp>
        <p:sp>
          <p:nvSpPr>
            <p:cNvPr id="96309" name="Line 53"/>
            <p:cNvSpPr/>
            <p:nvPr/>
          </p:nvSpPr>
          <p:spPr>
            <a:xfrm>
              <a:off x="960" y="1680"/>
              <a:ext cx="0" cy="336"/>
            </a:xfrm>
            <a:prstGeom prst="line">
              <a:avLst/>
            </a:prstGeom>
            <a:ln w="9525" cap="flat" cmpd="sng">
              <a:solidFill>
                <a:schemeClr val="tx1"/>
              </a:solidFill>
              <a:prstDash val="solid"/>
              <a:headEnd type="none" w="med" len="med"/>
              <a:tailEnd type="triangle" w="med" len="med"/>
            </a:ln>
          </p:spPr>
        </p:sp>
        <p:sp>
          <p:nvSpPr>
            <p:cNvPr id="96310" name="Line 54"/>
            <p:cNvSpPr/>
            <p:nvPr/>
          </p:nvSpPr>
          <p:spPr>
            <a:xfrm flipH="1">
              <a:off x="288" y="1056"/>
              <a:ext cx="336" cy="0"/>
            </a:xfrm>
            <a:prstGeom prst="line">
              <a:avLst/>
            </a:prstGeom>
            <a:ln w="9525" cap="flat" cmpd="sng">
              <a:solidFill>
                <a:schemeClr val="tx1"/>
              </a:solidFill>
              <a:prstDash val="solid"/>
              <a:headEnd type="none" w="med" len="med"/>
              <a:tailEnd type="triangle" w="med" len="med"/>
            </a:ln>
          </p:spPr>
        </p:sp>
        <p:sp>
          <p:nvSpPr>
            <p:cNvPr id="96311" name="Line 55"/>
            <p:cNvSpPr/>
            <p:nvPr/>
          </p:nvSpPr>
          <p:spPr>
            <a:xfrm>
              <a:off x="288" y="1056"/>
              <a:ext cx="0" cy="960"/>
            </a:xfrm>
            <a:prstGeom prst="line">
              <a:avLst/>
            </a:prstGeom>
            <a:ln w="9525" cap="flat" cmpd="sng">
              <a:solidFill>
                <a:schemeClr val="tx1"/>
              </a:solidFill>
              <a:prstDash val="solid"/>
              <a:headEnd type="none" w="med" len="med"/>
              <a:tailEnd type="none" w="med" len="med"/>
            </a:ln>
          </p:spPr>
        </p:sp>
        <p:sp>
          <p:nvSpPr>
            <p:cNvPr id="96312" name="Oval 56"/>
            <p:cNvSpPr/>
            <p:nvPr/>
          </p:nvSpPr>
          <p:spPr>
            <a:xfrm>
              <a:off x="0" y="2448"/>
              <a:ext cx="288" cy="288"/>
            </a:xfrm>
            <a:prstGeom prst="ellipse">
              <a:avLst/>
            </a:prstGeom>
            <a:solidFill>
              <a:schemeClr val="hlink"/>
            </a:solidFill>
            <a:ln w="9525"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har char="•"/>
                <a:defRPr sz="3200">
                  <a:solidFill>
                    <a:srgbClr val="666699"/>
                  </a:solidFill>
                  <a:latin typeface="+mn-lt"/>
                  <a:ea typeface="+mn-ea"/>
                  <a:cs typeface="+mn-cs"/>
                </a:defRPr>
              </a:lvl1pPr>
              <a:lvl2pPr marL="742950" indent="-285750" algn="l" rtl="0" eaLnBrk="0" fontAlgn="base" hangingPunct="0">
                <a:spcBef>
                  <a:spcPct val="20000"/>
                </a:spcBef>
                <a:spcAft>
                  <a:spcPct val="0"/>
                </a:spcAft>
                <a:buChar char="–"/>
                <a:defRPr sz="2800">
                  <a:solidFill>
                    <a:srgbClr val="666699"/>
                  </a:solidFill>
                  <a:latin typeface="+mn-lt"/>
                  <a:ea typeface="+mn-ea"/>
                </a:defRPr>
              </a:lvl2pPr>
              <a:lvl3pPr marL="1143000" indent="-228600" algn="l" rtl="0" eaLnBrk="0" fontAlgn="base" hangingPunct="0">
                <a:spcBef>
                  <a:spcPct val="20000"/>
                </a:spcBef>
                <a:spcAft>
                  <a:spcPct val="0"/>
                </a:spcAft>
                <a:buChar char="•"/>
                <a:defRPr sz="2400">
                  <a:solidFill>
                    <a:srgbClr val="666699"/>
                  </a:solidFill>
                  <a:latin typeface="+mn-lt"/>
                  <a:ea typeface="+mn-ea"/>
                </a:defRPr>
              </a:lvl3pPr>
              <a:lvl4pPr marL="1600200" indent="-228600" algn="l" rtl="0" eaLnBrk="0" fontAlgn="base" hangingPunct="0">
                <a:spcBef>
                  <a:spcPct val="20000"/>
                </a:spcBef>
                <a:spcAft>
                  <a:spcPct val="0"/>
                </a:spcAft>
                <a:buChar char="–"/>
                <a:defRPr sz="2000">
                  <a:solidFill>
                    <a:srgbClr val="666699"/>
                  </a:solidFill>
                  <a:latin typeface="+mn-lt"/>
                  <a:ea typeface="+mn-ea"/>
                </a:defRPr>
              </a:lvl4pPr>
              <a:lvl5pPr marL="2057400" indent="-228600" algn="l" rtl="0" eaLnBrk="0" fontAlgn="base" hangingPunct="0">
                <a:spcBef>
                  <a:spcPct val="20000"/>
                </a:spcBef>
                <a:spcAft>
                  <a:spcPct val="0"/>
                </a:spcAft>
                <a:buChar char="»"/>
                <a:defRPr sz="2000">
                  <a:solidFill>
                    <a:srgbClr val="666699"/>
                  </a:solidFill>
                  <a:latin typeface="+mn-lt"/>
                  <a:ea typeface="+mn-ea"/>
                </a:defRPr>
              </a:lvl5pPr>
            </a:lstStyle>
            <a:p>
              <a:pPr marL="0" lvl="0" indent="0" eaLnBrk="1" hangingPunct="1">
                <a:spcBef>
                  <a:spcPct val="0"/>
                </a:spcBef>
                <a:buNone/>
              </a:pPr>
              <a:endParaRPr lang="zh-CN" altLang="en-US" sz="2400" dirty="0">
                <a:solidFill>
                  <a:schemeClr val="tx1"/>
                </a:solidFill>
              </a:endParaRPr>
            </a:p>
          </p:txBody>
        </p:sp>
        <p:sp>
          <p:nvSpPr>
            <p:cNvPr id="96313" name="Line 57"/>
            <p:cNvSpPr/>
            <p:nvPr/>
          </p:nvSpPr>
          <p:spPr>
            <a:xfrm>
              <a:off x="144" y="2400"/>
              <a:ext cx="5184" cy="0"/>
            </a:xfrm>
            <a:prstGeom prst="line">
              <a:avLst/>
            </a:prstGeom>
            <a:ln w="9525" cap="flat" cmpd="sng">
              <a:solidFill>
                <a:schemeClr val="tx1"/>
              </a:solidFill>
              <a:prstDash val="solid"/>
              <a:headEnd type="none" w="med" len="med"/>
              <a:tailEnd type="none" w="med" len="med"/>
            </a:ln>
          </p:spPr>
        </p:sp>
        <p:sp>
          <p:nvSpPr>
            <p:cNvPr id="96314" name="Line 58"/>
            <p:cNvSpPr/>
            <p:nvPr/>
          </p:nvSpPr>
          <p:spPr>
            <a:xfrm>
              <a:off x="144" y="2400"/>
              <a:ext cx="0" cy="48"/>
            </a:xfrm>
            <a:prstGeom prst="line">
              <a:avLst/>
            </a:prstGeom>
            <a:ln w="9525" cap="flat" cmpd="sng">
              <a:solidFill>
                <a:schemeClr val="tx1"/>
              </a:solidFill>
              <a:prstDash val="solid"/>
              <a:headEnd type="none" w="med" len="med"/>
              <a:tailEnd type="triangle" w="med" len="med"/>
            </a:ln>
          </p:spPr>
        </p:sp>
        <p:sp>
          <p:nvSpPr>
            <p:cNvPr id="96315" name="Line 59"/>
            <p:cNvSpPr/>
            <p:nvPr/>
          </p:nvSpPr>
          <p:spPr>
            <a:xfrm>
              <a:off x="288" y="2256"/>
              <a:ext cx="0" cy="144"/>
            </a:xfrm>
            <a:prstGeom prst="line">
              <a:avLst/>
            </a:prstGeom>
            <a:ln w="9525" cap="flat" cmpd="sng">
              <a:solidFill>
                <a:schemeClr val="tx1"/>
              </a:solidFill>
              <a:prstDash val="solid"/>
              <a:headEnd type="none" w="med" len="med"/>
              <a:tailEnd type="triangle" w="med" len="med"/>
            </a:ln>
          </p:spPr>
        </p:sp>
        <p:sp>
          <p:nvSpPr>
            <p:cNvPr id="96316" name="Line 60"/>
            <p:cNvSpPr/>
            <p:nvPr/>
          </p:nvSpPr>
          <p:spPr>
            <a:xfrm>
              <a:off x="1056" y="2256"/>
              <a:ext cx="0" cy="144"/>
            </a:xfrm>
            <a:prstGeom prst="line">
              <a:avLst/>
            </a:prstGeom>
            <a:ln w="9525" cap="flat" cmpd="sng">
              <a:solidFill>
                <a:schemeClr val="tx1"/>
              </a:solidFill>
              <a:prstDash val="solid"/>
              <a:headEnd type="none" w="med" len="med"/>
              <a:tailEnd type="triangle" w="med" len="med"/>
            </a:ln>
          </p:spPr>
        </p:sp>
        <p:sp>
          <p:nvSpPr>
            <p:cNvPr id="96317" name="Line 61"/>
            <p:cNvSpPr/>
            <p:nvPr/>
          </p:nvSpPr>
          <p:spPr>
            <a:xfrm>
              <a:off x="1968" y="2256"/>
              <a:ext cx="0" cy="144"/>
            </a:xfrm>
            <a:prstGeom prst="line">
              <a:avLst/>
            </a:prstGeom>
            <a:ln w="9525" cap="flat" cmpd="sng">
              <a:solidFill>
                <a:schemeClr val="tx1"/>
              </a:solidFill>
              <a:prstDash val="solid"/>
              <a:headEnd type="none" w="med" len="med"/>
              <a:tailEnd type="triangle" w="med" len="med"/>
            </a:ln>
          </p:spPr>
        </p:sp>
        <p:sp>
          <p:nvSpPr>
            <p:cNvPr id="96318" name="Line 62"/>
            <p:cNvSpPr/>
            <p:nvPr/>
          </p:nvSpPr>
          <p:spPr>
            <a:xfrm>
              <a:off x="2688" y="2256"/>
              <a:ext cx="0" cy="144"/>
            </a:xfrm>
            <a:prstGeom prst="line">
              <a:avLst/>
            </a:prstGeom>
            <a:ln w="9525" cap="flat" cmpd="sng">
              <a:solidFill>
                <a:schemeClr val="tx1"/>
              </a:solidFill>
              <a:prstDash val="solid"/>
              <a:headEnd type="none" w="med" len="med"/>
              <a:tailEnd type="triangle" w="med" len="med"/>
            </a:ln>
          </p:spPr>
        </p:sp>
        <p:sp>
          <p:nvSpPr>
            <p:cNvPr id="96319" name="Line 63"/>
            <p:cNvSpPr/>
            <p:nvPr/>
          </p:nvSpPr>
          <p:spPr>
            <a:xfrm>
              <a:off x="3696" y="2256"/>
              <a:ext cx="0" cy="144"/>
            </a:xfrm>
            <a:prstGeom prst="line">
              <a:avLst/>
            </a:prstGeom>
            <a:ln w="9525" cap="flat" cmpd="sng">
              <a:solidFill>
                <a:schemeClr val="tx1"/>
              </a:solidFill>
              <a:prstDash val="solid"/>
              <a:headEnd type="none" w="med" len="med"/>
              <a:tailEnd type="triangle" w="med" len="med"/>
            </a:ln>
          </p:spPr>
        </p:sp>
        <p:sp>
          <p:nvSpPr>
            <p:cNvPr id="96320" name="Line 64"/>
            <p:cNvSpPr/>
            <p:nvPr/>
          </p:nvSpPr>
          <p:spPr>
            <a:xfrm>
              <a:off x="4704" y="2256"/>
              <a:ext cx="0" cy="144"/>
            </a:xfrm>
            <a:prstGeom prst="line">
              <a:avLst/>
            </a:prstGeom>
            <a:ln w="9525" cap="flat" cmpd="sng">
              <a:solidFill>
                <a:schemeClr val="tx1"/>
              </a:solidFill>
              <a:prstDash val="solid"/>
              <a:headEnd type="none" w="med" len="med"/>
              <a:tailEnd type="triangle" w="med" len="med"/>
            </a:ln>
          </p:spPr>
        </p:sp>
        <p:sp>
          <p:nvSpPr>
            <p:cNvPr id="96321" name="Line 65"/>
            <p:cNvSpPr/>
            <p:nvPr/>
          </p:nvSpPr>
          <p:spPr>
            <a:xfrm>
              <a:off x="1968" y="1680"/>
              <a:ext cx="0" cy="336"/>
            </a:xfrm>
            <a:prstGeom prst="line">
              <a:avLst/>
            </a:prstGeom>
            <a:ln w="9525" cap="flat" cmpd="sng">
              <a:solidFill>
                <a:schemeClr val="tx1"/>
              </a:solidFill>
              <a:prstDash val="solid"/>
              <a:headEnd type="none" w="med" len="med"/>
              <a:tailEnd type="triangle" w="med" len="med"/>
            </a:ln>
          </p:spPr>
        </p:sp>
        <p:sp>
          <p:nvSpPr>
            <p:cNvPr id="96322" name="Line 66"/>
            <p:cNvSpPr/>
            <p:nvPr/>
          </p:nvSpPr>
          <p:spPr>
            <a:xfrm>
              <a:off x="2688" y="1680"/>
              <a:ext cx="0" cy="336"/>
            </a:xfrm>
            <a:prstGeom prst="line">
              <a:avLst/>
            </a:prstGeom>
            <a:ln w="9525" cap="flat" cmpd="sng">
              <a:solidFill>
                <a:schemeClr val="tx1"/>
              </a:solidFill>
              <a:prstDash val="solid"/>
              <a:headEnd type="none" w="med" len="med"/>
              <a:tailEnd type="triangle" w="med" len="med"/>
            </a:ln>
          </p:spPr>
        </p:sp>
        <p:sp>
          <p:nvSpPr>
            <p:cNvPr id="96323" name="Line 67"/>
            <p:cNvSpPr/>
            <p:nvPr/>
          </p:nvSpPr>
          <p:spPr>
            <a:xfrm>
              <a:off x="3696" y="1680"/>
              <a:ext cx="0" cy="336"/>
            </a:xfrm>
            <a:prstGeom prst="line">
              <a:avLst/>
            </a:prstGeom>
            <a:ln w="9525" cap="flat" cmpd="sng">
              <a:solidFill>
                <a:schemeClr val="tx1"/>
              </a:solidFill>
              <a:prstDash val="solid"/>
              <a:headEnd type="none" w="med" len="med"/>
              <a:tailEnd type="triangle" w="med" len="med"/>
            </a:ln>
          </p:spPr>
        </p:sp>
        <p:sp>
          <p:nvSpPr>
            <p:cNvPr id="96324" name="Line 68"/>
            <p:cNvSpPr/>
            <p:nvPr/>
          </p:nvSpPr>
          <p:spPr>
            <a:xfrm>
              <a:off x="4704" y="1680"/>
              <a:ext cx="0" cy="336"/>
            </a:xfrm>
            <a:prstGeom prst="line">
              <a:avLst/>
            </a:prstGeom>
            <a:ln w="9525" cap="flat" cmpd="sng">
              <a:solidFill>
                <a:schemeClr val="tx1"/>
              </a:solidFill>
              <a:prstDash val="solid"/>
              <a:headEnd type="none" w="med" len="med"/>
              <a:tailEnd type="triangle" w="med" len="med"/>
            </a:ln>
          </p:spPr>
        </p:sp>
        <p:sp>
          <p:nvSpPr>
            <p:cNvPr id="96325" name="Line 69"/>
            <p:cNvSpPr/>
            <p:nvPr/>
          </p:nvSpPr>
          <p:spPr>
            <a:xfrm>
              <a:off x="192" y="288"/>
              <a:ext cx="0" cy="576"/>
            </a:xfrm>
            <a:prstGeom prst="line">
              <a:avLst/>
            </a:prstGeom>
            <a:ln w="9525" cap="flat" cmpd="sng">
              <a:solidFill>
                <a:schemeClr val="tx1"/>
              </a:solidFill>
              <a:prstDash val="solid"/>
              <a:headEnd type="none" w="med" len="med"/>
              <a:tailEnd type="none" w="med" len="med"/>
            </a:ln>
          </p:spPr>
        </p:sp>
        <p:sp>
          <p:nvSpPr>
            <p:cNvPr id="96326" name="Line 70"/>
            <p:cNvSpPr/>
            <p:nvPr/>
          </p:nvSpPr>
          <p:spPr>
            <a:xfrm>
              <a:off x="192" y="864"/>
              <a:ext cx="768" cy="0"/>
            </a:xfrm>
            <a:prstGeom prst="line">
              <a:avLst/>
            </a:prstGeom>
            <a:ln w="9525" cap="flat" cmpd="sng">
              <a:solidFill>
                <a:schemeClr val="tx1"/>
              </a:solidFill>
              <a:prstDash val="solid"/>
              <a:headEnd type="none" w="med" len="med"/>
              <a:tailEnd type="triangle" w="med" len="med"/>
            </a:ln>
          </p:spPr>
        </p:sp>
        <p:sp>
          <p:nvSpPr>
            <p:cNvPr id="96327" name="Line 71"/>
            <p:cNvSpPr/>
            <p:nvPr/>
          </p:nvSpPr>
          <p:spPr>
            <a:xfrm>
              <a:off x="1296" y="1536"/>
              <a:ext cx="144" cy="0"/>
            </a:xfrm>
            <a:prstGeom prst="line">
              <a:avLst/>
            </a:prstGeom>
            <a:ln w="9525" cap="flat" cmpd="sng">
              <a:solidFill>
                <a:schemeClr val="tx1"/>
              </a:solidFill>
              <a:prstDash val="solid"/>
              <a:headEnd type="none" w="med" len="med"/>
              <a:tailEnd type="triangle" w="med" len="med"/>
            </a:ln>
          </p:spPr>
        </p:sp>
        <p:sp>
          <p:nvSpPr>
            <p:cNvPr id="96328" name="Line 72"/>
            <p:cNvSpPr/>
            <p:nvPr/>
          </p:nvSpPr>
          <p:spPr>
            <a:xfrm flipH="1">
              <a:off x="1440" y="1536"/>
              <a:ext cx="192" cy="0"/>
            </a:xfrm>
            <a:prstGeom prst="line">
              <a:avLst/>
            </a:prstGeom>
            <a:ln w="9525" cap="flat" cmpd="sng">
              <a:solidFill>
                <a:schemeClr val="tx1"/>
              </a:solidFill>
              <a:prstDash val="solid"/>
              <a:headEnd type="none" w="med" len="med"/>
              <a:tailEnd type="triangle" w="med" len="med"/>
            </a:ln>
          </p:spPr>
        </p:sp>
        <p:sp>
          <p:nvSpPr>
            <p:cNvPr id="96329" name="Line 73"/>
            <p:cNvSpPr/>
            <p:nvPr/>
          </p:nvSpPr>
          <p:spPr>
            <a:xfrm flipV="1">
              <a:off x="1440" y="240"/>
              <a:ext cx="0" cy="1296"/>
            </a:xfrm>
            <a:prstGeom prst="line">
              <a:avLst/>
            </a:prstGeom>
            <a:ln w="9525" cap="flat" cmpd="sng">
              <a:solidFill>
                <a:schemeClr val="tx1"/>
              </a:solidFill>
              <a:prstDash val="solid"/>
              <a:headEnd type="none" w="med" len="med"/>
              <a:tailEnd type="none" w="med" len="med"/>
            </a:ln>
          </p:spPr>
        </p:sp>
        <p:sp>
          <p:nvSpPr>
            <p:cNvPr id="96330" name="Line 74"/>
            <p:cNvSpPr/>
            <p:nvPr/>
          </p:nvSpPr>
          <p:spPr>
            <a:xfrm>
              <a:off x="1440" y="240"/>
              <a:ext cx="528" cy="0"/>
            </a:xfrm>
            <a:prstGeom prst="line">
              <a:avLst/>
            </a:prstGeom>
            <a:ln w="9525" cap="flat" cmpd="sng">
              <a:solidFill>
                <a:schemeClr val="tx1"/>
              </a:solidFill>
              <a:prstDash val="solid"/>
              <a:headEnd type="none" w="med" len="med"/>
              <a:tailEnd type="none" w="med" len="med"/>
            </a:ln>
          </p:spPr>
        </p:sp>
        <p:sp>
          <p:nvSpPr>
            <p:cNvPr id="96331" name="Line 75"/>
            <p:cNvSpPr/>
            <p:nvPr/>
          </p:nvSpPr>
          <p:spPr>
            <a:xfrm>
              <a:off x="1968" y="240"/>
              <a:ext cx="0" cy="240"/>
            </a:xfrm>
            <a:prstGeom prst="line">
              <a:avLst/>
            </a:prstGeom>
            <a:ln w="9525" cap="flat" cmpd="sng">
              <a:solidFill>
                <a:schemeClr val="tx1"/>
              </a:solidFill>
              <a:prstDash val="solid"/>
              <a:headEnd type="none" w="med" len="med"/>
              <a:tailEnd type="triangle" w="med" len="med"/>
            </a:ln>
          </p:spPr>
        </p:sp>
        <p:sp>
          <p:nvSpPr>
            <p:cNvPr id="96332" name="Line 76"/>
            <p:cNvSpPr/>
            <p:nvPr/>
          </p:nvSpPr>
          <p:spPr>
            <a:xfrm>
              <a:off x="1968" y="768"/>
              <a:ext cx="0" cy="192"/>
            </a:xfrm>
            <a:prstGeom prst="line">
              <a:avLst/>
            </a:prstGeom>
            <a:ln w="9525" cap="flat" cmpd="sng">
              <a:solidFill>
                <a:schemeClr val="tx1"/>
              </a:solidFill>
              <a:prstDash val="solid"/>
              <a:headEnd type="none" w="med" len="med"/>
              <a:tailEnd type="triangle" w="med" len="med"/>
            </a:ln>
          </p:spPr>
        </p:sp>
        <p:sp>
          <p:nvSpPr>
            <p:cNvPr id="96333" name="Line 77"/>
            <p:cNvSpPr/>
            <p:nvPr/>
          </p:nvSpPr>
          <p:spPr>
            <a:xfrm>
              <a:off x="2304" y="624"/>
              <a:ext cx="336" cy="0"/>
            </a:xfrm>
            <a:prstGeom prst="line">
              <a:avLst/>
            </a:prstGeom>
            <a:ln w="9525" cap="flat" cmpd="sng">
              <a:solidFill>
                <a:schemeClr val="tx1"/>
              </a:solidFill>
              <a:prstDash val="solid"/>
              <a:headEnd type="none" w="med" len="med"/>
              <a:tailEnd type="none" w="med" len="med"/>
            </a:ln>
          </p:spPr>
        </p:sp>
        <p:sp>
          <p:nvSpPr>
            <p:cNvPr id="96334" name="Line 78"/>
            <p:cNvSpPr/>
            <p:nvPr/>
          </p:nvSpPr>
          <p:spPr>
            <a:xfrm>
              <a:off x="2640" y="624"/>
              <a:ext cx="0" cy="336"/>
            </a:xfrm>
            <a:prstGeom prst="line">
              <a:avLst/>
            </a:prstGeom>
            <a:ln w="9525" cap="flat" cmpd="sng">
              <a:solidFill>
                <a:schemeClr val="tx1"/>
              </a:solidFill>
              <a:prstDash val="solid"/>
              <a:headEnd type="none" w="med" len="med"/>
              <a:tailEnd type="triangle" w="med" len="med"/>
            </a:ln>
          </p:spPr>
        </p:sp>
        <p:sp>
          <p:nvSpPr>
            <p:cNvPr id="96335" name="Line 79"/>
            <p:cNvSpPr/>
            <p:nvPr/>
          </p:nvSpPr>
          <p:spPr>
            <a:xfrm>
              <a:off x="1968" y="1248"/>
              <a:ext cx="0" cy="144"/>
            </a:xfrm>
            <a:prstGeom prst="line">
              <a:avLst/>
            </a:prstGeom>
            <a:ln w="9525" cap="flat" cmpd="sng">
              <a:solidFill>
                <a:schemeClr val="tx1"/>
              </a:solidFill>
              <a:prstDash val="solid"/>
              <a:headEnd type="none" w="med" len="med"/>
              <a:tailEnd type="triangle" w="med" len="med"/>
            </a:ln>
          </p:spPr>
        </p:sp>
        <p:sp>
          <p:nvSpPr>
            <p:cNvPr id="96336" name="Line 80"/>
            <p:cNvSpPr/>
            <p:nvPr/>
          </p:nvSpPr>
          <p:spPr>
            <a:xfrm>
              <a:off x="2688" y="1248"/>
              <a:ext cx="0" cy="144"/>
            </a:xfrm>
            <a:prstGeom prst="line">
              <a:avLst/>
            </a:prstGeom>
            <a:ln w="9525" cap="flat" cmpd="sng">
              <a:solidFill>
                <a:schemeClr val="tx1"/>
              </a:solidFill>
              <a:prstDash val="solid"/>
              <a:headEnd type="none" w="med" len="med"/>
              <a:tailEnd type="triangle" w="med" len="med"/>
            </a:ln>
          </p:spPr>
        </p:sp>
        <p:sp>
          <p:nvSpPr>
            <p:cNvPr id="96337" name="Line 81"/>
            <p:cNvSpPr/>
            <p:nvPr/>
          </p:nvSpPr>
          <p:spPr>
            <a:xfrm>
              <a:off x="3696" y="1248"/>
              <a:ext cx="0" cy="144"/>
            </a:xfrm>
            <a:prstGeom prst="line">
              <a:avLst/>
            </a:prstGeom>
            <a:ln w="9525" cap="flat" cmpd="sng">
              <a:solidFill>
                <a:schemeClr val="tx1"/>
              </a:solidFill>
              <a:prstDash val="solid"/>
              <a:headEnd type="none" w="med" len="med"/>
              <a:tailEnd type="triangle" w="med" len="med"/>
            </a:ln>
          </p:spPr>
        </p:sp>
        <p:sp>
          <p:nvSpPr>
            <p:cNvPr id="96338" name="Line 82"/>
            <p:cNvSpPr/>
            <p:nvPr/>
          </p:nvSpPr>
          <p:spPr>
            <a:xfrm>
              <a:off x="4704" y="1248"/>
              <a:ext cx="0" cy="144"/>
            </a:xfrm>
            <a:prstGeom prst="line">
              <a:avLst/>
            </a:prstGeom>
            <a:ln w="9525" cap="flat" cmpd="sng">
              <a:solidFill>
                <a:schemeClr val="tx1"/>
              </a:solidFill>
              <a:prstDash val="solid"/>
              <a:headEnd type="none" w="med" len="med"/>
              <a:tailEnd type="triangle" w="med" len="med"/>
            </a:ln>
          </p:spPr>
        </p:sp>
        <p:sp>
          <p:nvSpPr>
            <p:cNvPr id="96339" name="Line 83"/>
            <p:cNvSpPr/>
            <p:nvPr/>
          </p:nvSpPr>
          <p:spPr>
            <a:xfrm>
              <a:off x="3024" y="1536"/>
              <a:ext cx="144" cy="0"/>
            </a:xfrm>
            <a:prstGeom prst="line">
              <a:avLst/>
            </a:prstGeom>
            <a:ln w="9525" cap="flat" cmpd="sng">
              <a:solidFill>
                <a:schemeClr val="tx1"/>
              </a:solidFill>
              <a:prstDash val="solid"/>
              <a:headEnd type="none" w="med" len="med"/>
              <a:tailEnd type="triangle" w="med" len="med"/>
            </a:ln>
          </p:spPr>
        </p:sp>
        <p:sp>
          <p:nvSpPr>
            <p:cNvPr id="96340" name="Line 84"/>
            <p:cNvSpPr/>
            <p:nvPr/>
          </p:nvSpPr>
          <p:spPr>
            <a:xfrm flipH="1">
              <a:off x="3168" y="1536"/>
              <a:ext cx="192" cy="0"/>
            </a:xfrm>
            <a:prstGeom prst="line">
              <a:avLst/>
            </a:prstGeom>
            <a:ln w="9525" cap="flat" cmpd="sng">
              <a:solidFill>
                <a:schemeClr val="tx1"/>
              </a:solidFill>
              <a:prstDash val="solid"/>
              <a:headEnd type="none" w="med" len="med"/>
              <a:tailEnd type="triangle" w="med" len="med"/>
            </a:ln>
          </p:spPr>
        </p:sp>
        <p:sp>
          <p:nvSpPr>
            <p:cNvPr id="96341" name="Line 85"/>
            <p:cNvSpPr/>
            <p:nvPr/>
          </p:nvSpPr>
          <p:spPr>
            <a:xfrm flipV="1">
              <a:off x="3168" y="240"/>
              <a:ext cx="0" cy="1296"/>
            </a:xfrm>
            <a:prstGeom prst="line">
              <a:avLst/>
            </a:prstGeom>
            <a:ln w="9525" cap="flat" cmpd="sng">
              <a:solidFill>
                <a:schemeClr val="tx1"/>
              </a:solidFill>
              <a:prstDash val="solid"/>
              <a:headEnd type="none" w="med" len="med"/>
              <a:tailEnd type="none" w="med" len="med"/>
            </a:ln>
          </p:spPr>
        </p:sp>
        <p:sp>
          <p:nvSpPr>
            <p:cNvPr id="96342" name="Line 86"/>
            <p:cNvSpPr/>
            <p:nvPr/>
          </p:nvSpPr>
          <p:spPr>
            <a:xfrm>
              <a:off x="3168" y="240"/>
              <a:ext cx="528" cy="0"/>
            </a:xfrm>
            <a:prstGeom prst="line">
              <a:avLst/>
            </a:prstGeom>
            <a:ln w="9525" cap="flat" cmpd="sng">
              <a:solidFill>
                <a:schemeClr val="tx1"/>
              </a:solidFill>
              <a:prstDash val="solid"/>
              <a:headEnd type="none" w="med" len="med"/>
              <a:tailEnd type="none" w="med" len="med"/>
            </a:ln>
          </p:spPr>
        </p:sp>
        <p:sp>
          <p:nvSpPr>
            <p:cNvPr id="96343" name="Line 87"/>
            <p:cNvSpPr/>
            <p:nvPr/>
          </p:nvSpPr>
          <p:spPr>
            <a:xfrm>
              <a:off x="3696" y="240"/>
              <a:ext cx="0" cy="240"/>
            </a:xfrm>
            <a:prstGeom prst="line">
              <a:avLst/>
            </a:prstGeom>
            <a:ln w="9525" cap="flat" cmpd="sng">
              <a:solidFill>
                <a:schemeClr val="tx1"/>
              </a:solidFill>
              <a:prstDash val="solid"/>
              <a:headEnd type="none" w="med" len="med"/>
              <a:tailEnd type="triangle" w="med" len="med"/>
            </a:ln>
          </p:spPr>
        </p:sp>
        <p:sp>
          <p:nvSpPr>
            <p:cNvPr id="96344" name="Line 88"/>
            <p:cNvSpPr/>
            <p:nvPr/>
          </p:nvSpPr>
          <p:spPr>
            <a:xfrm>
              <a:off x="3696" y="768"/>
              <a:ext cx="0" cy="192"/>
            </a:xfrm>
            <a:prstGeom prst="line">
              <a:avLst/>
            </a:prstGeom>
            <a:ln w="9525" cap="flat" cmpd="sng">
              <a:solidFill>
                <a:schemeClr val="tx1"/>
              </a:solidFill>
              <a:prstDash val="solid"/>
              <a:headEnd type="none" w="med" len="med"/>
              <a:tailEnd type="triangle" w="med" len="med"/>
            </a:ln>
          </p:spPr>
        </p:sp>
        <p:sp>
          <p:nvSpPr>
            <p:cNvPr id="96345" name="Line 89"/>
            <p:cNvSpPr/>
            <p:nvPr/>
          </p:nvSpPr>
          <p:spPr>
            <a:xfrm>
              <a:off x="4032" y="624"/>
              <a:ext cx="144" cy="0"/>
            </a:xfrm>
            <a:prstGeom prst="line">
              <a:avLst/>
            </a:prstGeom>
            <a:ln w="9525" cap="flat" cmpd="sng">
              <a:solidFill>
                <a:schemeClr val="tx1"/>
              </a:solidFill>
              <a:prstDash val="solid"/>
              <a:headEnd type="none" w="med" len="med"/>
              <a:tailEnd type="triangle" w="med" len="med"/>
            </a:ln>
          </p:spPr>
        </p:sp>
        <p:sp>
          <p:nvSpPr>
            <p:cNvPr id="96346" name="Line 90"/>
            <p:cNvSpPr/>
            <p:nvPr/>
          </p:nvSpPr>
          <p:spPr>
            <a:xfrm flipH="1">
              <a:off x="4176" y="1536"/>
              <a:ext cx="192" cy="0"/>
            </a:xfrm>
            <a:prstGeom prst="line">
              <a:avLst/>
            </a:prstGeom>
            <a:ln w="9525" cap="flat" cmpd="sng">
              <a:solidFill>
                <a:schemeClr val="tx1"/>
              </a:solidFill>
              <a:prstDash val="solid"/>
              <a:headEnd type="none" w="med" len="med"/>
              <a:tailEnd type="triangle" w="med" len="med"/>
            </a:ln>
          </p:spPr>
        </p:sp>
        <p:sp>
          <p:nvSpPr>
            <p:cNvPr id="96347" name="Line 91"/>
            <p:cNvSpPr/>
            <p:nvPr/>
          </p:nvSpPr>
          <p:spPr>
            <a:xfrm flipV="1">
              <a:off x="4176" y="624"/>
              <a:ext cx="0" cy="912"/>
            </a:xfrm>
            <a:prstGeom prst="line">
              <a:avLst/>
            </a:prstGeom>
            <a:ln w="9525" cap="flat" cmpd="sng">
              <a:solidFill>
                <a:schemeClr val="tx1"/>
              </a:solidFill>
              <a:prstDash val="solid"/>
              <a:headEnd type="none" w="med" len="med"/>
              <a:tailEnd type="none" w="med" len="med"/>
            </a:ln>
          </p:spPr>
        </p:sp>
        <p:sp>
          <p:nvSpPr>
            <p:cNvPr id="96348" name="Line 92"/>
            <p:cNvSpPr/>
            <p:nvPr/>
          </p:nvSpPr>
          <p:spPr>
            <a:xfrm>
              <a:off x="4176" y="240"/>
              <a:ext cx="432" cy="0"/>
            </a:xfrm>
            <a:prstGeom prst="line">
              <a:avLst/>
            </a:prstGeom>
            <a:ln w="9525" cap="flat" cmpd="sng">
              <a:solidFill>
                <a:schemeClr val="tx1"/>
              </a:solidFill>
              <a:prstDash val="solid"/>
              <a:headEnd type="none" w="med" len="med"/>
              <a:tailEnd type="none" w="med" len="med"/>
            </a:ln>
          </p:spPr>
        </p:sp>
        <p:sp>
          <p:nvSpPr>
            <p:cNvPr id="96349" name="Line 93"/>
            <p:cNvSpPr/>
            <p:nvPr/>
          </p:nvSpPr>
          <p:spPr>
            <a:xfrm>
              <a:off x="4608" y="240"/>
              <a:ext cx="0" cy="240"/>
            </a:xfrm>
            <a:prstGeom prst="line">
              <a:avLst/>
            </a:prstGeom>
            <a:ln w="9525" cap="flat" cmpd="sng">
              <a:solidFill>
                <a:schemeClr val="tx1"/>
              </a:solidFill>
              <a:prstDash val="solid"/>
              <a:headEnd type="none" w="med" len="med"/>
              <a:tailEnd type="triangle" w="med" len="med"/>
            </a:ln>
          </p:spPr>
        </p:sp>
        <p:sp>
          <p:nvSpPr>
            <p:cNvPr id="96350" name="Line 94"/>
            <p:cNvSpPr/>
            <p:nvPr/>
          </p:nvSpPr>
          <p:spPr>
            <a:xfrm>
              <a:off x="4944" y="624"/>
              <a:ext cx="384" cy="0"/>
            </a:xfrm>
            <a:prstGeom prst="line">
              <a:avLst/>
            </a:prstGeom>
            <a:ln w="9525" cap="flat" cmpd="sng">
              <a:solidFill>
                <a:schemeClr val="tx1"/>
              </a:solidFill>
              <a:prstDash val="solid"/>
              <a:headEnd type="none" w="med" len="med"/>
              <a:tailEnd type="none" w="med" len="med"/>
            </a:ln>
          </p:spPr>
        </p:sp>
        <p:sp>
          <p:nvSpPr>
            <p:cNvPr id="96351" name="Line 95"/>
            <p:cNvSpPr/>
            <p:nvPr/>
          </p:nvSpPr>
          <p:spPr>
            <a:xfrm>
              <a:off x="5328" y="624"/>
              <a:ext cx="0" cy="336"/>
            </a:xfrm>
            <a:prstGeom prst="line">
              <a:avLst/>
            </a:prstGeom>
            <a:ln w="9525" cap="flat" cmpd="sng">
              <a:solidFill>
                <a:schemeClr val="tx1"/>
              </a:solidFill>
              <a:prstDash val="solid"/>
              <a:headEnd type="none" w="med" len="med"/>
              <a:tailEnd type="triangle" w="med" len="med"/>
            </a:ln>
          </p:spPr>
        </p:sp>
        <p:sp>
          <p:nvSpPr>
            <p:cNvPr id="96352" name="Line 96"/>
            <p:cNvSpPr/>
            <p:nvPr/>
          </p:nvSpPr>
          <p:spPr>
            <a:xfrm>
              <a:off x="5328" y="1248"/>
              <a:ext cx="0" cy="1152"/>
            </a:xfrm>
            <a:prstGeom prst="line">
              <a:avLst/>
            </a:prstGeom>
            <a:ln w="9525" cap="flat" cmpd="sng">
              <a:solidFill>
                <a:schemeClr val="tx1"/>
              </a:solidFill>
              <a:prstDash val="solid"/>
              <a:headEnd type="none" w="med" len="med"/>
              <a:tailEnd type="triangle" w="med" len="med"/>
            </a:ln>
          </p:spPr>
        </p:sp>
        <p:sp>
          <p:nvSpPr>
            <p:cNvPr id="96353" name="Line 97"/>
            <p:cNvSpPr/>
            <p:nvPr/>
          </p:nvSpPr>
          <p:spPr>
            <a:xfrm>
              <a:off x="336" y="2496"/>
              <a:ext cx="0" cy="192"/>
            </a:xfrm>
            <a:prstGeom prst="line">
              <a:avLst/>
            </a:prstGeom>
            <a:ln w="9525" cap="flat" cmpd="sng">
              <a:solidFill>
                <a:schemeClr val="tx1"/>
              </a:solidFill>
              <a:prstDash val="solid"/>
              <a:headEnd type="none" w="med" len="med"/>
              <a:tailEnd type="none" w="med" len="med"/>
            </a:ln>
          </p:spPr>
        </p:sp>
        <p:sp>
          <p:nvSpPr>
            <p:cNvPr id="96354" name="Line 98"/>
            <p:cNvSpPr/>
            <p:nvPr/>
          </p:nvSpPr>
          <p:spPr>
            <a:xfrm>
              <a:off x="1440" y="2496"/>
              <a:ext cx="0" cy="192"/>
            </a:xfrm>
            <a:prstGeom prst="line">
              <a:avLst/>
            </a:prstGeom>
            <a:ln w="9525" cap="flat" cmpd="sng">
              <a:solidFill>
                <a:schemeClr val="tx1"/>
              </a:solidFill>
              <a:prstDash val="solid"/>
              <a:headEnd type="none" w="med" len="med"/>
              <a:tailEnd type="none" w="med" len="med"/>
            </a:ln>
          </p:spPr>
        </p:sp>
        <p:sp>
          <p:nvSpPr>
            <p:cNvPr id="96355" name="Line 99"/>
            <p:cNvSpPr/>
            <p:nvPr/>
          </p:nvSpPr>
          <p:spPr>
            <a:xfrm>
              <a:off x="2352" y="2496"/>
              <a:ext cx="0" cy="192"/>
            </a:xfrm>
            <a:prstGeom prst="line">
              <a:avLst/>
            </a:prstGeom>
            <a:ln w="9525" cap="flat" cmpd="sng">
              <a:solidFill>
                <a:schemeClr val="tx1"/>
              </a:solidFill>
              <a:prstDash val="solid"/>
              <a:headEnd type="none" w="med" len="med"/>
              <a:tailEnd type="none" w="med" len="med"/>
            </a:ln>
          </p:spPr>
        </p:sp>
        <p:sp>
          <p:nvSpPr>
            <p:cNvPr id="96356" name="Line 100"/>
            <p:cNvSpPr/>
            <p:nvPr/>
          </p:nvSpPr>
          <p:spPr>
            <a:xfrm>
              <a:off x="3168" y="2496"/>
              <a:ext cx="0" cy="192"/>
            </a:xfrm>
            <a:prstGeom prst="line">
              <a:avLst/>
            </a:prstGeom>
            <a:ln w="9525" cap="flat" cmpd="sng">
              <a:solidFill>
                <a:schemeClr val="tx1"/>
              </a:solidFill>
              <a:prstDash val="solid"/>
              <a:headEnd type="none" w="med" len="med"/>
              <a:tailEnd type="none" w="med" len="med"/>
            </a:ln>
          </p:spPr>
        </p:sp>
        <p:sp>
          <p:nvSpPr>
            <p:cNvPr id="96357" name="Line 101"/>
            <p:cNvSpPr/>
            <p:nvPr/>
          </p:nvSpPr>
          <p:spPr>
            <a:xfrm>
              <a:off x="5328" y="2496"/>
              <a:ext cx="0" cy="192"/>
            </a:xfrm>
            <a:prstGeom prst="line">
              <a:avLst/>
            </a:prstGeom>
            <a:ln w="9525" cap="flat" cmpd="sng">
              <a:solidFill>
                <a:schemeClr val="tx1"/>
              </a:solidFill>
              <a:prstDash val="solid"/>
              <a:headEnd type="none" w="med" len="med"/>
              <a:tailEnd type="none" w="med" len="med"/>
            </a:ln>
          </p:spPr>
        </p:sp>
        <p:sp>
          <p:nvSpPr>
            <p:cNvPr id="96358" name="Text Box 102"/>
            <p:cNvSpPr txBox="1"/>
            <p:nvPr/>
          </p:nvSpPr>
          <p:spPr>
            <a:xfrm>
              <a:off x="480" y="2496"/>
              <a:ext cx="816" cy="231"/>
            </a:xfrm>
            <a:prstGeom prst="rect">
              <a:avLst/>
            </a:prstGeom>
            <a:noFill/>
            <a:ln w="9525">
              <a:noFill/>
            </a:ln>
          </p:spPr>
          <p:txBody>
            <a:bodyPr>
              <a:spAutoFit/>
            </a:bodyPr>
            <a:lstStyle>
              <a:lvl1pPr marL="342900" indent="-342900" algn="l" rtl="0" eaLnBrk="0" fontAlgn="base" hangingPunct="0">
                <a:spcBef>
                  <a:spcPct val="20000"/>
                </a:spcBef>
                <a:spcAft>
                  <a:spcPct val="0"/>
                </a:spcAft>
                <a:buChar char="•"/>
                <a:defRPr sz="3200">
                  <a:solidFill>
                    <a:srgbClr val="666699"/>
                  </a:solidFill>
                  <a:latin typeface="+mn-lt"/>
                  <a:ea typeface="+mn-ea"/>
                  <a:cs typeface="+mn-cs"/>
                </a:defRPr>
              </a:lvl1pPr>
              <a:lvl2pPr marL="742950" indent="-285750" algn="l" rtl="0" eaLnBrk="0" fontAlgn="base" hangingPunct="0">
                <a:spcBef>
                  <a:spcPct val="20000"/>
                </a:spcBef>
                <a:spcAft>
                  <a:spcPct val="0"/>
                </a:spcAft>
                <a:buChar char="–"/>
                <a:defRPr sz="2800">
                  <a:solidFill>
                    <a:srgbClr val="666699"/>
                  </a:solidFill>
                  <a:latin typeface="+mn-lt"/>
                  <a:ea typeface="+mn-ea"/>
                </a:defRPr>
              </a:lvl2pPr>
              <a:lvl3pPr marL="1143000" indent="-228600" algn="l" rtl="0" eaLnBrk="0" fontAlgn="base" hangingPunct="0">
                <a:spcBef>
                  <a:spcPct val="20000"/>
                </a:spcBef>
                <a:spcAft>
                  <a:spcPct val="0"/>
                </a:spcAft>
                <a:buChar char="•"/>
                <a:defRPr sz="2400">
                  <a:solidFill>
                    <a:srgbClr val="666699"/>
                  </a:solidFill>
                  <a:latin typeface="+mn-lt"/>
                  <a:ea typeface="+mn-ea"/>
                </a:defRPr>
              </a:lvl3pPr>
              <a:lvl4pPr marL="1600200" indent="-228600" algn="l" rtl="0" eaLnBrk="0" fontAlgn="base" hangingPunct="0">
                <a:spcBef>
                  <a:spcPct val="20000"/>
                </a:spcBef>
                <a:spcAft>
                  <a:spcPct val="0"/>
                </a:spcAft>
                <a:buChar char="–"/>
                <a:defRPr sz="2000">
                  <a:solidFill>
                    <a:srgbClr val="666699"/>
                  </a:solidFill>
                  <a:latin typeface="+mn-lt"/>
                  <a:ea typeface="+mn-ea"/>
                </a:defRPr>
              </a:lvl4pPr>
              <a:lvl5pPr marL="2057400" indent="-228600" algn="l" rtl="0" eaLnBrk="0" fontAlgn="base" hangingPunct="0">
                <a:spcBef>
                  <a:spcPct val="20000"/>
                </a:spcBef>
                <a:spcAft>
                  <a:spcPct val="0"/>
                </a:spcAft>
                <a:buChar char="»"/>
                <a:defRPr sz="2000">
                  <a:solidFill>
                    <a:srgbClr val="666699"/>
                  </a:solidFill>
                  <a:latin typeface="+mn-lt"/>
                  <a:ea typeface="+mn-ea"/>
                </a:defRPr>
              </a:lvl5pPr>
            </a:lstStyle>
            <a:p>
              <a:pPr marL="0" lvl="0" indent="0" eaLnBrk="1" hangingPunct="1">
                <a:spcBef>
                  <a:spcPct val="50000"/>
                </a:spcBef>
                <a:buNone/>
              </a:pPr>
              <a:r>
                <a:rPr lang="zh-CN" altLang="en-US" sz="1800" dirty="0">
                  <a:solidFill>
                    <a:schemeClr val="tx1"/>
                  </a:solidFill>
                  <a:latin typeface="Tahoma" panose="020B0604030504040204" pitchFamily="34" charset="0"/>
                </a:rPr>
                <a:t>0操作检查</a:t>
              </a:r>
              <a:endParaRPr lang="zh-CN" altLang="en-US" sz="1800" dirty="0">
                <a:solidFill>
                  <a:schemeClr val="tx1"/>
                </a:solidFill>
                <a:latin typeface="Tahoma" panose="020B0604030504040204" pitchFamily="34" charset="0"/>
              </a:endParaRPr>
            </a:p>
          </p:txBody>
        </p:sp>
        <p:sp>
          <p:nvSpPr>
            <p:cNvPr id="96359" name="Text Box 103"/>
            <p:cNvSpPr txBox="1"/>
            <p:nvPr/>
          </p:nvSpPr>
          <p:spPr>
            <a:xfrm>
              <a:off x="1536" y="2496"/>
              <a:ext cx="816" cy="231"/>
            </a:xfrm>
            <a:prstGeom prst="rect">
              <a:avLst/>
            </a:prstGeom>
            <a:noFill/>
            <a:ln w="9525">
              <a:noFill/>
            </a:ln>
          </p:spPr>
          <p:txBody>
            <a:bodyPr>
              <a:spAutoFit/>
            </a:bodyPr>
            <a:lstStyle>
              <a:lvl1pPr marL="342900" indent="-342900" algn="l" rtl="0" eaLnBrk="0" fontAlgn="base" hangingPunct="0">
                <a:spcBef>
                  <a:spcPct val="20000"/>
                </a:spcBef>
                <a:spcAft>
                  <a:spcPct val="0"/>
                </a:spcAft>
                <a:buChar char="•"/>
                <a:defRPr sz="3200">
                  <a:solidFill>
                    <a:srgbClr val="666699"/>
                  </a:solidFill>
                  <a:latin typeface="+mn-lt"/>
                  <a:ea typeface="+mn-ea"/>
                  <a:cs typeface="+mn-cs"/>
                </a:defRPr>
              </a:lvl1pPr>
              <a:lvl2pPr marL="742950" indent="-285750" algn="l" rtl="0" eaLnBrk="0" fontAlgn="base" hangingPunct="0">
                <a:spcBef>
                  <a:spcPct val="20000"/>
                </a:spcBef>
                <a:spcAft>
                  <a:spcPct val="0"/>
                </a:spcAft>
                <a:buChar char="–"/>
                <a:defRPr sz="2800">
                  <a:solidFill>
                    <a:srgbClr val="666699"/>
                  </a:solidFill>
                  <a:latin typeface="+mn-lt"/>
                  <a:ea typeface="+mn-ea"/>
                </a:defRPr>
              </a:lvl2pPr>
              <a:lvl3pPr marL="1143000" indent="-228600" algn="l" rtl="0" eaLnBrk="0" fontAlgn="base" hangingPunct="0">
                <a:spcBef>
                  <a:spcPct val="20000"/>
                </a:spcBef>
                <a:spcAft>
                  <a:spcPct val="0"/>
                </a:spcAft>
                <a:buChar char="•"/>
                <a:defRPr sz="2400">
                  <a:solidFill>
                    <a:srgbClr val="666699"/>
                  </a:solidFill>
                  <a:latin typeface="+mn-lt"/>
                  <a:ea typeface="+mn-ea"/>
                </a:defRPr>
              </a:lvl3pPr>
              <a:lvl4pPr marL="1600200" indent="-228600" algn="l" rtl="0" eaLnBrk="0" fontAlgn="base" hangingPunct="0">
                <a:spcBef>
                  <a:spcPct val="20000"/>
                </a:spcBef>
                <a:spcAft>
                  <a:spcPct val="0"/>
                </a:spcAft>
                <a:buChar char="–"/>
                <a:defRPr sz="2000">
                  <a:solidFill>
                    <a:srgbClr val="666699"/>
                  </a:solidFill>
                  <a:latin typeface="+mn-lt"/>
                  <a:ea typeface="+mn-ea"/>
                </a:defRPr>
              </a:lvl4pPr>
              <a:lvl5pPr marL="2057400" indent="-228600" algn="l" rtl="0" eaLnBrk="0" fontAlgn="base" hangingPunct="0">
                <a:spcBef>
                  <a:spcPct val="20000"/>
                </a:spcBef>
                <a:spcAft>
                  <a:spcPct val="0"/>
                </a:spcAft>
                <a:buChar char="»"/>
                <a:defRPr sz="2000">
                  <a:solidFill>
                    <a:srgbClr val="666699"/>
                  </a:solidFill>
                  <a:latin typeface="+mn-lt"/>
                  <a:ea typeface="+mn-ea"/>
                </a:defRPr>
              </a:lvl5pPr>
            </a:lstStyle>
            <a:p>
              <a:pPr marL="0" lvl="0" indent="0" eaLnBrk="1" hangingPunct="1">
                <a:spcBef>
                  <a:spcPct val="50000"/>
                </a:spcBef>
                <a:buNone/>
              </a:pPr>
              <a:r>
                <a:rPr lang="zh-CN" altLang="en-US" sz="1800" dirty="0">
                  <a:solidFill>
                    <a:schemeClr val="tx1"/>
                  </a:solidFill>
                  <a:latin typeface="Tahoma" panose="020B0604030504040204" pitchFamily="34" charset="0"/>
                </a:rPr>
                <a:t>对阶操作</a:t>
              </a:r>
              <a:endParaRPr lang="zh-CN" altLang="en-US" sz="1800" dirty="0">
                <a:solidFill>
                  <a:schemeClr val="tx1"/>
                </a:solidFill>
                <a:latin typeface="Tahoma" panose="020B0604030504040204" pitchFamily="34" charset="0"/>
              </a:endParaRPr>
            </a:p>
          </p:txBody>
        </p:sp>
        <p:sp>
          <p:nvSpPr>
            <p:cNvPr id="96360" name="Text Box 104"/>
            <p:cNvSpPr txBox="1"/>
            <p:nvPr/>
          </p:nvSpPr>
          <p:spPr>
            <a:xfrm>
              <a:off x="2400" y="2496"/>
              <a:ext cx="816" cy="231"/>
            </a:xfrm>
            <a:prstGeom prst="rect">
              <a:avLst/>
            </a:prstGeom>
            <a:noFill/>
            <a:ln w="9525">
              <a:noFill/>
            </a:ln>
          </p:spPr>
          <p:txBody>
            <a:bodyPr>
              <a:spAutoFit/>
            </a:bodyPr>
            <a:lstStyle>
              <a:lvl1pPr marL="342900" indent="-342900" algn="l" rtl="0" eaLnBrk="0" fontAlgn="base" hangingPunct="0">
                <a:spcBef>
                  <a:spcPct val="20000"/>
                </a:spcBef>
                <a:spcAft>
                  <a:spcPct val="0"/>
                </a:spcAft>
                <a:buChar char="•"/>
                <a:defRPr sz="3200">
                  <a:solidFill>
                    <a:srgbClr val="666699"/>
                  </a:solidFill>
                  <a:latin typeface="+mn-lt"/>
                  <a:ea typeface="+mn-ea"/>
                  <a:cs typeface="+mn-cs"/>
                </a:defRPr>
              </a:lvl1pPr>
              <a:lvl2pPr marL="742950" indent="-285750" algn="l" rtl="0" eaLnBrk="0" fontAlgn="base" hangingPunct="0">
                <a:spcBef>
                  <a:spcPct val="20000"/>
                </a:spcBef>
                <a:spcAft>
                  <a:spcPct val="0"/>
                </a:spcAft>
                <a:buChar char="–"/>
                <a:defRPr sz="2800">
                  <a:solidFill>
                    <a:srgbClr val="666699"/>
                  </a:solidFill>
                  <a:latin typeface="+mn-lt"/>
                  <a:ea typeface="+mn-ea"/>
                </a:defRPr>
              </a:lvl2pPr>
              <a:lvl3pPr marL="1143000" indent="-228600" algn="l" rtl="0" eaLnBrk="0" fontAlgn="base" hangingPunct="0">
                <a:spcBef>
                  <a:spcPct val="20000"/>
                </a:spcBef>
                <a:spcAft>
                  <a:spcPct val="0"/>
                </a:spcAft>
                <a:buChar char="•"/>
                <a:defRPr sz="2400">
                  <a:solidFill>
                    <a:srgbClr val="666699"/>
                  </a:solidFill>
                  <a:latin typeface="+mn-lt"/>
                  <a:ea typeface="+mn-ea"/>
                </a:defRPr>
              </a:lvl3pPr>
              <a:lvl4pPr marL="1600200" indent="-228600" algn="l" rtl="0" eaLnBrk="0" fontAlgn="base" hangingPunct="0">
                <a:spcBef>
                  <a:spcPct val="20000"/>
                </a:spcBef>
                <a:spcAft>
                  <a:spcPct val="0"/>
                </a:spcAft>
                <a:buChar char="–"/>
                <a:defRPr sz="2000">
                  <a:solidFill>
                    <a:srgbClr val="666699"/>
                  </a:solidFill>
                  <a:latin typeface="+mn-lt"/>
                  <a:ea typeface="+mn-ea"/>
                </a:defRPr>
              </a:lvl4pPr>
              <a:lvl5pPr marL="2057400" indent="-228600" algn="l" rtl="0" eaLnBrk="0" fontAlgn="base" hangingPunct="0">
                <a:spcBef>
                  <a:spcPct val="20000"/>
                </a:spcBef>
                <a:spcAft>
                  <a:spcPct val="0"/>
                </a:spcAft>
                <a:buChar char="»"/>
                <a:defRPr sz="2000">
                  <a:solidFill>
                    <a:srgbClr val="666699"/>
                  </a:solidFill>
                  <a:latin typeface="+mn-lt"/>
                  <a:ea typeface="+mn-ea"/>
                </a:defRPr>
              </a:lvl5pPr>
            </a:lstStyle>
            <a:p>
              <a:pPr marL="0" lvl="0" indent="0" eaLnBrk="1" hangingPunct="1">
                <a:spcBef>
                  <a:spcPct val="50000"/>
                </a:spcBef>
                <a:buNone/>
              </a:pPr>
              <a:r>
                <a:rPr lang="zh-CN" altLang="en-US" sz="1800" dirty="0">
                  <a:solidFill>
                    <a:schemeClr val="tx1"/>
                  </a:solidFill>
                  <a:latin typeface="Tahoma" panose="020B0604030504040204" pitchFamily="34" charset="0"/>
                </a:rPr>
                <a:t>尾数加减</a:t>
              </a:r>
              <a:endParaRPr lang="zh-CN" altLang="en-US" sz="1800" dirty="0">
                <a:solidFill>
                  <a:schemeClr val="tx1"/>
                </a:solidFill>
                <a:latin typeface="Tahoma" panose="020B0604030504040204" pitchFamily="34" charset="0"/>
              </a:endParaRPr>
            </a:p>
          </p:txBody>
        </p:sp>
        <p:sp>
          <p:nvSpPr>
            <p:cNvPr id="96361" name="Text Box 105"/>
            <p:cNvSpPr txBox="1"/>
            <p:nvPr/>
          </p:nvSpPr>
          <p:spPr>
            <a:xfrm>
              <a:off x="3840" y="2448"/>
              <a:ext cx="1056" cy="231"/>
            </a:xfrm>
            <a:prstGeom prst="rect">
              <a:avLst/>
            </a:prstGeom>
            <a:noFill/>
            <a:ln w="9525">
              <a:noFill/>
            </a:ln>
          </p:spPr>
          <p:txBody>
            <a:bodyPr>
              <a:spAutoFit/>
            </a:bodyPr>
            <a:lstStyle>
              <a:lvl1pPr marL="342900" indent="-342900" algn="l" rtl="0" eaLnBrk="0" fontAlgn="base" hangingPunct="0">
                <a:spcBef>
                  <a:spcPct val="20000"/>
                </a:spcBef>
                <a:spcAft>
                  <a:spcPct val="0"/>
                </a:spcAft>
                <a:buChar char="•"/>
                <a:defRPr sz="3200">
                  <a:solidFill>
                    <a:srgbClr val="666699"/>
                  </a:solidFill>
                  <a:latin typeface="+mn-lt"/>
                  <a:ea typeface="+mn-ea"/>
                  <a:cs typeface="+mn-cs"/>
                </a:defRPr>
              </a:lvl1pPr>
              <a:lvl2pPr marL="742950" indent="-285750" algn="l" rtl="0" eaLnBrk="0" fontAlgn="base" hangingPunct="0">
                <a:spcBef>
                  <a:spcPct val="20000"/>
                </a:spcBef>
                <a:spcAft>
                  <a:spcPct val="0"/>
                </a:spcAft>
                <a:buChar char="–"/>
                <a:defRPr sz="2800">
                  <a:solidFill>
                    <a:srgbClr val="666699"/>
                  </a:solidFill>
                  <a:latin typeface="+mn-lt"/>
                  <a:ea typeface="+mn-ea"/>
                </a:defRPr>
              </a:lvl2pPr>
              <a:lvl3pPr marL="1143000" indent="-228600" algn="l" rtl="0" eaLnBrk="0" fontAlgn="base" hangingPunct="0">
                <a:spcBef>
                  <a:spcPct val="20000"/>
                </a:spcBef>
                <a:spcAft>
                  <a:spcPct val="0"/>
                </a:spcAft>
                <a:buChar char="•"/>
                <a:defRPr sz="2400">
                  <a:solidFill>
                    <a:srgbClr val="666699"/>
                  </a:solidFill>
                  <a:latin typeface="+mn-lt"/>
                  <a:ea typeface="+mn-ea"/>
                </a:defRPr>
              </a:lvl3pPr>
              <a:lvl4pPr marL="1600200" indent="-228600" algn="l" rtl="0" eaLnBrk="0" fontAlgn="base" hangingPunct="0">
                <a:spcBef>
                  <a:spcPct val="20000"/>
                </a:spcBef>
                <a:spcAft>
                  <a:spcPct val="0"/>
                </a:spcAft>
                <a:buChar char="–"/>
                <a:defRPr sz="2000">
                  <a:solidFill>
                    <a:srgbClr val="666699"/>
                  </a:solidFill>
                  <a:latin typeface="+mn-lt"/>
                  <a:ea typeface="+mn-ea"/>
                </a:defRPr>
              </a:lvl4pPr>
              <a:lvl5pPr marL="2057400" indent="-228600" algn="l" rtl="0" eaLnBrk="0" fontAlgn="base" hangingPunct="0">
                <a:spcBef>
                  <a:spcPct val="20000"/>
                </a:spcBef>
                <a:spcAft>
                  <a:spcPct val="0"/>
                </a:spcAft>
                <a:buChar char="»"/>
                <a:defRPr sz="2000">
                  <a:solidFill>
                    <a:srgbClr val="666699"/>
                  </a:solidFill>
                  <a:latin typeface="+mn-lt"/>
                  <a:ea typeface="+mn-ea"/>
                </a:defRPr>
              </a:lvl5pPr>
            </a:lstStyle>
            <a:p>
              <a:pPr marL="0" lvl="0" indent="0" eaLnBrk="1" hangingPunct="1">
                <a:spcBef>
                  <a:spcPct val="50000"/>
                </a:spcBef>
                <a:buNone/>
              </a:pPr>
              <a:r>
                <a:rPr lang="zh-CN" altLang="en-US" sz="1800" dirty="0">
                  <a:solidFill>
                    <a:schemeClr val="tx1"/>
                  </a:solidFill>
                  <a:latin typeface="Tahoma" panose="020B0604030504040204" pitchFamily="34" charset="0"/>
                </a:rPr>
                <a:t>结果规格化</a:t>
              </a:r>
              <a:endParaRPr lang="zh-CN" altLang="en-US" sz="1800" dirty="0">
                <a:solidFill>
                  <a:schemeClr val="tx1"/>
                </a:solidFill>
                <a:latin typeface="Tahoma" panose="020B0604030504040204" pitchFamily="34" charset="0"/>
              </a:endParaRPr>
            </a:p>
          </p:txBody>
        </p:sp>
        <p:sp>
          <p:nvSpPr>
            <p:cNvPr id="96362" name="Text Box 106"/>
            <p:cNvSpPr txBox="1"/>
            <p:nvPr/>
          </p:nvSpPr>
          <p:spPr>
            <a:xfrm>
              <a:off x="0" y="2496"/>
              <a:ext cx="384" cy="173"/>
            </a:xfrm>
            <a:prstGeom prst="rect">
              <a:avLst/>
            </a:prstGeom>
            <a:noFill/>
            <a:ln w="9525">
              <a:noFill/>
            </a:ln>
          </p:spPr>
          <p:txBody>
            <a:bodyPr>
              <a:spAutoFit/>
            </a:bodyPr>
            <a:lstStyle>
              <a:lvl1pPr marL="342900" indent="-342900" algn="l" rtl="0" eaLnBrk="0" fontAlgn="base" hangingPunct="0">
                <a:spcBef>
                  <a:spcPct val="20000"/>
                </a:spcBef>
                <a:spcAft>
                  <a:spcPct val="0"/>
                </a:spcAft>
                <a:buChar char="•"/>
                <a:defRPr sz="3200">
                  <a:solidFill>
                    <a:srgbClr val="666699"/>
                  </a:solidFill>
                  <a:latin typeface="+mn-lt"/>
                  <a:ea typeface="+mn-ea"/>
                  <a:cs typeface="+mn-cs"/>
                </a:defRPr>
              </a:lvl1pPr>
              <a:lvl2pPr marL="742950" indent="-285750" algn="l" rtl="0" eaLnBrk="0" fontAlgn="base" hangingPunct="0">
                <a:spcBef>
                  <a:spcPct val="20000"/>
                </a:spcBef>
                <a:spcAft>
                  <a:spcPct val="0"/>
                </a:spcAft>
                <a:buChar char="–"/>
                <a:defRPr sz="2800">
                  <a:solidFill>
                    <a:srgbClr val="666699"/>
                  </a:solidFill>
                  <a:latin typeface="+mn-lt"/>
                  <a:ea typeface="+mn-ea"/>
                </a:defRPr>
              </a:lvl2pPr>
              <a:lvl3pPr marL="1143000" indent="-228600" algn="l" rtl="0" eaLnBrk="0" fontAlgn="base" hangingPunct="0">
                <a:spcBef>
                  <a:spcPct val="20000"/>
                </a:spcBef>
                <a:spcAft>
                  <a:spcPct val="0"/>
                </a:spcAft>
                <a:buChar char="•"/>
                <a:defRPr sz="2400">
                  <a:solidFill>
                    <a:srgbClr val="666699"/>
                  </a:solidFill>
                  <a:latin typeface="+mn-lt"/>
                  <a:ea typeface="+mn-ea"/>
                </a:defRPr>
              </a:lvl3pPr>
              <a:lvl4pPr marL="1600200" indent="-228600" algn="l" rtl="0" eaLnBrk="0" fontAlgn="base" hangingPunct="0">
                <a:spcBef>
                  <a:spcPct val="20000"/>
                </a:spcBef>
                <a:spcAft>
                  <a:spcPct val="0"/>
                </a:spcAft>
                <a:buChar char="–"/>
                <a:defRPr sz="2000">
                  <a:solidFill>
                    <a:srgbClr val="666699"/>
                  </a:solidFill>
                  <a:latin typeface="+mn-lt"/>
                  <a:ea typeface="+mn-ea"/>
                </a:defRPr>
              </a:lvl4pPr>
              <a:lvl5pPr marL="2057400" indent="-228600" algn="l" rtl="0" eaLnBrk="0" fontAlgn="base" hangingPunct="0">
                <a:spcBef>
                  <a:spcPct val="20000"/>
                </a:spcBef>
                <a:spcAft>
                  <a:spcPct val="0"/>
                </a:spcAft>
                <a:buChar char="»"/>
                <a:defRPr sz="2000">
                  <a:solidFill>
                    <a:srgbClr val="666699"/>
                  </a:solidFill>
                  <a:latin typeface="+mn-lt"/>
                  <a:ea typeface="+mn-ea"/>
                </a:defRPr>
              </a:lvl5pPr>
            </a:lstStyle>
            <a:p>
              <a:pPr marL="0" lvl="0" indent="0" eaLnBrk="1" hangingPunct="1">
                <a:spcBef>
                  <a:spcPct val="50000"/>
                </a:spcBef>
                <a:buNone/>
              </a:pPr>
              <a:r>
                <a:rPr lang="zh-CN" altLang="en-US" sz="1200" dirty="0">
                  <a:solidFill>
                    <a:srgbClr val="FFFFFF"/>
                  </a:solidFill>
                  <a:latin typeface="Tahoma" panose="020B0604030504040204" pitchFamily="34" charset="0"/>
                </a:rPr>
                <a:t>结束</a:t>
              </a:r>
              <a:endParaRPr lang="zh-CN" altLang="en-US" sz="1200" dirty="0">
                <a:solidFill>
                  <a:srgbClr val="FFFFFF"/>
                </a:solidFill>
                <a:latin typeface="Tahoma" panose="020B0604030504040204" pitchFamily="34" charset="0"/>
              </a:endParaRPr>
            </a:p>
          </p:txBody>
        </p:sp>
        <p:sp>
          <p:nvSpPr>
            <p:cNvPr id="96363" name="Text Box 107"/>
            <p:cNvSpPr txBox="1"/>
            <p:nvPr/>
          </p:nvSpPr>
          <p:spPr>
            <a:xfrm>
              <a:off x="336" y="864"/>
              <a:ext cx="240" cy="192"/>
            </a:xfrm>
            <a:prstGeom prst="rect">
              <a:avLst/>
            </a:prstGeom>
            <a:noFill/>
            <a:ln w="9525">
              <a:noFill/>
            </a:ln>
          </p:spPr>
          <p:txBody>
            <a:bodyPr>
              <a:spAutoFit/>
            </a:bodyPr>
            <a:lstStyle>
              <a:lvl1pPr marL="342900" indent="-342900" algn="l" rtl="0" eaLnBrk="0" fontAlgn="base" hangingPunct="0">
                <a:spcBef>
                  <a:spcPct val="20000"/>
                </a:spcBef>
                <a:spcAft>
                  <a:spcPct val="0"/>
                </a:spcAft>
                <a:buChar char="•"/>
                <a:defRPr sz="3200">
                  <a:solidFill>
                    <a:srgbClr val="666699"/>
                  </a:solidFill>
                  <a:latin typeface="+mn-lt"/>
                  <a:ea typeface="+mn-ea"/>
                  <a:cs typeface="+mn-cs"/>
                </a:defRPr>
              </a:lvl1pPr>
              <a:lvl2pPr marL="742950" indent="-285750" algn="l" rtl="0" eaLnBrk="0" fontAlgn="base" hangingPunct="0">
                <a:spcBef>
                  <a:spcPct val="20000"/>
                </a:spcBef>
                <a:spcAft>
                  <a:spcPct val="0"/>
                </a:spcAft>
                <a:buChar char="–"/>
                <a:defRPr sz="2800">
                  <a:solidFill>
                    <a:srgbClr val="666699"/>
                  </a:solidFill>
                  <a:latin typeface="+mn-lt"/>
                  <a:ea typeface="+mn-ea"/>
                </a:defRPr>
              </a:lvl2pPr>
              <a:lvl3pPr marL="1143000" indent="-228600" algn="l" rtl="0" eaLnBrk="0" fontAlgn="base" hangingPunct="0">
                <a:spcBef>
                  <a:spcPct val="20000"/>
                </a:spcBef>
                <a:spcAft>
                  <a:spcPct val="0"/>
                </a:spcAft>
                <a:buChar char="•"/>
                <a:defRPr sz="2400">
                  <a:solidFill>
                    <a:srgbClr val="666699"/>
                  </a:solidFill>
                  <a:latin typeface="+mn-lt"/>
                  <a:ea typeface="+mn-ea"/>
                </a:defRPr>
              </a:lvl3pPr>
              <a:lvl4pPr marL="1600200" indent="-228600" algn="l" rtl="0" eaLnBrk="0" fontAlgn="base" hangingPunct="0">
                <a:spcBef>
                  <a:spcPct val="20000"/>
                </a:spcBef>
                <a:spcAft>
                  <a:spcPct val="0"/>
                </a:spcAft>
                <a:buChar char="–"/>
                <a:defRPr sz="2000">
                  <a:solidFill>
                    <a:srgbClr val="666699"/>
                  </a:solidFill>
                  <a:latin typeface="+mn-lt"/>
                  <a:ea typeface="+mn-ea"/>
                </a:defRPr>
              </a:lvl4pPr>
              <a:lvl5pPr marL="2057400" indent="-228600" algn="l" rtl="0" eaLnBrk="0" fontAlgn="base" hangingPunct="0">
                <a:spcBef>
                  <a:spcPct val="20000"/>
                </a:spcBef>
                <a:spcAft>
                  <a:spcPct val="0"/>
                </a:spcAft>
                <a:buChar char="»"/>
                <a:defRPr sz="2000">
                  <a:solidFill>
                    <a:srgbClr val="666699"/>
                  </a:solidFill>
                  <a:latin typeface="+mn-lt"/>
                  <a:ea typeface="+mn-ea"/>
                </a:defRPr>
              </a:lvl5pPr>
            </a:lstStyle>
            <a:p>
              <a:pPr marL="0" lvl="0" indent="0" eaLnBrk="1" hangingPunct="1">
                <a:spcBef>
                  <a:spcPct val="50000"/>
                </a:spcBef>
                <a:buNone/>
              </a:pPr>
              <a:r>
                <a:rPr lang="zh-CN" altLang="en-US" sz="1400" dirty="0">
                  <a:solidFill>
                    <a:schemeClr val="tx1"/>
                  </a:solidFill>
                  <a:latin typeface="Tahoma" panose="020B0604030504040204" pitchFamily="34" charset="0"/>
                </a:rPr>
                <a:t>是</a:t>
              </a:r>
              <a:endParaRPr lang="zh-CN" altLang="en-US" sz="1400" dirty="0">
                <a:solidFill>
                  <a:schemeClr val="tx1"/>
                </a:solidFill>
                <a:latin typeface="Tahoma" panose="020B0604030504040204" pitchFamily="34" charset="0"/>
              </a:endParaRPr>
            </a:p>
          </p:txBody>
        </p:sp>
        <p:sp>
          <p:nvSpPr>
            <p:cNvPr id="96364" name="Text Box 108"/>
            <p:cNvSpPr txBox="1"/>
            <p:nvPr/>
          </p:nvSpPr>
          <p:spPr>
            <a:xfrm>
              <a:off x="1008" y="1824"/>
              <a:ext cx="240" cy="192"/>
            </a:xfrm>
            <a:prstGeom prst="rect">
              <a:avLst/>
            </a:prstGeom>
            <a:noFill/>
            <a:ln w="9525">
              <a:noFill/>
            </a:ln>
          </p:spPr>
          <p:txBody>
            <a:bodyPr>
              <a:spAutoFit/>
            </a:bodyPr>
            <a:lstStyle>
              <a:lvl1pPr marL="342900" indent="-342900" algn="l" rtl="0" eaLnBrk="0" fontAlgn="base" hangingPunct="0">
                <a:spcBef>
                  <a:spcPct val="20000"/>
                </a:spcBef>
                <a:spcAft>
                  <a:spcPct val="0"/>
                </a:spcAft>
                <a:buChar char="•"/>
                <a:defRPr sz="3200">
                  <a:solidFill>
                    <a:srgbClr val="666699"/>
                  </a:solidFill>
                  <a:latin typeface="+mn-lt"/>
                  <a:ea typeface="+mn-ea"/>
                  <a:cs typeface="+mn-cs"/>
                </a:defRPr>
              </a:lvl1pPr>
              <a:lvl2pPr marL="742950" indent="-285750" algn="l" rtl="0" eaLnBrk="0" fontAlgn="base" hangingPunct="0">
                <a:spcBef>
                  <a:spcPct val="20000"/>
                </a:spcBef>
                <a:spcAft>
                  <a:spcPct val="0"/>
                </a:spcAft>
                <a:buChar char="–"/>
                <a:defRPr sz="2800">
                  <a:solidFill>
                    <a:srgbClr val="666699"/>
                  </a:solidFill>
                  <a:latin typeface="+mn-lt"/>
                  <a:ea typeface="+mn-ea"/>
                </a:defRPr>
              </a:lvl2pPr>
              <a:lvl3pPr marL="1143000" indent="-228600" algn="l" rtl="0" eaLnBrk="0" fontAlgn="base" hangingPunct="0">
                <a:spcBef>
                  <a:spcPct val="20000"/>
                </a:spcBef>
                <a:spcAft>
                  <a:spcPct val="0"/>
                </a:spcAft>
                <a:buChar char="•"/>
                <a:defRPr sz="2400">
                  <a:solidFill>
                    <a:srgbClr val="666699"/>
                  </a:solidFill>
                  <a:latin typeface="+mn-lt"/>
                  <a:ea typeface="+mn-ea"/>
                </a:defRPr>
              </a:lvl3pPr>
              <a:lvl4pPr marL="1600200" indent="-228600" algn="l" rtl="0" eaLnBrk="0" fontAlgn="base" hangingPunct="0">
                <a:spcBef>
                  <a:spcPct val="20000"/>
                </a:spcBef>
                <a:spcAft>
                  <a:spcPct val="0"/>
                </a:spcAft>
                <a:buChar char="–"/>
                <a:defRPr sz="2000">
                  <a:solidFill>
                    <a:srgbClr val="666699"/>
                  </a:solidFill>
                  <a:latin typeface="+mn-lt"/>
                  <a:ea typeface="+mn-ea"/>
                </a:defRPr>
              </a:lvl4pPr>
              <a:lvl5pPr marL="2057400" indent="-228600" algn="l" rtl="0" eaLnBrk="0" fontAlgn="base" hangingPunct="0">
                <a:spcBef>
                  <a:spcPct val="20000"/>
                </a:spcBef>
                <a:spcAft>
                  <a:spcPct val="0"/>
                </a:spcAft>
                <a:buChar char="»"/>
                <a:defRPr sz="2000">
                  <a:solidFill>
                    <a:srgbClr val="666699"/>
                  </a:solidFill>
                  <a:latin typeface="+mn-lt"/>
                  <a:ea typeface="+mn-ea"/>
                </a:defRPr>
              </a:lvl5pPr>
            </a:lstStyle>
            <a:p>
              <a:pPr marL="0" lvl="0" indent="0" eaLnBrk="1" hangingPunct="1">
                <a:spcBef>
                  <a:spcPct val="50000"/>
                </a:spcBef>
                <a:buNone/>
              </a:pPr>
              <a:r>
                <a:rPr lang="zh-CN" altLang="en-US" sz="1400" dirty="0">
                  <a:solidFill>
                    <a:schemeClr val="tx1"/>
                  </a:solidFill>
                  <a:latin typeface="Tahoma" panose="020B0604030504040204" pitchFamily="34" charset="0"/>
                </a:rPr>
                <a:t>是</a:t>
              </a:r>
              <a:endParaRPr lang="zh-CN" altLang="en-US" sz="1400" dirty="0">
                <a:solidFill>
                  <a:schemeClr val="tx1"/>
                </a:solidFill>
                <a:latin typeface="Tahoma" panose="020B0604030504040204" pitchFamily="34" charset="0"/>
              </a:endParaRPr>
            </a:p>
          </p:txBody>
        </p:sp>
        <p:sp>
          <p:nvSpPr>
            <p:cNvPr id="96365" name="Text Box 109"/>
            <p:cNvSpPr txBox="1"/>
            <p:nvPr/>
          </p:nvSpPr>
          <p:spPr>
            <a:xfrm>
              <a:off x="2352" y="432"/>
              <a:ext cx="240" cy="192"/>
            </a:xfrm>
            <a:prstGeom prst="rect">
              <a:avLst/>
            </a:prstGeom>
            <a:noFill/>
            <a:ln w="9525">
              <a:noFill/>
            </a:ln>
          </p:spPr>
          <p:txBody>
            <a:bodyPr>
              <a:spAutoFit/>
            </a:bodyPr>
            <a:lstStyle>
              <a:lvl1pPr marL="342900" indent="-342900" algn="l" rtl="0" eaLnBrk="0" fontAlgn="base" hangingPunct="0">
                <a:spcBef>
                  <a:spcPct val="20000"/>
                </a:spcBef>
                <a:spcAft>
                  <a:spcPct val="0"/>
                </a:spcAft>
                <a:buChar char="•"/>
                <a:defRPr sz="3200">
                  <a:solidFill>
                    <a:srgbClr val="666699"/>
                  </a:solidFill>
                  <a:latin typeface="+mn-lt"/>
                  <a:ea typeface="+mn-ea"/>
                  <a:cs typeface="+mn-cs"/>
                </a:defRPr>
              </a:lvl1pPr>
              <a:lvl2pPr marL="742950" indent="-285750" algn="l" rtl="0" eaLnBrk="0" fontAlgn="base" hangingPunct="0">
                <a:spcBef>
                  <a:spcPct val="20000"/>
                </a:spcBef>
                <a:spcAft>
                  <a:spcPct val="0"/>
                </a:spcAft>
                <a:buChar char="–"/>
                <a:defRPr sz="2800">
                  <a:solidFill>
                    <a:srgbClr val="666699"/>
                  </a:solidFill>
                  <a:latin typeface="+mn-lt"/>
                  <a:ea typeface="+mn-ea"/>
                </a:defRPr>
              </a:lvl2pPr>
              <a:lvl3pPr marL="1143000" indent="-228600" algn="l" rtl="0" eaLnBrk="0" fontAlgn="base" hangingPunct="0">
                <a:spcBef>
                  <a:spcPct val="20000"/>
                </a:spcBef>
                <a:spcAft>
                  <a:spcPct val="0"/>
                </a:spcAft>
                <a:buChar char="•"/>
                <a:defRPr sz="2400">
                  <a:solidFill>
                    <a:srgbClr val="666699"/>
                  </a:solidFill>
                  <a:latin typeface="+mn-lt"/>
                  <a:ea typeface="+mn-ea"/>
                </a:defRPr>
              </a:lvl3pPr>
              <a:lvl4pPr marL="1600200" indent="-228600" algn="l" rtl="0" eaLnBrk="0" fontAlgn="base" hangingPunct="0">
                <a:spcBef>
                  <a:spcPct val="20000"/>
                </a:spcBef>
                <a:spcAft>
                  <a:spcPct val="0"/>
                </a:spcAft>
                <a:buChar char="–"/>
                <a:defRPr sz="2000">
                  <a:solidFill>
                    <a:srgbClr val="666699"/>
                  </a:solidFill>
                  <a:latin typeface="+mn-lt"/>
                  <a:ea typeface="+mn-ea"/>
                </a:defRPr>
              </a:lvl4pPr>
              <a:lvl5pPr marL="2057400" indent="-228600" algn="l" rtl="0" eaLnBrk="0" fontAlgn="base" hangingPunct="0">
                <a:spcBef>
                  <a:spcPct val="20000"/>
                </a:spcBef>
                <a:spcAft>
                  <a:spcPct val="0"/>
                </a:spcAft>
                <a:buChar char="»"/>
                <a:defRPr sz="2000">
                  <a:solidFill>
                    <a:srgbClr val="666699"/>
                  </a:solidFill>
                  <a:latin typeface="+mn-lt"/>
                  <a:ea typeface="+mn-ea"/>
                </a:defRPr>
              </a:lvl5pPr>
            </a:lstStyle>
            <a:p>
              <a:pPr marL="0" lvl="0" indent="0" eaLnBrk="1" hangingPunct="1">
                <a:spcBef>
                  <a:spcPct val="50000"/>
                </a:spcBef>
                <a:buNone/>
              </a:pPr>
              <a:r>
                <a:rPr lang="zh-CN" altLang="en-US" sz="1400" dirty="0">
                  <a:solidFill>
                    <a:schemeClr val="tx1"/>
                  </a:solidFill>
                  <a:latin typeface="Tahoma" panose="020B0604030504040204" pitchFamily="34" charset="0"/>
                </a:rPr>
                <a:t>是</a:t>
              </a:r>
              <a:endParaRPr lang="zh-CN" altLang="en-US" sz="1400" dirty="0">
                <a:solidFill>
                  <a:schemeClr val="tx1"/>
                </a:solidFill>
                <a:latin typeface="Tahoma" panose="020B0604030504040204" pitchFamily="34" charset="0"/>
              </a:endParaRPr>
            </a:p>
          </p:txBody>
        </p:sp>
        <p:sp>
          <p:nvSpPr>
            <p:cNvPr id="96366" name="Text Box 110"/>
            <p:cNvSpPr txBox="1"/>
            <p:nvPr/>
          </p:nvSpPr>
          <p:spPr>
            <a:xfrm>
              <a:off x="1680" y="1776"/>
              <a:ext cx="240" cy="192"/>
            </a:xfrm>
            <a:prstGeom prst="rect">
              <a:avLst/>
            </a:prstGeom>
            <a:noFill/>
            <a:ln w="9525">
              <a:noFill/>
            </a:ln>
          </p:spPr>
          <p:txBody>
            <a:bodyPr>
              <a:spAutoFit/>
            </a:bodyPr>
            <a:lstStyle>
              <a:lvl1pPr marL="342900" indent="-342900" algn="l" rtl="0" eaLnBrk="0" fontAlgn="base" hangingPunct="0">
                <a:spcBef>
                  <a:spcPct val="20000"/>
                </a:spcBef>
                <a:spcAft>
                  <a:spcPct val="0"/>
                </a:spcAft>
                <a:buChar char="•"/>
                <a:defRPr sz="3200">
                  <a:solidFill>
                    <a:srgbClr val="666699"/>
                  </a:solidFill>
                  <a:latin typeface="+mn-lt"/>
                  <a:ea typeface="+mn-ea"/>
                  <a:cs typeface="+mn-cs"/>
                </a:defRPr>
              </a:lvl1pPr>
              <a:lvl2pPr marL="742950" indent="-285750" algn="l" rtl="0" eaLnBrk="0" fontAlgn="base" hangingPunct="0">
                <a:spcBef>
                  <a:spcPct val="20000"/>
                </a:spcBef>
                <a:spcAft>
                  <a:spcPct val="0"/>
                </a:spcAft>
                <a:buChar char="–"/>
                <a:defRPr sz="2800">
                  <a:solidFill>
                    <a:srgbClr val="666699"/>
                  </a:solidFill>
                  <a:latin typeface="+mn-lt"/>
                  <a:ea typeface="+mn-ea"/>
                </a:defRPr>
              </a:lvl2pPr>
              <a:lvl3pPr marL="1143000" indent="-228600" algn="l" rtl="0" eaLnBrk="0" fontAlgn="base" hangingPunct="0">
                <a:spcBef>
                  <a:spcPct val="20000"/>
                </a:spcBef>
                <a:spcAft>
                  <a:spcPct val="0"/>
                </a:spcAft>
                <a:buChar char="•"/>
                <a:defRPr sz="2400">
                  <a:solidFill>
                    <a:srgbClr val="666699"/>
                  </a:solidFill>
                  <a:latin typeface="+mn-lt"/>
                  <a:ea typeface="+mn-ea"/>
                </a:defRPr>
              </a:lvl3pPr>
              <a:lvl4pPr marL="1600200" indent="-228600" algn="l" rtl="0" eaLnBrk="0" fontAlgn="base" hangingPunct="0">
                <a:spcBef>
                  <a:spcPct val="20000"/>
                </a:spcBef>
                <a:spcAft>
                  <a:spcPct val="0"/>
                </a:spcAft>
                <a:buChar char="–"/>
                <a:defRPr sz="2000">
                  <a:solidFill>
                    <a:srgbClr val="666699"/>
                  </a:solidFill>
                  <a:latin typeface="+mn-lt"/>
                  <a:ea typeface="+mn-ea"/>
                </a:defRPr>
              </a:lvl4pPr>
              <a:lvl5pPr marL="2057400" indent="-228600" algn="l" rtl="0" eaLnBrk="0" fontAlgn="base" hangingPunct="0">
                <a:spcBef>
                  <a:spcPct val="20000"/>
                </a:spcBef>
                <a:spcAft>
                  <a:spcPct val="0"/>
                </a:spcAft>
                <a:buChar char="»"/>
                <a:defRPr sz="2000">
                  <a:solidFill>
                    <a:srgbClr val="666699"/>
                  </a:solidFill>
                  <a:latin typeface="+mn-lt"/>
                  <a:ea typeface="+mn-ea"/>
                </a:defRPr>
              </a:lvl5pPr>
            </a:lstStyle>
            <a:p>
              <a:pPr marL="0" lvl="0" indent="0" eaLnBrk="1" hangingPunct="1">
                <a:spcBef>
                  <a:spcPct val="50000"/>
                </a:spcBef>
                <a:buNone/>
              </a:pPr>
              <a:r>
                <a:rPr lang="zh-CN" altLang="en-US" sz="1400" dirty="0">
                  <a:solidFill>
                    <a:schemeClr val="tx1"/>
                  </a:solidFill>
                  <a:latin typeface="Tahoma" panose="020B0604030504040204" pitchFamily="34" charset="0"/>
                </a:rPr>
                <a:t>是</a:t>
              </a:r>
              <a:endParaRPr lang="zh-CN" altLang="en-US" sz="1400" dirty="0">
                <a:solidFill>
                  <a:schemeClr val="tx1"/>
                </a:solidFill>
                <a:latin typeface="Tahoma" panose="020B0604030504040204" pitchFamily="34" charset="0"/>
              </a:endParaRPr>
            </a:p>
          </p:txBody>
        </p:sp>
        <p:sp>
          <p:nvSpPr>
            <p:cNvPr id="96367" name="Text Box 111"/>
            <p:cNvSpPr txBox="1"/>
            <p:nvPr/>
          </p:nvSpPr>
          <p:spPr>
            <a:xfrm>
              <a:off x="2400" y="1776"/>
              <a:ext cx="240" cy="192"/>
            </a:xfrm>
            <a:prstGeom prst="rect">
              <a:avLst/>
            </a:prstGeom>
            <a:noFill/>
            <a:ln w="9525">
              <a:noFill/>
            </a:ln>
          </p:spPr>
          <p:txBody>
            <a:bodyPr>
              <a:spAutoFit/>
            </a:bodyPr>
            <a:lstStyle>
              <a:lvl1pPr marL="342900" indent="-342900" algn="l" rtl="0" eaLnBrk="0" fontAlgn="base" hangingPunct="0">
                <a:spcBef>
                  <a:spcPct val="20000"/>
                </a:spcBef>
                <a:spcAft>
                  <a:spcPct val="0"/>
                </a:spcAft>
                <a:buChar char="•"/>
                <a:defRPr sz="3200">
                  <a:solidFill>
                    <a:srgbClr val="666699"/>
                  </a:solidFill>
                  <a:latin typeface="+mn-lt"/>
                  <a:ea typeface="+mn-ea"/>
                  <a:cs typeface="+mn-cs"/>
                </a:defRPr>
              </a:lvl1pPr>
              <a:lvl2pPr marL="742950" indent="-285750" algn="l" rtl="0" eaLnBrk="0" fontAlgn="base" hangingPunct="0">
                <a:spcBef>
                  <a:spcPct val="20000"/>
                </a:spcBef>
                <a:spcAft>
                  <a:spcPct val="0"/>
                </a:spcAft>
                <a:buChar char="–"/>
                <a:defRPr sz="2800">
                  <a:solidFill>
                    <a:srgbClr val="666699"/>
                  </a:solidFill>
                  <a:latin typeface="+mn-lt"/>
                  <a:ea typeface="+mn-ea"/>
                </a:defRPr>
              </a:lvl2pPr>
              <a:lvl3pPr marL="1143000" indent="-228600" algn="l" rtl="0" eaLnBrk="0" fontAlgn="base" hangingPunct="0">
                <a:spcBef>
                  <a:spcPct val="20000"/>
                </a:spcBef>
                <a:spcAft>
                  <a:spcPct val="0"/>
                </a:spcAft>
                <a:buChar char="•"/>
                <a:defRPr sz="2400">
                  <a:solidFill>
                    <a:srgbClr val="666699"/>
                  </a:solidFill>
                  <a:latin typeface="+mn-lt"/>
                  <a:ea typeface="+mn-ea"/>
                </a:defRPr>
              </a:lvl3pPr>
              <a:lvl4pPr marL="1600200" indent="-228600" algn="l" rtl="0" eaLnBrk="0" fontAlgn="base" hangingPunct="0">
                <a:spcBef>
                  <a:spcPct val="20000"/>
                </a:spcBef>
                <a:spcAft>
                  <a:spcPct val="0"/>
                </a:spcAft>
                <a:buChar char="–"/>
                <a:defRPr sz="2000">
                  <a:solidFill>
                    <a:srgbClr val="666699"/>
                  </a:solidFill>
                  <a:latin typeface="+mn-lt"/>
                  <a:ea typeface="+mn-ea"/>
                </a:defRPr>
              </a:lvl4pPr>
              <a:lvl5pPr marL="2057400" indent="-228600" algn="l" rtl="0" eaLnBrk="0" fontAlgn="base" hangingPunct="0">
                <a:spcBef>
                  <a:spcPct val="20000"/>
                </a:spcBef>
                <a:spcAft>
                  <a:spcPct val="0"/>
                </a:spcAft>
                <a:buChar char="»"/>
                <a:defRPr sz="2000">
                  <a:solidFill>
                    <a:srgbClr val="666699"/>
                  </a:solidFill>
                  <a:latin typeface="+mn-lt"/>
                  <a:ea typeface="+mn-ea"/>
                </a:defRPr>
              </a:lvl5pPr>
            </a:lstStyle>
            <a:p>
              <a:pPr marL="0" lvl="0" indent="0" eaLnBrk="1" hangingPunct="1">
                <a:spcBef>
                  <a:spcPct val="50000"/>
                </a:spcBef>
                <a:buNone/>
              </a:pPr>
              <a:r>
                <a:rPr lang="zh-CN" altLang="en-US" sz="1400" dirty="0">
                  <a:solidFill>
                    <a:schemeClr val="tx1"/>
                  </a:solidFill>
                  <a:latin typeface="Tahoma" panose="020B0604030504040204" pitchFamily="34" charset="0"/>
                </a:rPr>
                <a:t>是</a:t>
              </a:r>
              <a:endParaRPr lang="zh-CN" altLang="en-US" sz="1400" dirty="0">
                <a:solidFill>
                  <a:schemeClr val="tx1"/>
                </a:solidFill>
                <a:latin typeface="Tahoma" panose="020B0604030504040204" pitchFamily="34" charset="0"/>
              </a:endParaRPr>
            </a:p>
          </p:txBody>
        </p:sp>
        <p:sp>
          <p:nvSpPr>
            <p:cNvPr id="96368" name="Text Box 112"/>
            <p:cNvSpPr txBox="1"/>
            <p:nvPr/>
          </p:nvSpPr>
          <p:spPr>
            <a:xfrm>
              <a:off x="3744" y="1776"/>
              <a:ext cx="240" cy="192"/>
            </a:xfrm>
            <a:prstGeom prst="rect">
              <a:avLst/>
            </a:prstGeom>
            <a:noFill/>
            <a:ln w="9525">
              <a:noFill/>
            </a:ln>
          </p:spPr>
          <p:txBody>
            <a:bodyPr>
              <a:spAutoFit/>
            </a:bodyPr>
            <a:lstStyle>
              <a:lvl1pPr marL="342900" indent="-342900" algn="l" rtl="0" eaLnBrk="0" fontAlgn="base" hangingPunct="0">
                <a:spcBef>
                  <a:spcPct val="20000"/>
                </a:spcBef>
                <a:spcAft>
                  <a:spcPct val="0"/>
                </a:spcAft>
                <a:buChar char="•"/>
                <a:defRPr sz="3200">
                  <a:solidFill>
                    <a:srgbClr val="666699"/>
                  </a:solidFill>
                  <a:latin typeface="+mn-lt"/>
                  <a:ea typeface="+mn-ea"/>
                  <a:cs typeface="+mn-cs"/>
                </a:defRPr>
              </a:lvl1pPr>
              <a:lvl2pPr marL="742950" indent="-285750" algn="l" rtl="0" eaLnBrk="0" fontAlgn="base" hangingPunct="0">
                <a:spcBef>
                  <a:spcPct val="20000"/>
                </a:spcBef>
                <a:spcAft>
                  <a:spcPct val="0"/>
                </a:spcAft>
                <a:buChar char="–"/>
                <a:defRPr sz="2800">
                  <a:solidFill>
                    <a:srgbClr val="666699"/>
                  </a:solidFill>
                  <a:latin typeface="+mn-lt"/>
                  <a:ea typeface="+mn-ea"/>
                </a:defRPr>
              </a:lvl2pPr>
              <a:lvl3pPr marL="1143000" indent="-228600" algn="l" rtl="0" eaLnBrk="0" fontAlgn="base" hangingPunct="0">
                <a:spcBef>
                  <a:spcPct val="20000"/>
                </a:spcBef>
                <a:spcAft>
                  <a:spcPct val="0"/>
                </a:spcAft>
                <a:buChar char="•"/>
                <a:defRPr sz="2400">
                  <a:solidFill>
                    <a:srgbClr val="666699"/>
                  </a:solidFill>
                  <a:latin typeface="+mn-lt"/>
                  <a:ea typeface="+mn-ea"/>
                </a:defRPr>
              </a:lvl3pPr>
              <a:lvl4pPr marL="1600200" indent="-228600" algn="l" rtl="0" eaLnBrk="0" fontAlgn="base" hangingPunct="0">
                <a:spcBef>
                  <a:spcPct val="20000"/>
                </a:spcBef>
                <a:spcAft>
                  <a:spcPct val="0"/>
                </a:spcAft>
                <a:buChar char="–"/>
                <a:defRPr sz="2000">
                  <a:solidFill>
                    <a:srgbClr val="666699"/>
                  </a:solidFill>
                  <a:latin typeface="+mn-lt"/>
                  <a:ea typeface="+mn-ea"/>
                </a:defRPr>
              </a:lvl4pPr>
              <a:lvl5pPr marL="2057400" indent="-228600" algn="l" rtl="0" eaLnBrk="0" fontAlgn="base" hangingPunct="0">
                <a:spcBef>
                  <a:spcPct val="20000"/>
                </a:spcBef>
                <a:spcAft>
                  <a:spcPct val="0"/>
                </a:spcAft>
                <a:buChar char="»"/>
                <a:defRPr sz="2000">
                  <a:solidFill>
                    <a:srgbClr val="666699"/>
                  </a:solidFill>
                  <a:latin typeface="+mn-lt"/>
                  <a:ea typeface="+mn-ea"/>
                </a:defRPr>
              </a:lvl5pPr>
            </a:lstStyle>
            <a:p>
              <a:pPr marL="0" lvl="0" indent="0" eaLnBrk="1" hangingPunct="1">
                <a:spcBef>
                  <a:spcPct val="50000"/>
                </a:spcBef>
                <a:buNone/>
              </a:pPr>
              <a:r>
                <a:rPr lang="zh-CN" altLang="en-US" sz="1400" dirty="0">
                  <a:solidFill>
                    <a:schemeClr val="tx1"/>
                  </a:solidFill>
                  <a:latin typeface="Tahoma" panose="020B0604030504040204" pitchFamily="34" charset="0"/>
                </a:rPr>
                <a:t>是</a:t>
              </a:r>
              <a:endParaRPr lang="zh-CN" altLang="en-US" sz="1400" dirty="0">
                <a:solidFill>
                  <a:schemeClr val="tx1"/>
                </a:solidFill>
                <a:latin typeface="Tahoma" panose="020B0604030504040204" pitchFamily="34" charset="0"/>
              </a:endParaRPr>
            </a:p>
          </p:txBody>
        </p:sp>
        <p:sp>
          <p:nvSpPr>
            <p:cNvPr id="96369" name="Text Box 113"/>
            <p:cNvSpPr txBox="1"/>
            <p:nvPr/>
          </p:nvSpPr>
          <p:spPr>
            <a:xfrm>
              <a:off x="4752" y="1824"/>
              <a:ext cx="240" cy="192"/>
            </a:xfrm>
            <a:prstGeom prst="rect">
              <a:avLst/>
            </a:prstGeom>
            <a:noFill/>
            <a:ln w="9525">
              <a:noFill/>
            </a:ln>
          </p:spPr>
          <p:txBody>
            <a:bodyPr>
              <a:spAutoFit/>
            </a:bodyPr>
            <a:lstStyle>
              <a:lvl1pPr marL="342900" indent="-342900" algn="l" rtl="0" eaLnBrk="0" fontAlgn="base" hangingPunct="0">
                <a:spcBef>
                  <a:spcPct val="20000"/>
                </a:spcBef>
                <a:spcAft>
                  <a:spcPct val="0"/>
                </a:spcAft>
                <a:buChar char="•"/>
                <a:defRPr sz="3200">
                  <a:solidFill>
                    <a:srgbClr val="666699"/>
                  </a:solidFill>
                  <a:latin typeface="+mn-lt"/>
                  <a:ea typeface="+mn-ea"/>
                  <a:cs typeface="+mn-cs"/>
                </a:defRPr>
              </a:lvl1pPr>
              <a:lvl2pPr marL="742950" indent="-285750" algn="l" rtl="0" eaLnBrk="0" fontAlgn="base" hangingPunct="0">
                <a:spcBef>
                  <a:spcPct val="20000"/>
                </a:spcBef>
                <a:spcAft>
                  <a:spcPct val="0"/>
                </a:spcAft>
                <a:buChar char="–"/>
                <a:defRPr sz="2800">
                  <a:solidFill>
                    <a:srgbClr val="666699"/>
                  </a:solidFill>
                  <a:latin typeface="+mn-lt"/>
                  <a:ea typeface="+mn-ea"/>
                </a:defRPr>
              </a:lvl2pPr>
              <a:lvl3pPr marL="1143000" indent="-228600" algn="l" rtl="0" eaLnBrk="0" fontAlgn="base" hangingPunct="0">
                <a:spcBef>
                  <a:spcPct val="20000"/>
                </a:spcBef>
                <a:spcAft>
                  <a:spcPct val="0"/>
                </a:spcAft>
                <a:buChar char="•"/>
                <a:defRPr sz="2400">
                  <a:solidFill>
                    <a:srgbClr val="666699"/>
                  </a:solidFill>
                  <a:latin typeface="+mn-lt"/>
                  <a:ea typeface="+mn-ea"/>
                </a:defRPr>
              </a:lvl3pPr>
              <a:lvl4pPr marL="1600200" indent="-228600" algn="l" rtl="0" eaLnBrk="0" fontAlgn="base" hangingPunct="0">
                <a:spcBef>
                  <a:spcPct val="20000"/>
                </a:spcBef>
                <a:spcAft>
                  <a:spcPct val="0"/>
                </a:spcAft>
                <a:buChar char="–"/>
                <a:defRPr sz="2000">
                  <a:solidFill>
                    <a:srgbClr val="666699"/>
                  </a:solidFill>
                  <a:latin typeface="+mn-lt"/>
                  <a:ea typeface="+mn-ea"/>
                </a:defRPr>
              </a:lvl4pPr>
              <a:lvl5pPr marL="2057400" indent="-228600" algn="l" rtl="0" eaLnBrk="0" fontAlgn="base" hangingPunct="0">
                <a:spcBef>
                  <a:spcPct val="20000"/>
                </a:spcBef>
                <a:spcAft>
                  <a:spcPct val="0"/>
                </a:spcAft>
                <a:buChar char="»"/>
                <a:defRPr sz="2000">
                  <a:solidFill>
                    <a:srgbClr val="666699"/>
                  </a:solidFill>
                  <a:latin typeface="+mn-lt"/>
                  <a:ea typeface="+mn-ea"/>
                </a:defRPr>
              </a:lvl5pPr>
            </a:lstStyle>
            <a:p>
              <a:pPr marL="0" lvl="0" indent="0" eaLnBrk="1" hangingPunct="1">
                <a:spcBef>
                  <a:spcPct val="50000"/>
                </a:spcBef>
                <a:buNone/>
              </a:pPr>
              <a:r>
                <a:rPr lang="zh-CN" altLang="en-US" sz="1400" dirty="0">
                  <a:solidFill>
                    <a:schemeClr val="tx1"/>
                  </a:solidFill>
                  <a:latin typeface="Tahoma" panose="020B0604030504040204" pitchFamily="34" charset="0"/>
                </a:rPr>
                <a:t>是</a:t>
              </a:r>
              <a:endParaRPr lang="zh-CN" altLang="en-US" sz="1400" dirty="0">
                <a:solidFill>
                  <a:schemeClr val="tx1"/>
                </a:solidFill>
                <a:latin typeface="Tahoma" panose="020B0604030504040204" pitchFamily="34" charset="0"/>
              </a:endParaRPr>
            </a:p>
          </p:txBody>
        </p:sp>
        <p:sp>
          <p:nvSpPr>
            <p:cNvPr id="96370" name="Text Box 114"/>
            <p:cNvSpPr txBox="1"/>
            <p:nvPr/>
          </p:nvSpPr>
          <p:spPr>
            <a:xfrm>
              <a:off x="4944" y="384"/>
              <a:ext cx="240" cy="192"/>
            </a:xfrm>
            <a:prstGeom prst="rect">
              <a:avLst/>
            </a:prstGeom>
            <a:noFill/>
            <a:ln w="9525">
              <a:noFill/>
            </a:ln>
          </p:spPr>
          <p:txBody>
            <a:bodyPr>
              <a:spAutoFit/>
            </a:bodyPr>
            <a:lstStyle>
              <a:lvl1pPr marL="342900" indent="-342900" algn="l" rtl="0" eaLnBrk="0" fontAlgn="base" hangingPunct="0">
                <a:spcBef>
                  <a:spcPct val="20000"/>
                </a:spcBef>
                <a:spcAft>
                  <a:spcPct val="0"/>
                </a:spcAft>
                <a:buChar char="•"/>
                <a:defRPr sz="3200">
                  <a:solidFill>
                    <a:srgbClr val="666699"/>
                  </a:solidFill>
                  <a:latin typeface="+mn-lt"/>
                  <a:ea typeface="+mn-ea"/>
                  <a:cs typeface="+mn-cs"/>
                </a:defRPr>
              </a:lvl1pPr>
              <a:lvl2pPr marL="742950" indent="-285750" algn="l" rtl="0" eaLnBrk="0" fontAlgn="base" hangingPunct="0">
                <a:spcBef>
                  <a:spcPct val="20000"/>
                </a:spcBef>
                <a:spcAft>
                  <a:spcPct val="0"/>
                </a:spcAft>
                <a:buChar char="–"/>
                <a:defRPr sz="2800">
                  <a:solidFill>
                    <a:srgbClr val="666699"/>
                  </a:solidFill>
                  <a:latin typeface="+mn-lt"/>
                  <a:ea typeface="+mn-ea"/>
                </a:defRPr>
              </a:lvl2pPr>
              <a:lvl3pPr marL="1143000" indent="-228600" algn="l" rtl="0" eaLnBrk="0" fontAlgn="base" hangingPunct="0">
                <a:spcBef>
                  <a:spcPct val="20000"/>
                </a:spcBef>
                <a:spcAft>
                  <a:spcPct val="0"/>
                </a:spcAft>
                <a:buChar char="•"/>
                <a:defRPr sz="2400">
                  <a:solidFill>
                    <a:srgbClr val="666699"/>
                  </a:solidFill>
                  <a:latin typeface="+mn-lt"/>
                  <a:ea typeface="+mn-ea"/>
                </a:defRPr>
              </a:lvl3pPr>
              <a:lvl4pPr marL="1600200" indent="-228600" algn="l" rtl="0" eaLnBrk="0" fontAlgn="base" hangingPunct="0">
                <a:spcBef>
                  <a:spcPct val="20000"/>
                </a:spcBef>
                <a:spcAft>
                  <a:spcPct val="0"/>
                </a:spcAft>
                <a:buChar char="–"/>
                <a:defRPr sz="2000">
                  <a:solidFill>
                    <a:srgbClr val="666699"/>
                  </a:solidFill>
                  <a:latin typeface="+mn-lt"/>
                  <a:ea typeface="+mn-ea"/>
                </a:defRPr>
              </a:lvl4pPr>
              <a:lvl5pPr marL="2057400" indent="-228600" algn="l" rtl="0" eaLnBrk="0" fontAlgn="base" hangingPunct="0">
                <a:spcBef>
                  <a:spcPct val="20000"/>
                </a:spcBef>
                <a:spcAft>
                  <a:spcPct val="0"/>
                </a:spcAft>
                <a:buChar char="»"/>
                <a:defRPr sz="2000">
                  <a:solidFill>
                    <a:srgbClr val="666699"/>
                  </a:solidFill>
                  <a:latin typeface="+mn-lt"/>
                  <a:ea typeface="+mn-ea"/>
                </a:defRPr>
              </a:lvl5pPr>
            </a:lstStyle>
            <a:p>
              <a:pPr marL="0" lvl="0" indent="0" eaLnBrk="1" hangingPunct="1">
                <a:spcBef>
                  <a:spcPct val="50000"/>
                </a:spcBef>
                <a:buNone/>
              </a:pPr>
              <a:r>
                <a:rPr lang="zh-CN" altLang="en-US" sz="1400" dirty="0">
                  <a:solidFill>
                    <a:schemeClr val="tx1"/>
                  </a:solidFill>
                  <a:latin typeface="Tahoma" panose="020B0604030504040204" pitchFamily="34" charset="0"/>
                </a:rPr>
                <a:t>是</a:t>
              </a:r>
              <a:endParaRPr lang="zh-CN" altLang="en-US" sz="1400" dirty="0">
                <a:solidFill>
                  <a:schemeClr val="tx1"/>
                </a:solidFill>
                <a:latin typeface="Tahoma" panose="020B0604030504040204" pitchFamily="34" charset="0"/>
              </a:endParaRPr>
            </a:p>
          </p:txBody>
        </p:sp>
        <p:sp>
          <p:nvSpPr>
            <p:cNvPr id="96371" name="Text Box 115"/>
            <p:cNvSpPr txBox="1"/>
            <p:nvPr/>
          </p:nvSpPr>
          <p:spPr>
            <a:xfrm>
              <a:off x="1152" y="1248"/>
              <a:ext cx="240" cy="192"/>
            </a:xfrm>
            <a:prstGeom prst="rect">
              <a:avLst/>
            </a:prstGeom>
            <a:noFill/>
            <a:ln w="9525">
              <a:noFill/>
            </a:ln>
          </p:spPr>
          <p:txBody>
            <a:bodyPr>
              <a:spAutoFit/>
            </a:bodyPr>
            <a:lstStyle>
              <a:lvl1pPr marL="342900" indent="-342900" algn="l" rtl="0" eaLnBrk="0" fontAlgn="base" hangingPunct="0">
                <a:spcBef>
                  <a:spcPct val="20000"/>
                </a:spcBef>
                <a:spcAft>
                  <a:spcPct val="0"/>
                </a:spcAft>
                <a:buChar char="•"/>
                <a:defRPr sz="3200">
                  <a:solidFill>
                    <a:srgbClr val="666699"/>
                  </a:solidFill>
                  <a:latin typeface="+mn-lt"/>
                  <a:ea typeface="+mn-ea"/>
                  <a:cs typeface="+mn-cs"/>
                </a:defRPr>
              </a:lvl1pPr>
              <a:lvl2pPr marL="742950" indent="-285750" algn="l" rtl="0" eaLnBrk="0" fontAlgn="base" hangingPunct="0">
                <a:spcBef>
                  <a:spcPct val="20000"/>
                </a:spcBef>
                <a:spcAft>
                  <a:spcPct val="0"/>
                </a:spcAft>
                <a:buChar char="–"/>
                <a:defRPr sz="2800">
                  <a:solidFill>
                    <a:srgbClr val="666699"/>
                  </a:solidFill>
                  <a:latin typeface="+mn-lt"/>
                  <a:ea typeface="+mn-ea"/>
                </a:defRPr>
              </a:lvl2pPr>
              <a:lvl3pPr marL="1143000" indent="-228600" algn="l" rtl="0" eaLnBrk="0" fontAlgn="base" hangingPunct="0">
                <a:spcBef>
                  <a:spcPct val="20000"/>
                </a:spcBef>
                <a:spcAft>
                  <a:spcPct val="0"/>
                </a:spcAft>
                <a:buChar char="•"/>
                <a:defRPr sz="2400">
                  <a:solidFill>
                    <a:srgbClr val="666699"/>
                  </a:solidFill>
                  <a:latin typeface="+mn-lt"/>
                  <a:ea typeface="+mn-ea"/>
                </a:defRPr>
              </a:lvl3pPr>
              <a:lvl4pPr marL="1600200" indent="-228600" algn="l" rtl="0" eaLnBrk="0" fontAlgn="base" hangingPunct="0">
                <a:spcBef>
                  <a:spcPct val="20000"/>
                </a:spcBef>
                <a:spcAft>
                  <a:spcPct val="0"/>
                </a:spcAft>
                <a:buChar char="–"/>
                <a:defRPr sz="2000">
                  <a:solidFill>
                    <a:srgbClr val="666699"/>
                  </a:solidFill>
                  <a:latin typeface="+mn-lt"/>
                  <a:ea typeface="+mn-ea"/>
                </a:defRPr>
              </a:lvl4pPr>
              <a:lvl5pPr marL="2057400" indent="-228600" algn="l" rtl="0" eaLnBrk="0" fontAlgn="base" hangingPunct="0">
                <a:spcBef>
                  <a:spcPct val="20000"/>
                </a:spcBef>
                <a:spcAft>
                  <a:spcPct val="0"/>
                </a:spcAft>
                <a:buChar char="»"/>
                <a:defRPr sz="2000">
                  <a:solidFill>
                    <a:srgbClr val="666699"/>
                  </a:solidFill>
                  <a:latin typeface="+mn-lt"/>
                  <a:ea typeface="+mn-ea"/>
                </a:defRPr>
              </a:lvl5pPr>
            </a:lstStyle>
            <a:p>
              <a:pPr marL="0" lvl="0" indent="0" eaLnBrk="1" hangingPunct="1">
                <a:spcBef>
                  <a:spcPct val="50000"/>
                </a:spcBef>
                <a:buNone/>
              </a:pPr>
              <a:r>
                <a:rPr lang="zh-CN" altLang="en-US" sz="1400" dirty="0">
                  <a:solidFill>
                    <a:schemeClr val="tx1"/>
                  </a:solidFill>
                  <a:latin typeface="Tahoma" panose="020B0604030504040204" pitchFamily="34" charset="0"/>
                </a:rPr>
                <a:t>否</a:t>
              </a:r>
              <a:endParaRPr lang="zh-CN" altLang="en-US" sz="1400" dirty="0">
                <a:solidFill>
                  <a:schemeClr val="tx1"/>
                </a:solidFill>
                <a:latin typeface="Tahoma" panose="020B0604030504040204" pitchFamily="34" charset="0"/>
              </a:endParaRPr>
            </a:p>
          </p:txBody>
        </p:sp>
        <p:sp>
          <p:nvSpPr>
            <p:cNvPr id="96372" name="Text Box 116"/>
            <p:cNvSpPr txBox="1"/>
            <p:nvPr/>
          </p:nvSpPr>
          <p:spPr>
            <a:xfrm>
              <a:off x="1488" y="1248"/>
              <a:ext cx="240" cy="192"/>
            </a:xfrm>
            <a:prstGeom prst="rect">
              <a:avLst/>
            </a:prstGeom>
            <a:noFill/>
            <a:ln w="9525">
              <a:noFill/>
            </a:ln>
          </p:spPr>
          <p:txBody>
            <a:bodyPr>
              <a:spAutoFit/>
            </a:bodyPr>
            <a:lstStyle>
              <a:lvl1pPr marL="342900" indent="-342900" algn="l" rtl="0" eaLnBrk="0" fontAlgn="base" hangingPunct="0">
                <a:spcBef>
                  <a:spcPct val="20000"/>
                </a:spcBef>
                <a:spcAft>
                  <a:spcPct val="0"/>
                </a:spcAft>
                <a:buChar char="•"/>
                <a:defRPr sz="3200">
                  <a:solidFill>
                    <a:srgbClr val="666699"/>
                  </a:solidFill>
                  <a:latin typeface="+mn-lt"/>
                  <a:ea typeface="+mn-ea"/>
                  <a:cs typeface="+mn-cs"/>
                </a:defRPr>
              </a:lvl1pPr>
              <a:lvl2pPr marL="742950" indent="-285750" algn="l" rtl="0" eaLnBrk="0" fontAlgn="base" hangingPunct="0">
                <a:spcBef>
                  <a:spcPct val="20000"/>
                </a:spcBef>
                <a:spcAft>
                  <a:spcPct val="0"/>
                </a:spcAft>
                <a:buChar char="–"/>
                <a:defRPr sz="2800">
                  <a:solidFill>
                    <a:srgbClr val="666699"/>
                  </a:solidFill>
                  <a:latin typeface="+mn-lt"/>
                  <a:ea typeface="+mn-ea"/>
                </a:defRPr>
              </a:lvl2pPr>
              <a:lvl3pPr marL="1143000" indent="-228600" algn="l" rtl="0" eaLnBrk="0" fontAlgn="base" hangingPunct="0">
                <a:spcBef>
                  <a:spcPct val="20000"/>
                </a:spcBef>
                <a:spcAft>
                  <a:spcPct val="0"/>
                </a:spcAft>
                <a:buChar char="•"/>
                <a:defRPr sz="2400">
                  <a:solidFill>
                    <a:srgbClr val="666699"/>
                  </a:solidFill>
                  <a:latin typeface="+mn-lt"/>
                  <a:ea typeface="+mn-ea"/>
                </a:defRPr>
              </a:lvl3pPr>
              <a:lvl4pPr marL="1600200" indent="-228600" algn="l" rtl="0" eaLnBrk="0" fontAlgn="base" hangingPunct="0">
                <a:spcBef>
                  <a:spcPct val="20000"/>
                </a:spcBef>
                <a:spcAft>
                  <a:spcPct val="0"/>
                </a:spcAft>
                <a:buChar char="–"/>
                <a:defRPr sz="2000">
                  <a:solidFill>
                    <a:srgbClr val="666699"/>
                  </a:solidFill>
                  <a:latin typeface="+mn-lt"/>
                  <a:ea typeface="+mn-ea"/>
                </a:defRPr>
              </a:lvl4pPr>
              <a:lvl5pPr marL="2057400" indent="-228600" algn="l" rtl="0" eaLnBrk="0" fontAlgn="base" hangingPunct="0">
                <a:spcBef>
                  <a:spcPct val="20000"/>
                </a:spcBef>
                <a:spcAft>
                  <a:spcPct val="0"/>
                </a:spcAft>
                <a:buChar char="»"/>
                <a:defRPr sz="2000">
                  <a:solidFill>
                    <a:srgbClr val="666699"/>
                  </a:solidFill>
                  <a:latin typeface="+mn-lt"/>
                  <a:ea typeface="+mn-ea"/>
                </a:defRPr>
              </a:lvl5pPr>
            </a:lstStyle>
            <a:p>
              <a:pPr marL="0" lvl="0" indent="0" eaLnBrk="1" hangingPunct="1">
                <a:spcBef>
                  <a:spcPct val="50000"/>
                </a:spcBef>
                <a:buNone/>
              </a:pPr>
              <a:r>
                <a:rPr lang="zh-CN" altLang="en-US" sz="1400" dirty="0">
                  <a:solidFill>
                    <a:schemeClr val="tx1"/>
                  </a:solidFill>
                  <a:latin typeface="Tahoma" panose="020B0604030504040204" pitchFamily="34" charset="0"/>
                </a:rPr>
                <a:t>否</a:t>
              </a:r>
              <a:endParaRPr lang="zh-CN" altLang="en-US" sz="1400" dirty="0">
                <a:solidFill>
                  <a:schemeClr val="tx1"/>
                </a:solidFill>
                <a:latin typeface="Tahoma" panose="020B0604030504040204" pitchFamily="34" charset="0"/>
              </a:endParaRPr>
            </a:p>
          </p:txBody>
        </p:sp>
        <p:sp>
          <p:nvSpPr>
            <p:cNvPr id="96373" name="Text Box 117"/>
            <p:cNvSpPr txBox="1"/>
            <p:nvPr/>
          </p:nvSpPr>
          <p:spPr>
            <a:xfrm>
              <a:off x="624" y="1200"/>
              <a:ext cx="240" cy="192"/>
            </a:xfrm>
            <a:prstGeom prst="rect">
              <a:avLst/>
            </a:prstGeom>
            <a:noFill/>
            <a:ln w="9525">
              <a:noFill/>
            </a:ln>
          </p:spPr>
          <p:txBody>
            <a:bodyPr>
              <a:spAutoFit/>
            </a:bodyPr>
            <a:lstStyle>
              <a:lvl1pPr marL="342900" indent="-342900" algn="l" rtl="0" eaLnBrk="0" fontAlgn="base" hangingPunct="0">
                <a:spcBef>
                  <a:spcPct val="20000"/>
                </a:spcBef>
                <a:spcAft>
                  <a:spcPct val="0"/>
                </a:spcAft>
                <a:buChar char="•"/>
                <a:defRPr sz="3200">
                  <a:solidFill>
                    <a:srgbClr val="666699"/>
                  </a:solidFill>
                  <a:latin typeface="+mn-lt"/>
                  <a:ea typeface="+mn-ea"/>
                  <a:cs typeface="+mn-cs"/>
                </a:defRPr>
              </a:lvl1pPr>
              <a:lvl2pPr marL="742950" indent="-285750" algn="l" rtl="0" eaLnBrk="0" fontAlgn="base" hangingPunct="0">
                <a:spcBef>
                  <a:spcPct val="20000"/>
                </a:spcBef>
                <a:spcAft>
                  <a:spcPct val="0"/>
                </a:spcAft>
                <a:buChar char="–"/>
                <a:defRPr sz="2800">
                  <a:solidFill>
                    <a:srgbClr val="666699"/>
                  </a:solidFill>
                  <a:latin typeface="+mn-lt"/>
                  <a:ea typeface="+mn-ea"/>
                </a:defRPr>
              </a:lvl2pPr>
              <a:lvl3pPr marL="1143000" indent="-228600" algn="l" rtl="0" eaLnBrk="0" fontAlgn="base" hangingPunct="0">
                <a:spcBef>
                  <a:spcPct val="20000"/>
                </a:spcBef>
                <a:spcAft>
                  <a:spcPct val="0"/>
                </a:spcAft>
                <a:buChar char="•"/>
                <a:defRPr sz="2400">
                  <a:solidFill>
                    <a:srgbClr val="666699"/>
                  </a:solidFill>
                  <a:latin typeface="+mn-lt"/>
                  <a:ea typeface="+mn-ea"/>
                </a:defRPr>
              </a:lvl3pPr>
              <a:lvl4pPr marL="1600200" indent="-228600" algn="l" rtl="0" eaLnBrk="0" fontAlgn="base" hangingPunct="0">
                <a:spcBef>
                  <a:spcPct val="20000"/>
                </a:spcBef>
                <a:spcAft>
                  <a:spcPct val="0"/>
                </a:spcAft>
                <a:buChar char="–"/>
                <a:defRPr sz="2000">
                  <a:solidFill>
                    <a:srgbClr val="666699"/>
                  </a:solidFill>
                  <a:latin typeface="+mn-lt"/>
                  <a:ea typeface="+mn-ea"/>
                </a:defRPr>
              </a:lvl4pPr>
              <a:lvl5pPr marL="2057400" indent="-228600" algn="l" rtl="0" eaLnBrk="0" fontAlgn="base" hangingPunct="0">
                <a:spcBef>
                  <a:spcPct val="20000"/>
                </a:spcBef>
                <a:spcAft>
                  <a:spcPct val="0"/>
                </a:spcAft>
                <a:buChar char="»"/>
                <a:defRPr sz="2000">
                  <a:solidFill>
                    <a:srgbClr val="666699"/>
                  </a:solidFill>
                  <a:latin typeface="+mn-lt"/>
                  <a:ea typeface="+mn-ea"/>
                </a:defRPr>
              </a:lvl5pPr>
            </a:lstStyle>
            <a:p>
              <a:pPr marL="0" lvl="0" indent="0" eaLnBrk="1" hangingPunct="1">
                <a:spcBef>
                  <a:spcPct val="50000"/>
                </a:spcBef>
                <a:buNone/>
              </a:pPr>
              <a:r>
                <a:rPr lang="zh-CN" altLang="en-US" sz="1400" dirty="0">
                  <a:solidFill>
                    <a:schemeClr val="tx1"/>
                  </a:solidFill>
                  <a:latin typeface="Tahoma" panose="020B0604030504040204" pitchFamily="34" charset="0"/>
                </a:rPr>
                <a:t>否</a:t>
              </a:r>
              <a:endParaRPr lang="zh-CN" altLang="en-US" sz="1400" dirty="0">
                <a:solidFill>
                  <a:schemeClr val="tx1"/>
                </a:solidFill>
                <a:latin typeface="Tahoma" panose="020B0604030504040204" pitchFamily="34" charset="0"/>
              </a:endParaRPr>
            </a:p>
          </p:txBody>
        </p:sp>
        <p:sp>
          <p:nvSpPr>
            <p:cNvPr id="96374" name="Text Box 118"/>
            <p:cNvSpPr txBox="1"/>
            <p:nvPr/>
          </p:nvSpPr>
          <p:spPr>
            <a:xfrm>
              <a:off x="2064" y="768"/>
              <a:ext cx="240" cy="192"/>
            </a:xfrm>
            <a:prstGeom prst="rect">
              <a:avLst/>
            </a:prstGeom>
            <a:noFill/>
            <a:ln w="9525">
              <a:noFill/>
            </a:ln>
          </p:spPr>
          <p:txBody>
            <a:bodyPr>
              <a:spAutoFit/>
            </a:bodyPr>
            <a:lstStyle>
              <a:lvl1pPr marL="342900" indent="-342900" algn="l" rtl="0" eaLnBrk="0" fontAlgn="base" hangingPunct="0">
                <a:spcBef>
                  <a:spcPct val="20000"/>
                </a:spcBef>
                <a:spcAft>
                  <a:spcPct val="0"/>
                </a:spcAft>
                <a:buChar char="•"/>
                <a:defRPr sz="3200">
                  <a:solidFill>
                    <a:srgbClr val="666699"/>
                  </a:solidFill>
                  <a:latin typeface="+mn-lt"/>
                  <a:ea typeface="+mn-ea"/>
                  <a:cs typeface="+mn-cs"/>
                </a:defRPr>
              </a:lvl1pPr>
              <a:lvl2pPr marL="742950" indent="-285750" algn="l" rtl="0" eaLnBrk="0" fontAlgn="base" hangingPunct="0">
                <a:spcBef>
                  <a:spcPct val="20000"/>
                </a:spcBef>
                <a:spcAft>
                  <a:spcPct val="0"/>
                </a:spcAft>
                <a:buChar char="–"/>
                <a:defRPr sz="2800">
                  <a:solidFill>
                    <a:srgbClr val="666699"/>
                  </a:solidFill>
                  <a:latin typeface="+mn-lt"/>
                  <a:ea typeface="+mn-ea"/>
                </a:defRPr>
              </a:lvl2pPr>
              <a:lvl3pPr marL="1143000" indent="-228600" algn="l" rtl="0" eaLnBrk="0" fontAlgn="base" hangingPunct="0">
                <a:spcBef>
                  <a:spcPct val="20000"/>
                </a:spcBef>
                <a:spcAft>
                  <a:spcPct val="0"/>
                </a:spcAft>
                <a:buChar char="•"/>
                <a:defRPr sz="2400">
                  <a:solidFill>
                    <a:srgbClr val="666699"/>
                  </a:solidFill>
                  <a:latin typeface="+mn-lt"/>
                  <a:ea typeface="+mn-ea"/>
                </a:defRPr>
              </a:lvl3pPr>
              <a:lvl4pPr marL="1600200" indent="-228600" algn="l" rtl="0" eaLnBrk="0" fontAlgn="base" hangingPunct="0">
                <a:spcBef>
                  <a:spcPct val="20000"/>
                </a:spcBef>
                <a:spcAft>
                  <a:spcPct val="0"/>
                </a:spcAft>
                <a:buChar char="–"/>
                <a:defRPr sz="2000">
                  <a:solidFill>
                    <a:srgbClr val="666699"/>
                  </a:solidFill>
                  <a:latin typeface="+mn-lt"/>
                  <a:ea typeface="+mn-ea"/>
                </a:defRPr>
              </a:lvl4pPr>
              <a:lvl5pPr marL="2057400" indent="-228600" algn="l" rtl="0" eaLnBrk="0" fontAlgn="base" hangingPunct="0">
                <a:spcBef>
                  <a:spcPct val="20000"/>
                </a:spcBef>
                <a:spcAft>
                  <a:spcPct val="0"/>
                </a:spcAft>
                <a:buChar char="»"/>
                <a:defRPr sz="2000">
                  <a:solidFill>
                    <a:srgbClr val="666699"/>
                  </a:solidFill>
                  <a:latin typeface="+mn-lt"/>
                  <a:ea typeface="+mn-ea"/>
                </a:defRPr>
              </a:lvl5pPr>
            </a:lstStyle>
            <a:p>
              <a:pPr marL="0" lvl="0" indent="0" eaLnBrk="1" hangingPunct="1">
                <a:spcBef>
                  <a:spcPct val="50000"/>
                </a:spcBef>
                <a:buNone/>
              </a:pPr>
              <a:r>
                <a:rPr lang="zh-CN" altLang="en-US" sz="1400" dirty="0">
                  <a:solidFill>
                    <a:schemeClr val="tx1"/>
                  </a:solidFill>
                  <a:latin typeface="Tahoma" panose="020B0604030504040204" pitchFamily="34" charset="0"/>
                </a:rPr>
                <a:t>否</a:t>
              </a:r>
              <a:endParaRPr lang="zh-CN" altLang="en-US" sz="1400" dirty="0">
                <a:solidFill>
                  <a:schemeClr val="tx1"/>
                </a:solidFill>
                <a:latin typeface="Tahoma" panose="020B0604030504040204" pitchFamily="34" charset="0"/>
              </a:endParaRPr>
            </a:p>
          </p:txBody>
        </p:sp>
        <p:sp>
          <p:nvSpPr>
            <p:cNvPr id="96375" name="Text Box 119"/>
            <p:cNvSpPr txBox="1"/>
            <p:nvPr/>
          </p:nvSpPr>
          <p:spPr>
            <a:xfrm>
              <a:off x="2880" y="1296"/>
              <a:ext cx="240" cy="192"/>
            </a:xfrm>
            <a:prstGeom prst="rect">
              <a:avLst/>
            </a:prstGeom>
            <a:noFill/>
            <a:ln w="9525">
              <a:noFill/>
            </a:ln>
          </p:spPr>
          <p:txBody>
            <a:bodyPr>
              <a:spAutoFit/>
            </a:bodyPr>
            <a:lstStyle>
              <a:lvl1pPr marL="342900" indent="-342900" algn="l" rtl="0" eaLnBrk="0" fontAlgn="base" hangingPunct="0">
                <a:spcBef>
                  <a:spcPct val="20000"/>
                </a:spcBef>
                <a:spcAft>
                  <a:spcPct val="0"/>
                </a:spcAft>
                <a:buChar char="•"/>
                <a:defRPr sz="3200">
                  <a:solidFill>
                    <a:srgbClr val="666699"/>
                  </a:solidFill>
                  <a:latin typeface="+mn-lt"/>
                  <a:ea typeface="+mn-ea"/>
                  <a:cs typeface="+mn-cs"/>
                </a:defRPr>
              </a:lvl1pPr>
              <a:lvl2pPr marL="742950" indent="-285750" algn="l" rtl="0" eaLnBrk="0" fontAlgn="base" hangingPunct="0">
                <a:spcBef>
                  <a:spcPct val="20000"/>
                </a:spcBef>
                <a:spcAft>
                  <a:spcPct val="0"/>
                </a:spcAft>
                <a:buChar char="–"/>
                <a:defRPr sz="2800">
                  <a:solidFill>
                    <a:srgbClr val="666699"/>
                  </a:solidFill>
                  <a:latin typeface="+mn-lt"/>
                  <a:ea typeface="+mn-ea"/>
                </a:defRPr>
              </a:lvl2pPr>
              <a:lvl3pPr marL="1143000" indent="-228600" algn="l" rtl="0" eaLnBrk="0" fontAlgn="base" hangingPunct="0">
                <a:spcBef>
                  <a:spcPct val="20000"/>
                </a:spcBef>
                <a:spcAft>
                  <a:spcPct val="0"/>
                </a:spcAft>
                <a:buChar char="•"/>
                <a:defRPr sz="2400">
                  <a:solidFill>
                    <a:srgbClr val="666699"/>
                  </a:solidFill>
                  <a:latin typeface="+mn-lt"/>
                  <a:ea typeface="+mn-ea"/>
                </a:defRPr>
              </a:lvl3pPr>
              <a:lvl4pPr marL="1600200" indent="-228600" algn="l" rtl="0" eaLnBrk="0" fontAlgn="base" hangingPunct="0">
                <a:spcBef>
                  <a:spcPct val="20000"/>
                </a:spcBef>
                <a:spcAft>
                  <a:spcPct val="0"/>
                </a:spcAft>
                <a:buChar char="–"/>
                <a:defRPr sz="2000">
                  <a:solidFill>
                    <a:srgbClr val="666699"/>
                  </a:solidFill>
                  <a:latin typeface="+mn-lt"/>
                  <a:ea typeface="+mn-ea"/>
                </a:defRPr>
              </a:lvl4pPr>
              <a:lvl5pPr marL="2057400" indent="-228600" algn="l" rtl="0" eaLnBrk="0" fontAlgn="base" hangingPunct="0">
                <a:spcBef>
                  <a:spcPct val="20000"/>
                </a:spcBef>
                <a:spcAft>
                  <a:spcPct val="0"/>
                </a:spcAft>
                <a:buChar char="»"/>
                <a:defRPr sz="2000">
                  <a:solidFill>
                    <a:srgbClr val="666699"/>
                  </a:solidFill>
                  <a:latin typeface="+mn-lt"/>
                  <a:ea typeface="+mn-ea"/>
                </a:defRPr>
              </a:lvl5pPr>
            </a:lstStyle>
            <a:p>
              <a:pPr marL="0" lvl="0" indent="0" eaLnBrk="1" hangingPunct="1">
                <a:spcBef>
                  <a:spcPct val="50000"/>
                </a:spcBef>
                <a:buNone/>
              </a:pPr>
              <a:r>
                <a:rPr lang="zh-CN" altLang="en-US" sz="1400" dirty="0">
                  <a:solidFill>
                    <a:schemeClr val="tx1"/>
                  </a:solidFill>
                  <a:latin typeface="Tahoma" panose="020B0604030504040204" pitchFamily="34" charset="0"/>
                </a:rPr>
                <a:t>否</a:t>
              </a:r>
              <a:endParaRPr lang="zh-CN" altLang="en-US" sz="1400" dirty="0">
                <a:solidFill>
                  <a:schemeClr val="tx1"/>
                </a:solidFill>
                <a:latin typeface="Tahoma" panose="020B0604030504040204" pitchFamily="34" charset="0"/>
              </a:endParaRPr>
            </a:p>
          </p:txBody>
        </p:sp>
        <p:sp>
          <p:nvSpPr>
            <p:cNvPr id="96376" name="Text Box 120"/>
            <p:cNvSpPr txBox="1"/>
            <p:nvPr/>
          </p:nvSpPr>
          <p:spPr>
            <a:xfrm>
              <a:off x="3216" y="1296"/>
              <a:ext cx="240" cy="192"/>
            </a:xfrm>
            <a:prstGeom prst="rect">
              <a:avLst/>
            </a:prstGeom>
            <a:noFill/>
            <a:ln w="9525">
              <a:noFill/>
            </a:ln>
          </p:spPr>
          <p:txBody>
            <a:bodyPr>
              <a:spAutoFit/>
            </a:bodyPr>
            <a:lstStyle>
              <a:lvl1pPr marL="342900" indent="-342900" algn="l" rtl="0" eaLnBrk="0" fontAlgn="base" hangingPunct="0">
                <a:spcBef>
                  <a:spcPct val="20000"/>
                </a:spcBef>
                <a:spcAft>
                  <a:spcPct val="0"/>
                </a:spcAft>
                <a:buChar char="•"/>
                <a:defRPr sz="3200">
                  <a:solidFill>
                    <a:srgbClr val="666699"/>
                  </a:solidFill>
                  <a:latin typeface="+mn-lt"/>
                  <a:ea typeface="+mn-ea"/>
                  <a:cs typeface="+mn-cs"/>
                </a:defRPr>
              </a:lvl1pPr>
              <a:lvl2pPr marL="742950" indent="-285750" algn="l" rtl="0" eaLnBrk="0" fontAlgn="base" hangingPunct="0">
                <a:spcBef>
                  <a:spcPct val="20000"/>
                </a:spcBef>
                <a:spcAft>
                  <a:spcPct val="0"/>
                </a:spcAft>
                <a:buChar char="–"/>
                <a:defRPr sz="2800">
                  <a:solidFill>
                    <a:srgbClr val="666699"/>
                  </a:solidFill>
                  <a:latin typeface="+mn-lt"/>
                  <a:ea typeface="+mn-ea"/>
                </a:defRPr>
              </a:lvl2pPr>
              <a:lvl3pPr marL="1143000" indent="-228600" algn="l" rtl="0" eaLnBrk="0" fontAlgn="base" hangingPunct="0">
                <a:spcBef>
                  <a:spcPct val="20000"/>
                </a:spcBef>
                <a:spcAft>
                  <a:spcPct val="0"/>
                </a:spcAft>
                <a:buChar char="•"/>
                <a:defRPr sz="2400">
                  <a:solidFill>
                    <a:srgbClr val="666699"/>
                  </a:solidFill>
                  <a:latin typeface="+mn-lt"/>
                  <a:ea typeface="+mn-ea"/>
                </a:defRPr>
              </a:lvl3pPr>
              <a:lvl4pPr marL="1600200" indent="-228600" algn="l" rtl="0" eaLnBrk="0" fontAlgn="base" hangingPunct="0">
                <a:spcBef>
                  <a:spcPct val="20000"/>
                </a:spcBef>
                <a:spcAft>
                  <a:spcPct val="0"/>
                </a:spcAft>
                <a:buChar char="–"/>
                <a:defRPr sz="2000">
                  <a:solidFill>
                    <a:srgbClr val="666699"/>
                  </a:solidFill>
                  <a:latin typeface="+mn-lt"/>
                  <a:ea typeface="+mn-ea"/>
                </a:defRPr>
              </a:lvl4pPr>
              <a:lvl5pPr marL="2057400" indent="-228600" algn="l" rtl="0" eaLnBrk="0" fontAlgn="base" hangingPunct="0">
                <a:spcBef>
                  <a:spcPct val="20000"/>
                </a:spcBef>
                <a:spcAft>
                  <a:spcPct val="0"/>
                </a:spcAft>
                <a:buChar char="»"/>
                <a:defRPr sz="2000">
                  <a:solidFill>
                    <a:srgbClr val="666699"/>
                  </a:solidFill>
                  <a:latin typeface="+mn-lt"/>
                  <a:ea typeface="+mn-ea"/>
                </a:defRPr>
              </a:lvl5pPr>
            </a:lstStyle>
            <a:p>
              <a:pPr marL="0" lvl="0" indent="0" eaLnBrk="1" hangingPunct="1">
                <a:spcBef>
                  <a:spcPct val="50000"/>
                </a:spcBef>
                <a:buNone/>
              </a:pPr>
              <a:r>
                <a:rPr lang="zh-CN" altLang="en-US" sz="1400" dirty="0">
                  <a:solidFill>
                    <a:schemeClr val="tx1"/>
                  </a:solidFill>
                  <a:latin typeface="Tahoma" panose="020B0604030504040204" pitchFamily="34" charset="0"/>
                </a:rPr>
                <a:t>否</a:t>
              </a:r>
              <a:endParaRPr lang="zh-CN" altLang="en-US" sz="1400" dirty="0">
                <a:solidFill>
                  <a:schemeClr val="tx1"/>
                </a:solidFill>
                <a:latin typeface="Tahoma" panose="020B0604030504040204" pitchFamily="34" charset="0"/>
              </a:endParaRPr>
            </a:p>
          </p:txBody>
        </p:sp>
        <p:sp>
          <p:nvSpPr>
            <p:cNvPr id="96377" name="Text Box 121"/>
            <p:cNvSpPr txBox="1"/>
            <p:nvPr/>
          </p:nvSpPr>
          <p:spPr>
            <a:xfrm>
              <a:off x="4752" y="768"/>
              <a:ext cx="240" cy="192"/>
            </a:xfrm>
            <a:prstGeom prst="rect">
              <a:avLst/>
            </a:prstGeom>
            <a:noFill/>
            <a:ln w="9525">
              <a:noFill/>
            </a:ln>
          </p:spPr>
          <p:txBody>
            <a:bodyPr>
              <a:spAutoFit/>
            </a:bodyPr>
            <a:lstStyle>
              <a:lvl1pPr marL="342900" indent="-342900" algn="l" rtl="0" eaLnBrk="0" fontAlgn="base" hangingPunct="0">
                <a:spcBef>
                  <a:spcPct val="20000"/>
                </a:spcBef>
                <a:spcAft>
                  <a:spcPct val="0"/>
                </a:spcAft>
                <a:buChar char="•"/>
                <a:defRPr sz="3200">
                  <a:solidFill>
                    <a:srgbClr val="666699"/>
                  </a:solidFill>
                  <a:latin typeface="+mn-lt"/>
                  <a:ea typeface="+mn-ea"/>
                  <a:cs typeface="+mn-cs"/>
                </a:defRPr>
              </a:lvl1pPr>
              <a:lvl2pPr marL="742950" indent="-285750" algn="l" rtl="0" eaLnBrk="0" fontAlgn="base" hangingPunct="0">
                <a:spcBef>
                  <a:spcPct val="20000"/>
                </a:spcBef>
                <a:spcAft>
                  <a:spcPct val="0"/>
                </a:spcAft>
                <a:buChar char="–"/>
                <a:defRPr sz="2800">
                  <a:solidFill>
                    <a:srgbClr val="666699"/>
                  </a:solidFill>
                  <a:latin typeface="+mn-lt"/>
                  <a:ea typeface="+mn-ea"/>
                </a:defRPr>
              </a:lvl2pPr>
              <a:lvl3pPr marL="1143000" indent="-228600" algn="l" rtl="0" eaLnBrk="0" fontAlgn="base" hangingPunct="0">
                <a:spcBef>
                  <a:spcPct val="20000"/>
                </a:spcBef>
                <a:spcAft>
                  <a:spcPct val="0"/>
                </a:spcAft>
                <a:buChar char="•"/>
                <a:defRPr sz="2400">
                  <a:solidFill>
                    <a:srgbClr val="666699"/>
                  </a:solidFill>
                  <a:latin typeface="+mn-lt"/>
                  <a:ea typeface="+mn-ea"/>
                </a:defRPr>
              </a:lvl3pPr>
              <a:lvl4pPr marL="1600200" indent="-228600" algn="l" rtl="0" eaLnBrk="0" fontAlgn="base" hangingPunct="0">
                <a:spcBef>
                  <a:spcPct val="20000"/>
                </a:spcBef>
                <a:spcAft>
                  <a:spcPct val="0"/>
                </a:spcAft>
                <a:buChar char="–"/>
                <a:defRPr sz="2000">
                  <a:solidFill>
                    <a:srgbClr val="666699"/>
                  </a:solidFill>
                  <a:latin typeface="+mn-lt"/>
                  <a:ea typeface="+mn-ea"/>
                </a:defRPr>
              </a:lvl4pPr>
              <a:lvl5pPr marL="2057400" indent="-228600" algn="l" rtl="0" eaLnBrk="0" fontAlgn="base" hangingPunct="0">
                <a:spcBef>
                  <a:spcPct val="20000"/>
                </a:spcBef>
                <a:spcAft>
                  <a:spcPct val="0"/>
                </a:spcAft>
                <a:buChar char="»"/>
                <a:defRPr sz="2000">
                  <a:solidFill>
                    <a:srgbClr val="666699"/>
                  </a:solidFill>
                  <a:latin typeface="+mn-lt"/>
                  <a:ea typeface="+mn-ea"/>
                </a:defRPr>
              </a:lvl5pPr>
            </a:lstStyle>
            <a:p>
              <a:pPr marL="0" lvl="0" indent="0" eaLnBrk="1" hangingPunct="1">
                <a:spcBef>
                  <a:spcPct val="50000"/>
                </a:spcBef>
                <a:buNone/>
              </a:pPr>
              <a:r>
                <a:rPr lang="zh-CN" altLang="en-US" sz="1400" dirty="0">
                  <a:solidFill>
                    <a:schemeClr val="tx1"/>
                  </a:solidFill>
                  <a:latin typeface="Tahoma" panose="020B0604030504040204" pitchFamily="34" charset="0"/>
                </a:rPr>
                <a:t>否</a:t>
              </a:r>
              <a:endParaRPr lang="zh-CN" altLang="en-US" sz="1400" dirty="0">
                <a:solidFill>
                  <a:schemeClr val="tx1"/>
                </a:solidFill>
                <a:latin typeface="Tahoma" panose="020B0604030504040204" pitchFamily="34" charset="0"/>
              </a:endParaRPr>
            </a:p>
          </p:txBody>
        </p:sp>
        <p:sp>
          <p:nvSpPr>
            <p:cNvPr id="96378" name="Text Box 122"/>
            <p:cNvSpPr txBox="1"/>
            <p:nvPr/>
          </p:nvSpPr>
          <p:spPr>
            <a:xfrm>
              <a:off x="4224" y="1296"/>
              <a:ext cx="240" cy="192"/>
            </a:xfrm>
            <a:prstGeom prst="rect">
              <a:avLst/>
            </a:prstGeom>
            <a:noFill/>
            <a:ln w="9525">
              <a:noFill/>
            </a:ln>
          </p:spPr>
          <p:txBody>
            <a:bodyPr>
              <a:spAutoFit/>
            </a:bodyPr>
            <a:lstStyle>
              <a:lvl1pPr marL="342900" indent="-342900" algn="l" rtl="0" eaLnBrk="0" fontAlgn="base" hangingPunct="0">
                <a:spcBef>
                  <a:spcPct val="20000"/>
                </a:spcBef>
                <a:spcAft>
                  <a:spcPct val="0"/>
                </a:spcAft>
                <a:buChar char="•"/>
                <a:defRPr sz="3200">
                  <a:solidFill>
                    <a:srgbClr val="666699"/>
                  </a:solidFill>
                  <a:latin typeface="+mn-lt"/>
                  <a:ea typeface="+mn-ea"/>
                  <a:cs typeface="+mn-cs"/>
                </a:defRPr>
              </a:lvl1pPr>
              <a:lvl2pPr marL="742950" indent="-285750" algn="l" rtl="0" eaLnBrk="0" fontAlgn="base" hangingPunct="0">
                <a:spcBef>
                  <a:spcPct val="20000"/>
                </a:spcBef>
                <a:spcAft>
                  <a:spcPct val="0"/>
                </a:spcAft>
                <a:buChar char="–"/>
                <a:defRPr sz="2800">
                  <a:solidFill>
                    <a:srgbClr val="666699"/>
                  </a:solidFill>
                  <a:latin typeface="+mn-lt"/>
                  <a:ea typeface="+mn-ea"/>
                </a:defRPr>
              </a:lvl2pPr>
              <a:lvl3pPr marL="1143000" indent="-228600" algn="l" rtl="0" eaLnBrk="0" fontAlgn="base" hangingPunct="0">
                <a:spcBef>
                  <a:spcPct val="20000"/>
                </a:spcBef>
                <a:spcAft>
                  <a:spcPct val="0"/>
                </a:spcAft>
                <a:buChar char="•"/>
                <a:defRPr sz="2400">
                  <a:solidFill>
                    <a:srgbClr val="666699"/>
                  </a:solidFill>
                  <a:latin typeface="+mn-lt"/>
                  <a:ea typeface="+mn-ea"/>
                </a:defRPr>
              </a:lvl3pPr>
              <a:lvl4pPr marL="1600200" indent="-228600" algn="l" rtl="0" eaLnBrk="0" fontAlgn="base" hangingPunct="0">
                <a:spcBef>
                  <a:spcPct val="20000"/>
                </a:spcBef>
                <a:spcAft>
                  <a:spcPct val="0"/>
                </a:spcAft>
                <a:buChar char="–"/>
                <a:defRPr sz="2000">
                  <a:solidFill>
                    <a:srgbClr val="666699"/>
                  </a:solidFill>
                  <a:latin typeface="+mn-lt"/>
                  <a:ea typeface="+mn-ea"/>
                </a:defRPr>
              </a:lvl4pPr>
              <a:lvl5pPr marL="2057400" indent="-228600" algn="l" rtl="0" eaLnBrk="0" fontAlgn="base" hangingPunct="0">
                <a:spcBef>
                  <a:spcPct val="20000"/>
                </a:spcBef>
                <a:spcAft>
                  <a:spcPct val="0"/>
                </a:spcAft>
                <a:buChar char="»"/>
                <a:defRPr sz="2000">
                  <a:solidFill>
                    <a:srgbClr val="666699"/>
                  </a:solidFill>
                  <a:latin typeface="+mn-lt"/>
                  <a:ea typeface="+mn-ea"/>
                </a:defRPr>
              </a:lvl5pPr>
            </a:lstStyle>
            <a:p>
              <a:pPr marL="0" lvl="0" indent="0" eaLnBrk="1" hangingPunct="1">
                <a:spcBef>
                  <a:spcPct val="50000"/>
                </a:spcBef>
                <a:buNone/>
              </a:pPr>
              <a:r>
                <a:rPr lang="zh-CN" altLang="en-US" sz="1400" dirty="0">
                  <a:solidFill>
                    <a:schemeClr val="tx1"/>
                  </a:solidFill>
                  <a:latin typeface="Tahoma" panose="020B0604030504040204" pitchFamily="34" charset="0"/>
                </a:rPr>
                <a:t>否</a:t>
              </a:r>
              <a:endParaRPr lang="zh-CN" altLang="en-US" sz="1400" dirty="0">
                <a:solidFill>
                  <a:schemeClr val="tx1"/>
                </a:solidFill>
                <a:latin typeface="Tahoma" panose="020B0604030504040204" pitchFamily="34" charset="0"/>
              </a:endParaRPr>
            </a:p>
          </p:txBody>
        </p:sp>
        <p:sp>
          <p:nvSpPr>
            <p:cNvPr id="96379" name="Line 123"/>
            <p:cNvSpPr/>
            <p:nvPr/>
          </p:nvSpPr>
          <p:spPr>
            <a:xfrm>
              <a:off x="4608" y="768"/>
              <a:ext cx="0" cy="192"/>
            </a:xfrm>
            <a:prstGeom prst="line">
              <a:avLst/>
            </a:prstGeom>
            <a:ln w="9525" cap="flat" cmpd="sng">
              <a:solidFill>
                <a:schemeClr val="tx1"/>
              </a:solidFill>
              <a:prstDash val="solid"/>
              <a:headEnd type="none" w="med" len="med"/>
              <a:tailEnd type="triangle" w="med" len="med"/>
            </a:ln>
          </p:spPr>
        </p:sp>
        <p:sp>
          <p:nvSpPr>
            <p:cNvPr id="96380" name="Line 124"/>
            <p:cNvSpPr/>
            <p:nvPr/>
          </p:nvSpPr>
          <p:spPr>
            <a:xfrm flipH="1">
              <a:off x="336" y="2592"/>
              <a:ext cx="144" cy="0"/>
            </a:xfrm>
            <a:prstGeom prst="line">
              <a:avLst/>
            </a:prstGeom>
            <a:ln w="9525" cap="flat" cmpd="sng">
              <a:solidFill>
                <a:schemeClr val="tx1"/>
              </a:solidFill>
              <a:prstDash val="solid"/>
              <a:headEnd type="none" w="med" len="med"/>
              <a:tailEnd type="triangle" w="med" len="med"/>
            </a:ln>
          </p:spPr>
        </p:sp>
        <p:sp>
          <p:nvSpPr>
            <p:cNvPr id="96381" name="Line 125"/>
            <p:cNvSpPr/>
            <p:nvPr/>
          </p:nvSpPr>
          <p:spPr>
            <a:xfrm>
              <a:off x="1200" y="2592"/>
              <a:ext cx="240" cy="0"/>
            </a:xfrm>
            <a:prstGeom prst="line">
              <a:avLst/>
            </a:prstGeom>
            <a:ln w="9525" cap="flat" cmpd="sng">
              <a:solidFill>
                <a:schemeClr val="tx1"/>
              </a:solidFill>
              <a:prstDash val="solid"/>
              <a:headEnd type="none" w="med" len="med"/>
              <a:tailEnd type="triangle" w="med" len="med"/>
            </a:ln>
          </p:spPr>
        </p:sp>
        <p:sp>
          <p:nvSpPr>
            <p:cNvPr id="96382" name="Line 126"/>
            <p:cNvSpPr/>
            <p:nvPr/>
          </p:nvSpPr>
          <p:spPr>
            <a:xfrm flipH="1">
              <a:off x="1440" y="2592"/>
              <a:ext cx="96" cy="0"/>
            </a:xfrm>
            <a:prstGeom prst="line">
              <a:avLst/>
            </a:prstGeom>
            <a:ln w="9525" cap="flat" cmpd="sng">
              <a:solidFill>
                <a:schemeClr val="tx1"/>
              </a:solidFill>
              <a:prstDash val="solid"/>
              <a:headEnd type="none" w="med" len="med"/>
              <a:tailEnd type="triangle" w="med" len="med"/>
            </a:ln>
          </p:spPr>
        </p:sp>
        <p:sp>
          <p:nvSpPr>
            <p:cNvPr id="96383" name="Line 127"/>
            <p:cNvSpPr/>
            <p:nvPr/>
          </p:nvSpPr>
          <p:spPr>
            <a:xfrm>
              <a:off x="2256" y="2592"/>
              <a:ext cx="96" cy="0"/>
            </a:xfrm>
            <a:prstGeom prst="line">
              <a:avLst/>
            </a:prstGeom>
            <a:ln w="9525" cap="flat" cmpd="sng">
              <a:solidFill>
                <a:schemeClr val="tx1"/>
              </a:solidFill>
              <a:prstDash val="solid"/>
              <a:headEnd type="none" w="med" len="med"/>
              <a:tailEnd type="triangle" w="med" len="med"/>
            </a:ln>
          </p:spPr>
        </p:sp>
        <p:sp>
          <p:nvSpPr>
            <p:cNvPr id="96384" name="Line 128"/>
            <p:cNvSpPr/>
            <p:nvPr/>
          </p:nvSpPr>
          <p:spPr>
            <a:xfrm flipH="1">
              <a:off x="2352" y="2592"/>
              <a:ext cx="96" cy="0"/>
            </a:xfrm>
            <a:prstGeom prst="line">
              <a:avLst/>
            </a:prstGeom>
            <a:ln w="9525" cap="flat" cmpd="sng">
              <a:solidFill>
                <a:schemeClr val="tx1"/>
              </a:solidFill>
              <a:prstDash val="solid"/>
              <a:headEnd type="none" w="med" len="med"/>
              <a:tailEnd type="triangle" w="med" len="med"/>
            </a:ln>
          </p:spPr>
        </p:sp>
        <p:sp>
          <p:nvSpPr>
            <p:cNvPr id="96385" name="Line 129"/>
            <p:cNvSpPr/>
            <p:nvPr/>
          </p:nvSpPr>
          <p:spPr>
            <a:xfrm>
              <a:off x="3072" y="2592"/>
              <a:ext cx="96" cy="0"/>
            </a:xfrm>
            <a:prstGeom prst="line">
              <a:avLst/>
            </a:prstGeom>
            <a:ln w="9525" cap="flat" cmpd="sng">
              <a:solidFill>
                <a:schemeClr val="tx1"/>
              </a:solidFill>
              <a:prstDash val="solid"/>
              <a:headEnd type="none" w="med" len="med"/>
              <a:tailEnd type="triangle" w="med" len="med"/>
            </a:ln>
          </p:spPr>
        </p:sp>
        <p:sp>
          <p:nvSpPr>
            <p:cNvPr id="96386" name="Line 130"/>
            <p:cNvSpPr/>
            <p:nvPr/>
          </p:nvSpPr>
          <p:spPr>
            <a:xfrm flipH="1">
              <a:off x="3168" y="2592"/>
              <a:ext cx="624" cy="0"/>
            </a:xfrm>
            <a:prstGeom prst="line">
              <a:avLst/>
            </a:prstGeom>
            <a:ln w="9525" cap="flat" cmpd="sng">
              <a:solidFill>
                <a:schemeClr val="tx1"/>
              </a:solidFill>
              <a:prstDash val="solid"/>
              <a:headEnd type="none" w="med" len="med"/>
              <a:tailEnd type="triangle" w="med" len="med"/>
            </a:ln>
          </p:spPr>
        </p:sp>
        <p:sp>
          <p:nvSpPr>
            <p:cNvPr id="96387" name="Line 131"/>
            <p:cNvSpPr/>
            <p:nvPr/>
          </p:nvSpPr>
          <p:spPr>
            <a:xfrm>
              <a:off x="4656" y="2592"/>
              <a:ext cx="672" cy="0"/>
            </a:xfrm>
            <a:prstGeom prst="line">
              <a:avLst/>
            </a:prstGeom>
            <a:ln w="9525" cap="flat" cmpd="sng">
              <a:solidFill>
                <a:schemeClr val="tx1"/>
              </a:solidFill>
              <a:prstDash val="solid"/>
              <a:headEnd type="none" w="med" len="med"/>
              <a:tailEnd type="triangle" w="med" len="med"/>
            </a:ln>
          </p:spPr>
        </p:sp>
        <p:sp>
          <p:nvSpPr>
            <p:cNvPr id="96388" name="Line 132"/>
            <p:cNvSpPr/>
            <p:nvPr/>
          </p:nvSpPr>
          <p:spPr>
            <a:xfrm flipV="1">
              <a:off x="4176" y="240"/>
              <a:ext cx="0" cy="384"/>
            </a:xfrm>
            <a:prstGeom prst="line">
              <a:avLst/>
            </a:prstGeom>
            <a:ln w="9525" cap="flat" cmpd="sng">
              <a:solidFill>
                <a:schemeClr val="tx1"/>
              </a:solidFill>
              <a:prstDash val="solid"/>
              <a:headEnd type="none" w="med" len="med"/>
              <a:tailEnd type="none" w="med" len="med"/>
            </a:ln>
          </p:spPr>
        </p:sp>
      </p:grpSp>
    </p:spTree>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97282" name="Rectangle 2"/>
          <p:cNvSpPr>
            <a:spLocks noGrp="1"/>
          </p:cNvSpPr>
          <p:nvPr>
            <p:ph type="title"/>
          </p:nvPr>
        </p:nvSpPr>
        <p:spPr>
          <a:xfrm>
            <a:off x="252413" y="765175"/>
            <a:ext cx="7772400" cy="838200"/>
          </a:xfrm>
          <a:ln/>
        </p:spPr>
        <p:txBody>
          <a:bodyPr vert="horz" wrap="square" lIns="91440" tIns="45720" rIns="91440" bIns="45720" anchor="ctr" anchorCtr="0"/>
          <a:p>
            <a:pPr algn="l" eaLnBrk="1" hangingPunct="1"/>
            <a:r>
              <a:rPr lang="zh-CN" altLang="en-US" dirty="0"/>
              <a:t>浮点数加减法运算举例1：</a:t>
            </a:r>
            <a:endParaRPr lang="zh-CN" altLang="en-US" dirty="0"/>
          </a:p>
        </p:txBody>
      </p:sp>
      <p:sp>
        <p:nvSpPr>
          <p:cNvPr id="97283" name="Rectangle 3"/>
          <p:cNvSpPr>
            <a:spLocks noGrp="1"/>
          </p:cNvSpPr>
          <p:nvPr>
            <p:ph type="body"/>
          </p:nvPr>
        </p:nvSpPr>
        <p:spPr>
          <a:xfrm>
            <a:off x="109538" y="1774825"/>
            <a:ext cx="8856662" cy="4895850"/>
          </a:xfrm>
          <a:ln/>
        </p:spPr>
        <p:txBody>
          <a:bodyPr vert="horz" wrap="square" lIns="91440" tIns="45720" rIns="91440" bIns="45720" anchor="t" anchorCtr="0"/>
          <a:p>
            <a:pPr marL="0" indent="0" algn="just" eaLnBrk="1" hangingPunct="1">
              <a:lnSpc>
                <a:spcPct val="110000"/>
              </a:lnSpc>
              <a:buNone/>
            </a:pPr>
            <a:r>
              <a:rPr lang="zh-CN" altLang="en-US" sz="2800" b="1" dirty="0">
                <a:solidFill>
                  <a:srgbClr val="0000FF"/>
                </a:solidFill>
                <a:ea typeface="楷体_GB2312" pitchFamily="1" charset="-122"/>
              </a:rPr>
              <a:t>例:</a:t>
            </a:r>
            <a:r>
              <a:rPr lang="zh-CN" altLang="en-US" sz="2800" b="1" dirty="0">
                <a:solidFill>
                  <a:srgbClr val="0000FF"/>
                </a:solidFill>
                <a:latin typeface="宋体" panose="02010600030101010101" pitchFamily="2" charset="-122"/>
              </a:rPr>
              <a:t>设X=2</a:t>
            </a:r>
            <a:r>
              <a:rPr lang="zh-CN" altLang="en-US" sz="2800" b="1" baseline="30000" dirty="0">
                <a:solidFill>
                  <a:srgbClr val="0000FF"/>
                </a:solidFill>
                <a:latin typeface="宋体" panose="02010600030101010101" pitchFamily="2" charset="-122"/>
              </a:rPr>
              <a:t>010</a:t>
            </a:r>
            <a:r>
              <a:rPr lang="zh-CN" altLang="en-US" sz="2800" b="1" dirty="0">
                <a:solidFill>
                  <a:srgbClr val="0000FF"/>
                </a:solidFill>
                <a:latin typeface="宋体" panose="02010600030101010101" pitchFamily="2" charset="-122"/>
              </a:rPr>
              <a:t>×0.11011011,Y=2</a:t>
            </a:r>
            <a:r>
              <a:rPr lang="zh-CN" altLang="en-US" sz="2800" b="1" baseline="30000" dirty="0">
                <a:solidFill>
                  <a:srgbClr val="0000FF"/>
                </a:solidFill>
                <a:latin typeface="宋体" panose="02010600030101010101" pitchFamily="2" charset="-122"/>
              </a:rPr>
              <a:t>100</a:t>
            </a:r>
            <a:r>
              <a:rPr lang="zh-CN" altLang="en-US" sz="2800" b="1" dirty="0">
                <a:solidFill>
                  <a:srgbClr val="0000FF"/>
                </a:solidFill>
                <a:latin typeface="宋体" panose="02010600030101010101" pitchFamily="2" charset="-122"/>
              </a:rPr>
              <a:t>×(-0.10101100)，求X+Y。(假设两数均以补码表示,阶码采用双符号位,尾数采用单符号位)</a:t>
            </a:r>
            <a:endParaRPr lang="zh-CN" altLang="en-US" sz="2800" b="1" dirty="0">
              <a:solidFill>
                <a:srgbClr val="0000FF"/>
              </a:solidFill>
              <a:latin typeface="宋体" panose="02010600030101010101" pitchFamily="2" charset="-122"/>
            </a:endParaRPr>
          </a:p>
          <a:p>
            <a:pPr marL="0" indent="0" algn="just" eaLnBrk="1" hangingPunct="1">
              <a:lnSpc>
                <a:spcPct val="90000"/>
              </a:lnSpc>
              <a:buNone/>
            </a:pPr>
            <a:r>
              <a:rPr lang="zh-CN" altLang="en-US" sz="2800" dirty="0">
                <a:solidFill>
                  <a:srgbClr val="0000FF"/>
                </a:solidFill>
                <a:latin typeface="宋体" panose="02010600030101010101" pitchFamily="2" charset="-122"/>
              </a:rPr>
              <a:t>解:浮点表示为:</a:t>
            </a:r>
            <a:endParaRPr lang="zh-CN" altLang="en-US" sz="2800" dirty="0">
              <a:solidFill>
                <a:srgbClr val="0000FF"/>
              </a:solidFill>
              <a:latin typeface="宋体" panose="02010600030101010101" pitchFamily="2" charset="-122"/>
            </a:endParaRPr>
          </a:p>
          <a:p>
            <a:pPr marL="0" indent="0" algn="just" eaLnBrk="1" hangingPunct="1">
              <a:lnSpc>
                <a:spcPct val="90000"/>
              </a:lnSpc>
              <a:buNone/>
            </a:pPr>
            <a:r>
              <a:rPr lang="zh-CN" altLang="en-US" sz="2800" dirty="0">
                <a:solidFill>
                  <a:srgbClr val="0000FF"/>
                </a:solidFill>
                <a:latin typeface="宋体" panose="02010600030101010101" pitchFamily="2" charset="-122"/>
              </a:rPr>
              <a:t>     </a:t>
            </a:r>
            <a:r>
              <a:rPr lang="zh-CN" altLang="en-US" sz="2800" dirty="0">
                <a:solidFill>
                  <a:srgbClr val="0000FF"/>
                </a:solidFill>
              </a:rPr>
              <a:t>[X]</a:t>
            </a:r>
            <a:r>
              <a:rPr lang="zh-CN" altLang="en-US" sz="2800" baseline="-25000" dirty="0">
                <a:solidFill>
                  <a:srgbClr val="0000FF"/>
                </a:solidFill>
              </a:rPr>
              <a:t>浮</a:t>
            </a:r>
            <a:r>
              <a:rPr lang="zh-CN" altLang="en-US" sz="2800" dirty="0">
                <a:solidFill>
                  <a:srgbClr val="0000FF"/>
                </a:solidFill>
              </a:rPr>
              <a:t>= 00  010，0.  11011011</a:t>
            </a:r>
            <a:endParaRPr lang="zh-CN" altLang="en-US" sz="2800" dirty="0">
              <a:solidFill>
                <a:srgbClr val="0000FF"/>
              </a:solidFill>
            </a:endParaRPr>
          </a:p>
          <a:p>
            <a:pPr marL="0" indent="0" algn="just" eaLnBrk="1" hangingPunct="1">
              <a:lnSpc>
                <a:spcPct val="90000"/>
              </a:lnSpc>
              <a:buNone/>
            </a:pPr>
            <a:r>
              <a:rPr lang="zh-CN" altLang="en-US" sz="2800" dirty="0">
                <a:solidFill>
                  <a:srgbClr val="0000FF"/>
                </a:solidFill>
              </a:rPr>
              <a:t>　      [Y]</a:t>
            </a:r>
            <a:r>
              <a:rPr lang="zh-CN" altLang="en-US" sz="2800" baseline="-25000" dirty="0">
                <a:solidFill>
                  <a:srgbClr val="0000FF"/>
                </a:solidFill>
              </a:rPr>
              <a:t>浮</a:t>
            </a:r>
            <a:r>
              <a:rPr lang="zh-CN" altLang="en-US" sz="2800" dirty="0">
                <a:solidFill>
                  <a:srgbClr val="0000FF"/>
                </a:solidFill>
              </a:rPr>
              <a:t>= 00  100，1.  01010100</a:t>
            </a:r>
            <a:endParaRPr lang="zh-CN" altLang="en-US" sz="2800" dirty="0">
              <a:solidFill>
                <a:srgbClr val="0000FF"/>
              </a:solidFill>
            </a:endParaRPr>
          </a:p>
          <a:p>
            <a:pPr marL="0" indent="0" algn="just" eaLnBrk="1" hangingPunct="1">
              <a:lnSpc>
                <a:spcPct val="90000"/>
              </a:lnSpc>
              <a:buNone/>
            </a:pPr>
            <a:r>
              <a:rPr lang="zh-CN" altLang="en-US" sz="2800" dirty="0">
                <a:solidFill>
                  <a:srgbClr val="0000FF"/>
                </a:solidFill>
                <a:latin typeface="宋体" panose="02010600030101010101" pitchFamily="2" charset="-122"/>
              </a:rPr>
              <a:t>（１）对阶</a:t>
            </a:r>
            <a:endParaRPr lang="zh-CN" altLang="en-US" sz="2800" dirty="0">
              <a:solidFill>
                <a:srgbClr val="0000FF"/>
              </a:solidFill>
              <a:latin typeface="宋体" panose="02010600030101010101" pitchFamily="2" charset="-122"/>
            </a:endParaRPr>
          </a:p>
          <a:p>
            <a:pPr marL="0" indent="0" algn="just" eaLnBrk="1" hangingPunct="1">
              <a:lnSpc>
                <a:spcPct val="90000"/>
              </a:lnSpc>
              <a:buNone/>
            </a:pPr>
            <a:r>
              <a:rPr lang="zh-CN" altLang="en-US" sz="2800" dirty="0">
                <a:solidFill>
                  <a:srgbClr val="0000FF"/>
                </a:solidFill>
                <a:latin typeface="宋体" panose="02010600030101010101" pitchFamily="2" charset="-122"/>
              </a:rPr>
              <a:t>  </a:t>
            </a:r>
            <a:r>
              <a:rPr lang="zh-CN" altLang="en-US" sz="2800" dirty="0">
                <a:solidFill>
                  <a:srgbClr val="0000FF"/>
                </a:solidFill>
              </a:rPr>
              <a:t>E=Ex-Ey=00010+11100=11110</a:t>
            </a:r>
            <a:r>
              <a:rPr lang="zh-CN" altLang="en-US" sz="2800" dirty="0">
                <a:solidFill>
                  <a:srgbClr val="0000FF"/>
                </a:solidFill>
                <a:latin typeface="宋体" panose="02010600030101010101" pitchFamily="2" charset="-122"/>
              </a:rPr>
              <a:t>即</a:t>
            </a:r>
            <a:r>
              <a:rPr lang="zh-CN" altLang="en-US" sz="2800" dirty="0">
                <a:solidFill>
                  <a:srgbClr val="0000FF"/>
                </a:solidFill>
              </a:rPr>
              <a:t>△E</a:t>
            </a:r>
            <a:r>
              <a:rPr lang="zh-CN" altLang="en-US" sz="2800" dirty="0">
                <a:solidFill>
                  <a:srgbClr val="0000FF"/>
                </a:solidFill>
                <a:latin typeface="宋体" panose="02010600030101010101" pitchFamily="2" charset="-122"/>
              </a:rPr>
              <a:t>为-2，</a:t>
            </a:r>
            <a:r>
              <a:rPr lang="zh-CN" altLang="en-US" sz="2800" dirty="0">
                <a:solidFill>
                  <a:srgbClr val="0000FF"/>
                </a:solidFill>
              </a:rPr>
              <a:t>X</a:t>
            </a:r>
            <a:r>
              <a:rPr lang="zh-CN" altLang="en-US" sz="2800" dirty="0">
                <a:solidFill>
                  <a:srgbClr val="0000FF"/>
                </a:solidFill>
                <a:latin typeface="宋体" panose="02010600030101010101" pitchFamily="2" charset="-122"/>
              </a:rPr>
              <a:t>的阶码小，应使</a:t>
            </a:r>
            <a:r>
              <a:rPr lang="zh-CN" altLang="en-US" sz="2800" dirty="0">
                <a:solidFill>
                  <a:srgbClr val="0000FF"/>
                </a:solidFill>
              </a:rPr>
              <a:t>Mx</a:t>
            </a:r>
            <a:r>
              <a:rPr lang="zh-CN" altLang="en-US" sz="2800" dirty="0">
                <a:solidFill>
                  <a:srgbClr val="0000FF"/>
                </a:solidFill>
                <a:latin typeface="宋体" panose="02010600030101010101" pitchFamily="2" charset="-122"/>
              </a:rPr>
              <a:t>右移两位， </a:t>
            </a:r>
            <a:r>
              <a:rPr lang="zh-CN" altLang="en-US" sz="2800" dirty="0">
                <a:solidFill>
                  <a:srgbClr val="0000FF"/>
                </a:solidFill>
              </a:rPr>
              <a:t>Ex</a:t>
            </a:r>
            <a:r>
              <a:rPr lang="zh-CN" altLang="en-US" sz="2800" dirty="0">
                <a:solidFill>
                  <a:srgbClr val="0000FF"/>
                </a:solidFill>
                <a:latin typeface="宋体" panose="02010600030101010101" pitchFamily="2" charset="-122"/>
              </a:rPr>
              <a:t>加2，得:</a:t>
            </a:r>
            <a:endParaRPr lang="zh-CN" altLang="en-US" sz="2800" dirty="0">
              <a:solidFill>
                <a:srgbClr val="0000FF"/>
              </a:solidFill>
              <a:latin typeface="宋体" panose="02010600030101010101" pitchFamily="2" charset="-122"/>
            </a:endParaRPr>
          </a:p>
          <a:p>
            <a:pPr marL="0" indent="0" algn="just" eaLnBrk="1" hangingPunct="1">
              <a:lnSpc>
                <a:spcPct val="90000"/>
              </a:lnSpc>
              <a:buNone/>
            </a:pPr>
            <a:r>
              <a:rPr lang="zh-CN" altLang="en-US" sz="2800" dirty="0">
                <a:solidFill>
                  <a:srgbClr val="0000FF"/>
                </a:solidFill>
                <a:latin typeface="宋体" panose="02010600030101010101" pitchFamily="2" charset="-122"/>
              </a:rPr>
              <a:t>      </a:t>
            </a:r>
            <a:r>
              <a:rPr lang="zh-CN" altLang="en-US" sz="2800" dirty="0">
                <a:solidFill>
                  <a:srgbClr val="0000FF"/>
                </a:solidFill>
              </a:rPr>
              <a:t>[X]</a:t>
            </a:r>
            <a:r>
              <a:rPr lang="zh-CN" altLang="en-US" sz="2800" baseline="-25000" dirty="0">
                <a:solidFill>
                  <a:srgbClr val="0000FF"/>
                </a:solidFill>
              </a:rPr>
              <a:t>浮</a:t>
            </a:r>
            <a:r>
              <a:rPr lang="zh-CN" altLang="en-US" sz="2800" dirty="0">
                <a:solidFill>
                  <a:srgbClr val="0000FF"/>
                </a:solidFill>
              </a:rPr>
              <a:t>=00100, 0.00110110(11)</a:t>
            </a:r>
            <a:endParaRPr lang="zh-CN" altLang="en-US" sz="2800" dirty="0">
              <a:solidFill>
                <a:srgbClr val="0000FF"/>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97283">
                                            <p:txEl>
                                              <p:charRg st="153" end="159"/>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97283">
                                            <p:txEl>
                                              <p:charRg st="159" end="217"/>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97283">
                                            <p:txEl>
                                              <p:charRg st="217" end="25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98306" name="Rectangle 2"/>
          <p:cNvSpPr>
            <a:spLocks noGrp="1"/>
          </p:cNvSpPr>
          <p:nvPr>
            <p:ph type="title"/>
          </p:nvPr>
        </p:nvSpPr>
        <p:spPr>
          <a:xfrm>
            <a:off x="323850" y="836613"/>
            <a:ext cx="7772400" cy="838200"/>
          </a:xfrm>
          <a:ln/>
        </p:spPr>
        <p:txBody>
          <a:bodyPr vert="horz" wrap="square" lIns="91440" tIns="45720" rIns="91440" bIns="45720" anchor="ctr" anchorCtr="0"/>
          <a:p>
            <a:pPr algn="l" eaLnBrk="1" hangingPunct="1"/>
            <a:r>
              <a:rPr lang="zh-CN" altLang="en-US" dirty="0"/>
              <a:t>浮点数加减法运算举例1续：</a:t>
            </a:r>
            <a:endParaRPr lang="zh-CN" altLang="en-US" dirty="0"/>
          </a:p>
        </p:txBody>
      </p:sp>
      <p:sp>
        <p:nvSpPr>
          <p:cNvPr id="98307" name="Text Box 3"/>
          <p:cNvSpPr txBox="1"/>
          <p:nvPr/>
        </p:nvSpPr>
        <p:spPr>
          <a:xfrm>
            <a:off x="1676400" y="3200400"/>
            <a:ext cx="184150" cy="366713"/>
          </a:xfrm>
          <a:prstGeom prst="rect">
            <a:avLst/>
          </a:prstGeom>
          <a:noFill/>
          <a:ln w="9525">
            <a:noFill/>
          </a:ln>
        </p:spPr>
        <p:txBody>
          <a:bodyPr wrap="none">
            <a:spAutoFit/>
          </a:bodyPr>
          <a:lstStyle>
            <a:lvl1pPr marL="342900" indent="-342900" algn="l" rtl="0" eaLnBrk="0" fontAlgn="base" hangingPunct="0">
              <a:spcBef>
                <a:spcPct val="20000"/>
              </a:spcBef>
              <a:spcAft>
                <a:spcPct val="0"/>
              </a:spcAft>
              <a:buChar char="•"/>
              <a:defRPr sz="3200">
                <a:solidFill>
                  <a:srgbClr val="666699"/>
                </a:solidFill>
                <a:latin typeface="+mn-lt"/>
                <a:ea typeface="+mn-ea"/>
                <a:cs typeface="+mn-cs"/>
              </a:defRPr>
            </a:lvl1pPr>
            <a:lvl2pPr marL="742950" indent="-285750" algn="l" rtl="0" eaLnBrk="0" fontAlgn="base" hangingPunct="0">
              <a:spcBef>
                <a:spcPct val="20000"/>
              </a:spcBef>
              <a:spcAft>
                <a:spcPct val="0"/>
              </a:spcAft>
              <a:buChar char="–"/>
              <a:defRPr sz="2800">
                <a:solidFill>
                  <a:srgbClr val="666699"/>
                </a:solidFill>
                <a:latin typeface="+mn-lt"/>
                <a:ea typeface="+mn-ea"/>
              </a:defRPr>
            </a:lvl2pPr>
            <a:lvl3pPr marL="1143000" indent="-228600" algn="l" rtl="0" eaLnBrk="0" fontAlgn="base" hangingPunct="0">
              <a:spcBef>
                <a:spcPct val="20000"/>
              </a:spcBef>
              <a:spcAft>
                <a:spcPct val="0"/>
              </a:spcAft>
              <a:buChar char="•"/>
              <a:defRPr sz="2400">
                <a:solidFill>
                  <a:srgbClr val="666699"/>
                </a:solidFill>
                <a:latin typeface="+mn-lt"/>
                <a:ea typeface="+mn-ea"/>
              </a:defRPr>
            </a:lvl3pPr>
            <a:lvl4pPr marL="1600200" indent="-228600" algn="l" rtl="0" eaLnBrk="0" fontAlgn="base" hangingPunct="0">
              <a:spcBef>
                <a:spcPct val="20000"/>
              </a:spcBef>
              <a:spcAft>
                <a:spcPct val="0"/>
              </a:spcAft>
              <a:buChar char="–"/>
              <a:defRPr sz="2000">
                <a:solidFill>
                  <a:srgbClr val="666699"/>
                </a:solidFill>
                <a:latin typeface="+mn-lt"/>
                <a:ea typeface="+mn-ea"/>
              </a:defRPr>
            </a:lvl4pPr>
            <a:lvl5pPr marL="2057400" indent="-228600" algn="l" rtl="0" eaLnBrk="0" fontAlgn="base" hangingPunct="0">
              <a:spcBef>
                <a:spcPct val="20000"/>
              </a:spcBef>
              <a:spcAft>
                <a:spcPct val="0"/>
              </a:spcAft>
              <a:buChar char="»"/>
              <a:defRPr sz="2000">
                <a:solidFill>
                  <a:srgbClr val="666699"/>
                </a:solidFill>
                <a:latin typeface="+mn-lt"/>
                <a:ea typeface="+mn-ea"/>
              </a:defRPr>
            </a:lvl5pPr>
          </a:lstStyle>
          <a:p>
            <a:pPr marL="0" lvl="0" indent="0" eaLnBrk="1" hangingPunct="1">
              <a:spcBef>
                <a:spcPct val="0"/>
              </a:spcBef>
              <a:buNone/>
            </a:pPr>
            <a:endParaRPr lang="zh-CN" altLang="en-US" sz="1800" dirty="0">
              <a:solidFill>
                <a:schemeClr val="tx1"/>
              </a:solidFill>
              <a:latin typeface="Tahoma" panose="020B0604030504040204" pitchFamily="34" charset="0"/>
            </a:endParaRPr>
          </a:p>
        </p:txBody>
      </p:sp>
      <p:sp>
        <p:nvSpPr>
          <p:cNvPr id="98308" name="Text Box 4"/>
          <p:cNvSpPr txBox="1"/>
          <p:nvPr/>
        </p:nvSpPr>
        <p:spPr>
          <a:xfrm>
            <a:off x="2160588" y="2335213"/>
            <a:ext cx="609600" cy="366712"/>
          </a:xfrm>
          <a:prstGeom prst="rect">
            <a:avLst/>
          </a:prstGeom>
          <a:noFill/>
          <a:ln w="9525">
            <a:noFill/>
          </a:ln>
        </p:spPr>
        <p:txBody>
          <a:bodyPr>
            <a:spAutoFit/>
          </a:bodyPr>
          <a:lstStyle>
            <a:lvl1pPr marL="342900" indent="-342900" algn="l" rtl="0" eaLnBrk="0" fontAlgn="base" hangingPunct="0">
              <a:spcBef>
                <a:spcPct val="20000"/>
              </a:spcBef>
              <a:spcAft>
                <a:spcPct val="0"/>
              </a:spcAft>
              <a:buChar char="•"/>
              <a:defRPr sz="3200">
                <a:solidFill>
                  <a:srgbClr val="666699"/>
                </a:solidFill>
                <a:latin typeface="+mn-lt"/>
                <a:ea typeface="+mn-ea"/>
                <a:cs typeface="+mn-cs"/>
              </a:defRPr>
            </a:lvl1pPr>
            <a:lvl2pPr marL="742950" indent="-285750" algn="l" rtl="0" eaLnBrk="0" fontAlgn="base" hangingPunct="0">
              <a:spcBef>
                <a:spcPct val="20000"/>
              </a:spcBef>
              <a:spcAft>
                <a:spcPct val="0"/>
              </a:spcAft>
              <a:buChar char="–"/>
              <a:defRPr sz="2800">
                <a:solidFill>
                  <a:srgbClr val="666699"/>
                </a:solidFill>
                <a:latin typeface="+mn-lt"/>
                <a:ea typeface="+mn-ea"/>
              </a:defRPr>
            </a:lvl2pPr>
            <a:lvl3pPr marL="1143000" indent="-228600" algn="l" rtl="0" eaLnBrk="0" fontAlgn="base" hangingPunct="0">
              <a:spcBef>
                <a:spcPct val="20000"/>
              </a:spcBef>
              <a:spcAft>
                <a:spcPct val="0"/>
              </a:spcAft>
              <a:buChar char="•"/>
              <a:defRPr sz="2400">
                <a:solidFill>
                  <a:srgbClr val="666699"/>
                </a:solidFill>
                <a:latin typeface="+mn-lt"/>
                <a:ea typeface="+mn-ea"/>
              </a:defRPr>
            </a:lvl3pPr>
            <a:lvl4pPr marL="1600200" indent="-228600" algn="l" rtl="0" eaLnBrk="0" fontAlgn="base" hangingPunct="0">
              <a:spcBef>
                <a:spcPct val="20000"/>
              </a:spcBef>
              <a:spcAft>
                <a:spcPct val="0"/>
              </a:spcAft>
              <a:buChar char="–"/>
              <a:defRPr sz="2000">
                <a:solidFill>
                  <a:srgbClr val="666699"/>
                </a:solidFill>
                <a:latin typeface="+mn-lt"/>
                <a:ea typeface="+mn-ea"/>
              </a:defRPr>
            </a:lvl4pPr>
            <a:lvl5pPr marL="2057400" indent="-228600" algn="l" rtl="0" eaLnBrk="0" fontAlgn="base" hangingPunct="0">
              <a:spcBef>
                <a:spcPct val="20000"/>
              </a:spcBef>
              <a:spcAft>
                <a:spcPct val="0"/>
              </a:spcAft>
              <a:buChar char="»"/>
              <a:defRPr sz="2000">
                <a:solidFill>
                  <a:srgbClr val="666699"/>
                </a:solidFill>
                <a:latin typeface="+mn-lt"/>
                <a:ea typeface="+mn-ea"/>
              </a:defRPr>
            </a:lvl5pPr>
          </a:lstStyle>
          <a:p>
            <a:pPr marL="0" lvl="0" indent="0" eaLnBrk="1" hangingPunct="1">
              <a:spcBef>
                <a:spcPct val="50000"/>
              </a:spcBef>
              <a:buNone/>
            </a:pPr>
            <a:r>
              <a:rPr lang="zh-CN" altLang="en-US" sz="1800" dirty="0">
                <a:solidFill>
                  <a:srgbClr val="0000FF"/>
                </a:solidFill>
                <a:latin typeface="Tahoma" panose="020B0604030504040204" pitchFamily="34" charset="0"/>
              </a:rPr>
              <a:t>+</a:t>
            </a:r>
            <a:endParaRPr lang="zh-CN" altLang="en-US" sz="1800" dirty="0">
              <a:solidFill>
                <a:srgbClr val="0000FF"/>
              </a:solidFill>
              <a:latin typeface="Tahoma" panose="020B0604030504040204" pitchFamily="34" charset="0"/>
            </a:endParaRPr>
          </a:p>
        </p:txBody>
      </p:sp>
      <p:sp>
        <p:nvSpPr>
          <p:cNvPr id="98309" name="Line 5"/>
          <p:cNvSpPr/>
          <p:nvPr/>
        </p:nvSpPr>
        <p:spPr>
          <a:xfrm flipV="1">
            <a:off x="1331913" y="2709863"/>
            <a:ext cx="6781800" cy="0"/>
          </a:xfrm>
          <a:prstGeom prst="line">
            <a:avLst/>
          </a:prstGeom>
          <a:ln w="9525" cap="flat" cmpd="sng">
            <a:solidFill>
              <a:srgbClr val="0000FF"/>
            </a:solidFill>
            <a:prstDash val="solid"/>
            <a:headEnd type="none" w="med" len="med"/>
            <a:tailEnd type="none" w="med" len="med"/>
          </a:ln>
        </p:spPr>
      </p:sp>
      <p:sp>
        <p:nvSpPr>
          <p:cNvPr id="98310" name="Text Box 6"/>
          <p:cNvSpPr txBox="1"/>
          <p:nvPr/>
        </p:nvSpPr>
        <p:spPr>
          <a:xfrm>
            <a:off x="107950" y="1773238"/>
            <a:ext cx="3168650" cy="519112"/>
          </a:xfrm>
          <a:prstGeom prst="rect">
            <a:avLst/>
          </a:prstGeom>
          <a:noFill/>
          <a:ln w="9525">
            <a:noFill/>
          </a:ln>
        </p:spPr>
        <p:txBody>
          <a:bodyPr>
            <a:spAutoFit/>
          </a:bodyPr>
          <a:lstStyle>
            <a:lvl1pPr marL="342900" indent="-342900" algn="l" rtl="0" eaLnBrk="0" fontAlgn="base" hangingPunct="0">
              <a:spcBef>
                <a:spcPct val="20000"/>
              </a:spcBef>
              <a:spcAft>
                <a:spcPct val="0"/>
              </a:spcAft>
              <a:buChar char="•"/>
              <a:defRPr sz="3200">
                <a:solidFill>
                  <a:srgbClr val="666699"/>
                </a:solidFill>
                <a:latin typeface="+mn-lt"/>
                <a:ea typeface="+mn-ea"/>
                <a:cs typeface="+mn-cs"/>
              </a:defRPr>
            </a:lvl1pPr>
            <a:lvl2pPr marL="742950" indent="-285750" algn="l" rtl="0" eaLnBrk="0" fontAlgn="base" hangingPunct="0">
              <a:spcBef>
                <a:spcPct val="20000"/>
              </a:spcBef>
              <a:spcAft>
                <a:spcPct val="0"/>
              </a:spcAft>
              <a:buChar char="–"/>
              <a:defRPr sz="2800">
                <a:solidFill>
                  <a:srgbClr val="666699"/>
                </a:solidFill>
                <a:latin typeface="+mn-lt"/>
                <a:ea typeface="+mn-ea"/>
              </a:defRPr>
            </a:lvl2pPr>
            <a:lvl3pPr marL="1143000" indent="-228600" algn="l" rtl="0" eaLnBrk="0" fontAlgn="base" hangingPunct="0">
              <a:spcBef>
                <a:spcPct val="20000"/>
              </a:spcBef>
              <a:spcAft>
                <a:spcPct val="0"/>
              </a:spcAft>
              <a:buChar char="•"/>
              <a:defRPr sz="2400">
                <a:solidFill>
                  <a:srgbClr val="666699"/>
                </a:solidFill>
                <a:latin typeface="+mn-lt"/>
                <a:ea typeface="+mn-ea"/>
              </a:defRPr>
            </a:lvl3pPr>
            <a:lvl4pPr marL="1600200" indent="-228600" algn="l" rtl="0" eaLnBrk="0" fontAlgn="base" hangingPunct="0">
              <a:spcBef>
                <a:spcPct val="20000"/>
              </a:spcBef>
              <a:spcAft>
                <a:spcPct val="0"/>
              </a:spcAft>
              <a:buChar char="–"/>
              <a:defRPr sz="2000">
                <a:solidFill>
                  <a:srgbClr val="666699"/>
                </a:solidFill>
                <a:latin typeface="+mn-lt"/>
                <a:ea typeface="+mn-ea"/>
              </a:defRPr>
            </a:lvl4pPr>
            <a:lvl5pPr marL="2057400" indent="-228600" algn="l" rtl="0" eaLnBrk="0" fontAlgn="base" hangingPunct="0">
              <a:spcBef>
                <a:spcPct val="20000"/>
              </a:spcBef>
              <a:spcAft>
                <a:spcPct val="0"/>
              </a:spcAft>
              <a:buChar char="»"/>
              <a:defRPr sz="2000">
                <a:solidFill>
                  <a:srgbClr val="666699"/>
                </a:solidFill>
                <a:latin typeface="+mn-lt"/>
                <a:ea typeface="+mn-ea"/>
              </a:defRPr>
            </a:lvl5pPr>
          </a:lstStyle>
          <a:p>
            <a:pPr marL="0" lvl="0" indent="0" algn="just" eaLnBrk="1" hangingPunct="1">
              <a:buClr>
                <a:schemeClr val="folHlink"/>
              </a:buClr>
              <a:buSzPct val="60000"/>
              <a:buFont typeface="Wingdings" panose="05000000000000000000" pitchFamily="2" charset="2"/>
              <a:buNone/>
            </a:pPr>
            <a:r>
              <a:rPr lang="zh-CN" altLang="en-US" sz="2800" b="1" dirty="0">
                <a:solidFill>
                  <a:srgbClr val="0000FF"/>
                </a:solidFill>
                <a:latin typeface="宋体" panose="02010600030101010101" pitchFamily="2" charset="-122"/>
              </a:rPr>
              <a:t>(2).尾数求和</a:t>
            </a:r>
            <a:r>
              <a:rPr lang="zh-CN" altLang="en-US" sz="2800" dirty="0">
                <a:solidFill>
                  <a:srgbClr val="0000FF"/>
                </a:solidFill>
                <a:latin typeface="宋体" panose="02010600030101010101" pitchFamily="2" charset="-122"/>
              </a:rPr>
              <a:t> </a:t>
            </a:r>
            <a:r>
              <a:rPr lang="zh-CN" altLang="en-US" sz="2800" dirty="0">
                <a:solidFill>
                  <a:schemeClr val="tx1"/>
                </a:solidFill>
                <a:latin typeface="宋体" panose="02010600030101010101" pitchFamily="2" charset="-122"/>
              </a:rPr>
              <a:t>     　　</a:t>
            </a:r>
            <a:endParaRPr lang="zh-CN" altLang="en-US" sz="1800" dirty="0">
              <a:solidFill>
                <a:schemeClr val="tx1"/>
              </a:solidFill>
              <a:latin typeface="Tahoma" panose="020B0604030504040204" pitchFamily="34" charset="0"/>
            </a:endParaRPr>
          </a:p>
        </p:txBody>
      </p:sp>
      <p:sp>
        <p:nvSpPr>
          <p:cNvPr id="98311" name="Text Box 7"/>
          <p:cNvSpPr txBox="1"/>
          <p:nvPr/>
        </p:nvSpPr>
        <p:spPr>
          <a:xfrm>
            <a:off x="2844800" y="1844675"/>
            <a:ext cx="5446713" cy="520700"/>
          </a:xfrm>
          <a:prstGeom prst="rect">
            <a:avLst/>
          </a:prstGeom>
          <a:noFill/>
          <a:ln w="9525">
            <a:noFill/>
          </a:ln>
        </p:spPr>
        <p:txBody>
          <a:bodyPr>
            <a:spAutoFit/>
          </a:bodyPr>
          <a:lstStyle>
            <a:lvl1pPr marL="342900" indent="-342900" algn="l" rtl="0" eaLnBrk="0" fontAlgn="base" hangingPunct="0">
              <a:spcBef>
                <a:spcPct val="20000"/>
              </a:spcBef>
              <a:spcAft>
                <a:spcPct val="0"/>
              </a:spcAft>
              <a:buChar char="•"/>
              <a:defRPr sz="3200">
                <a:solidFill>
                  <a:srgbClr val="666699"/>
                </a:solidFill>
                <a:latin typeface="+mn-lt"/>
                <a:ea typeface="+mn-ea"/>
                <a:cs typeface="+mn-cs"/>
              </a:defRPr>
            </a:lvl1pPr>
            <a:lvl2pPr marL="742950" indent="-285750" algn="l" rtl="0" eaLnBrk="0" fontAlgn="base" hangingPunct="0">
              <a:spcBef>
                <a:spcPct val="20000"/>
              </a:spcBef>
              <a:spcAft>
                <a:spcPct val="0"/>
              </a:spcAft>
              <a:buChar char="–"/>
              <a:defRPr sz="2800">
                <a:solidFill>
                  <a:srgbClr val="666699"/>
                </a:solidFill>
                <a:latin typeface="+mn-lt"/>
                <a:ea typeface="+mn-ea"/>
              </a:defRPr>
            </a:lvl2pPr>
            <a:lvl3pPr marL="1143000" indent="-228600" algn="l" rtl="0" eaLnBrk="0" fontAlgn="base" hangingPunct="0">
              <a:spcBef>
                <a:spcPct val="20000"/>
              </a:spcBef>
              <a:spcAft>
                <a:spcPct val="0"/>
              </a:spcAft>
              <a:buChar char="•"/>
              <a:defRPr sz="2400">
                <a:solidFill>
                  <a:srgbClr val="666699"/>
                </a:solidFill>
                <a:latin typeface="+mn-lt"/>
                <a:ea typeface="+mn-ea"/>
              </a:defRPr>
            </a:lvl3pPr>
            <a:lvl4pPr marL="1600200" indent="-228600" algn="l" rtl="0" eaLnBrk="0" fontAlgn="base" hangingPunct="0">
              <a:spcBef>
                <a:spcPct val="20000"/>
              </a:spcBef>
              <a:spcAft>
                <a:spcPct val="0"/>
              </a:spcAft>
              <a:buChar char="–"/>
              <a:defRPr sz="2000">
                <a:solidFill>
                  <a:srgbClr val="666699"/>
                </a:solidFill>
                <a:latin typeface="+mn-lt"/>
                <a:ea typeface="+mn-ea"/>
              </a:defRPr>
            </a:lvl4pPr>
            <a:lvl5pPr marL="2057400" indent="-228600" algn="l" rtl="0" eaLnBrk="0" fontAlgn="base" hangingPunct="0">
              <a:spcBef>
                <a:spcPct val="20000"/>
              </a:spcBef>
              <a:spcAft>
                <a:spcPct val="0"/>
              </a:spcAft>
              <a:buChar char="»"/>
              <a:defRPr sz="2000">
                <a:solidFill>
                  <a:srgbClr val="666699"/>
                </a:solidFill>
                <a:latin typeface="+mn-lt"/>
                <a:ea typeface="+mn-ea"/>
              </a:defRPr>
            </a:lvl5pPr>
          </a:lstStyle>
          <a:p>
            <a:pPr marL="0" lvl="0" indent="0" eaLnBrk="1" hangingPunct="1">
              <a:spcBef>
                <a:spcPct val="50000"/>
              </a:spcBef>
              <a:buNone/>
            </a:pPr>
            <a:r>
              <a:rPr lang="zh-CN" altLang="en-US" sz="2800" dirty="0">
                <a:solidFill>
                  <a:srgbClr val="0000FF"/>
                </a:solidFill>
                <a:latin typeface="宋体" panose="02010600030101010101" pitchFamily="2" charset="-122"/>
              </a:rPr>
              <a:t>０．００１１０１１０（１１）</a:t>
            </a:r>
            <a:endParaRPr lang="zh-CN" altLang="en-US" sz="2800" dirty="0">
              <a:solidFill>
                <a:srgbClr val="0000FF"/>
              </a:solidFill>
              <a:latin typeface="宋体" panose="02010600030101010101" pitchFamily="2" charset="-122"/>
            </a:endParaRPr>
          </a:p>
        </p:txBody>
      </p:sp>
      <p:sp>
        <p:nvSpPr>
          <p:cNvPr id="98312" name="Text Box 8"/>
          <p:cNvSpPr txBox="1"/>
          <p:nvPr/>
        </p:nvSpPr>
        <p:spPr>
          <a:xfrm>
            <a:off x="2844800" y="2206625"/>
            <a:ext cx="4953000" cy="519113"/>
          </a:xfrm>
          <a:prstGeom prst="rect">
            <a:avLst/>
          </a:prstGeom>
          <a:noFill/>
          <a:ln w="9525">
            <a:noFill/>
          </a:ln>
        </p:spPr>
        <p:txBody>
          <a:bodyPr>
            <a:spAutoFit/>
          </a:bodyPr>
          <a:lstStyle>
            <a:lvl1pPr marL="342900" indent="-342900" algn="l" rtl="0" eaLnBrk="0" fontAlgn="base" hangingPunct="0">
              <a:spcBef>
                <a:spcPct val="20000"/>
              </a:spcBef>
              <a:spcAft>
                <a:spcPct val="0"/>
              </a:spcAft>
              <a:buChar char="•"/>
              <a:defRPr sz="3200">
                <a:solidFill>
                  <a:srgbClr val="666699"/>
                </a:solidFill>
                <a:latin typeface="+mn-lt"/>
                <a:ea typeface="+mn-ea"/>
                <a:cs typeface="+mn-cs"/>
              </a:defRPr>
            </a:lvl1pPr>
            <a:lvl2pPr marL="742950" indent="-285750" algn="l" rtl="0" eaLnBrk="0" fontAlgn="base" hangingPunct="0">
              <a:spcBef>
                <a:spcPct val="20000"/>
              </a:spcBef>
              <a:spcAft>
                <a:spcPct val="0"/>
              </a:spcAft>
              <a:buChar char="–"/>
              <a:defRPr sz="2800">
                <a:solidFill>
                  <a:srgbClr val="666699"/>
                </a:solidFill>
                <a:latin typeface="+mn-lt"/>
                <a:ea typeface="+mn-ea"/>
              </a:defRPr>
            </a:lvl2pPr>
            <a:lvl3pPr marL="1143000" indent="-228600" algn="l" rtl="0" eaLnBrk="0" fontAlgn="base" hangingPunct="0">
              <a:spcBef>
                <a:spcPct val="20000"/>
              </a:spcBef>
              <a:spcAft>
                <a:spcPct val="0"/>
              </a:spcAft>
              <a:buChar char="•"/>
              <a:defRPr sz="2400">
                <a:solidFill>
                  <a:srgbClr val="666699"/>
                </a:solidFill>
                <a:latin typeface="+mn-lt"/>
                <a:ea typeface="+mn-ea"/>
              </a:defRPr>
            </a:lvl3pPr>
            <a:lvl4pPr marL="1600200" indent="-228600" algn="l" rtl="0" eaLnBrk="0" fontAlgn="base" hangingPunct="0">
              <a:spcBef>
                <a:spcPct val="20000"/>
              </a:spcBef>
              <a:spcAft>
                <a:spcPct val="0"/>
              </a:spcAft>
              <a:buChar char="–"/>
              <a:defRPr sz="2000">
                <a:solidFill>
                  <a:srgbClr val="666699"/>
                </a:solidFill>
                <a:latin typeface="+mn-lt"/>
                <a:ea typeface="+mn-ea"/>
              </a:defRPr>
            </a:lvl4pPr>
            <a:lvl5pPr marL="2057400" indent="-228600" algn="l" rtl="0" eaLnBrk="0" fontAlgn="base" hangingPunct="0">
              <a:spcBef>
                <a:spcPct val="20000"/>
              </a:spcBef>
              <a:spcAft>
                <a:spcPct val="0"/>
              </a:spcAft>
              <a:buChar char="»"/>
              <a:defRPr sz="2000">
                <a:solidFill>
                  <a:srgbClr val="666699"/>
                </a:solidFill>
                <a:latin typeface="+mn-lt"/>
                <a:ea typeface="+mn-ea"/>
              </a:defRPr>
            </a:lvl5pPr>
          </a:lstStyle>
          <a:p>
            <a:pPr marL="0" lvl="0" indent="0" eaLnBrk="1" hangingPunct="1">
              <a:spcBef>
                <a:spcPct val="50000"/>
              </a:spcBef>
              <a:buNone/>
            </a:pPr>
            <a:r>
              <a:rPr lang="zh-CN" altLang="en-US" sz="2800" dirty="0">
                <a:solidFill>
                  <a:srgbClr val="0000FF"/>
                </a:solidFill>
                <a:latin typeface="宋体" panose="02010600030101010101" pitchFamily="2" charset="-122"/>
              </a:rPr>
              <a:t>１．０１０１０１００</a:t>
            </a:r>
            <a:endParaRPr lang="zh-CN" altLang="en-US" sz="2800" dirty="0">
              <a:solidFill>
                <a:srgbClr val="0000FF"/>
              </a:solidFill>
              <a:latin typeface="宋体" panose="02010600030101010101" pitchFamily="2" charset="-122"/>
            </a:endParaRPr>
          </a:p>
        </p:txBody>
      </p:sp>
      <p:sp>
        <p:nvSpPr>
          <p:cNvPr id="98313" name="Text Box 9"/>
          <p:cNvSpPr txBox="1"/>
          <p:nvPr/>
        </p:nvSpPr>
        <p:spPr>
          <a:xfrm>
            <a:off x="2487613" y="2647950"/>
            <a:ext cx="5970587" cy="520700"/>
          </a:xfrm>
          <a:prstGeom prst="rect">
            <a:avLst/>
          </a:prstGeom>
          <a:noFill/>
          <a:ln w="9525">
            <a:noFill/>
          </a:ln>
        </p:spPr>
        <p:txBody>
          <a:bodyPr>
            <a:spAutoFit/>
          </a:bodyPr>
          <a:lstStyle>
            <a:lvl1pPr marL="342900" indent="-342900" algn="l" rtl="0" eaLnBrk="0" fontAlgn="base" hangingPunct="0">
              <a:spcBef>
                <a:spcPct val="20000"/>
              </a:spcBef>
              <a:spcAft>
                <a:spcPct val="0"/>
              </a:spcAft>
              <a:buChar char="•"/>
              <a:defRPr sz="3200">
                <a:solidFill>
                  <a:srgbClr val="666699"/>
                </a:solidFill>
                <a:latin typeface="+mn-lt"/>
                <a:ea typeface="+mn-ea"/>
                <a:cs typeface="+mn-cs"/>
              </a:defRPr>
            </a:lvl1pPr>
            <a:lvl2pPr marL="742950" indent="-285750" algn="l" rtl="0" eaLnBrk="0" fontAlgn="base" hangingPunct="0">
              <a:spcBef>
                <a:spcPct val="20000"/>
              </a:spcBef>
              <a:spcAft>
                <a:spcPct val="0"/>
              </a:spcAft>
              <a:buChar char="–"/>
              <a:defRPr sz="2800">
                <a:solidFill>
                  <a:srgbClr val="666699"/>
                </a:solidFill>
                <a:latin typeface="+mn-lt"/>
                <a:ea typeface="+mn-ea"/>
              </a:defRPr>
            </a:lvl2pPr>
            <a:lvl3pPr marL="1143000" indent="-228600" algn="l" rtl="0" eaLnBrk="0" fontAlgn="base" hangingPunct="0">
              <a:spcBef>
                <a:spcPct val="20000"/>
              </a:spcBef>
              <a:spcAft>
                <a:spcPct val="0"/>
              </a:spcAft>
              <a:buChar char="•"/>
              <a:defRPr sz="2400">
                <a:solidFill>
                  <a:srgbClr val="666699"/>
                </a:solidFill>
                <a:latin typeface="+mn-lt"/>
                <a:ea typeface="+mn-ea"/>
              </a:defRPr>
            </a:lvl3pPr>
            <a:lvl4pPr marL="1600200" indent="-228600" algn="l" rtl="0" eaLnBrk="0" fontAlgn="base" hangingPunct="0">
              <a:spcBef>
                <a:spcPct val="20000"/>
              </a:spcBef>
              <a:spcAft>
                <a:spcPct val="0"/>
              </a:spcAft>
              <a:buChar char="–"/>
              <a:defRPr sz="2000">
                <a:solidFill>
                  <a:srgbClr val="666699"/>
                </a:solidFill>
                <a:latin typeface="+mn-lt"/>
                <a:ea typeface="+mn-ea"/>
              </a:defRPr>
            </a:lvl4pPr>
            <a:lvl5pPr marL="2057400" indent="-228600" algn="l" rtl="0" eaLnBrk="0" fontAlgn="base" hangingPunct="0">
              <a:spcBef>
                <a:spcPct val="20000"/>
              </a:spcBef>
              <a:spcAft>
                <a:spcPct val="0"/>
              </a:spcAft>
              <a:buChar char="»"/>
              <a:defRPr sz="2000">
                <a:solidFill>
                  <a:srgbClr val="666699"/>
                </a:solidFill>
                <a:latin typeface="+mn-lt"/>
                <a:ea typeface="+mn-ea"/>
              </a:defRPr>
            </a:lvl5pPr>
          </a:lstStyle>
          <a:p>
            <a:pPr marL="0" lvl="0" indent="0" eaLnBrk="1" hangingPunct="1">
              <a:spcBef>
                <a:spcPct val="50000"/>
              </a:spcBef>
              <a:buNone/>
            </a:pPr>
            <a:r>
              <a:rPr lang="zh-CN" altLang="en-US" sz="2800" dirty="0">
                <a:solidFill>
                  <a:schemeClr val="tx1"/>
                </a:solidFill>
                <a:latin typeface="宋体" panose="02010600030101010101" pitchFamily="2" charset="-122"/>
              </a:rPr>
              <a:t>　</a:t>
            </a:r>
            <a:r>
              <a:rPr lang="zh-CN" altLang="en-US" sz="2800" dirty="0">
                <a:solidFill>
                  <a:srgbClr val="0000FF"/>
                </a:solidFill>
                <a:latin typeface="宋体" panose="02010600030101010101" pitchFamily="2" charset="-122"/>
              </a:rPr>
              <a:t>１．１０００１０１０（１１）</a:t>
            </a:r>
            <a:endParaRPr lang="zh-CN" altLang="en-US" sz="2800" dirty="0">
              <a:solidFill>
                <a:srgbClr val="0000FF"/>
              </a:solidFill>
              <a:latin typeface="宋体" panose="02010600030101010101" pitchFamily="2" charset="-122"/>
            </a:endParaRPr>
          </a:p>
        </p:txBody>
      </p:sp>
      <p:sp>
        <p:nvSpPr>
          <p:cNvPr id="98314" name="Text Box 10"/>
          <p:cNvSpPr txBox="1"/>
          <p:nvPr/>
        </p:nvSpPr>
        <p:spPr>
          <a:xfrm>
            <a:off x="180975" y="3141663"/>
            <a:ext cx="8640763" cy="3200400"/>
          </a:xfrm>
          <a:prstGeom prst="rect">
            <a:avLst/>
          </a:prstGeom>
          <a:noFill/>
          <a:ln w="9525">
            <a:noFill/>
          </a:ln>
        </p:spPr>
        <p:txBody>
          <a:bodyPr>
            <a:spAutoFit/>
          </a:bodyPr>
          <a:lstStyle>
            <a:lvl1pPr marL="342900" indent="-342900" algn="l" rtl="0" eaLnBrk="0" fontAlgn="base" hangingPunct="0">
              <a:spcBef>
                <a:spcPct val="20000"/>
              </a:spcBef>
              <a:spcAft>
                <a:spcPct val="0"/>
              </a:spcAft>
              <a:buChar char="•"/>
              <a:defRPr sz="3200">
                <a:solidFill>
                  <a:srgbClr val="666699"/>
                </a:solidFill>
                <a:latin typeface="+mn-lt"/>
                <a:ea typeface="+mn-ea"/>
                <a:cs typeface="+mn-cs"/>
              </a:defRPr>
            </a:lvl1pPr>
            <a:lvl2pPr marL="742950" indent="-285750" algn="l" rtl="0" eaLnBrk="0" fontAlgn="base" hangingPunct="0">
              <a:spcBef>
                <a:spcPct val="20000"/>
              </a:spcBef>
              <a:spcAft>
                <a:spcPct val="0"/>
              </a:spcAft>
              <a:buChar char="–"/>
              <a:defRPr sz="2800">
                <a:solidFill>
                  <a:srgbClr val="666699"/>
                </a:solidFill>
                <a:latin typeface="+mn-lt"/>
                <a:ea typeface="+mn-ea"/>
              </a:defRPr>
            </a:lvl2pPr>
            <a:lvl3pPr marL="1143000" indent="-228600" algn="l" rtl="0" eaLnBrk="0" fontAlgn="base" hangingPunct="0">
              <a:spcBef>
                <a:spcPct val="20000"/>
              </a:spcBef>
              <a:spcAft>
                <a:spcPct val="0"/>
              </a:spcAft>
              <a:buChar char="•"/>
              <a:defRPr sz="2400">
                <a:solidFill>
                  <a:srgbClr val="666699"/>
                </a:solidFill>
                <a:latin typeface="+mn-lt"/>
                <a:ea typeface="+mn-ea"/>
              </a:defRPr>
            </a:lvl3pPr>
            <a:lvl4pPr marL="1600200" indent="-228600" algn="l" rtl="0" eaLnBrk="0" fontAlgn="base" hangingPunct="0">
              <a:spcBef>
                <a:spcPct val="20000"/>
              </a:spcBef>
              <a:spcAft>
                <a:spcPct val="0"/>
              </a:spcAft>
              <a:buChar char="–"/>
              <a:defRPr sz="2000">
                <a:solidFill>
                  <a:srgbClr val="666699"/>
                </a:solidFill>
                <a:latin typeface="+mn-lt"/>
                <a:ea typeface="+mn-ea"/>
              </a:defRPr>
            </a:lvl4pPr>
            <a:lvl5pPr marL="2057400" indent="-228600" algn="l" rtl="0" eaLnBrk="0" fontAlgn="base" hangingPunct="0">
              <a:spcBef>
                <a:spcPct val="20000"/>
              </a:spcBef>
              <a:spcAft>
                <a:spcPct val="0"/>
              </a:spcAft>
              <a:buChar char="»"/>
              <a:defRPr sz="2000">
                <a:solidFill>
                  <a:srgbClr val="666699"/>
                </a:solidFill>
                <a:latin typeface="+mn-lt"/>
                <a:ea typeface="+mn-ea"/>
              </a:defRPr>
            </a:lvl5pPr>
          </a:lstStyle>
          <a:p>
            <a:pPr marL="0" lvl="0" indent="0" eaLnBrk="1" hangingPunct="1">
              <a:spcBef>
                <a:spcPct val="0"/>
              </a:spcBef>
              <a:buNone/>
            </a:pPr>
            <a:r>
              <a:rPr lang="zh-CN" altLang="en-US" sz="3600" b="1" dirty="0">
                <a:solidFill>
                  <a:srgbClr val="0000FF"/>
                </a:solidFill>
              </a:rPr>
              <a:t> </a:t>
            </a:r>
            <a:r>
              <a:rPr lang="zh-CN" altLang="en-US" sz="2800" b="1" dirty="0">
                <a:solidFill>
                  <a:srgbClr val="0000FF"/>
                </a:solidFill>
              </a:rPr>
              <a:t>(</a:t>
            </a:r>
            <a:r>
              <a:rPr lang="zh-CN" altLang="en-US" sz="2800" b="1" dirty="0">
                <a:solidFill>
                  <a:srgbClr val="0000FF"/>
                </a:solidFill>
                <a:latin typeface="宋体" panose="02010600030101010101" pitchFamily="2" charset="-122"/>
              </a:rPr>
              <a:t>3).规格化和舍入处理</a:t>
            </a:r>
            <a:endParaRPr lang="zh-CN" altLang="en-US" sz="2800" b="1" dirty="0">
              <a:solidFill>
                <a:srgbClr val="0000FF"/>
              </a:solidFill>
              <a:latin typeface="宋体" panose="02010600030101010101" pitchFamily="2" charset="-122"/>
            </a:endParaRPr>
          </a:p>
          <a:p>
            <a:pPr marL="0" lvl="0" indent="0" eaLnBrk="1" hangingPunct="1">
              <a:spcBef>
                <a:spcPct val="0"/>
              </a:spcBef>
              <a:buNone/>
            </a:pPr>
            <a:r>
              <a:rPr lang="zh-CN" altLang="en-US" sz="2400" dirty="0">
                <a:solidFill>
                  <a:srgbClr val="0000FF"/>
                </a:solidFill>
                <a:latin typeface="宋体" panose="02010600030101010101" pitchFamily="2" charset="-122"/>
              </a:rPr>
              <a:t>　 结果的符号位与最高符号数值位相同，应执行左规处理，所谓左规格化的规则，就是尾数左移1位，阶码减1，所以结果为1.00010101(10) ，阶码为00 011</a:t>
            </a:r>
            <a:endParaRPr lang="zh-CN" altLang="en-US" sz="2400" dirty="0">
              <a:solidFill>
                <a:srgbClr val="0000FF"/>
              </a:solidFill>
              <a:latin typeface="宋体" panose="02010600030101010101" pitchFamily="2" charset="-122"/>
            </a:endParaRPr>
          </a:p>
          <a:p>
            <a:pPr marL="0" lvl="0" indent="0" eaLnBrk="1" hangingPunct="1">
              <a:spcBef>
                <a:spcPct val="0"/>
              </a:spcBef>
              <a:buNone/>
            </a:pPr>
            <a:r>
              <a:rPr lang="zh-CN" altLang="en-US" sz="2400" dirty="0">
                <a:solidFill>
                  <a:srgbClr val="0000FF"/>
                </a:solidFill>
                <a:latin typeface="宋体" panose="02010600030101010101" pitchFamily="2" charset="-122"/>
              </a:rPr>
              <a:t>   舍入处理,采用0舍1入法处理，则有</a:t>
            </a:r>
            <a:endParaRPr lang="zh-CN" altLang="en-US" sz="2400" dirty="0">
              <a:solidFill>
                <a:srgbClr val="0000FF"/>
              </a:solidFill>
              <a:latin typeface="宋体" panose="02010600030101010101" pitchFamily="2" charset="-122"/>
            </a:endParaRPr>
          </a:p>
          <a:p>
            <a:pPr marL="0" lvl="0" indent="0" eaLnBrk="1" hangingPunct="1">
              <a:spcBef>
                <a:spcPct val="0"/>
              </a:spcBef>
              <a:buNone/>
            </a:pPr>
            <a:r>
              <a:rPr lang="zh-CN" altLang="en-US" sz="2400" dirty="0">
                <a:solidFill>
                  <a:srgbClr val="0000FF"/>
                </a:solidFill>
                <a:latin typeface="宋体" panose="02010600030101010101" pitchFamily="2" charset="-122"/>
                <a:ea typeface="楷体_GB2312" pitchFamily="1" charset="-122"/>
              </a:rPr>
              <a:t>          1. 0 0 0 1 0 1 0 1</a:t>
            </a:r>
            <a:endParaRPr lang="zh-CN" altLang="en-US" sz="2400" dirty="0">
              <a:solidFill>
                <a:srgbClr val="0000FF"/>
              </a:solidFill>
              <a:latin typeface="宋体" panose="02010600030101010101" pitchFamily="2" charset="-122"/>
            </a:endParaRPr>
          </a:p>
          <a:p>
            <a:pPr marL="0" lvl="0" indent="0" eaLnBrk="1" hangingPunct="1">
              <a:spcBef>
                <a:spcPct val="0"/>
              </a:spcBef>
              <a:buNone/>
            </a:pPr>
            <a:r>
              <a:rPr lang="zh-CN" altLang="en-US" sz="2400" dirty="0">
                <a:solidFill>
                  <a:srgbClr val="0000FF"/>
                </a:solidFill>
                <a:latin typeface="宋体" panose="02010600030101010101" pitchFamily="2" charset="-122"/>
                <a:ea typeface="楷体_GB2312" pitchFamily="1" charset="-122"/>
              </a:rPr>
              <a:t>      ＋                   1</a:t>
            </a:r>
            <a:endParaRPr lang="zh-CN" altLang="en-US" sz="2400" dirty="0">
              <a:solidFill>
                <a:srgbClr val="0000FF"/>
              </a:solidFill>
              <a:latin typeface="宋体" panose="02010600030101010101" pitchFamily="2" charset="-122"/>
            </a:endParaRPr>
          </a:p>
          <a:p>
            <a:pPr marL="0" lvl="0" indent="0" eaLnBrk="1" hangingPunct="1">
              <a:spcBef>
                <a:spcPct val="0"/>
              </a:spcBef>
              <a:buNone/>
            </a:pPr>
            <a:r>
              <a:rPr lang="zh-CN" altLang="en-US" sz="2400" dirty="0">
                <a:solidFill>
                  <a:srgbClr val="0000FF"/>
                </a:solidFill>
                <a:latin typeface="宋体" panose="02010600030101010101" pitchFamily="2" charset="-122"/>
                <a:ea typeface="楷体_GB2312" pitchFamily="1" charset="-122"/>
              </a:rPr>
              <a:t>          1. 0 0 0 1 0 1 1 0</a:t>
            </a:r>
            <a:endParaRPr lang="zh-CN" altLang="en-US" sz="2400" dirty="0">
              <a:solidFill>
                <a:srgbClr val="0000FF"/>
              </a:solidFill>
            </a:endParaRPr>
          </a:p>
        </p:txBody>
      </p:sp>
      <p:sp>
        <p:nvSpPr>
          <p:cNvPr id="98315" name="Line 11"/>
          <p:cNvSpPr/>
          <p:nvPr/>
        </p:nvSpPr>
        <p:spPr>
          <a:xfrm>
            <a:off x="1035050" y="5965825"/>
            <a:ext cx="3886200" cy="0"/>
          </a:xfrm>
          <a:prstGeom prst="line">
            <a:avLst/>
          </a:prstGeom>
          <a:ln w="9525" cap="flat" cmpd="sng">
            <a:solidFill>
              <a:schemeClr val="tx1"/>
            </a:solidFill>
            <a:prstDash val="solid"/>
            <a:miter/>
            <a:headEnd type="none" w="med" len="med"/>
            <a:tailEnd type="none" w="med" len="med"/>
          </a:ln>
        </p:spPr>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98310"/>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2" presetClass="entr" presetSubtype="8" fill="hold" nodeType="clickEffect">
                                  <p:stCondLst>
                                    <p:cond delay="0"/>
                                  </p:stCondLst>
                                  <p:childTnLst>
                                    <p:set>
                                      <p:cBhvr>
                                        <p:cTn id="10" dur="1" fill="hold">
                                          <p:stCondLst>
                                            <p:cond delay="0"/>
                                          </p:stCondLst>
                                        </p:cTn>
                                        <p:tgtEl>
                                          <p:spTgt spid="98311"/>
                                        </p:tgtEl>
                                        <p:attrNameLst>
                                          <p:attrName>style.visibility</p:attrName>
                                        </p:attrNameLst>
                                      </p:cBhvr>
                                      <p:to>
                                        <p:strVal val="visible"/>
                                      </p:to>
                                    </p:set>
                                    <p:anim calcmode="lin" valueType="num">
                                      <p:cBhvr additive="base">
                                        <p:cTn id="11" dur="500" fill="hold"/>
                                        <p:tgtEl>
                                          <p:spTgt spid="98311"/>
                                        </p:tgtEl>
                                        <p:attrNameLst>
                                          <p:attrName>ppt_x</p:attrName>
                                        </p:attrNameLst>
                                      </p:cBhvr>
                                      <p:tavLst>
                                        <p:tav tm="0">
                                          <p:val>
                                            <p:strVal val="0-#ppt_w/2"/>
                                          </p:val>
                                        </p:tav>
                                        <p:tav tm="100000">
                                          <p:val>
                                            <p:strVal val="#ppt_x"/>
                                          </p:val>
                                        </p:tav>
                                      </p:tavLst>
                                    </p:anim>
                                    <p:anim calcmode="lin" valueType="num">
                                      <p:cBhvr additive="base">
                                        <p:cTn id="12" dur="500" fill="hold"/>
                                        <p:tgtEl>
                                          <p:spTgt spid="98311"/>
                                        </p:tgtEl>
                                        <p:attrNameLst>
                                          <p:attrName>ppt_y</p:attrName>
                                        </p:attrNameLst>
                                      </p:cBhvr>
                                      <p:tavLst>
                                        <p:tav tm="0">
                                          <p:val>
                                            <p:strVal val="#ppt_y"/>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8" fill="hold" nodeType="clickEffect">
                                  <p:stCondLst>
                                    <p:cond delay="0"/>
                                  </p:stCondLst>
                                  <p:childTnLst>
                                    <p:set>
                                      <p:cBhvr>
                                        <p:cTn id="16" dur="1" fill="hold">
                                          <p:stCondLst>
                                            <p:cond delay="0"/>
                                          </p:stCondLst>
                                        </p:cTn>
                                        <p:tgtEl>
                                          <p:spTgt spid="98308"/>
                                        </p:tgtEl>
                                        <p:attrNameLst>
                                          <p:attrName>style.visibility</p:attrName>
                                        </p:attrNameLst>
                                      </p:cBhvr>
                                      <p:to>
                                        <p:strVal val="visible"/>
                                      </p:to>
                                    </p:set>
                                    <p:anim calcmode="lin" valueType="num">
                                      <p:cBhvr additive="base">
                                        <p:cTn id="17" dur="500" fill="hold"/>
                                        <p:tgtEl>
                                          <p:spTgt spid="98308"/>
                                        </p:tgtEl>
                                        <p:attrNameLst>
                                          <p:attrName>ppt_x</p:attrName>
                                        </p:attrNameLst>
                                      </p:cBhvr>
                                      <p:tavLst>
                                        <p:tav tm="0">
                                          <p:val>
                                            <p:strVal val="0-#ppt_w/2"/>
                                          </p:val>
                                        </p:tav>
                                        <p:tav tm="100000">
                                          <p:val>
                                            <p:strVal val="#ppt_x"/>
                                          </p:val>
                                        </p:tav>
                                      </p:tavLst>
                                    </p:anim>
                                    <p:anim calcmode="lin" valueType="num">
                                      <p:cBhvr additive="base">
                                        <p:cTn id="18" dur="500" fill="hold"/>
                                        <p:tgtEl>
                                          <p:spTgt spid="98308"/>
                                        </p:tgtEl>
                                        <p:attrNameLst>
                                          <p:attrName>ppt_y</p:attrName>
                                        </p:attrNameLst>
                                      </p:cBhvr>
                                      <p:tavLst>
                                        <p:tav tm="0">
                                          <p:val>
                                            <p:strVal val="#ppt_y"/>
                                          </p:val>
                                        </p:tav>
                                        <p:tav tm="100000">
                                          <p:val>
                                            <p:strVal val="#ppt_y"/>
                                          </p:val>
                                        </p:tav>
                                      </p:tavLst>
                                    </p:anim>
                                  </p:childTnLst>
                                </p:cTn>
                              </p:par>
                            </p:childTnLst>
                          </p:cTn>
                        </p:par>
                      </p:childTnLst>
                    </p:cTn>
                  </p:par>
                  <p:par>
                    <p:cTn id="19" fill="hold">
                      <p:stCondLst>
                        <p:cond delay="indefinite"/>
                      </p:stCondLst>
                      <p:childTnLst>
                        <p:par>
                          <p:cTn id="20" fill="hold">
                            <p:stCondLst>
                              <p:cond delay="0"/>
                            </p:stCondLst>
                            <p:childTnLst>
                              <p:par>
                                <p:cTn id="21" presetID="2" presetClass="entr" presetSubtype="8" fill="hold" nodeType="clickEffect">
                                  <p:stCondLst>
                                    <p:cond delay="0"/>
                                  </p:stCondLst>
                                  <p:childTnLst>
                                    <p:set>
                                      <p:cBhvr>
                                        <p:cTn id="22" dur="1" fill="hold">
                                          <p:stCondLst>
                                            <p:cond delay="0"/>
                                          </p:stCondLst>
                                        </p:cTn>
                                        <p:tgtEl>
                                          <p:spTgt spid="98312"/>
                                        </p:tgtEl>
                                        <p:attrNameLst>
                                          <p:attrName>style.visibility</p:attrName>
                                        </p:attrNameLst>
                                      </p:cBhvr>
                                      <p:to>
                                        <p:strVal val="visible"/>
                                      </p:to>
                                    </p:set>
                                    <p:anim calcmode="lin" valueType="num">
                                      <p:cBhvr additive="base">
                                        <p:cTn id="23" dur="500" fill="hold"/>
                                        <p:tgtEl>
                                          <p:spTgt spid="98312"/>
                                        </p:tgtEl>
                                        <p:attrNameLst>
                                          <p:attrName>ppt_x</p:attrName>
                                        </p:attrNameLst>
                                      </p:cBhvr>
                                      <p:tavLst>
                                        <p:tav tm="0">
                                          <p:val>
                                            <p:strVal val="0-#ppt_w/2"/>
                                          </p:val>
                                        </p:tav>
                                        <p:tav tm="100000">
                                          <p:val>
                                            <p:strVal val="#ppt_x"/>
                                          </p:val>
                                        </p:tav>
                                      </p:tavLst>
                                    </p:anim>
                                    <p:anim calcmode="lin" valueType="num">
                                      <p:cBhvr additive="base">
                                        <p:cTn id="24" dur="500" fill="hold"/>
                                        <p:tgtEl>
                                          <p:spTgt spid="98312"/>
                                        </p:tgtEl>
                                        <p:attrNameLst>
                                          <p:attrName>ppt_y</p:attrName>
                                        </p:attrNameLst>
                                      </p:cBhvr>
                                      <p:tavLst>
                                        <p:tav tm="0">
                                          <p:val>
                                            <p:strVal val="#ppt_y"/>
                                          </p:val>
                                        </p:tav>
                                        <p:tav tm="100000">
                                          <p:val>
                                            <p:strVal val="#ppt_y"/>
                                          </p:val>
                                        </p:tav>
                                      </p:tavLst>
                                    </p:anim>
                                  </p:childTnLst>
                                </p:cTn>
                              </p:par>
                            </p:childTnLst>
                          </p:cTn>
                        </p:par>
                      </p:childTnLst>
                    </p:cTn>
                  </p:par>
                  <p:par>
                    <p:cTn id="25" fill="hold">
                      <p:stCondLst>
                        <p:cond delay="indefinite"/>
                      </p:stCondLst>
                      <p:childTnLst>
                        <p:par>
                          <p:cTn id="26" fill="hold">
                            <p:stCondLst>
                              <p:cond delay="0"/>
                            </p:stCondLst>
                            <p:childTnLst>
                              <p:par>
                                <p:cTn id="27" presetID="2" presetClass="entr" presetSubtype="8" fill="hold" nodeType="clickEffect">
                                  <p:stCondLst>
                                    <p:cond delay="0"/>
                                  </p:stCondLst>
                                  <p:childTnLst>
                                    <p:set>
                                      <p:cBhvr>
                                        <p:cTn id="28" dur="1" fill="hold">
                                          <p:stCondLst>
                                            <p:cond delay="0"/>
                                          </p:stCondLst>
                                        </p:cTn>
                                        <p:tgtEl>
                                          <p:spTgt spid="98309"/>
                                        </p:tgtEl>
                                        <p:attrNameLst>
                                          <p:attrName>style.visibility</p:attrName>
                                        </p:attrNameLst>
                                      </p:cBhvr>
                                      <p:to>
                                        <p:strVal val="visible"/>
                                      </p:to>
                                    </p:set>
                                    <p:anim calcmode="lin" valueType="num">
                                      <p:cBhvr additive="base">
                                        <p:cTn id="29" dur="500" fill="hold"/>
                                        <p:tgtEl>
                                          <p:spTgt spid="98309"/>
                                        </p:tgtEl>
                                        <p:attrNameLst>
                                          <p:attrName>ppt_x</p:attrName>
                                        </p:attrNameLst>
                                      </p:cBhvr>
                                      <p:tavLst>
                                        <p:tav tm="0">
                                          <p:val>
                                            <p:strVal val="0-#ppt_w/2"/>
                                          </p:val>
                                        </p:tav>
                                        <p:tav tm="100000">
                                          <p:val>
                                            <p:strVal val="#ppt_x"/>
                                          </p:val>
                                        </p:tav>
                                      </p:tavLst>
                                    </p:anim>
                                    <p:anim calcmode="lin" valueType="num">
                                      <p:cBhvr additive="base">
                                        <p:cTn id="30" dur="500" fill="hold"/>
                                        <p:tgtEl>
                                          <p:spTgt spid="98309"/>
                                        </p:tgtEl>
                                        <p:attrNameLst>
                                          <p:attrName>ppt_y</p:attrName>
                                        </p:attrNameLst>
                                      </p:cBhvr>
                                      <p:tavLst>
                                        <p:tav tm="0">
                                          <p:val>
                                            <p:strVal val="#ppt_y"/>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2" presetClass="entr" presetSubtype="8" fill="hold" nodeType="clickEffect">
                                  <p:stCondLst>
                                    <p:cond delay="0"/>
                                  </p:stCondLst>
                                  <p:childTnLst>
                                    <p:set>
                                      <p:cBhvr>
                                        <p:cTn id="34" dur="1" fill="hold">
                                          <p:stCondLst>
                                            <p:cond delay="0"/>
                                          </p:stCondLst>
                                        </p:cTn>
                                        <p:tgtEl>
                                          <p:spTgt spid="98313"/>
                                        </p:tgtEl>
                                        <p:attrNameLst>
                                          <p:attrName>style.visibility</p:attrName>
                                        </p:attrNameLst>
                                      </p:cBhvr>
                                      <p:to>
                                        <p:strVal val="visible"/>
                                      </p:to>
                                    </p:set>
                                    <p:anim calcmode="lin" valueType="num">
                                      <p:cBhvr additive="base">
                                        <p:cTn id="35" dur="500" fill="hold"/>
                                        <p:tgtEl>
                                          <p:spTgt spid="98313"/>
                                        </p:tgtEl>
                                        <p:attrNameLst>
                                          <p:attrName>ppt_x</p:attrName>
                                        </p:attrNameLst>
                                      </p:cBhvr>
                                      <p:tavLst>
                                        <p:tav tm="0">
                                          <p:val>
                                            <p:strVal val="0-#ppt_w/2"/>
                                          </p:val>
                                        </p:tav>
                                        <p:tav tm="100000">
                                          <p:val>
                                            <p:strVal val="#ppt_x"/>
                                          </p:val>
                                        </p:tav>
                                      </p:tavLst>
                                    </p:anim>
                                    <p:anim calcmode="lin" valueType="num">
                                      <p:cBhvr additive="base">
                                        <p:cTn id="36" dur="500" fill="hold"/>
                                        <p:tgtEl>
                                          <p:spTgt spid="98313"/>
                                        </p:tgtEl>
                                        <p:attrNameLst>
                                          <p:attrName>ppt_y</p:attrName>
                                        </p:attrNameLst>
                                      </p:cBhvr>
                                      <p:tavLst>
                                        <p:tav tm="0">
                                          <p:val>
                                            <p:strVal val="#ppt_y"/>
                                          </p:val>
                                        </p:tav>
                                        <p:tav tm="100000">
                                          <p:val>
                                            <p:strVal val="#ppt_y"/>
                                          </p:val>
                                        </p:tav>
                                      </p:tavLst>
                                    </p:anim>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nodeType="clickEffect">
                                  <p:stCondLst>
                                    <p:cond delay="0"/>
                                  </p:stCondLst>
                                  <p:childTnLst>
                                    <p:set>
                                      <p:cBhvr>
                                        <p:cTn id="40" dur="1" fill="hold">
                                          <p:stCondLst>
                                            <p:cond delay="0"/>
                                          </p:stCondLst>
                                        </p:cTn>
                                        <p:tgtEl>
                                          <p:spTgt spid="98314">
                                            <p:txEl>
                                              <p:charRg st="0" end="14"/>
                                            </p:txEl>
                                          </p:spTgt>
                                        </p:tgtEl>
                                        <p:attrNameLst>
                                          <p:attrName>style.visibility</p:attrName>
                                        </p:attrNameLst>
                                      </p:cBhvr>
                                      <p:to>
                                        <p:strVal val="visible"/>
                                      </p:to>
                                    </p:set>
                                  </p:childTnLst>
                                </p:cTn>
                              </p:par>
                            </p:childTnLst>
                          </p:cTn>
                        </p:par>
                      </p:childTnLst>
                    </p:cTn>
                  </p:par>
                  <p:par>
                    <p:cTn id="41" fill="hold">
                      <p:stCondLst>
                        <p:cond delay="indefinite"/>
                      </p:stCondLst>
                      <p:childTnLst>
                        <p:par>
                          <p:cTn id="42" fill="hold">
                            <p:stCondLst>
                              <p:cond delay="0"/>
                            </p:stCondLst>
                            <p:childTnLst>
                              <p:par>
                                <p:cTn id="43" presetID="1" presetClass="entr" presetSubtype="0" fill="hold" nodeType="clickEffect">
                                  <p:stCondLst>
                                    <p:cond delay="0"/>
                                  </p:stCondLst>
                                  <p:childTnLst>
                                    <p:set>
                                      <p:cBhvr>
                                        <p:cTn id="44" dur="1" fill="hold">
                                          <p:stCondLst>
                                            <p:cond delay="0"/>
                                          </p:stCondLst>
                                        </p:cTn>
                                        <p:tgtEl>
                                          <p:spTgt spid="98314">
                                            <p:txEl>
                                              <p:charRg st="14" end="96"/>
                                            </p:txEl>
                                          </p:spTgt>
                                        </p:tgtEl>
                                        <p:attrNameLst>
                                          <p:attrName>style.visibility</p:attrName>
                                        </p:attrNameLst>
                                      </p:cBhvr>
                                      <p:to>
                                        <p:strVal val="visible"/>
                                      </p:to>
                                    </p:set>
                                  </p:childTnLst>
                                </p:cTn>
                              </p:par>
                              <p:par>
                                <p:cTn id="45" presetID="1" presetClass="entr" presetSubtype="0" fill="hold" nodeType="withEffect">
                                  <p:stCondLst>
                                    <p:cond delay="0"/>
                                  </p:stCondLst>
                                  <p:childTnLst>
                                    <p:set>
                                      <p:cBhvr>
                                        <p:cTn id="46" dur="1" fill="hold">
                                          <p:stCondLst>
                                            <p:cond delay="0"/>
                                          </p:stCondLst>
                                        </p:cTn>
                                        <p:tgtEl>
                                          <p:spTgt spid="98314">
                                            <p:txEl>
                                              <p:charRg st="96" end="117"/>
                                            </p:txEl>
                                          </p:spTgt>
                                        </p:tgtEl>
                                        <p:attrNameLst>
                                          <p:attrName>style.visibility</p:attrName>
                                        </p:attrNameLst>
                                      </p:cBhvr>
                                      <p:to>
                                        <p:strVal val="visible"/>
                                      </p:to>
                                    </p:set>
                                  </p:childTnLst>
                                </p:cTn>
                              </p:par>
                              <p:par>
                                <p:cTn id="47" presetID="1" presetClass="entr" presetSubtype="0" fill="hold" nodeType="withEffect">
                                  <p:stCondLst>
                                    <p:cond delay="0"/>
                                  </p:stCondLst>
                                  <p:childTnLst>
                                    <p:set>
                                      <p:cBhvr>
                                        <p:cTn id="48" dur="1" fill="hold">
                                          <p:stCondLst>
                                            <p:cond delay="0"/>
                                          </p:stCondLst>
                                        </p:cTn>
                                        <p:tgtEl>
                                          <p:spTgt spid="98314">
                                            <p:txEl>
                                              <p:charRg st="117" end="146"/>
                                            </p:txEl>
                                          </p:spTgt>
                                        </p:tgtEl>
                                        <p:attrNameLst>
                                          <p:attrName>style.visibility</p:attrName>
                                        </p:attrNameLst>
                                      </p:cBhvr>
                                      <p:to>
                                        <p:strVal val="visible"/>
                                      </p:to>
                                    </p:set>
                                  </p:childTnLst>
                                </p:cTn>
                              </p:par>
                              <p:par>
                                <p:cTn id="49" presetID="1" presetClass="entr" presetSubtype="0" fill="hold" nodeType="withEffect">
                                  <p:stCondLst>
                                    <p:cond delay="0"/>
                                  </p:stCondLst>
                                  <p:childTnLst>
                                    <p:set>
                                      <p:cBhvr>
                                        <p:cTn id="50" dur="1" fill="hold">
                                          <p:stCondLst>
                                            <p:cond delay="0"/>
                                          </p:stCondLst>
                                        </p:cTn>
                                        <p:tgtEl>
                                          <p:spTgt spid="98314">
                                            <p:txEl>
                                              <p:charRg st="146" end="174"/>
                                            </p:txEl>
                                          </p:spTgt>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nodeType="clickEffect">
                                  <p:stCondLst>
                                    <p:cond delay="0"/>
                                  </p:stCondLst>
                                  <p:childTnLst>
                                    <p:set>
                                      <p:cBhvr>
                                        <p:cTn id="54" dur="1" fill="hold">
                                          <p:stCondLst>
                                            <p:cond delay="0"/>
                                          </p:stCondLst>
                                        </p:cTn>
                                        <p:tgtEl>
                                          <p:spTgt spid="98315"/>
                                        </p:tgtEl>
                                        <p:attrNameLst>
                                          <p:attrName>style.visibility</p:attrName>
                                        </p:attrNameLst>
                                      </p:cBhvr>
                                      <p:to>
                                        <p:strVal val="visible"/>
                                      </p:to>
                                    </p:set>
                                  </p:childTnLst>
                                </p:cTn>
                              </p:par>
                              <p:par>
                                <p:cTn id="55" presetID="1" presetClass="entr" presetSubtype="0" fill="hold" nodeType="withEffect">
                                  <p:stCondLst>
                                    <p:cond delay="0"/>
                                  </p:stCondLst>
                                  <p:childTnLst>
                                    <p:set>
                                      <p:cBhvr>
                                        <p:cTn id="56" dur="1" fill="hold">
                                          <p:stCondLst>
                                            <p:cond delay="0"/>
                                          </p:stCondLst>
                                        </p:cTn>
                                        <p:tgtEl>
                                          <p:spTgt spid="98314">
                                            <p:txEl>
                                              <p:charRg st="174" end="20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8308" grpId="0"/>
      <p:bldP spid="98310" grpId="0"/>
      <p:bldP spid="98311" grpId="0"/>
      <p:bldP spid="98312" grpId="0"/>
      <p:bldP spid="98313" grpId="0"/>
    </p:bldLst>
  </p:timing>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99330" name="Rectangle 2"/>
          <p:cNvSpPr>
            <a:spLocks noGrp="1"/>
          </p:cNvSpPr>
          <p:nvPr>
            <p:ph type="title"/>
          </p:nvPr>
        </p:nvSpPr>
        <p:spPr>
          <a:xfrm>
            <a:off x="323850" y="909638"/>
            <a:ext cx="7772400" cy="838200"/>
          </a:xfrm>
          <a:ln/>
        </p:spPr>
        <p:txBody>
          <a:bodyPr vert="horz" wrap="square" lIns="91440" tIns="45720" rIns="91440" bIns="45720" anchor="ctr" anchorCtr="0"/>
          <a:p>
            <a:pPr algn="l" eaLnBrk="1" hangingPunct="1"/>
            <a:r>
              <a:rPr lang="zh-CN" altLang="en-US" dirty="0"/>
              <a:t>浮点数加减法运算举例1续：</a:t>
            </a:r>
            <a:endParaRPr lang="zh-CN" altLang="en-US" dirty="0"/>
          </a:p>
        </p:txBody>
      </p:sp>
      <p:sp>
        <p:nvSpPr>
          <p:cNvPr id="99331" name="Rectangle 3"/>
          <p:cNvSpPr>
            <a:spLocks noGrp="1"/>
          </p:cNvSpPr>
          <p:nvPr>
            <p:ph type="body"/>
          </p:nvPr>
        </p:nvSpPr>
        <p:spPr>
          <a:ln/>
        </p:spPr>
        <p:txBody>
          <a:bodyPr vert="horz" wrap="square" lIns="91440" tIns="45720" rIns="91440" bIns="45720" anchor="t" anchorCtr="0"/>
          <a:p>
            <a:pPr eaLnBrk="1" hangingPunct="1">
              <a:buNone/>
            </a:pPr>
            <a:r>
              <a:rPr lang="zh-CN" altLang="en-US" sz="2800" b="1" dirty="0">
                <a:solidFill>
                  <a:srgbClr val="0000FF"/>
                </a:solidFill>
              </a:rPr>
              <a:t>(4).</a:t>
            </a:r>
            <a:r>
              <a:rPr lang="zh-CN" altLang="en-US" sz="2800" b="1" dirty="0">
                <a:solidFill>
                  <a:srgbClr val="0000FF"/>
                </a:solidFill>
                <a:latin typeface="宋体" panose="02010600030101010101" pitchFamily="2" charset="-122"/>
              </a:rPr>
              <a:t>判溢出 </a:t>
            </a:r>
            <a:r>
              <a:rPr lang="zh-CN" altLang="en-US" sz="2400" b="1" dirty="0">
                <a:solidFill>
                  <a:schemeClr val="tx1"/>
                </a:solidFill>
                <a:latin typeface="宋体" panose="02010600030101010101" pitchFamily="2" charset="-122"/>
              </a:rPr>
              <a:t> </a:t>
            </a:r>
            <a:endParaRPr lang="zh-CN" altLang="en-US" sz="2400" b="1" dirty="0">
              <a:solidFill>
                <a:schemeClr val="tx1"/>
              </a:solidFill>
              <a:latin typeface="宋体" panose="02010600030101010101" pitchFamily="2" charset="-122"/>
            </a:endParaRPr>
          </a:p>
          <a:p>
            <a:pPr algn="just" eaLnBrk="1" hangingPunct="1">
              <a:buNone/>
            </a:pPr>
            <a:r>
              <a:rPr lang="zh-CN" altLang="en-US" sz="2400" b="1" dirty="0">
                <a:solidFill>
                  <a:schemeClr val="tx1"/>
                </a:solidFill>
                <a:latin typeface="宋体" panose="02010600030101010101" pitchFamily="2" charset="-122"/>
              </a:rPr>
              <a:t>     </a:t>
            </a:r>
            <a:r>
              <a:rPr lang="zh-CN" altLang="en-US" sz="2800" b="1" dirty="0">
                <a:solidFill>
                  <a:srgbClr val="0000FF"/>
                </a:solidFill>
                <a:latin typeface="宋体" panose="02010600030101010101" pitchFamily="2" charset="-122"/>
              </a:rPr>
              <a:t>阶码的符号位为00，不溢出。所以最终的结果为：</a:t>
            </a:r>
            <a:endParaRPr lang="zh-CN" altLang="en-US" sz="2800" b="1" dirty="0">
              <a:solidFill>
                <a:srgbClr val="0000FF"/>
              </a:solidFill>
              <a:latin typeface="宋体" panose="02010600030101010101" pitchFamily="2" charset="-122"/>
            </a:endParaRPr>
          </a:p>
          <a:p>
            <a:pPr algn="just" eaLnBrk="1" hangingPunct="1">
              <a:buNone/>
            </a:pPr>
            <a:r>
              <a:rPr lang="zh-CN" altLang="en-US" sz="2800" b="1" dirty="0">
                <a:solidFill>
                  <a:srgbClr val="0000FF"/>
                </a:solidFill>
                <a:latin typeface="宋体" panose="02010600030101010101" pitchFamily="2" charset="-122"/>
              </a:rPr>
              <a:t>            X+Y=2</a:t>
            </a:r>
            <a:r>
              <a:rPr lang="zh-CN" altLang="en-US" sz="2800" b="1" baseline="30000" dirty="0">
                <a:solidFill>
                  <a:srgbClr val="0000FF"/>
                </a:solidFill>
                <a:latin typeface="宋体" panose="02010600030101010101" pitchFamily="2" charset="-122"/>
              </a:rPr>
              <a:t>011</a:t>
            </a:r>
            <a:r>
              <a:rPr lang="zh-CN" altLang="en-US" sz="2800" b="1" dirty="0">
                <a:solidFill>
                  <a:srgbClr val="0000FF"/>
                </a:solidFill>
                <a:latin typeface="宋体" panose="02010600030101010101" pitchFamily="2" charset="-122"/>
              </a:rPr>
              <a:t>×（-0.11101010）</a:t>
            </a:r>
            <a:endParaRPr lang="zh-CN" altLang="en-US" sz="2800" b="1" dirty="0">
              <a:solidFill>
                <a:srgbClr val="0000FF"/>
              </a:solidFill>
              <a:latin typeface="宋体" panose="02010600030101010101" pitchFamily="2" charset="-122"/>
            </a:endParaRPr>
          </a:p>
        </p:txBody>
      </p:sp>
    </p:spTree>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0354" name="Rectangle 2"/>
          <p:cNvSpPr>
            <a:spLocks noGrp="1"/>
          </p:cNvSpPr>
          <p:nvPr>
            <p:ph type="title"/>
          </p:nvPr>
        </p:nvSpPr>
        <p:spPr>
          <a:xfrm>
            <a:off x="252413" y="909638"/>
            <a:ext cx="7772400" cy="838200"/>
          </a:xfrm>
          <a:ln/>
        </p:spPr>
        <p:txBody>
          <a:bodyPr vert="horz" wrap="square" lIns="91440" tIns="45720" rIns="91440" bIns="45720" anchor="ctr" anchorCtr="0"/>
          <a:p>
            <a:pPr algn="l" eaLnBrk="1" hangingPunct="1"/>
            <a:r>
              <a:rPr lang="zh-CN" altLang="en-US" dirty="0"/>
              <a:t>浮点数加减法运算举例2：</a:t>
            </a:r>
            <a:endParaRPr lang="zh-CN" altLang="en-US" dirty="0"/>
          </a:p>
        </p:txBody>
      </p:sp>
      <p:sp>
        <p:nvSpPr>
          <p:cNvPr id="100355" name="Rectangle 3"/>
          <p:cNvSpPr>
            <a:spLocks noGrp="1"/>
          </p:cNvSpPr>
          <p:nvPr>
            <p:ph type="body"/>
          </p:nvPr>
        </p:nvSpPr>
        <p:spPr>
          <a:xfrm>
            <a:off x="323850" y="1981200"/>
            <a:ext cx="8362950" cy="4114800"/>
          </a:xfrm>
          <a:ln/>
        </p:spPr>
        <p:txBody>
          <a:bodyPr vert="horz" wrap="square" lIns="91440" tIns="45720" rIns="91440" bIns="45720" anchor="t" anchorCtr="0"/>
          <a:p>
            <a:pPr algn="just" eaLnBrk="1" hangingPunct="1"/>
            <a:r>
              <a:rPr lang="zh-CN" altLang="en-US" dirty="0">
                <a:solidFill>
                  <a:srgbClr val="0000FF"/>
                </a:solidFill>
                <a:ea typeface="楷体_GB2312" pitchFamily="1" charset="-122"/>
              </a:rPr>
              <a:t>例：</a:t>
            </a:r>
            <a:r>
              <a:rPr lang="zh-CN" altLang="en-US" b="1" dirty="0">
                <a:solidFill>
                  <a:srgbClr val="0000FF"/>
                </a:solidFill>
                <a:latin typeface="宋体" panose="02010600030101010101" pitchFamily="2" charset="-122"/>
              </a:rPr>
              <a:t>设X=2</a:t>
            </a:r>
            <a:r>
              <a:rPr lang="zh-CN" altLang="en-US" b="1" baseline="30000" dirty="0">
                <a:solidFill>
                  <a:srgbClr val="0000FF"/>
                </a:solidFill>
                <a:latin typeface="宋体" panose="02010600030101010101" pitchFamily="2" charset="-122"/>
              </a:rPr>
              <a:t>001</a:t>
            </a:r>
            <a:r>
              <a:rPr lang="zh-CN" altLang="en-US" b="1" dirty="0">
                <a:solidFill>
                  <a:srgbClr val="0000FF"/>
                </a:solidFill>
                <a:latin typeface="宋体" panose="02010600030101010101" pitchFamily="2" charset="-122"/>
              </a:rPr>
              <a:t>×（-0.111），Y=2</a:t>
            </a:r>
            <a:r>
              <a:rPr lang="zh-CN" altLang="en-US" b="1" baseline="30000" dirty="0">
                <a:solidFill>
                  <a:srgbClr val="0000FF"/>
                </a:solidFill>
                <a:latin typeface="宋体" panose="02010600030101010101" pitchFamily="2" charset="-122"/>
              </a:rPr>
              <a:t>010</a:t>
            </a:r>
            <a:r>
              <a:rPr lang="zh-CN" altLang="en-US" b="1" dirty="0">
                <a:solidFill>
                  <a:srgbClr val="0000FF"/>
                </a:solidFill>
                <a:latin typeface="宋体" panose="02010600030101010101" pitchFamily="2" charset="-122"/>
              </a:rPr>
              <a:t>×0.101，求X-Y.(假设两数均以补码表示,阶码采用3位,尾数采用4位，均包括符号位)</a:t>
            </a:r>
            <a:endParaRPr lang="zh-CN" altLang="en-US" b="1" dirty="0">
              <a:solidFill>
                <a:srgbClr val="0000FF"/>
              </a:solidFill>
              <a:latin typeface="宋体" panose="02010600030101010101" pitchFamily="2" charset="-122"/>
            </a:endParaRPr>
          </a:p>
        </p:txBody>
      </p:sp>
    </p:spTree>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1378" name="Rectangle 2"/>
          <p:cNvSpPr>
            <a:spLocks noGrp="1"/>
          </p:cNvSpPr>
          <p:nvPr>
            <p:ph type="title"/>
          </p:nvPr>
        </p:nvSpPr>
        <p:spPr>
          <a:xfrm>
            <a:off x="396875" y="836613"/>
            <a:ext cx="7772400" cy="838200"/>
          </a:xfrm>
          <a:ln/>
        </p:spPr>
        <p:txBody>
          <a:bodyPr vert="horz" wrap="square" lIns="91440" tIns="45720" rIns="91440" bIns="45720" anchor="ctr" anchorCtr="0"/>
          <a:p>
            <a:pPr algn="l" eaLnBrk="1" hangingPunct="1"/>
            <a:r>
              <a:rPr lang="zh-CN" altLang="en-US" dirty="0"/>
              <a:t>浮点数加减法运算举例2续：</a:t>
            </a:r>
            <a:endParaRPr lang="zh-CN" altLang="en-US" dirty="0"/>
          </a:p>
        </p:txBody>
      </p:sp>
      <p:sp>
        <p:nvSpPr>
          <p:cNvPr id="101379" name="Rectangle 3"/>
          <p:cNvSpPr>
            <a:spLocks noGrp="1"/>
          </p:cNvSpPr>
          <p:nvPr>
            <p:ph type="body"/>
          </p:nvPr>
        </p:nvSpPr>
        <p:spPr>
          <a:xfrm>
            <a:off x="457200" y="1828800"/>
            <a:ext cx="8193088" cy="4114800"/>
          </a:xfrm>
          <a:ln/>
        </p:spPr>
        <p:txBody>
          <a:bodyPr vert="horz" wrap="square" lIns="91440" tIns="45720" rIns="91440" bIns="45720" anchor="t" anchorCtr="0"/>
          <a:p>
            <a:pPr algn="just" eaLnBrk="1" hangingPunct="1">
              <a:lnSpc>
                <a:spcPct val="90000"/>
              </a:lnSpc>
              <a:buNone/>
            </a:pPr>
            <a:r>
              <a:rPr lang="zh-CN" altLang="en-US" sz="2800" dirty="0">
                <a:solidFill>
                  <a:srgbClr val="0000FF"/>
                </a:solidFill>
                <a:latin typeface="宋体" panose="02010600030101010101" pitchFamily="2" charset="-122"/>
              </a:rPr>
              <a:t>解:浮点表示为:</a:t>
            </a:r>
            <a:endParaRPr lang="zh-CN" altLang="en-US" sz="2800" dirty="0">
              <a:solidFill>
                <a:srgbClr val="0000FF"/>
              </a:solidFill>
              <a:latin typeface="宋体" panose="02010600030101010101" pitchFamily="2" charset="-122"/>
            </a:endParaRPr>
          </a:p>
          <a:p>
            <a:pPr algn="just" eaLnBrk="1" hangingPunct="1">
              <a:lnSpc>
                <a:spcPct val="90000"/>
              </a:lnSpc>
              <a:buNone/>
            </a:pPr>
            <a:r>
              <a:rPr lang="zh-CN" altLang="en-US" sz="2800" dirty="0">
                <a:solidFill>
                  <a:srgbClr val="0000FF"/>
                </a:solidFill>
                <a:latin typeface="宋体" panose="02010600030101010101" pitchFamily="2" charset="-122"/>
              </a:rPr>
              <a:t>      </a:t>
            </a:r>
            <a:r>
              <a:rPr lang="zh-CN" altLang="en-US" sz="2800" dirty="0">
                <a:solidFill>
                  <a:srgbClr val="0000FF"/>
                </a:solidFill>
              </a:rPr>
              <a:t>[X]</a:t>
            </a:r>
            <a:r>
              <a:rPr lang="zh-CN" altLang="en-US" sz="2800" baseline="-25000" dirty="0">
                <a:solidFill>
                  <a:srgbClr val="0000FF"/>
                </a:solidFill>
              </a:rPr>
              <a:t>浮</a:t>
            </a:r>
            <a:r>
              <a:rPr lang="zh-CN" altLang="en-US" sz="2800" dirty="0">
                <a:solidFill>
                  <a:srgbClr val="0000FF"/>
                </a:solidFill>
              </a:rPr>
              <a:t>=001，1.  001</a:t>
            </a:r>
            <a:endParaRPr lang="zh-CN" altLang="en-US" sz="2800" dirty="0">
              <a:solidFill>
                <a:srgbClr val="0000FF"/>
              </a:solidFill>
            </a:endParaRPr>
          </a:p>
          <a:p>
            <a:pPr algn="just" eaLnBrk="1" hangingPunct="1">
              <a:lnSpc>
                <a:spcPct val="90000"/>
              </a:lnSpc>
              <a:buNone/>
            </a:pPr>
            <a:r>
              <a:rPr lang="zh-CN" altLang="en-US" sz="2800" dirty="0">
                <a:solidFill>
                  <a:srgbClr val="0000FF"/>
                </a:solidFill>
              </a:rPr>
              <a:t>　        [Y]</a:t>
            </a:r>
            <a:r>
              <a:rPr lang="zh-CN" altLang="en-US" sz="2800" baseline="-25000" dirty="0">
                <a:solidFill>
                  <a:srgbClr val="0000FF"/>
                </a:solidFill>
              </a:rPr>
              <a:t>浮</a:t>
            </a:r>
            <a:r>
              <a:rPr lang="zh-CN" altLang="en-US" sz="2800" dirty="0">
                <a:solidFill>
                  <a:srgbClr val="0000FF"/>
                </a:solidFill>
              </a:rPr>
              <a:t>=010，0.  101</a:t>
            </a:r>
            <a:endParaRPr lang="zh-CN" altLang="en-US" sz="2800" dirty="0">
              <a:solidFill>
                <a:srgbClr val="0000FF"/>
              </a:solidFill>
            </a:endParaRPr>
          </a:p>
          <a:p>
            <a:pPr algn="just" eaLnBrk="1" hangingPunct="1">
              <a:lnSpc>
                <a:spcPct val="90000"/>
              </a:lnSpc>
              <a:buNone/>
            </a:pPr>
            <a:endParaRPr lang="zh-CN" altLang="en-US" sz="2800" dirty="0">
              <a:solidFill>
                <a:srgbClr val="0000FF"/>
              </a:solidFill>
              <a:latin typeface="宋体" panose="02010600030101010101" pitchFamily="2" charset="-122"/>
            </a:endParaRPr>
          </a:p>
          <a:p>
            <a:pPr algn="just" eaLnBrk="1" hangingPunct="1">
              <a:lnSpc>
                <a:spcPct val="90000"/>
              </a:lnSpc>
              <a:buNone/>
            </a:pPr>
            <a:r>
              <a:rPr lang="zh-CN" altLang="en-US" sz="2800" dirty="0">
                <a:solidFill>
                  <a:srgbClr val="0000FF"/>
                </a:solidFill>
                <a:latin typeface="宋体" panose="02010600030101010101" pitchFamily="2" charset="-122"/>
              </a:rPr>
              <a:t>（１）对阶</a:t>
            </a:r>
            <a:endParaRPr lang="zh-CN" altLang="en-US" sz="2800" dirty="0">
              <a:solidFill>
                <a:srgbClr val="0000FF"/>
              </a:solidFill>
              <a:latin typeface="宋体" panose="02010600030101010101" pitchFamily="2" charset="-122"/>
            </a:endParaRPr>
          </a:p>
          <a:p>
            <a:pPr algn="just" eaLnBrk="1" hangingPunct="1">
              <a:lnSpc>
                <a:spcPct val="90000"/>
              </a:lnSpc>
              <a:buNone/>
            </a:pPr>
            <a:r>
              <a:rPr lang="zh-CN" altLang="en-US" sz="2800" dirty="0">
                <a:solidFill>
                  <a:srgbClr val="0000FF"/>
                </a:solidFill>
                <a:latin typeface="宋体" panose="02010600030101010101" pitchFamily="2" charset="-122"/>
              </a:rPr>
              <a:t>　  　</a:t>
            </a:r>
            <a:r>
              <a:rPr lang="zh-CN" altLang="en-US" sz="2800" dirty="0">
                <a:solidFill>
                  <a:srgbClr val="0000FF"/>
                </a:solidFill>
              </a:rPr>
              <a:t>[△E]补=[Ex]补-[Ey]补=001+110=111</a:t>
            </a:r>
            <a:endParaRPr lang="zh-CN" altLang="en-US" sz="2800" dirty="0">
              <a:solidFill>
                <a:srgbClr val="0000FF"/>
              </a:solidFill>
            </a:endParaRPr>
          </a:p>
          <a:p>
            <a:pPr algn="just" eaLnBrk="1" hangingPunct="1">
              <a:lnSpc>
                <a:spcPct val="90000"/>
              </a:lnSpc>
              <a:buNone/>
            </a:pPr>
            <a:r>
              <a:rPr lang="zh-CN" altLang="en-US" sz="2800" dirty="0">
                <a:solidFill>
                  <a:srgbClr val="0000FF"/>
                </a:solidFill>
              </a:rPr>
              <a:t>   </a:t>
            </a:r>
            <a:r>
              <a:rPr lang="zh-CN" altLang="en-US" sz="2800" dirty="0">
                <a:solidFill>
                  <a:srgbClr val="0000FF"/>
                </a:solidFill>
                <a:latin typeface="宋体" panose="02010600030101010101" pitchFamily="2" charset="-122"/>
              </a:rPr>
              <a:t>即</a:t>
            </a:r>
            <a:r>
              <a:rPr lang="zh-CN" altLang="en-US" sz="2800" dirty="0">
                <a:solidFill>
                  <a:srgbClr val="0000FF"/>
                </a:solidFill>
              </a:rPr>
              <a:t>△E</a:t>
            </a:r>
            <a:r>
              <a:rPr lang="zh-CN" altLang="en-US" sz="2800" dirty="0">
                <a:solidFill>
                  <a:srgbClr val="0000FF"/>
                </a:solidFill>
                <a:latin typeface="宋体" panose="02010600030101010101" pitchFamily="2" charset="-122"/>
              </a:rPr>
              <a:t>为-1，</a:t>
            </a:r>
            <a:r>
              <a:rPr lang="zh-CN" altLang="en-US" sz="2800" dirty="0">
                <a:solidFill>
                  <a:srgbClr val="0000FF"/>
                </a:solidFill>
              </a:rPr>
              <a:t>X</a:t>
            </a:r>
            <a:r>
              <a:rPr lang="zh-CN" altLang="en-US" sz="2800" dirty="0">
                <a:solidFill>
                  <a:srgbClr val="0000FF"/>
                </a:solidFill>
                <a:latin typeface="宋体" panose="02010600030101010101" pitchFamily="2" charset="-122"/>
              </a:rPr>
              <a:t>的阶码小，应使</a:t>
            </a:r>
            <a:r>
              <a:rPr lang="zh-CN" altLang="en-US" sz="2800" dirty="0">
                <a:solidFill>
                  <a:srgbClr val="0000FF"/>
                </a:solidFill>
              </a:rPr>
              <a:t>Mx</a:t>
            </a:r>
            <a:r>
              <a:rPr lang="zh-CN" altLang="en-US" sz="2800" dirty="0">
                <a:solidFill>
                  <a:srgbClr val="0000FF"/>
                </a:solidFill>
                <a:latin typeface="宋体" panose="02010600030101010101" pitchFamily="2" charset="-122"/>
              </a:rPr>
              <a:t>右移1位， </a:t>
            </a:r>
            <a:r>
              <a:rPr lang="zh-CN" altLang="en-US" sz="2800" dirty="0">
                <a:solidFill>
                  <a:srgbClr val="0000FF"/>
                </a:solidFill>
              </a:rPr>
              <a:t>Ex加1</a:t>
            </a:r>
            <a:r>
              <a:rPr lang="zh-CN" altLang="en-US" sz="2800" dirty="0">
                <a:solidFill>
                  <a:srgbClr val="0000FF"/>
                </a:solidFill>
                <a:latin typeface="宋体" panose="02010600030101010101" pitchFamily="2" charset="-122"/>
              </a:rPr>
              <a:t>，得:</a:t>
            </a:r>
            <a:endParaRPr lang="zh-CN" altLang="en-US" sz="2800" dirty="0">
              <a:solidFill>
                <a:srgbClr val="0000FF"/>
              </a:solidFill>
              <a:latin typeface="宋体" panose="02010600030101010101" pitchFamily="2" charset="-122"/>
            </a:endParaRPr>
          </a:p>
          <a:p>
            <a:pPr algn="just" eaLnBrk="1" hangingPunct="1">
              <a:lnSpc>
                <a:spcPct val="90000"/>
              </a:lnSpc>
              <a:buNone/>
            </a:pPr>
            <a:r>
              <a:rPr lang="zh-CN" altLang="en-US" sz="2800" dirty="0">
                <a:solidFill>
                  <a:srgbClr val="0000FF"/>
                </a:solidFill>
                <a:latin typeface="宋体" panose="02010600030101010101" pitchFamily="2" charset="-122"/>
              </a:rPr>
              <a:t>      </a:t>
            </a:r>
            <a:r>
              <a:rPr lang="zh-CN" altLang="en-US" sz="2800" dirty="0">
                <a:solidFill>
                  <a:srgbClr val="0000FF"/>
                </a:solidFill>
              </a:rPr>
              <a:t>[X]</a:t>
            </a:r>
            <a:r>
              <a:rPr lang="zh-CN" altLang="en-US" sz="2800" baseline="-25000" dirty="0">
                <a:solidFill>
                  <a:srgbClr val="0000FF"/>
                </a:solidFill>
              </a:rPr>
              <a:t>浮</a:t>
            </a:r>
            <a:r>
              <a:rPr lang="zh-CN" altLang="en-US" sz="2800" dirty="0">
                <a:solidFill>
                  <a:srgbClr val="0000FF"/>
                </a:solidFill>
              </a:rPr>
              <a:t>=010, 1.100（1）</a:t>
            </a:r>
            <a:endParaRPr lang="zh-CN" altLang="en-US" sz="2800" dirty="0">
              <a:solidFill>
                <a:srgbClr val="0000FF"/>
              </a:solidFill>
            </a:endParaRPr>
          </a:p>
        </p:txBody>
      </p:sp>
    </p:spTree>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2402" name="Rectangle 2"/>
          <p:cNvSpPr/>
          <p:nvPr/>
        </p:nvSpPr>
        <p:spPr>
          <a:xfrm>
            <a:off x="1752600" y="5029200"/>
            <a:ext cx="6781800" cy="1295400"/>
          </a:xfrm>
          <a:prstGeom prst="rect">
            <a:avLst/>
          </a:prstGeom>
          <a:noFill/>
          <a:ln w="9525" cap="flat" cmpd="sng">
            <a:solidFill>
              <a:schemeClr val="tx1"/>
            </a:solidFill>
            <a:prstDash val="solid"/>
            <a:miter/>
            <a:headEnd type="none" w="med" len="med"/>
            <a:tailEnd type="none" w="med" len="med"/>
          </a:ln>
          <a:effectLst>
            <a:outerShdw dist="107763" dir="18900000" algn="ctr" rotWithShape="0">
              <a:schemeClr val="bg2"/>
            </a:outerShdw>
          </a:effectLst>
        </p:spPr>
        <p:txBody>
          <a:bodyPr wrap="none" lIns="90170" tIns="46990" rIns="90170" bIns="46990" anchor="ctr" anchorCtr="0"/>
          <a:lstStyle>
            <a:lvl1pPr marL="342900" indent="-342900" algn="l" rtl="0" eaLnBrk="0" fontAlgn="base" hangingPunct="0">
              <a:spcBef>
                <a:spcPct val="20000"/>
              </a:spcBef>
              <a:spcAft>
                <a:spcPct val="0"/>
              </a:spcAft>
              <a:buChar char="•"/>
              <a:defRPr sz="3200">
                <a:solidFill>
                  <a:srgbClr val="666699"/>
                </a:solidFill>
                <a:latin typeface="+mn-lt"/>
                <a:ea typeface="+mn-ea"/>
                <a:cs typeface="+mn-cs"/>
              </a:defRPr>
            </a:lvl1pPr>
            <a:lvl2pPr marL="742950" indent="-285750" algn="l" rtl="0" eaLnBrk="0" fontAlgn="base" hangingPunct="0">
              <a:spcBef>
                <a:spcPct val="20000"/>
              </a:spcBef>
              <a:spcAft>
                <a:spcPct val="0"/>
              </a:spcAft>
              <a:buChar char="–"/>
              <a:defRPr sz="2800">
                <a:solidFill>
                  <a:srgbClr val="666699"/>
                </a:solidFill>
                <a:latin typeface="+mn-lt"/>
                <a:ea typeface="+mn-ea"/>
              </a:defRPr>
            </a:lvl2pPr>
            <a:lvl3pPr marL="1143000" indent="-228600" algn="l" rtl="0" eaLnBrk="0" fontAlgn="base" hangingPunct="0">
              <a:spcBef>
                <a:spcPct val="20000"/>
              </a:spcBef>
              <a:spcAft>
                <a:spcPct val="0"/>
              </a:spcAft>
              <a:buChar char="•"/>
              <a:defRPr sz="2400">
                <a:solidFill>
                  <a:srgbClr val="666699"/>
                </a:solidFill>
                <a:latin typeface="+mn-lt"/>
                <a:ea typeface="+mn-ea"/>
              </a:defRPr>
            </a:lvl3pPr>
            <a:lvl4pPr marL="1600200" indent="-228600" algn="l" rtl="0" eaLnBrk="0" fontAlgn="base" hangingPunct="0">
              <a:spcBef>
                <a:spcPct val="20000"/>
              </a:spcBef>
              <a:spcAft>
                <a:spcPct val="0"/>
              </a:spcAft>
              <a:buChar char="–"/>
              <a:defRPr sz="2000">
                <a:solidFill>
                  <a:srgbClr val="666699"/>
                </a:solidFill>
                <a:latin typeface="+mn-lt"/>
                <a:ea typeface="+mn-ea"/>
              </a:defRPr>
            </a:lvl4pPr>
            <a:lvl5pPr marL="2057400" indent="-228600" algn="l" rtl="0" eaLnBrk="0" fontAlgn="base" hangingPunct="0">
              <a:spcBef>
                <a:spcPct val="20000"/>
              </a:spcBef>
              <a:spcAft>
                <a:spcPct val="0"/>
              </a:spcAft>
              <a:buChar char="»"/>
              <a:defRPr sz="2000">
                <a:solidFill>
                  <a:srgbClr val="666699"/>
                </a:solidFill>
                <a:latin typeface="+mn-lt"/>
                <a:ea typeface="+mn-ea"/>
              </a:defRPr>
            </a:lvl5pPr>
          </a:lstStyle>
          <a:p>
            <a:pPr marL="0" lvl="0" indent="0" eaLnBrk="1" hangingPunct="1">
              <a:spcBef>
                <a:spcPct val="0"/>
              </a:spcBef>
              <a:buNone/>
            </a:pPr>
            <a:endParaRPr lang="zh-CN" altLang="en-US" sz="2400" dirty="0">
              <a:solidFill>
                <a:schemeClr val="tx1"/>
              </a:solidFill>
            </a:endParaRPr>
          </a:p>
        </p:txBody>
      </p:sp>
      <p:sp>
        <p:nvSpPr>
          <p:cNvPr id="102403" name="Rectangle 3"/>
          <p:cNvSpPr/>
          <p:nvPr/>
        </p:nvSpPr>
        <p:spPr>
          <a:xfrm>
            <a:off x="4648200" y="4038600"/>
            <a:ext cx="3200400" cy="838200"/>
          </a:xfrm>
          <a:prstGeom prst="rect">
            <a:avLst/>
          </a:prstGeom>
          <a:solidFill>
            <a:srgbClr val="FFCCFF"/>
          </a:solidFill>
          <a:ln w="9525" cap="flat" cmpd="sng">
            <a:solidFill>
              <a:schemeClr val="tx1"/>
            </a:solidFill>
            <a:prstDash val="solid"/>
            <a:miter/>
            <a:headEnd type="none" w="med" len="med"/>
            <a:tailEnd type="none" w="med" len="med"/>
          </a:ln>
          <a:effectLst>
            <a:outerShdw dist="107763" dir="18900000" algn="ctr" rotWithShape="0">
              <a:schemeClr val="bg2"/>
            </a:outerShdw>
          </a:effectLst>
        </p:spPr>
        <p:txBody>
          <a:bodyPr wrap="none" anchor="ctr" anchorCtr="0"/>
          <a:lstStyle>
            <a:lvl1pPr marL="342900" indent="-342900" algn="l" rtl="0" eaLnBrk="0" fontAlgn="base" hangingPunct="0">
              <a:spcBef>
                <a:spcPct val="20000"/>
              </a:spcBef>
              <a:spcAft>
                <a:spcPct val="0"/>
              </a:spcAft>
              <a:buChar char="•"/>
              <a:defRPr sz="3200">
                <a:solidFill>
                  <a:srgbClr val="666699"/>
                </a:solidFill>
                <a:latin typeface="+mn-lt"/>
                <a:ea typeface="+mn-ea"/>
                <a:cs typeface="+mn-cs"/>
              </a:defRPr>
            </a:lvl1pPr>
            <a:lvl2pPr marL="742950" indent="-285750" algn="l" rtl="0" eaLnBrk="0" fontAlgn="base" hangingPunct="0">
              <a:spcBef>
                <a:spcPct val="20000"/>
              </a:spcBef>
              <a:spcAft>
                <a:spcPct val="0"/>
              </a:spcAft>
              <a:buChar char="–"/>
              <a:defRPr sz="2800">
                <a:solidFill>
                  <a:srgbClr val="666699"/>
                </a:solidFill>
                <a:latin typeface="+mn-lt"/>
                <a:ea typeface="+mn-ea"/>
              </a:defRPr>
            </a:lvl2pPr>
            <a:lvl3pPr marL="1143000" indent="-228600" algn="l" rtl="0" eaLnBrk="0" fontAlgn="base" hangingPunct="0">
              <a:spcBef>
                <a:spcPct val="20000"/>
              </a:spcBef>
              <a:spcAft>
                <a:spcPct val="0"/>
              </a:spcAft>
              <a:buChar char="•"/>
              <a:defRPr sz="2400">
                <a:solidFill>
                  <a:srgbClr val="666699"/>
                </a:solidFill>
                <a:latin typeface="+mn-lt"/>
                <a:ea typeface="+mn-ea"/>
              </a:defRPr>
            </a:lvl3pPr>
            <a:lvl4pPr marL="1600200" indent="-228600" algn="l" rtl="0" eaLnBrk="0" fontAlgn="base" hangingPunct="0">
              <a:spcBef>
                <a:spcPct val="20000"/>
              </a:spcBef>
              <a:spcAft>
                <a:spcPct val="0"/>
              </a:spcAft>
              <a:buChar char="–"/>
              <a:defRPr sz="2000">
                <a:solidFill>
                  <a:srgbClr val="666699"/>
                </a:solidFill>
                <a:latin typeface="+mn-lt"/>
                <a:ea typeface="+mn-ea"/>
              </a:defRPr>
            </a:lvl4pPr>
            <a:lvl5pPr marL="2057400" indent="-228600" algn="l" rtl="0" eaLnBrk="0" fontAlgn="base" hangingPunct="0">
              <a:spcBef>
                <a:spcPct val="20000"/>
              </a:spcBef>
              <a:spcAft>
                <a:spcPct val="0"/>
              </a:spcAft>
              <a:buChar char="»"/>
              <a:defRPr sz="2000">
                <a:solidFill>
                  <a:srgbClr val="666699"/>
                </a:solidFill>
                <a:latin typeface="+mn-lt"/>
                <a:ea typeface="+mn-ea"/>
              </a:defRPr>
            </a:lvl5pPr>
          </a:lstStyle>
          <a:p>
            <a:pPr marL="0" lvl="0" indent="0" eaLnBrk="1" hangingPunct="1">
              <a:spcBef>
                <a:spcPct val="0"/>
              </a:spcBef>
              <a:buNone/>
            </a:pPr>
            <a:endParaRPr lang="zh-CN" altLang="en-US" sz="2400" dirty="0">
              <a:solidFill>
                <a:schemeClr val="tx1"/>
              </a:solidFill>
            </a:endParaRPr>
          </a:p>
        </p:txBody>
      </p:sp>
      <p:sp>
        <p:nvSpPr>
          <p:cNvPr id="102404" name="Rectangle 4"/>
          <p:cNvSpPr>
            <a:spLocks noGrp="1"/>
          </p:cNvSpPr>
          <p:nvPr>
            <p:ph type="title"/>
          </p:nvPr>
        </p:nvSpPr>
        <p:spPr>
          <a:xfrm>
            <a:off x="323850" y="909638"/>
            <a:ext cx="7772400" cy="838200"/>
          </a:xfrm>
          <a:ln/>
        </p:spPr>
        <p:txBody>
          <a:bodyPr vert="horz" wrap="square" lIns="91440" tIns="45720" rIns="91440" bIns="45720" anchor="ctr" anchorCtr="0"/>
          <a:p>
            <a:pPr algn="l" eaLnBrk="1" hangingPunct="1"/>
            <a:r>
              <a:rPr lang="zh-CN" altLang="en-US" dirty="0"/>
              <a:t>浮点数加减法运算举例2续：</a:t>
            </a:r>
            <a:endParaRPr lang="zh-CN" altLang="en-US" dirty="0"/>
          </a:p>
        </p:txBody>
      </p:sp>
      <p:sp>
        <p:nvSpPr>
          <p:cNvPr id="102405" name="Text Box 5"/>
          <p:cNvSpPr txBox="1"/>
          <p:nvPr/>
        </p:nvSpPr>
        <p:spPr>
          <a:xfrm>
            <a:off x="1676400" y="3200400"/>
            <a:ext cx="184150" cy="366713"/>
          </a:xfrm>
          <a:prstGeom prst="rect">
            <a:avLst/>
          </a:prstGeom>
          <a:noFill/>
          <a:ln w="9525">
            <a:noFill/>
          </a:ln>
        </p:spPr>
        <p:txBody>
          <a:bodyPr wrap="none">
            <a:spAutoFit/>
          </a:bodyPr>
          <a:lstStyle>
            <a:lvl1pPr marL="342900" indent="-342900" algn="l" rtl="0" eaLnBrk="0" fontAlgn="base" hangingPunct="0">
              <a:spcBef>
                <a:spcPct val="20000"/>
              </a:spcBef>
              <a:spcAft>
                <a:spcPct val="0"/>
              </a:spcAft>
              <a:buChar char="•"/>
              <a:defRPr sz="3200">
                <a:solidFill>
                  <a:srgbClr val="666699"/>
                </a:solidFill>
                <a:latin typeface="+mn-lt"/>
                <a:ea typeface="+mn-ea"/>
                <a:cs typeface="+mn-cs"/>
              </a:defRPr>
            </a:lvl1pPr>
            <a:lvl2pPr marL="742950" indent="-285750" algn="l" rtl="0" eaLnBrk="0" fontAlgn="base" hangingPunct="0">
              <a:spcBef>
                <a:spcPct val="20000"/>
              </a:spcBef>
              <a:spcAft>
                <a:spcPct val="0"/>
              </a:spcAft>
              <a:buChar char="–"/>
              <a:defRPr sz="2800">
                <a:solidFill>
                  <a:srgbClr val="666699"/>
                </a:solidFill>
                <a:latin typeface="+mn-lt"/>
                <a:ea typeface="+mn-ea"/>
              </a:defRPr>
            </a:lvl2pPr>
            <a:lvl3pPr marL="1143000" indent="-228600" algn="l" rtl="0" eaLnBrk="0" fontAlgn="base" hangingPunct="0">
              <a:spcBef>
                <a:spcPct val="20000"/>
              </a:spcBef>
              <a:spcAft>
                <a:spcPct val="0"/>
              </a:spcAft>
              <a:buChar char="•"/>
              <a:defRPr sz="2400">
                <a:solidFill>
                  <a:srgbClr val="666699"/>
                </a:solidFill>
                <a:latin typeface="+mn-lt"/>
                <a:ea typeface="+mn-ea"/>
              </a:defRPr>
            </a:lvl3pPr>
            <a:lvl4pPr marL="1600200" indent="-228600" algn="l" rtl="0" eaLnBrk="0" fontAlgn="base" hangingPunct="0">
              <a:spcBef>
                <a:spcPct val="20000"/>
              </a:spcBef>
              <a:spcAft>
                <a:spcPct val="0"/>
              </a:spcAft>
              <a:buChar char="–"/>
              <a:defRPr sz="2000">
                <a:solidFill>
                  <a:srgbClr val="666699"/>
                </a:solidFill>
                <a:latin typeface="+mn-lt"/>
                <a:ea typeface="+mn-ea"/>
              </a:defRPr>
            </a:lvl4pPr>
            <a:lvl5pPr marL="2057400" indent="-228600" algn="l" rtl="0" eaLnBrk="0" fontAlgn="base" hangingPunct="0">
              <a:spcBef>
                <a:spcPct val="20000"/>
              </a:spcBef>
              <a:spcAft>
                <a:spcPct val="0"/>
              </a:spcAft>
              <a:buChar char="»"/>
              <a:defRPr sz="2000">
                <a:solidFill>
                  <a:srgbClr val="666699"/>
                </a:solidFill>
                <a:latin typeface="+mn-lt"/>
                <a:ea typeface="+mn-ea"/>
              </a:defRPr>
            </a:lvl5pPr>
          </a:lstStyle>
          <a:p>
            <a:pPr marL="0" lvl="0" indent="0" eaLnBrk="1" hangingPunct="1">
              <a:spcBef>
                <a:spcPct val="0"/>
              </a:spcBef>
              <a:buNone/>
            </a:pPr>
            <a:endParaRPr lang="zh-CN" altLang="en-US" sz="1800" dirty="0">
              <a:solidFill>
                <a:schemeClr val="tx1"/>
              </a:solidFill>
              <a:latin typeface="Tahoma" panose="020B0604030504040204" pitchFamily="34" charset="0"/>
            </a:endParaRPr>
          </a:p>
        </p:txBody>
      </p:sp>
      <p:sp>
        <p:nvSpPr>
          <p:cNvPr id="102406" name="Text Box 6"/>
          <p:cNvSpPr txBox="1"/>
          <p:nvPr/>
        </p:nvSpPr>
        <p:spPr>
          <a:xfrm>
            <a:off x="1371600" y="3124200"/>
            <a:ext cx="609600" cy="366713"/>
          </a:xfrm>
          <a:prstGeom prst="rect">
            <a:avLst/>
          </a:prstGeom>
          <a:noFill/>
          <a:ln w="9525">
            <a:noFill/>
          </a:ln>
        </p:spPr>
        <p:txBody>
          <a:bodyPr>
            <a:spAutoFit/>
          </a:bodyPr>
          <a:lstStyle>
            <a:lvl1pPr marL="342900" indent="-342900" algn="l" rtl="0" eaLnBrk="0" fontAlgn="base" hangingPunct="0">
              <a:spcBef>
                <a:spcPct val="20000"/>
              </a:spcBef>
              <a:spcAft>
                <a:spcPct val="0"/>
              </a:spcAft>
              <a:buChar char="•"/>
              <a:defRPr sz="3200">
                <a:solidFill>
                  <a:srgbClr val="666699"/>
                </a:solidFill>
                <a:latin typeface="+mn-lt"/>
                <a:ea typeface="+mn-ea"/>
                <a:cs typeface="+mn-cs"/>
              </a:defRPr>
            </a:lvl1pPr>
            <a:lvl2pPr marL="742950" indent="-285750" algn="l" rtl="0" eaLnBrk="0" fontAlgn="base" hangingPunct="0">
              <a:spcBef>
                <a:spcPct val="20000"/>
              </a:spcBef>
              <a:spcAft>
                <a:spcPct val="0"/>
              </a:spcAft>
              <a:buChar char="–"/>
              <a:defRPr sz="2800">
                <a:solidFill>
                  <a:srgbClr val="666699"/>
                </a:solidFill>
                <a:latin typeface="+mn-lt"/>
                <a:ea typeface="+mn-ea"/>
              </a:defRPr>
            </a:lvl2pPr>
            <a:lvl3pPr marL="1143000" indent="-228600" algn="l" rtl="0" eaLnBrk="0" fontAlgn="base" hangingPunct="0">
              <a:spcBef>
                <a:spcPct val="20000"/>
              </a:spcBef>
              <a:spcAft>
                <a:spcPct val="0"/>
              </a:spcAft>
              <a:buChar char="•"/>
              <a:defRPr sz="2400">
                <a:solidFill>
                  <a:srgbClr val="666699"/>
                </a:solidFill>
                <a:latin typeface="+mn-lt"/>
                <a:ea typeface="+mn-ea"/>
              </a:defRPr>
            </a:lvl3pPr>
            <a:lvl4pPr marL="1600200" indent="-228600" algn="l" rtl="0" eaLnBrk="0" fontAlgn="base" hangingPunct="0">
              <a:spcBef>
                <a:spcPct val="20000"/>
              </a:spcBef>
              <a:spcAft>
                <a:spcPct val="0"/>
              </a:spcAft>
              <a:buChar char="–"/>
              <a:defRPr sz="2000">
                <a:solidFill>
                  <a:srgbClr val="666699"/>
                </a:solidFill>
                <a:latin typeface="+mn-lt"/>
                <a:ea typeface="+mn-ea"/>
              </a:defRPr>
            </a:lvl4pPr>
            <a:lvl5pPr marL="2057400" indent="-228600" algn="l" rtl="0" eaLnBrk="0" fontAlgn="base" hangingPunct="0">
              <a:spcBef>
                <a:spcPct val="20000"/>
              </a:spcBef>
              <a:spcAft>
                <a:spcPct val="0"/>
              </a:spcAft>
              <a:buChar char="»"/>
              <a:defRPr sz="2000">
                <a:solidFill>
                  <a:srgbClr val="666699"/>
                </a:solidFill>
                <a:latin typeface="+mn-lt"/>
                <a:ea typeface="+mn-ea"/>
              </a:defRPr>
            </a:lvl5pPr>
          </a:lstStyle>
          <a:p>
            <a:pPr marL="0" lvl="0" indent="0" eaLnBrk="1" hangingPunct="1">
              <a:spcBef>
                <a:spcPct val="50000"/>
              </a:spcBef>
              <a:buNone/>
            </a:pPr>
            <a:r>
              <a:rPr lang="zh-CN" altLang="en-US" sz="1800" dirty="0">
                <a:solidFill>
                  <a:schemeClr val="tx1"/>
                </a:solidFill>
                <a:latin typeface="Tahoma" panose="020B0604030504040204" pitchFamily="34" charset="0"/>
              </a:rPr>
              <a:t>+</a:t>
            </a:r>
            <a:endParaRPr lang="zh-CN" altLang="en-US" sz="1800" dirty="0">
              <a:solidFill>
                <a:schemeClr val="tx1"/>
              </a:solidFill>
              <a:latin typeface="Tahoma" panose="020B0604030504040204" pitchFamily="34" charset="0"/>
            </a:endParaRPr>
          </a:p>
        </p:txBody>
      </p:sp>
      <p:sp>
        <p:nvSpPr>
          <p:cNvPr id="102407" name="Line 7"/>
          <p:cNvSpPr/>
          <p:nvPr/>
        </p:nvSpPr>
        <p:spPr>
          <a:xfrm flipV="1">
            <a:off x="1066800" y="3505200"/>
            <a:ext cx="6781800" cy="0"/>
          </a:xfrm>
          <a:prstGeom prst="line">
            <a:avLst/>
          </a:prstGeom>
          <a:ln w="9525" cap="flat" cmpd="sng">
            <a:solidFill>
              <a:srgbClr val="0000FF"/>
            </a:solidFill>
            <a:prstDash val="solid"/>
            <a:headEnd type="none" w="med" len="med"/>
            <a:tailEnd type="none" w="med" len="med"/>
          </a:ln>
        </p:spPr>
      </p:sp>
      <p:sp>
        <p:nvSpPr>
          <p:cNvPr id="102408" name="Text Box 8"/>
          <p:cNvSpPr txBox="1"/>
          <p:nvPr/>
        </p:nvSpPr>
        <p:spPr>
          <a:xfrm>
            <a:off x="1066800" y="2057400"/>
            <a:ext cx="6934200" cy="2465388"/>
          </a:xfrm>
          <a:prstGeom prst="rect">
            <a:avLst/>
          </a:prstGeom>
          <a:noFill/>
          <a:ln w="9525">
            <a:noFill/>
          </a:ln>
        </p:spPr>
        <p:txBody>
          <a:bodyPr>
            <a:spAutoFit/>
          </a:bodyPr>
          <a:lstStyle>
            <a:lvl1pPr marL="342900" indent="-342900" algn="l" rtl="0" eaLnBrk="0" fontAlgn="base" hangingPunct="0">
              <a:spcBef>
                <a:spcPct val="20000"/>
              </a:spcBef>
              <a:spcAft>
                <a:spcPct val="0"/>
              </a:spcAft>
              <a:buChar char="•"/>
              <a:defRPr sz="3200">
                <a:solidFill>
                  <a:srgbClr val="666699"/>
                </a:solidFill>
                <a:latin typeface="+mn-lt"/>
                <a:ea typeface="+mn-ea"/>
                <a:cs typeface="+mn-cs"/>
              </a:defRPr>
            </a:lvl1pPr>
            <a:lvl2pPr marL="742950" indent="-285750" algn="l" rtl="0" eaLnBrk="0" fontAlgn="base" hangingPunct="0">
              <a:spcBef>
                <a:spcPct val="20000"/>
              </a:spcBef>
              <a:spcAft>
                <a:spcPct val="0"/>
              </a:spcAft>
              <a:buChar char="–"/>
              <a:defRPr sz="2800">
                <a:solidFill>
                  <a:srgbClr val="666699"/>
                </a:solidFill>
                <a:latin typeface="+mn-lt"/>
                <a:ea typeface="+mn-ea"/>
              </a:defRPr>
            </a:lvl2pPr>
            <a:lvl3pPr marL="1143000" indent="-228600" algn="l" rtl="0" eaLnBrk="0" fontAlgn="base" hangingPunct="0">
              <a:spcBef>
                <a:spcPct val="20000"/>
              </a:spcBef>
              <a:spcAft>
                <a:spcPct val="0"/>
              </a:spcAft>
              <a:buChar char="•"/>
              <a:defRPr sz="2400">
                <a:solidFill>
                  <a:srgbClr val="666699"/>
                </a:solidFill>
                <a:latin typeface="+mn-lt"/>
                <a:ea typeface="+mn-ea"/>
              </a:defRPr>
            </a:lvl3pPr>
            <a:lvl4pPr marL="1600200" indent="-228600" algn="l" rtl="0" eaLnBrk="0" fontAlgn="base" hangingPunct="0">
              <a:spcBef>
                <a:spcPct val="20000"/>
              </a:spcBef>
              <a:spcAft>
                <a:spcPct val="0"/>
              </a:spcAft>
              <a:buChar char="–"/>
              <a:defRPr sz="2000">
                <a:solidFill>
                  <a:srgbClr val="666699"/>
                </a:solidFill>
                <a:latin typeface="+mn-lt"/>
                <a:ea typeface="+mn-ea"/>
              </a:defRPr>
            </a:lvl4pPr>
            <a:lvl5pPr marL="2057400" indent="-228600" algn="l" rtl="0" eaLnBrk="0" fontAlgn="base" hangingPunct="0">
              <a:spcBef>
                <a:spcPct val="20000"/>
              </a:spcBef>
              <a:spcAft>
                <a:spcPct val="0"/>
              </a:spcAft>
              <a:buChar char="»"/>
              <a:defRPr sz="2000">
                <a:solidFill>
                  <a:srgbClr val="666699"/>
                </a:solidFill>
                <a:latin typeface="+mn-lt"/>
                <a:ea typeface="+mn-ea"/>
              </a:defRPr>
            </a:lvl5pPr>
          </a:lstStyle>
          <a:p>
            <a:pPr marL="0" lvl="0" indent="0" algn="just" eaLnBrk="1" hangingPunct="1">
              <a:buClr>
                <a:schemeClr val="folHlink"/>
              </a:buClr>
              <a:buSzPct val="60000"/>
              <a:buFont typeface="Wingdings" panose="05000000000000000000" pitchFamily="2" charset="2"/>
              <a:buNone/>
            </a:pPr>
            <a:r>
              <a:rPr lang="zh-CN" altLang="en-US" sz="2800" b="1" dirty="0">
                <a:solidFill>
                  <a:srgbClr val="0000FF"/>
                </a:solidFill>
                <a:latin typeface="宋体" panose="02010600030101010101" pitchFamily="2" charset="-122"/>
              </a:rPr>
              <a:t>(2).尾数求差: [-Y]</a:t>
            </a:r>
            <a:r>
              <a:rPr lang="zh-CN" altLang="en-US" sz="2800" b="1" baseline="-25000" dirty="0">
                <a:solidFill>
                  <a:srgbClr val="0000FF"/>
                </a:solidFill>
                <a:latin typeface="宋体" panose="02010600030101010101" pitchFamily="2" charset="-122"/>
              </a:rPr>
              <a:t>补</a:t>
            </a:r>
            <a:r>
              <a:rPr lang="zh-CN" altLang="en-US" sz="2800" b="1" dirty="0">
                <a:solidFill>
                  <a:srgbClr val="0000FF"/>
                </a:solidFill>
                <a:latin typeface="宋体" panose="02010600030101010101" pitchFamily="2" charset="-122"/>
              </a:rPr>
              <a:t>=1.011</a:t>
            </a:r>
            <a:endParaRPr lang="zh-CN" altLang="en-US" sz="2800" b="1" dirty="0">
              <a:solidFill>
                <a:srgbClr val="0000FF"/>
              </a:solidFill>
              <a:latin typeface="宋体" panose="02010600030101010101" pitchFamily="2" charset="-122"/>
            </a:endParaRPr>
          </a:p>
          <a:p>
            <a:pPr marL="0" lvl="0" indent="0" algn="just" eaLnBrk="1" hangingPunct="1">
              <a:buClr>
                <a:schemeClr val="folHlink"/>
              </a:buClr>
              <a:buSzPct val="60000"/>
              <a:buFont typeface="Wingdings" panose="05000000000000000000" pitchFamily="2" charset="2"/>
              <a:buNone/>
            </a:pPr>
            <a:r>
              <a:rPr lang="zh-CN" altLang="en-US" sz="2800" dirty="0">
                <a:solidFill>
                  <a:schemeClr val="tx1"/>
                </a:solidFill>
                <a:latin typeface="宋体" panose="02010600030101010101" pitchFamily="2" charset="-122"/>
              </a:rPr>
              <a:t>       </a:t>
            </a:r>
            <a:r>
              <a:rPr lang="zh-CN" altLang="en-US" sz="2800" dirty="0">
                <a:solidFill>
                  <a:srgbClr val="0000FF"/>
                </a:solidFill>
                <a:latin typeface="宋体" panose="02010600030101010101" pitchFamily="2" charset="-122"/>
              </a:rPr>
              <a:t> </a:t>
            </a:r>
            <a:endParaRPr lang="zh-CN" altLang="en-US" sz="2800" dirty="0">
              <a:solidFill>
                <a:srgbClr val="0000FF"/>
              </a:solidFill>
              <a:latin typeface="宋体" panose="02010600030101010101" pitchFamily="2" charset="-122"/>
            </a:endParaRPr>
          </a:p>
          <a:p>
            <a:pPr marL="0" lvl="0" indent="0" algn="just" eaLnBrk="1" hangingPunct="1">
              <a:buClr>
                <a:schemeClr val="folHlink"/>
              </a:buClr>
              <a:buSzPct val="60000"/>
              <a:buFont typeface="Wingdings" panose="05000000000000000000" pitchFamily="2" charset="2"/>
              <a:buNone/>
            </a:pPr>
            <a:r>
              <a:rPr lang="zh-CN" altLang="en-US" sz="2800" dirty="0">
                <a:solidFill>
                  <a:srgbClr val="0000FF"/>
                </a:solidFill>
                <a:latin typeface="宋体" panose="02010600030101010101" pitchFamily="2" charset="-122"/>
              </a:rPr>
              <a:t>        </a:t>
            </a:r>
            <a:endParaRPr lang="zh-CN" altLang="en-US" sz="2800" dirty="0">
              <a:solidFill>
                <a:srgbClr val="0000FF"/>
              </a:solidFill>
              <a:latin typeface="宋体" panose="02010600030101010101" pitchFamily="2" charset="-122"/>
            </a:endParaRPr>
          </a:p>
          <a:p>
            <a:pPr marL="0" lvl="0" indent="0" algn="just" eaLnBrk="1" hangingPunct="1">
              <a:buClr>
                <a:schemeClr val="folHlink"/>
              </a:buClr>
              <a:buSzPct val="60000"/>
              <a:buFont typeface="Wingdings" panose="05000000000000000000" pitchFamily="2" charset="2"/>
              <a:buNone/>
            </a:pPr>
            <a:r>
              <a:rPr lang="zh-CN" altLang="en-US" sz="2800" dirty="0">
                <a:solidFill>
                  <a:srgbClr val="0000FF"/>
                </a:solidFill>
                <a:latin typeface="宋体" panose="02010600030101010101" pitchFamily="2" charset="-122"/>
              </a:rPr>
              <a:t>　　　</a:t>
            </a:r>
            <a:endParaRPr lang="zh-CN" altLang="en-US" sz="2800" dirty="0">
              <a:solidFill>
                <a:srgbClr val="0000FF"/>
              </a:solidFill>
              <a:latin typeface="宋体" panose="02010600030101010101" pitchFamily="2" charset="-122"/>
            </a:endParaRPr>
          </a:p>
          <a:p>
            <a:pPr marL="0" lvl="0" indent="0" eaLnBrk="1" hangingPunct="1">
              <a:spcBef>
                <a:spcPct val="50000"/>
              </a:spcBef>
              <a:buNone/>
            </a:pPr>
            <a:endParaRPr lang="zh-CN" altLang="en-US" sz="1800" dirty="0">
              <a:solidFill>
                <a:srgbClr val="0000FF"/>
              </a:solidFill>
              <a:latin typeface="Tahoma" panose="020B0604030504040204" pitchFamily="34" charset="0"/>
            </a:endParaRPr>
          </a:p>
        </p:txBody>
      </p:sp>
      <p:sp>
        <p:nvSpPr>
          <p:cNvPr id="102409" name="Text Box 9"/>
          <p:cNvSpPr txBox="1"/>
          <p:nvPr/>
        </p:nvSpPr>
        <p:spPr>
          <a:xfrm>
            <a:off x="2438400" y="2590800"/>
            <a:ext cx="5029200" cy="519113"/>
          </a:xfrm>
          <a:prstGeom prst="rect">
            <a:avLst/>
          </a:prstGeom>
          <a:noFill/>
          <a:ln w="9525">
            <a:noFill/>
          </a:ln>
        </p:spPr>
        <p:txBody>
          <a:bodyPr>
            <a:spAutoFit/>
          </a:bodyPr>
          <a:lstStyle>
            <a:lvl1pPr marL="342900" indent="-342900" algn="l" rtl="0" eaLnBrk="0" fontAlgn="base" hangingPunct="0">
              <a:spcBef>
                <a:spcPct val="20000"/>
              </a:spcBef>
              <a:spcAft>
                <a:spcPct val="0"/>
              </a:spcAft>
              <a:buChar char="•"/>
              <a:defRPr sz="3200">
                <a:solidFill>
                  <a:srgbClr val="666699"/>
                </a:solidFill>
                <a:latin typeface="+mn-lt"/>
                <a:ea typeface="+mn-ea"/>
                <a:cs typeface="+mn-cs"/>
              </a:defRPr>
            </a:lvl1pPr>
            <a:lvl2pPr marL="742950" indent="-285750" algn="l" rtl="0" eaLnBrk="0" fontAlgn="base" hangingPunct="0">
              <a:spcBef>
                <a:spcPct val="20000"/>
              </a:spcBef>
              <a:spcAft>
                <a:spcPct val="0"/>
              </a:spcAft>
              <a:buChar char="–"/>
              <a:defRPr sz="2800">
                <a:solidFill>
                  <a:srgbClr val="666699"/>
                </a:solidFill>
                <a:latin typeface="+mn-lt"/>
                <a:ea typeface="+mn-ea"/>
              </a:defRPr>
            </a:lvl2pPr>
            <a:lvl3pPr marL="1143000" indent="-228600" algn="l" rtl="0" eaLnBrk="0" fontAlgn="base" hangingPunct="0">
              <a:spcBef>
                <a:spcPct val="20000"/>
              </a:spcBef>
              <a:spcAft>
                <a:spcPct val="0"/>
              </a:spcAft>
              <a:buChar char="•"/>
              <a:defRPr sz="2400">
                <a:solidFill>
                  <a:srgbClr val="666699"/>
                </a:solidFill>
                <a:latin typeface="+mn-lt"/>
                <a:ea typeface="+mn-ea"/>
              </a:defRPr>
            </a:lvl3pPr>
            <a:lvl4pPr marL="1600200" indent="-228600" algn="l" rtl="0" eaLnBrk="0" fontAlgn="base" hangingPunct="0">
              <a:spcBef>
                <a:spcPct val="20000"/>
              </a:spcBef>
              <a:spcAft>
                <a:spcPct val="0"/>
              </a:spcAft>
              <a:buChar char="–"/>
              <a:defRPr sz="2000">
                <a:solidFill>
                  <a:srgbClr val="666699"/>
                </a:solidFill>
                <a:latin typeface="+mn-lt"/>
                <a:ea typeface="+mn-ea"/>
              </a:defRPr>
            </a:lvl4pPr>
            <a:lvl5pPr marL="2057400" indent="-228600" algn="l" rtl="0" eaLnBrk="0" fontAlgn="base" hangingPunct="0">
              <a:spcBef>
                <a:spcPct val="20000"/>
              </a:spcBef>
              <a:spcAft>
                <a:spcPct val="0"/>
              </a:spcAft>
              <a:buChar char="»"/>
              <a:defRPr sz="2000">
                <a:solidFill>
                  <a:srgbClr val="666699"/>
                </a:solidFill>
                <a:latin typeface="+mn-lt"/>
                <a:ea typeface="+mn-ea"/>
              </a:defRPr>
            </a:lvl5pPr>
          </a:lstStyle>
          <a:p>
            <a:pPr marL="0" lvl="0" indent="0" eaLnBrk="1" hangingPunct="1">
              <a:spcBef>
                <a:spcPct val="50000"/>
              </a:spcBef>
              <a:buNone/>
            </a:pPr>
            <a:r>
              <a:rPr lang="zh-CN" altLang="en-US" sz="2800" dirty="0">
                <a:solidFill>
                  <a:srgbClr val="0000FF"/>
                </a:solidFill>
                <a:latin typeface="Tahoma" panose="020B0604030504040204" pitchFamily="34" charset="0"/>
              </a:rPr>
              <a:t>1 . 1 0 0 （1）</a:t>
            </a:r>
            <a:endParaRPr lang="zh-CN" altLang="en-US" sz="2800" dirty="0">
              <a:solidFill>
                <a:srgbClr val="0000FF"/>
              </a:solidFill>
              <a:latin typeface="Tahoma" panose="020B0604030504040204" pitchFamily="34" charset="0"/>
            </a:endParaRPr>
          </a:p>
        </p:txBody>
      </p:sp>
      <p:sp>
        <p:nvSpPr>
          <p:cNvPr id="102410" name="Text Box 10"/>
          <p:cNvSpPr txBox="1"/>
          <p:nvPr/>
        </p:nvSpPr>
        <p:spPr>
          <a:xfrm>
            <a:off x="2438400" y="3048000"/>
            <a:ext cx="5486400" cy="519113"/>
          </a:xfrm>
          <a:prstGeom prst="rect">
            <a:avLst/>
          </a:prstGeom>
          <a:noFill/>
          <a:ln w="9525">
            <a:noFill/>
          </a:ln>
        </p:spPr>
        <p:txBody>
          <a:bodyPr>
            <a:spAutoFit/>
          </a:bodyPr>
          <a:lstStyle>
            <a:lvl1pPr marL="342900" indent="-342900" algn="l" rtl="0" eaLnBrk="0" fontAlgn="base" hangingPunct="0">
              <a:spcBef>
                <a:spcPct val="20000"/>
              </a:spcBef>
              <a:spcAft>
                <a:spcPct val="0"/>
              </a:spcAft>
              <a:buChar char="•"/>
              <a:defRPr sz="3200">
                <a:solidFill>
                  <a:srgbClr val="666699"/>
                </a:solidFill>
                <a:latin typeface="+mn-lt"/>
                <a:ea typeface="+mn-ea"/>
                <a:cs typeface="+mn-cs"/>
              </a:defRPr>
            </a:lvl1pPr>
            <a:lvl2pPr marL="742950" indent="-285750" algn="l" rtl="0" eaLnBrk="0" fontAlgn="base" hangingPunct="0">
              <a:spcBef>
                <a:spcPct val="20000"/>
              </a:spcBef>
              <a:spcAft>
                <a:spcPct val="0"/>
              </a:spcAft>
              <a:buChar char="–"/>
              <a:defRPr sz="2800">
                <a:solidFill>
                  <a:srgbClr val="666699"/>
                </a:solidFill>
                <a:latin typeface="+mn-lt"/>
                <a:ea typeface="+mn-ea"/>
              </a:defRPr>
            </a:lvl2pPr>
            <a:lvl3pPr marL="1143000" indent="-228600" algn="l" rtl="0" eaLnBrk="0" fontAlgn="base" hangingPunct="0">
              <a:spcBef>
                <a:spcPct val="20000"/>
              </a:spcBef>
              <a:spcAft>
                <a:spcPct val="0"/>
              </a:spcAft>
              <a:buChar char="•"/>
              <a:defRPr sz="2400">
                <a:solidFill>
                  <a:srgbClr val="666699"/>
                </a:solidFill>
                <a:latin typeface="+mn-lt"/>
                <a:ea typeface="+mn-ea"/>
              </a:defRPr>
            </a:lvl3pPr>
            <a:lvl4pPr marL="1600200" indent="-228600" algn="l" rtl="0" eaLnBrk="0" fontAlgn="base" hangingPunct="0">
              <a:spcBef>
                <a:spcPct val="20000"/>
              </a:spcBef>
              <a:spcAft>
                <a:spcPct val="0"/>
              </a:spcAft>
              <a:buChar char="–"/>
              <a:defRPr sz="2000">
                <a:solidFill>
                  <a:srgbClr val="666699"/>
                </a:solidFill>
                <a:latin typeface="+mn-lt"/>
                <a:ea typeface="+mn-ea"/>
              </a:defRPr>
            </a:lvl4pPr>
            <a:lvl5pPr marL="2057400" indent="-228600" algn="l" rtl="0" eaLnBrk="0" fontAlgn="base" hangingPunct="0">
              <a:spcBef>
                <a:spcPct val="20000"/>
              </a:spcBef>
              <a:spcAft>
                <a:spcPct val="0"/>
              </a:spcAft>
              <a:buChar char="»"/>
              <a:defRPr sz="2000">
                <a:solidFill>
                  <a:srgbClr val="666699"/>
                </a:solidFill>
                <a:latin typeface="+mn-lt"/>
                <a:ea typeface="+mn-ea"/>
              </a:defRPr>
            </a:lvl5pPr>
          </a:lstStyle>
          <a:p>
            <a:pPr marL="0" lvl="0" indent="0" eaLnBrk="1" hangingPunct="1">
              <a:spcBef>
                <a:spcPct val="50000"/>
              </a:spcBef>
              <a:buNone/>
            </a:pPr>
            <a:r>
              <a:rPr lang="zh-CN" altLang="en-US" sz="2800" dirty="0">
                <a:solidFill>
                  <a:srgbClr val="0000FF"/>
                </a:solidFill>
                <a:latin typeface="Tahoma" panose="020B0604030504040204" pitchFamily="34" charset="0"/>
              </a:rPr>
              <a:t>1 . 0 1 1</a:t>
            </a:r>
            <a:endParaRPr lang="zh-CN" altLang="en-US" sz="2800" dirty="0">
              <a:solidFill>
                <a:srgbClr val="0000FF"/>
              </a:solidFill>
              <a:latin typeface="Tahoma" panose="020B0604030504040204" pitchFamily="34" charset="0"/>
            </a:endParaRPr>
          </a:p>
        </p:txBody>
      </p:sp>
      <p:sp>
        <p:nvSpPr>
          <p:cNvPr id="102411" name="Text Box 11"/>
          <p:cNvSpPr txBox="1"/>
          <p:nvPr/>
        </p:nvSpPr>
        <p:spPr>
          <a:xfrm>
            <a:off x="2057400" y="3581400"/>
            <a:ext cx="5715000" cy="519113"/>
          </a:xfrm>
          <a:prstGeom prst="rect">
            <a:avLst/>
          </a:prstGeom>
          <a:noFill/>
          <a:ln w="9525">
            <a:noFill/>
          </a:ln>
        </p:spPr>
        <p:txBody>
          <a:bodyPr>
            <a:spAutoFit/>
          </a:bodyPr>
          <a:lstStyle>
            <a:lvl1pPr marL="342900" indent="-342900" algn="l" rtl="0" eaLnBrk="0" fontAlgn="base" hangingPunct="0">
              <a:spcBef>
                <a:spcPct val="20000"/>
              </a:spcBef>
              <a:spcAft>
                <a:spcPct val="0"/>
              </a:spcAft>
              <a:buChar char="•"/>
              <a:defRPr sz="3200">
                <a:solidFill>
                  <a:srgbClr val="666699"/>
                </a:solidFill>
                <a:latin typeface="+mn-lt"/>
                <a:ea typeface="+mn-ea"/>
                <a:cs typeface="+mn-cs"/>
              </a:defRPr>
            </a:lvl1pPr>
            <a:lvl2pPr marL="742950" indent="-285750" algn="l" rtl="0" eaLnBrk="0" fontAlgn="base" hangingPunct="0">
              <a:spcBef>
                <a:spcPct val="20000"/>
              </a:spcBef>
              <a:spcAft>
                <a:spcPct val="0"/>
              </a:spcAft>
              <a:buChar char="–"/>
              <a:defRPr sz="2800">
                <a:solidFill>
                  <a:srgbClr val="666699"/>
                </a:solidFill>
                <a:latin typeface="+mn-lt"/>
                <a:ea typeface="+mn-ea"/>
              </a:defRPr>
            </a:lvl2pPr>
            <a:lvl3pPr marL="1143000" indent="-228600" algn="l" rtl="0" eaLnBrk="0" fontAlgn="base" hangingPunct="0">
              <a:spcBef>
                <a:spcPct val="20000"/>
              </a:spcBef>
              <a:spcAft>
                <a:spcPct val="0"/>
              </a:spcAft>
              <a:buChar char="•"/>
              <a:defRPr sz="2400">
                <a:solidFill>
                  <a:srgbClr val="666699"/>
                </a:solidFill>
                <a:latin typeface="+mn-lt"/>
                <a:ea typeface="+mn-ea"/>
              </a:defRPr>
            </a:lvl3pPr>
            <a:lvl4pPr marL="1600200" indent="-228600" algn="l" rtl="0" eaLnBrk="0" fontAlgn="base" hangingPunct="0">
              <a:spcBef>
                <a:spcPct val="20000"/>
              </a:spcBef>
              <a:spcAft>
                <a:spcPct val="0"/>
              </a:spcAft>
              <a:buChar char="–"/>
              <a:defRPr sz="2000">
                <a:solidFill>
                  <a:srgbClr val="666699"/>
                </a:solidFill>
                <a:latin typeface="+mn-lt"/>
                <a:ea typeface="+mn-ea"/>
              </a:defRPr>
            </a:lvl4pPr>
            <a:lvl5pPr marL="2057400" indent="-228600" algn="l" rtl="0" eaLnBrk="0" fontAlgn="base" hangingPunct="0">
              <a:spcBef>
                <a:spcPct val="20000"/>
              </a:spcBef>
              <a:spcAft>
                <a:spcPct val="0"/>
              </a:spcAft>
              <a:buChar char="»"/>
              <a:defRPr sz="2000">
                <a:solidFill>
                  <a:srgbClr val="666699"/>
                </a:solidFill>
                <a:latin typeface="+mn-lt"/>
                <a:ea typeface="+mn-ea"/>
              </a:defRPr>
            </a:lvl5pPr>
          </a:lstStyle>
          <a:p>
            <a:pPr marL="0" lvl="0" indent="0" eaLnBrk="1" hangingPunct="1">
              <a:spcBef>
                <a:spcPct val="50000"/>
              </a:spcBef>
              <a:buNone/>
            </a:pPr>
            <a:r>
              <a:rPr lang="zh-CN" altLang="en-US" sz="2800" dirty="0">
                <a:solidFill>
                  <a:schemeClr val="tx1"/>
                </a:solidFill>
                <a:latin typeface="Tahoma" panose="020B0604030504040204" pitchFamily="34" charset="0"/>
              </a:rPr>
              <a:t>1 </a:t>
            </a:r>
            <a:r>
              <a:rPr lang="zh-CN" altLang="en-US" sz="2800" dirty="0">
                <a:solidFill>
                  <a:srgbClr val="0000FF"/>
                </a:solidFill>
                <a:latin typeface="Tahoma" panose="020B0604030504040204" pitchFamily="34" charset="0"/>
              </a:rPr>
              <a:t>0 . 1 1 1  (1</a:t>
            </a:r>
            <a:r>
              <a:rPr lang="zh-CN" altLang="en-US" sz="2800" dirty="0">
                <a:solidFill>
                  <a:schemeClr val="tx1"/>
                </a:solidFill>
                <a:latin typeface="Tahoma" panose="020B0604030504040204" pitchFamily="34" charset="0"/>
              </a:rPr>
              <a:t>)</a:t>
            </a:r>
            <a:endParaRPr lang="zh-CN" altLang="en-US" sz="2800" dirty="0">
              <a:solidFill>
                <a:schemeClr val="tx1"/>
              </a:solidFill>
              <a:latin typeface="Tahoma" panose="020B0604030504040204" pitchFamily="34" charset="0"/>
            </a:endParaRPr>
          </a:p>
        </p:txBody>
      </p:sp>
      <p:sp>
        <p:nvSpPr>
          <p:cNvPr id="102412" name="AutoShape 12"/>
          <p:cNvSpPr/>
          <p:nvPr/>
        </p:nvSpPr>
        <p:spPr>
          <a:xfrm>
            <a:off x="1066800" y="4343400"/>
            <a:ext cx="914400" cy="609600"/>
          </a:xfrm>
          <a:prstGeom prst="wedgeEllipseCallout">
            <a:avLst>
              <a:gd name="adj1" fmla="val 70486"/>
              <a:gd name="adj2" fmla="val -116148"/>
            </a:avLst>
          </a:prstGeom>
          <a:solidFill>
            <a:schemeClr val="accent1"/>
          </a:solidFill>
          <a:ln w="9525" cap="flat" cmpd="sng">
            <a:solidFill>
              <a:schemeClr val="tx1"/>
            </a:solidFill>
            <a:prstDash val="solid"/>
            <a:miter/>
            <a:headEnd type="none" w="med" len="med"/>
            <a:tailEnd type="none" w="med" len="med"/>
          </a:ln>
        </p:spPr>
        <p:txBody>
          <a:bodyPr/>
          <a:lstStyle>
            <a:lvl1pPr marL="342900" indent="-342900" algn="l" rtl="0" eaLnBrk="0" fontAlgn="base" hangingPunct="0">
              <a:spcBef>
                <a:spcPct val="20000"/>
              </a:spcBef>
              <a:spcAft>
                <a:spcPct val="0"/>
              </a:spcAft>
              <a:buChar char="•"/>
              <a:defRPr sz="3200">
                <a:solidFill>
                  <a:srgbClr val="666699"/>
                </a:solidFill>
                <a:latin typeface="+mn-lt"/>
                <a:ea typeface="+mn-ea"/>
                <a:cs typeface="+mn-cs"/>
              </a:defRPr>
            </a:lvl1pPr>
            <a:lvl2pPr marL="742950" indent="-285750" algn="l" rtl="0" eaLnBrk="0" fontAlgn="base" hangingPunct="0">
              <a:spcBef>
                <a:spcPct val="20000"/>
              </a:spcBef>
              <a:spcAft>
                <a:spcPct val="0"/>
              </a:spcAft>
              <a:buChar char="–"/>
              <a:defRPr sz="2800">
                <a:solidFill>
                  <a:srgbClr val="666699"/>
                </a:solidFill>
                <a:latin typeface="+mn-lt"/>
                <a:ea typeface="+mn-ea"/>
              </a:defRPr>
            </a:lvl2pPr>
            <a:lvl3pPr marL="1143000" indent="-228600" algn="l" rtl="0" eaLnBrk="0" fontAlgn="base" hangingPunct="0">
              <a:spcBef>
                <a:spcPct val="20000"/>
              </a:spcBef>
              <a:spcAft>
                <a:spcPct val="0"/>
              </a:spcAft>
              <a:buChar char="•"/>
              <a:defRPr sz="2400">
                <a:solidFill>
                  <a:srgbClr val="666699"/>
                </a:solidFill>
                <a:latin typeface="+mn-lt"/>
                <a:ea typeface="+mn-ea"/>
              </a:defRPr>
            </a:lvl3pPr>
            <a:lvl4pPr marL="1600200" indent="-228600" algn="l" rtl="0" eaLnBrk="0" fontAlgn="base" hangingPunct="0">
              <a:spcBef>
                <a:spcPct val="20000"/>
              </a:spcBef>
              <a:spcAft>
                <a:spcPct val="0"/>
              </a:spcAft>
              <a:buChar char="–"/>
              <a:defRPr sz="2000">
                <a:solidFill>
                  <a:srgbClr val="666699"/>
                </a:solidFill>
                <a:latin typeface="+mn-lt"/>
                <a:ea typeface="+mn-ea"/>
              </a:defRPr>
            </a:lvl4pPr>
            <a:lvl5pPr marL="2057400" indent="-228600" algn="l" rtl="0" eaLnBrk="0" fontAlgn="base" hangingPunct="0">
              <a:spcBef>
                <a:spcPct val="20000"/>
              </a:spcBef>
              <a:spcAft>
                <a:spcPct val="0"/>
              </a:spcAft>
              <a:buChar char="»"/>
              <a:defRPr sz="2000">
                <a:solidFill>
                  <a:srgbClr val="666699"/>
                </a:solidFill>
                <a:latin typeface="+mn-lt"/>
                <a:ea typeface="+mn-ea"/>
              </a:defRPr>
            </a:lvl5pPr>
          </a:lstStyle>
          <a:p>
            <a:pPr marL="0" lvl="0" indent="0" algn="ctr" eaLnBrk="1" hangingPunct="1">
              <a:spcBef>
                <a:spcPct val="0"/>
              </a:spcBef>
              <a:buNone/>
            </a:pPr>
            <a:r>
              <a:rPr lang="zh-CN" altLang="en-US" sz="1800" dirty="0">
                <a:solidFill>
                  <a:srgbClr val="0000FF"/>
                </a:solidFill>
                <a:latin typeface="Tahoma" panose="020B0604030504040204" pitchFamily="34" charset="0"/>
              </a:rPr>
              <a:t>丢失</a:t>
            </a:r>
            <a:endParaRPr lang="zh-CN" altLang="en-US" sz="1800" dirty="0">
              <a:solidFill>
                <a:srgbClr val="0000FF"/>
              </a:solidFill>
              <a:latin typeface="Tahoma" panose="020B0604030504040204" pitchFamily="34" charset="0"/>
            </a:endParaRPr>
          </a:p>
        </p:txBody>
      </p:sp>
      <p:sp>
        <p:nvSpPr>
          <p:cNvPr id="102413" name="Text Box 13"/>
          <p:cNvSpPr txBox="1"/>
          <p:nvPr/>
        </p:nvSpPr>
        <p:spPr>
          <a:xfrm>
            <a:off x="2057400" y="3581400"/>
            <a:ext cx="457200" cy="519113"/>
          </a:xfrm>
          <a:prstGeom prst="rect">
            <a:avLst/>
          </a:prstGeom>
          <a:noFill/>
          <a:ln w="9525">
            <a:noFill/>
          </a:ln>
        </p:spPr>
        <p:txBody>
          <a:bodyPr>
            <a:spAutoFit/>
          </a:bodyPr>
          <a:lstStyle>
            <a:lvl1pPr marL="342900" indent="-342900" algn="l" rtl="0" eaLnBrk="0" fontAlgn="base" hangingPunct="0">
              <a:spcBef>
                <a:spcPct val="20000"/>
              </a:spcBef>
              <a:spcAft>
                <a:spcPct val="0"/>
              </a:spcAft>
              <a:buChar char="•"/>
              <a:defRPr sz="3200">
                <a:solidFill>
                  <a:srgbClr val="666699"/>
                </a:solidFill>
                <a:latin typeface="+mn-lt"/>
                <a:ea typeface="+mn-ea"/>
                <a:cs typeface="+mn-cs"/>
              </a:defRPr>
            </a:lvl1pPr>
            <a:lvl2pPr marL="742950" indent="-285750" algn="l" rtl="0" eaLnBrk="0" fontAlgn="base" hangingPunct="0">
              <a:spcBef>
                <a:spcPct val="20000"/>
              </a:spcBef>
              <a:spcAft>
                <a:spcPct val="0"/>
              </a:spcAft>
              <a:buChar char="–"/>
              <a:defRPr sz="2800">
                <a:solidFill>
                  <a:srgbClr val="666699"/>
                </a:solidFill>
                <a:latin typeface="+mn-lt"/>
                <a:ea typeface="+mn-ea"/>
              </a:defRPr>
            </a:lvl2pPr>
            <a:lvl3pPr marL="1143000" indent="-228600" algn="l" rtl="0" eaLnBrk="0" fontAlgn="base" hangingPunct="0">
              <a:spcBef>
                <a:spcPct val="20000"/>
              </a:spcBef>
              <a:spcAft>
                <a:spcPct val="0"/>
              </a:spcAft>
              <a:buChar char="•"/>
              <a:defRPr sz="2400">
                <a:solidFill>
                  <a:srgbClr val="666699"/>
                </a:solidFill>
                <a:latin typeface="+mn-lt"/>
                <a:ea typeface="+mn-ea"/>
              </a:defRPr>
            </a:lvl3pPr>
            <a:lvl4pPr marL="1600200" indent="-228600" algn="l" rtl="0" eaLnBrk="0" fontAlgn="base" hangingPunct="0">
              <a:spcBef>
                <a:spcPct val="20000"/>
              </a:spcBef>
              <a:spcAft>
                <a:spcPct val="0"/>
              </a:spcAft>
              <a:buChar char="–"/>
              <a:defRPr sz="2000">
                <a:solidFill>
                  <a:srgbClr val="666699"/>
                </a:solidFill>
                <a:latin typeface="+mn-lt"/>
                <a:ea typeface="+mn-ea"/>
              </a:defRPr>
            </a:lvl4pPr>
            <a:lvl5pPr marL="2057400" indent="-228600" algn="l" rtl="0" eaLnBrk="0" fontAlgn="base" hangingPunct="0">
              <a:spcBef>
                <a:spcPct val="20000"/>
              </a:spcBef>
              <a:spcAft>
                <a:spcPct val="0"/>
              </a:spcAft>
              <a:buChar char="»"/>
              <a:defRPr sz="2000">
                <a:solidFill>
                  <a:srgbClr val="666699"/>
                </a:solidFill>
                <a:latin typeface="+mn-lt"/>
                <a:ea typeface="+mn-ea"/>
              </a:defRPr>
            </a:lvl5pPr>
          </a:lstStyle>
          <a:p>
            <a:pPr marL="0" lvl="0" indent="0" eaLnBrk="1" hangingPunct="1">
              <a:spcBef>
                <a:spcPct val="50000"/>
              </a:spcBef>
              <a:buNone/>
            </a:pPr>
            <a:r>
              <a:rPr lang="zh-CN" altLang="en-US" sz="2800" dirty="0">
                <a:solidFill>
                  <a:srgbClr val="FF0000"/>
                </a:solidFill>
                <a:latin typeface="Tahoma" panose="020B0604030504040204" pitchFamily="34" charset="0"/>
              </a:rPr>
              <a:t>1</a:t>
            </a:r>
            <a:endParaRPr lang="zh-CN" altLang="en-US" sz="2800" dirty="0">
              <a:solidFill>
                <a:srgbClr val="FF0000"/>
              </a:solidFill>
              <a:latin typeface="Tahoma" panose="020B0604030504040204" pitchFamily="34" charset="0"/>
            </a:endParaRPr>
          </a:p>
        </p:txBody>
      </p:sp>
      <p:sp>
        <p:nvSpPr>
          <p:cNvPr id="102414" name="Text Box 14"/>
          <p:cNvSpPr txBox="1"/>
          <p:nvPr/>
        </p:nvSpPr>
        <p:spPr>
          <a:xfrm>
            <a:off x="4800600" y="4114800"/>
            <a:ext cx="2895600" cy="641350"/>
          </a:xfrm>
          <a:prstGeom prst="rect">
            <a:avLst/>
          </a:prstGeom>
          <a:noFill/>
          <a:ln w="9525">
            <a:noFill/>
          </a:ln>
        </p:spPr>
        <p:txBody>
          <a:bodyPr>
            <a:spAutoFit/>
          </a:bodyPr>
          <a:lstStyle>
            <a:lvl1pPr marL="342900" indent="-342900" algn="l" rtl="0" eaLnBrk="0" fontAlgn="base" hangingPunct="0">
              <a:spcBef>
                <a:spcPct val="20000"/>
              </a:spcBef>
              <a:spcAft>
                <a:spcPct val="0"/>
              </a:spcAft>
              <a:buChar char="•"/>
              <a:defRPr sz="3200">
                <a:solidFill>
                  <a:srgbClr val="666699"/>
                </a:solidFill>
                <a:latin typeface="+mn-lt"/>
                <a:ea typeface="+mn-ea"/>
                <a:cs typeface="+mn-cs"/>
              </a:defRPr>
            </a:lvl1pPr>
            <a:lvl2pPr marL="742950" indent="-285750" algn="l" rtl="0" eaLnBrk="0" fontAlgn="base" hangingPunct="0">
              <a:spcBef>
                <a:spcPct val="20000"/>
              </a:spcBef>
              <a:spcAft>
                <a:spcPct val="0"/>
              </a:spcAft>
              <a:buChar char="–"/>
              <a:defRPr sz="2800">
                <a:solidFill>
                  <a:srgbClr val="666699"/>
                </a:solidFill>
                <a:latin typeface="+mn-lt"/>
                <a:ea typeface="+mn-ea"/>
              </a:defRPr>
            </a:lvl2pPr>
            <a:lvl3pPr marL="1143000" indent="-228600" algn="l" rtl="0" eaLnBrk="0" fontAlgn="base" hangingPunct="0">
              <a:spcBef>
                <a:spcPct val="20000"/>
              </a:spcBef>
              <a:spcAft>
                <a:spcPct val="0"/>
              </a:spcAft>
              <a:buChar char="•"/>
              <a:defRPr sz="2400">
                <a:solidFill>
                  <a:srgbClr val="666699"/>
                </a:solidFill>
                <a:latin typeface="+mn-lt"/>
                <a:ea typeface="+mn-ea"/>
              </a:defRPr>
            </a:lvl3pPr>
            <a:lvl4pPr marL="1600200" indent="-228600" algn="l" rtl="0" eaLnBrk="0" fontAlgn="base" hangingPunct="0">
              <a:spcBef>
                <a:spcPct val="20000"/>
              </a:spcBef>
              <a:spcAft>
                <a:spcPct val="0"/>
              </a:spcAft>
              <a:buChar char="–"/>
              <a:defRPr sz="2000">
                <a:solidFill>
                  <a:srgbClr val="666699"/>
                </a:solidFill>
                <a:latin typeface="+mn-lt"/>
                <a:ea typeface="+mn-ea"/>
              </a:defRPr>
            </a:lvl4pPr>
            <a:lvl5pPr marL="2057400" indent="-228600" algn="l" rtl="0" eaLnBrk="0" fontAlgn="base" hangingPunct="0">
              <a:spcBef>
                <a:spcPct val="20000"/>
              </a:spcBef>
              <a:spcAft>
                <a:spcPct val="0"/>
              </a:spcAft>
              <a:buChar char="»"/>
              <a:defRPr sz="2000">
                <a:solidFill>
                  <a:srgbClr val="666699"/>
                </a:solidFill>
                <a:latin typeface="+mn-lt"/>
                <a:ea typeface="+mn-ea"/>
              </a:defRPr>
            </a:lvl5pPr>
          </a:lstStyle>
          <a:p>
            <a:pPr marL="0" lvl="0" indent="0" eaLnBrk="1" hangingPunct="1">
              <a:spcBef>
                <a:spcPct val="50000"/>
              </a:spcBef>
              <a:buNone/>
            </a:pPr>
            <a:r>
              <a:rPr lang="zh-CN" altLang="en-US" sz="1800" dirty="0">
                <a:solidFill>
                  <a:srgbClr val="0000FF"/>
                </a:solidFill>
                <a:latin typeface="Tahoma" panose="020B0604030504040204" pitchFamily="34" charset="0"/>
              </a:rPr>
              <a:t>两个负数相加,结果为正数,说明产生了溢出.</a:t>
            </a:r>
            <a:endParaRPr lang="zh-CN" altLang="en-US" sz="1800" dirty="0">
              <a:solidFill>
                <a:srgbClr val="0000FF"/>
              </a:solidFill>
              <a:latin typeface="Tahoma" panose="020B0604030504040204" pitchFamily="34" charset="0"/>
            </a:endParaRPr>
          </a:p>
        </p:txBody>
      </p:sp>
      <p:sp>
        <p:nvSpPr>
          <p:cNvPr id="102415" name="Text Box 15"/>
          <p:cNvSpPr txBox="1"/>
          <p:nvPr/>
        </p:nvSpPr>
        <p:spPr>
          <a:xfrm>
            <a:off x="1908175" y="5013325"/>
            <a:ext cx="6400800" cy="1189038"/>
          </a:xfrm>
          <a:prstGeom prst="rect">
            <a:avLst/>
          </a:prstGeom>
          <a:noFill/>
          <a:ln w="9525">
            <a:noFill/>
          </a:ln>
        </p:spPr>
        <p:txBody>
          <a:bodyPr>
            <a:spAutoFit/>
          </a:bodyPr>
          <a:lstStyle>
            <a:lvl1pPr marL="342900" indent="-342900" algn="l" rtl="0" eaLnBrk="0" fontAlgn="base" hangingPunct="0">
              <a:spcBef>
                <a:spcPct val="20000"/>
              </a:spcBef>
              <a:spcAft>
                <a:spcPct val="0"/>
              </a:spcAft>
              <a:buChar char="•"/>
              <a:defRPr sz="3200">
                <a:solidFill>
                  <a:srgbClr val="666699"/>
                </a:solidFill>
                <a:latin typeface="+mn-lt"/>
                <a:ea typeface="+mn-ea"/>
                <a:cs typeface="+mn-cs"/>
              </a:defRPr>
            </a:lvl1pPr>
            <a:lvl2pPr marL="742950" indent="-285750" algn="l" rtl="0" eaLnBrk="0" fontAlgn="base" hangingPunct="0">
              <a:spcBef>
                <a:spcPct val="20000"/>
              </a:spcBef>
              <a:spcAft>
                <a:spcPct val="0"/>
              </a:spcAft>
              <a:buChar char="–"/>
              <a:defRPr sz="2800">
                <a:solidFill>
                  <a:srgbClr val="666699"/>
                </a:solidFill>
                <a:latin typeface="+mn-lt"/>
                <a:ea typeface="+mn-ea"/>
              </a:defRPr>
            </a:lvl2pPr>
            <a:lvl3pPr marL="1143000" indent="-228600" algn="l" rtl="0" eaLnBrk="0" fontAlgn="base" hangingPunct="0">
              <a:spcBef>
                <a:spcPct val="20000"/>
              </a:spcBef>
              <a:spcAft>
                <a:spcPct val="0"/>
              </a:spcAft>
              <a:buChar char="•"/>
              <a:defRPr sz="2400">
                <a:solidFill>
                  <a:srgbClr val="666699"/>
                </a:solidFill>
                <a:latin typeface="+mn-lt"/>
                <a:ea typeface="+mn-ea"/>
              </a:defRPr>
            </a:lvl3pPr>
            <a:lvl4pPr marL="1600200" indent="-228600" algn="l" rtl="0" eaLnBrk="0" fontAlgn="base" hangingPunct="0">
              <a:spcBef>
                <a:spcPct val="20000"/>
              </a:spcBef>
              <a:spcAft>
                <a:spcPct val="0"/>
              </a:spcAft>
              <a:buChar char="–"/>
              <a:defRPr sz="2000">
                <a:solidFill>
                  <a:srgbClr val="666699"/>
                </a:solidFill>
                <a:latin typeface="+mn-lt"/>
                <a:ea typeface="+mn-ea"/>
              </a:defRPr>
            </a:lvl4pPr>
            <a:lvl5pPr marL="2057400" indent="-228600" algn="l" rtl="0" eaLnBrk="0" fontAlgn="base" hangingPunct="0">
              <a:spcBef>
                <a:spcPct val="20000"/>
              </a:spcBef>
              <a:spcAft>
                <a:spcPct val="0"/>
              </a:spcAft>
              <a:buChar char="»"/>
              <a:defRPr sz="2000">
                <a:solidFill>
                  <a:srgbClr val="666699"/>
                </a:solidFill>
                <a:latin typeface="+mn-lt"/>
                <a:ea typeface="+mn-ea"/>
              </a:defRPr>
            </a:lvl5pPr>
          </a:lstStyle>
          <a:p>
            <a:pPr marL="0" lvl="0" indent="0" eaLnBrk="1" hangingPunct="1">
              <a:spcBef>
                <a:spcPct val="50000"/>
              </a:spcBef>
              <a:buNone/>
            </a:pPr>
            <a:r>
              <a:rPr lang="zh-CN" altLang="en-US" sz="2400" b="1" dirty="0">
                <a:solidFill>
                  <a:srgbClr val="FF0000"/>
                </a:solidFill>
                <a:latin typeface="Tahoma" panose="020B0604030504040204" pitchFamily="34" charset="0"/>
              </a:rPr>
              <a:t>但是在浮点数的运算中，只有当阶码产生溢出时，才是溢出。此时只是说明尾数的结果为不规格化数，应进行右规。</a:t>
            </a:r>
            <a:endParaRPr lang="zh-CN" altLang="en-US" sz="2400" b="1" dirty="0">
              <a:solidFill>
                <a:srgbClr val="FF0000"/>
              </a:solidFill>
              <a:latin typeface="Tahoma" panose="020B0604030504040204" pitchFamily="34"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nodeType="clickEffect">
                                  <p:stCondLst>
                                    <p:cond delay="0"/>
                                  </p:stCondLst>
                                  <p:childTnLst>
                                    <p:set>
                                      <p:cBhvr>
                                        <p:cTn id="6" dur="1" fill="hold">
                                          <p:stCondLst>
                                            <p:cond delay="0"/>
                                          </p:stCondLst>
                                        </p:cTn>
                                        <p:tgtEl>
                                          <p:spTgt spid="102409"/>
                                        </p:tgtEl>
                                        <p:attrNameLst>
                                          <p:attrName>style.visibility</p:attrName>
                                        </p:attrNameLst>
                                      </p:cBhvr>
                                      <p:to>
                                        <p:strVal val="visible"/>
                                      </p:to>
                                    </p:set>
                                    <p:anim calcmode="lin" valueType="num">
                                      <p:cBhvr additive="base">
                                        <p:cTn id="7" dur="500" fill="hold"/>
                                        <p:tgtEl>
                                          <p:spTgt spid="102409"/>
                                        </p:tgtEl>
                                        <p:attrNameLst>
                                          <p:attrName>ppt_x</p:attrName>
                                        </p:attrNameLst>
                                      </p:cBhvr>
                                      <p:tavLst>
                                        <p:tav tm="0">
                                          <p:val>
                                            <p:strVal val="0-#ppt_w/2"/>
                                          </p:val>
                                        </p:tav>
                                        <p:tav tm="100000">
                                          <p:val>
                                            <p:strVal val="#ppt_x"/>
                                          </p:val>
                                        </p:tav>
                                      </p:tavLst>
                                    </p:anim>
                                    <p:anim calcmode="lin" valueType="num">
                                      <p:cBhvr additive="base">
                                        <p:cTn id="8" dur="500" fill="hold"/>
                                        <p:tgtEl>
                                          <p:spTgt spid="102409"/>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8" fill="hold" nodeType="clickEffect">
                                  <p:stCondLst>
                                    <p:cond delay="0"/>
                                  </p:stCondLst>
                                  <p:childTnLst>
                                    <p:set>
                                      <p:cBhvr>
                                        <p:cTn id="12" dur="1" fill="hold">
                                          <p:stCondLst>
                                            <p:cond delay="0"/>
                                          </p:stCondLst>
                                        </p:cTn>
                                        <p:tgtEl>
                                          <p:spTgt spid="102406"/>
                                        </p:tgtEl>
                                        <p:attrNameLst>
                                          <p:attrName>style.visibility</p:attrName>
                                        </p:attrNameLst>
                                      </p:cBhvr>
                                      <p:to>
                                        <p:strVal val="visible"/>
                                      </p:to>
                                    </p:set>
                                    <p:anim calcmode="lin" valueType="num">
                                      <p:cBhvr additive="base">
                                        <p:cTn id="13" dur="500" fill="hold"/>
                                        <p:tgtEl>
                                          <p:spTgt spid="102406"/>
                                        </p:tgtEl>
                                        <p:attrNameLst>
                                          <p:attrName>ppt_x</p:attrName>
                                        </p:attrNameLst>
                                      </p:cBhvr>
                                      <p:tavLst>
                                        <p:tav tm="0">
                                          <p:val>
                                            <p:strVal val="0-#ppt_w/2"/>
                                          </p:val>
                                        </p:tav>
                                        <p:tav tm="100000">
                                          <p:val>
                                            <p:strVal val="#ppt_x"/>
                                          </p:val>
                                        </p:tav>
                                      </p:tavLst>
                                    </p:anim>
                                    <p:anim calcmode="lin" valueType="num">
                                      <p:cBhvr additive="base">
                                        <p:cTn id="14" dur="500" fill="hold"/>
                                        <p:tgtEl>
                                          <p:spTgt spid="102406"/>
                                        </p:tgtEl>
                                        <p:attrNameLst>
                                          <p:attrName>ppt_y</p:attrName>
                                        </p:attrNameLst>
                                      </p:cBhvr>
                                      <p:tavLst>
                                        <p:tav tm="0">
                                          <p:val>
                                            <p:strVal val="#ppt_y"/>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8" fill="hold" nodeType="clickEffect">
                                  <p:stCondLst>
                                    <p:cond delay="0"/>
                                  </p:stCondLst>
                                  <p:childTnLst>
                                    <p:set>
                                      <p:cBhvr>
                                        <p:cTn id="18" dur="1" fill="hold">
                                          <p:stCondLst>
                                            <p:cond delay="0"/>
                                          </p:stCondLst>
                                        </p:cTn>
                                        <p:tgtEl>
                                          <p:spTgt spid="102410"/>
                                        </p:tgtEl>
                                        <p:attrNameLst>
                                          <p:attrName>style.visibility</p:attrName>
                                        </p:attrNameLst>
                                      </p:cBhvr>
                                      <p:to>
                                        <p:strVal val="visible"/>
                                      </p:to>
                                    </p:set>
                                    <p:anim calcmode="lin" valueType="num">
                                      <p:cBhvr additive="base">
                                        <p:cTn id="19" dur="500" fill="hold"/>
                                        <p:tgtEl>
                                          <p:spTgt spid="102410"/>
                                        </p:tgtEl>
                                        <p:attrNameLst>
                                          <p:attrName>ppt_x</p:attrName>
                                        </p:attrNameLst>
                                      </p:cBhvr>
                                      <p:tavLst>
                                        <p:tav tm="0">
                                          <p:val>
                                            <p:strVal val="0-#ppt_w/2"/>
                                          </p:val>
                                        </p:tav>
                                        <p:tav tm="100000">
                                          <p:val>
                                            <p:strVal val="#ppt_x"/>
                                          </p:val>
                                        </p:tav>
                                      </p:tavLst>
                                    </p:anim>
                                    <p:anim calcmode="lin" valueType="num">
                                      <p:cBhvr additive="base">
                                        <p:cTn id="20" dur="500" fill="hold"/>
                                        <p:tgtEl>
                                          <p:spTgt spid="102410"/>
                                        </p:tgtEl>
                                        <p:attrNameLst>
                                          <p:attrName>ppt_y</p:attrName>
                                        </p:attrNameLst>
                                      </p:cBhvr>
                                      <p:tavLst>
                                        <p:tav tm="0">
                                          <p:val>
                                            <p:strVal val="#ppt_y"/>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8" fill="hold" nodeType="clickEffect">
                                  <p:stCondLst>
                                    <p:cond delay="0"/>
                                  </p:stCondLst>
                                  <p:childTnLst>
                                    <p:set>
                                      <p:cBhvr>
                                        <p:cTn id="24" dur="1" fill="hold">
                                          <p:stCondLst>
                                            <p:cond delay="0"/>
                                          </p:stCondLst>
                                        </p:cTn>
                                        <p:tgtEl>
                                          <p:spTgt spid="102407"/>
                                        </p:tgtEl>
                                        <p:attrNameLst>
                                          <p:attrName>style.visibility</p:attrName>
                                        </p:attrNameLst>
                                      </p:cBhvr>
                                      <p:to>
                                        <p:strVal val="visible"/>
                                      </p:to>
                                    </p:set>
                                    <p:anim calcmode="lin" valueType="num">
                                      <p:cBhvr additive="base">
                                        <p:cTn id="25" dur="500" fill="hold"/>
                                        <p:tgtEl>
                                          <p:spTgt spid="102407"/>
                                        </p:tgtEl>
                                        <p:attrNameLst>
                                          <p:attrName>ppt_x</p:attrName>
                                        </p:attrNameLst>
                                      </p:cBhvr>
                                      <p:tavLst>
                                        <p:tav tm="0">
                                          <p:val>
                                            <p:strVal val="0-#ppt_w/2"/>
                                          </p:val>
                                        </p:tav>
                                        <p:tav tm="100000">
                                          <p:val>
                                            <p:strVal val="#ppt_x"/>
                                          </p:val>
                                        </p:tav>
                                      </p:tavLst>
                                    </p:anim>
                                    <p:anim calcmode="lin" valueType="num">
                                      <p:cBhvr additive="base">
                                        <p:cTn id="26" dur="500" fill="hold"/>
                                        <p:tgtEl>
                                          <p:spTgt spid="102407"/>
                                        </p:tgtEl>
                                        <p:attrNameLst>
                                          <p:attrName>ppt_y</p:attrName>
                                        </p:attrNameLst>
                                      </p:cBhvr>
                                      <p:tavLst>
                                        <p:tav tm="0">
                                          <p:val>
                                            <p:strVal val="#ppt_y"/>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8" fill="hold" nodeType="clickEffect">
                                  <p:stCondLst>
                                    <p:cond delay="0"/>
                                  </p:stCondLst>
                                  <p:childTnLst>
                                    <p:set>
                                      <p:cBhvr>
                                        <p:cTn id="30" dur="1" fill="hold">
                                          <p:stCondLst>
                                            <p:cond delay="0"/>
                                          </p:stCondLst>
                                        </p:cTn>
                                        <p:tgtEl>
                                          <p:spTgt spid="102411"/>
                                        </p:tgtEl>
                                        <p:attrNameLst>
                                          <p:attrName>style.visibility</p:attrName>
                                        </p:attrNameLst>
                                      </p:cBhvr>
                                      <p:to>
                                        <p:strVal val="visible"/>
                                      </p:to>
                                    </p:set>
                                    <p:anim calcmode="lin" valueType="num">
                                      <p:cBhvr additive="base">
                                        <p:cTn id="31" dur="500" fill="hold"/>
                                        <p:tgtEl>
                                          <p:spTgt spid="102411"/>
                                        </p:tgtEl>
                                        <p:attrNameLst>
                                          <p:attrName>ppt_x</p:attrName>
                                        </p:attrNameLst>
                                      </p:cBhvr>
                                      <p:tavLst>
                                        <p:tav tm="0">
                                          <p:val>
                                            <p:strVal val="0-#ppt_w/2"/>
                                          </p:val>
                                        </p:tav>
                                        <p:tav tm="100000">
                                          <p:val>
                                            <p:strVal val="#ppt_x"/>
                                          </p:val>
                                        </p:tav>
                                      </p:tavLst>
                                    </p:anim>
                                    <p:anim calcmode="lin" valueType="num">
                                      <p:cBhvr additive="base">
                                        <p:cTn id="32" dur="500" fill="hold"/>
                                        <p:tgtEl>
                                          <p:spTgt spid="102411"/>
                                        </p:tgtEl>
                                        <p:attrNameLst>
                                          <p:attrName>ppt_y</p:attrName>
                                        </p:attrNameLst>
                                      </p:cBhvr>
                                      <p:tavLst>
                                        <p:tav tm="0">
                                          <p:val>
                                            <p:strVal val="#ppt_y"/>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9" presetClass="entr" presetSubtype="0" fill="hold" nodeType="clickEffect">
                                  <p:stCondLst>
                                    <p:cond delay="0"/>
                                  </p:stCondLst>
                                  <p:childTnLst>
                                    <p:set>
                                      <p:cBhvr>
                                        <p:cTn id="36" dur="1" fill="hold">
                                          <p:stCondLst>
                                            <p:cond delay="0"/>
                                          </p:stCondLst>
                                        </p:cTn>
                                        <p:tgtEl>
                                          <p:spTgt spid="102412"/>
                                        </p:tgtEl>
                                        <p:attrNameLst>
                                          <p:attrName>style.visibility</p:attrName>
                                        </p:attrNameLst>
                                      </p:cBhvr>
                                      <p:to>
                                        <p:strVal val="visible"/>
                                      </p:to>
                                    </p:set>
                                    <p:animEffect transition="in" filter="dissolve">
                                      <p:cBhvr>
                                        <p:cTn id="37" dur="500"/>
                                        <p:tgtEl>
                                          <p:spTgt spid="102412"/>
                                        </p:tgtEl>
                                      </p:cBhvr>
                                    </p:animEffect>
                                  </p:childTnLst>
                                </p:cTn>
                              </p:par>
                            </p:childTnLst>
                          </p:cTn>
                        </p:par>
                        <p:par>
                          <p:cTn id="38" fill="hold">
                            <p:stCondLst>
                              <p:cond delay="500"/>
                            </p:stCondLst>
                            <p:childTnLst>
                              <p:par>
                                <p:cTn id="39" presetID="9" presetClass="entr" presetSubtype="0" fill="hold" nodeType="afterEffect">
                                  <p:stCondLst>
                                    <p:cond delay="0"/>
                                  </p:stCondLst>
                                  <p:childTnLst>
                                    <p:set>
                                      <p:cBhvr>
                                        <p:cTn id="40" dur="1" fill="hold">
                                          <p:stCondLst>
                                            <p:cond delay="0"/>
                                          </p:stCondLst>
                                        </p:cTn>
                                        <p:tgtEl>
                                          <p:spTgt spid="102413"/>
                                        </p:tgtEl>
                                        <p:attrNameLst>
                                          <p:attrName>style.visibility</p:attrName>
                                        </p:attrNameLst>
                                      </p:cBhvr>
                                      <p:to>
                                        <p:strVal val="visible"/>
                                      </p:to>
                                    </p:set>
                                    <p:animEffect transition="in" filter="dissolve">
                                      <p:cBhvr>
                                        <p:cTn id="41" dur="500"/>
                                        <p:tgtEl>
                                          <p:spTgt spid="102413"/>
                                        </p:tgtEl>
                                      </p:cBhvr>
                                    </p:animEffect>
                                  </p:childTnLst>
                                </p:cTn>
                              </p:par>
                            </p:childTnLst>
                          </p:cTn>
                        </p:par>
                      </p:childTnLst>
                    </p:cTn>
                  </p:par>
                  <p:par>
                    <p:cTn id="42" fill="hold">
                      <p:stCondLst>
                        <p:cond delay="indefinite"/>
                      </p:stCondLst>
                      <p:childTnLst>
                        <p:par>
                          <p:cTn id="43" fill="hold">
                            <p:stCondLst>
                              <p:cond delay="0"/>
                            </p:stCondLst>
                            <p:childTnLst>
                              <p:par>
                                <p:cTn id="44" presetID="3" presetClass="entr" presetSubtype="5" fill="hold" nodeType="clickEffect">
                                  <p:stCondLst>
                                    <p:cond delay="0"/>
                                  </p:stCondLst>
                                  <p:childTnLst>
                                    <p:set>
                                      <p:cBhvr>
                                        <p:cTn id="45" dur="1" fill="hold">
                                          <p:stCondLst>
                                            <p:cond delay="0"/>
                                          </p:stCondLst>
                                        </p:cTn>
                                        <p:tgtEl>
                                          <p:spTgt spid="102403"/>
                                        </p:tgtEl>
                                        <p:attrNameLst>
                                          <p:attrName>style.visibility</p:attrName>
                                        </p:attrNameLst>
                                      </p:cBhvr>
                                      <p:to>
                                        <p:strVal val="visible"/>
                                      </p:to>
                                    </p:set>
                                    <p:animEffect transition="in" filter="blinds(vertical)">
                                      <p:cBhvr>
                                        <p:cTn id="46" dur="500"/>
                                        <p:tgtEl>
                                          <p:spTgt spid="102403"/>
                                        </p:tgtEl>
                                      </p:cBhvr>
                                    </p:animEffect>
                                  </p:childTnLst>
                                </p:cTn>
                              </p:par>
                            </p:childTnLst>
                          </p:cTn>
                        </p:par>
                        <p:par>
                          <p:cTn id="47" fill="hold">
                            <p:stCondLst>
                              <p:cond delay="500"/>
                            </p:stCondLst>
                            <p:childTnLst>
                              <p:par>
                                <p:cTn id="48" presetID="3" presetClass="entr" presetSubtype="5" fill="hold" nodeType="afterEffect">
                                  <p:stCondLst>
                                    <p:cond delay="0"/>
                                  </p:stCondLst>
                                  <p:childTnLst>
                                    <p:set>
                                      <p:cBhvr>
                                        <p:cTn id="49" dur="1" fill="hold">
                                          <p:stCondLst>
                                            <p:cond delay="0"/>
                                          </p:stCondLst>
                                        </p:cTn>
                                        <p:tgtEl>
                                          <p:spTgt spid="102414"/>
                                        </p:tgtEl>
                                        <p:attrNameLst>
                                          <p:attrName>style.visibility</p:attrName>
                                        </p:attrNameLst>
                                      </p:cBhvr>
                                      <p:to>
                                        <p:strVal val="visible"/>
                                      </p:to>
                                    </p:set>
                                    <p:animEffect transition="in" filter="blinds(vertical)">
                                      <p:cBhvr>
                                        <p:cTn id="50" dur="500"/>
                                        <p:tgtEl>
                                          <p:spTgt spid="102414"/>
                                        </p:tgtEl>
                                      </p:cBhvr>
                                    </p:animEffect>
                                  </p:childTnLst>
                                </p:cTn>
                              </p:par>
                            </p:childTnLst>
                          </p:cTn>
                        </p:par>
                      </p:childTnLst>
                    </p:cTn>
                  </p:par>
                  <p:par>
                    <p:cTn id="51" fill="hold">
                      <p:stCondLst>
                        <p:cond delay="indefinite"/>
                      </p:stCondLst>
                      <p:childTnLst>
                        <p:par>
                          <p:cTn id="52" fill="hold">
                            <p:stCondLst>
                              <p:cond delay="0"/>
                            </p:stCondLst>
                            <p:childTnLst>
                              <p:par>
                                <p:cTn id="53" presetID="3" presetClass="entr" presetSubtype="5" fill="hold" nodeType="clickEffect">
                                  <p:stCondLst>
                                    <p:cond delay="0"/>
                                  </p:stCondLst>
                                  <p:childTnLst>
                                    <p:set>
                                      <p:cBhvr>
                                        <p:cTn id="54" dur="1" fill="hold">
                                          <p:stCondLst>
                                            <p:cond delay="0"/>
                                          </p:stCondLst>
                                        </p:cTn>
                                        <p:tgtEl>
                                          <p:spTgt spid="102402"/>
                                        </p:tgtEl>
                                        <p:attrNameLst>
                                          <p:attrName>style.visibility</p:attrName>
                                        </p:attrNameLst>
                                      </p:cBhvr>
                                      <p:to>
                                        <p:strVal val="visible"/>
                                      </p:to>
                                    </p:set>
                                    <p:animEffect transition="in" filter="blinds(vertical)">
                                      <p:cBhvr>
                                        <p:cTn id="55" dur="500"/>
                                        <p:tgtEl>
                                          <p:spTgt spid="102402"/>
                                        </p:tgtEl>
                                      </p:cBhvr>
                                    </p:animEffect>
                                  </p:childTnLst>
                                </p:cTn>
                              </p:par>
                            </p:childTnLst>
                          </p:cTn>
                        </p:par>
                        <p:par>
                          <p:cTn id="56" fill="hold">
                            <p:stCondLst>
                              <p:cond delay="500"/>
                            </p:stCondLst>
                            <p:childTnLst>
                              <p:par>
                                <p:cTn id="57" presetID="3" presetClass="entr" presetSubtype="5" fill="hold" nodeType="afterEffect">
                                  <p:stCondLst>
                                    <p:cond delay="0"/>
                                  </p:stCondLst>
                                  <p:childTnLst>
                                    <p:set>
                                      <p:cBhvr>
                                        <p:cTn id="58" dur="1" fill="hold">
                                          <p:stCondLst>
                                            <p:cond delay="0"/>
                                          </p:stCondLst>
                                        </p:cTn>
                                        <p:tgtEl>
                                          <p:spTgt spid="102415"/>
                                        </p:tgtEl>
                                        <p:attrNameLst>
                                          <p:attrName>style.visibility</p:attrName>
                                        </p:attrNameLst>
                                      </p:cBhvr>
                                      <p:to>
                                        <p:strVal val="visible"/>
                                      </p:to>
                                    </p:set>
                                    <p:animEffect transition="in" filter="blinds(vertical)">
                                      <p:cBhvr>
                                        <p:cTn id="59" dur="500"/>
                                        <p:tgtEl>
                                          <p:spTgt spid="1024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2402" grpId="0" bldLvl="0" animBg="1"/>
      <p:bldP spid="102403" grpId="0" animBg="1"/>
      <p:bldP spid="102406" grpId="0"/>
      <p:bldP spid="102409" grpId="0"/>
      <p:bldP spid="102410" grpId="0"/>
      <p:bldP spid="102411" grpId="0"/>
      <p:bldP spid="102412" grpId="0" animBg="1"/>
      <p:bldP spid="102413" grpId="0"/>
      <p:bldP spid="102414" grpId="0"/>
      <p:bldP spid="102415" grpId="0"/>
    </p:bldLst>
  </p:timing>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3426" name="Rectangle 2"/>
          <p:cNvSpPr>
            <a:spLocks noGrp="1"/>
          </p:cNvSpPr>
          <p:nvPr>
            <p:ph type="title"/>
          </p:nvPr>
        </p:nvSpPr>
        <p:spPr>
          <a:xfrm>
            <a:off x="396875" y="836613"/>
            <a:ext cx="7772400" cy="838200"/>
          </a:xfrm>
          <a:ln/>
        </p:spPr>
        <p:txBody>
          <a:bodyPr vert="horz" wrap="square" lIns="91440" tIns="45720" rIns="91440" bIns="45720" anchor="ctr" anchorCtr="0"/>
          <a:p>
            <a:pPr algn="l" eaLnBrk="1" hangingPunct="1"/>
            <a:r>
              <a:rPr lang="zh-CN" altLang="en-US" dirty="0"/>
              <a:t>浮点数加减法运算举例2续：</a:t>
            </a:r>
            <a:endParaRPr lang="zh-CN" altLang="en-US" dirty="0"/>
          </a:p>
        </p:txBody>
      </p:sp>
      <p:sp>
        <p:nvSpPr>
          <p:cNvPr id="103427" name="Rectangle 3"/>
          <p:cNvSpPr>
            <a:spLocks noGrp="1"/>
          </p:cNvSpPr>
          <p:nvPr>
            <p:ph type="body"/>
          </p:nvPr>
        </p:nvSpPr>
        <p:spPr>
          <a:ln/>
        </p:spPr>
        <p:txBody>
          <a:bodyPr vert="horz" wrap="square" lIns="91440" tIns="45720" rIns="91440" bIns="45720" anchor="t" anchorCtr="0"/>
          <a:p>
            <a:pPr marL="0" indent="0" eaLnBrk="1" hangingPunct="1">
              <a:buNone/>
            </a:pPr>
            <a:r>
              <a:rPr lang="zh-CN" altLang="en-US" sz="2800" b="1" dirty="0">
                <a:solidFill>
                  <a:srgbClr val="0000FF"/>
                </a:solidFill>
              </a:rPr>
              <a:t>(</a:t>
            </a:r>
            <a:r>
              <a:rPr lang="zh-CN" altLang="en-US" sz="2800" b="1" dirty="0">
                <a:solidFill>
                  <a:srgbClr val="0000FF"/>
                </a:solidFill>
                <a:latin typeface="宋体" panose="02010600030101010101" pitchFamily="2" charset="-122"/>
              </a:rPr>
              <a:t>3).规格化和舍入处理</a:t>
            </a:r>
            <a:endParaRPr lang="zh-CN" altLang="en-US" sz="2800" b="1" dirty="0">
              <a:solidFill>
                <a:srgbClr val="0000FF"/>
              </a:solidFill>
              <a:latin typeface="宋体" panose="02010600030101010101" pitchFamily="2" charset="-122"/>
            </a:endParaRPr>
          </a:p>
          <a:p>
            <a:pPr marL="0" indent="0" eaLnBrk="1" hangingPunct="1">
              <a:buNone/>
            </a:pPr>
            <a:r>
              <a:rPr lang="zh-CN" altLang="en-US" sz="2400" dirty="0">
                <a:solidFill>
                  <a:srgbClr val="0000FF"/>
                </a:solidFill>
                <a:latin typeface="宋体" panose="02010600030101010101" pitchFamily="2" charset="-122"/>
              </a:rPr>
              <a:t>　</a:t>
            </a:r>
            <a:r>
              <a:rPr lang="zh-CN" altLang="en-US" sz="2400" b="1" dirty="0">
                <a:solidFill>
                  <a:srgbClr val="0000FF"/>
                </a:solidFill>
                <a:latin typeface="宋体" panose="02010600030101010101" pitchFamily="2" charset="-122"/>
              </a:rPr>
              <a:t> 由于结果产生了溢出，应执行右规处理，所谓右规格化的规则，就是尾数右移1位，阶码加1，所以结果为1.011(1) ，阶码为011</a:t>
            </a:r>
            <a:endParaRPr lang="zh-CN" altLang="en-US" sz="2400" b="1" dirty="0">
              <a:solidFill>
                <a:srgbClr val="0000FF"/>
              </a:solidFill>
              <a:latin typeface="宋体" panose="02010600030101010101" pitchFamily="2" charset="-122"/>
            </a:endParaRPr>
          </a:p>
          <a:p>
            <a:pPr marL="0" indent="0" algn="just" eaLnBrk="1" hangingPunct="1">
              <a:buNone/>
            </a:pPr>
            <a:r>
              <a:rPr lang="zh-CN" altLang="en-US" sz="2400" b="1" dirty="0">
                <a:solidFill>
                  <a:srgbClr val="0000FF"/>
                </a:solidFill>
                <a:latin typeface="宋体" panose="02010600030101010101" pitchFamily="2" charset="-122"/>
              </a:rPr>
              <a:t>   舍入处理,采用恒舍法处理，则有尾数为1.011</a:t>
            </a:r>
            <a:endParaRPr lang="zh-CN" altLang="en-US" sz="2400" b="1" dirty="0">
              <a:solidFill>
                <a:srgbClr val="0000FF"/>
              </a:solidFill>
              <a:latin typeface="宋体" panose="02010600030101010101" pitchFamily="2" charset="-122"/>
            </a:endParaRPr>
          </a:p>
          <a:p>
            <a:pPr marL="0" indent="0" eaLnBrk="1" hangingPunct="1">
              <a:buNone/>
            </a:pPr>
            <a:r>
              <a:rPr lang="zh-CN" altLang="en-US" sz="2800" b="1" dirty="0">
                <a:solidFill>
                  <a:srgbClr val="0000FF"/>
                </a:solidFill>
              </a:rPr>
              <a:t>(4).</a:t>
            </a:r>
            <a:r>
              <a:rPr lang="zh-CN" altLang="en-US" sz="2800" b="1" dirty="0">
                <a:solidFill>
                  <a:srgbClr val="0000FF"/>
                </a:solidFill>
                <a:latin typeface="宋体" panose="02010600030101010101" pitchFamily="2" charset="-122"/>
              </a:rPr>
              <a:t>判溢出  </a:t>
            </a:r>
            <a:endParaRPr lang="zh-CN" altLang="en-US" sz="2800" b="1" dirty="0">
              <a:solidFill>
                <a:srgbClr val="0000FF"/>
              </a:solidFill>
              <a:latin typeface="宋体" panose="02010600030101010101" pitchFamily="2" charset="-122"/>
            </a:endParaRPr>
          </a:p>
          <a:p>
            <a:pPr marL="0" indent="0" algn="just" eaLnBrk="1" hangingPunct="1">
              <a:buNone/>
            </a:pPr>
            <a:r>
              <a:rPr lang="zh-CN" altLang="en-US" sz="2400" b="1" dirty="0">
                <a:solidFill>
                  <a:srgbClr val="0000FF"/>
                </a:solidFill>
                <a:latin typeface="宋体" panose="02010600030101010101" pitchFamily="2" charset="-122"/>
              </a:rPr>
              <a:t>     阶码不溢出。所以最终的结果为</a:t>
            </a:r>
            <a:endParaRPr lang="zh-CN" altLang="en-US" sz="2400" b="1" dirty="0">
              <a:solidFill>
                <a:srgbClr val="0000FF"/>
              </a:solidFill>
              <a:latin typeface="宋体" panose="02010600030101010101" pitchFamily="2" charset="-122"/>
            </a:endParaRPr>
          </a:p>
          <a:p>
            <a:pPr marL="0" indent="0" algn="just" eaLnBrk="1" hangingPunct="1">
              <a:buNone/>
            </a:pPr>
            <a:r>
              <a:rPr lang="zh-CN" altLang="en-US" sz="2400" b="1" dirty="0">
                <a:solidFill>
                  <a:srgbClr val="0000FF"/>
                </a:solidFill>
                <a:latin typeface="宋体" panose="02010600030101010101" pitchFamily="2" charset="-122"/>
              </a:rPr>
              <a:t>            X</a:t>
            </a:r>
            <a:r>
              <a:rPr lang="en-US" altLang="zh-CN" sz="2400" b="1" dirty="0">
                <a:solidFill>
                  <a:srgbClr val="0000FF"/>
                </a:solidFill>
                <a:latin typeface="宋体" panose="02010600030101010101" pitchFamily="2" charset="-122"/>
              </a:rPr>
              <a:t>-</a:t>
            </a:r>
            <a:r>
              <a:rPr lang="zh-CN" altLang="en-US" sz="2400" b="1" dirty="0">
                <a:solidFill>
                  <a:srgbClr val="0000FF"/>
                </a:solidFill>
                <a:latin typeface="宋体" panose="02010600030101010101" pitchFamily="2" charset="-122"/>
              </a:rPr>
              <a:t>Y=2</a:t>
            </a:r>
            <a:r>
              <a:rPr lang="zh-CN" altLang="en-US" sz="2400" b="1" baseline="30000" dirty="0">
                <a:solidFill>
                  <a:srgbClr val="0000FF"/>
                </a:solidFill>
                <a:latin typeface="宋体" panose="02010600030101010101" pitchFamily="2" charset="-122"/>
              </a:rPr>
              <a:t>011</a:t>
            </a:r>
            <a:r>
              <a:rPr lang="zh-CN" altLang="en-US" sz="2400" b="1" dirty="0">
                <a:solidFill>
                  <a:srgbClr val="0000FF"/>
                </a:solidFill>
                <a:latin typeface="宋体" panose="02010600030101010101" pitchFamily="2" charset="-122"/>
              </a:rPr>
              <a:t>×（-0.101）</a:t>
            </a:r>
            <a:endParaRPr lang="zh-CN" altLang="en-US" sz="2400" b="1" dirty="0">
              <a:solidFill>
                <a:srgbClr val="0000FF"/>
              </a:solidFill>
              <a:latin typeface="宋体" panose="02010600030101010101" pitchFamily="2" charset="-122"/>
            </a:endParaRPr>
          </a:p>
        </p:txBody>
      </p:sp>
    </p:spTree>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4450" name="Rectangle 2"/>
          <p:cNvSpPr>
            <a:spLocks noGrp="1"/>
          </p:cNvSpPr>
          <p:nvPr>
            <p:ph type="title"/>
          </p:nvPr>
        </p:nvSpPr>
        <p:spPr>
          <a:xfrm>
            <a:off x="685800" y="914400"/>
            <a:ext cx="7772400" cy="838200"/>
          </a:xfrm>
          <a:ln/>
        </p:spPr>
        <p:txBody>
          <a:bodyPr vert="horz" wrap="square" lIns="91440" tIns="45720" rIns="91440" bIns="45720" anchor="ctr" anchorCtr="0"/>
          <a:p>
            <a:pPr algn="l" eaLnBrk="1" hangingPunct="1"/>
            <a:r>
              <a:rPr lang="zh-CN" altLang="en-US" dirty="0"/>
              <a:t>浮点数乘、除法运算：</a:t>
            </a:r>
            <a:endParaRPr lang="zh-CN" altLang="en-US" dirty="0"/>
          </a:p>
        </p:txBody>
      </p:sp>
      <p:sp>
        <p:nvSpPr>
          <p:cNvPr id="104451" name="Rectangle 3"/>
          <p:cNvSpPr>
            <a:spLocks noGrp="1"/>
          </p:cNvSpPr>
          <p:nvPr>
            <p:ph type="body"/>
          </p:nvPr>
        </p:nvSpPr>
        <p:spPr>
          <a:xfrm>
            <a:off x="542925" y="1765300"/>
            <a:ext cx="8134350" cy="4114800"/>
          </a:xfrm>
          <a:ln/>
        </p:spPr>
        <p:txBody>
          <a:bodyPr vert="horz" wrap="square" lIns="91440" tIns="45720" rIns="91440" bIns="45720" anchor="t" anchorCtr="0"/>
          <a:p>
            <a:pPr eaLnBrk="1" hangingPunct="1">
              <a:lnSpc>
                <a:spcPct val="110000"/>
              </a:lnSpc>
            </a:pPr>
            <a:r>
              <a:rPr lang="zh-CN" altLang="en-US" b="1" dirty="0">
                <a:solidFill>
                  <a:srgbClr val="0000FF"/>
                </a:solidFill>
              </a:rPr>
              <a:t>浮点数的乘除法：</a:t>
            </a:r>
            <a:endParaRPr lang="zh-CN" altLang="en-US" b="1" dirty="0">
              <a:solidFill>
                <a:srgbClr val="0000FF"/>
              </a:solidFill>
            </a:endParaRPr>
          </a:p>
          <a:p>
            <a:pPr eaLnBrk="1" hangingPunct="1">
              <a:lnSpc>
                <a:spcPct val="110000"/>
              </a:lnSpc>
              <a:buNone/>
            </a:pPr>
            <a:r>
              <a:rPr lang="zh-CN" altLang="en-US" sz="2800" b="1" dirty="0">
                <a:solidFill>
                  <a:srgbClr val="0000FF"/>
                </a:solidFill>
                <a:latin typeface="宋体" panose="02010600030101010101" pitchFamily="2" charset="-122"/>
              </a:rPr>
              <a:t>    设有两个浮点数的分别为X=M</a:t>
            </a:r>
            <a:r>
              <a:rPr lang="zh-CN" altLang="en-US" sz="2800" b="1" baseline="-30000" dirty="0">
                <a:solidFill>
                  <a:srgbClr val="0000FF"/>
                </a:solidFill>
                <a:latin typeface="宋体" panose="02010600030101010101" pitchFamily="2" charset="-122"/>
              </a:rPr>
              <a:t>x</a:t>
            </a:r>
            <a:r>
              <a:rPr lang="zh-CN" altLang="en-US" sz="2800" b="1" dirty="0">
                <a:solidFill>
                  <a:srgbClr val="0000FF"/>
                </a:solidFill>
                <a:latin typeface="宋体" panose="02010600030101010101" pitchFamily="2" charset="-122"/>
              </a:rPr>
              <a:t>×2</a:t>
            </a:r>
            <a:r>
              <a:rPr lang="zh-CN" altLang="en-US" sz="2800" b="1" baseline="30000" dirty="0">
                <a:solidFill>
                  <a:srgbClr val="0000FF"/>
                </a:solidFill>
                <a:latin typeface="宋体" panose="02010600030101010101" pitchFamily="2" charset="-122"/>
              </a:rPr>
              <a:t>Ex</a:t>
            </a:r>
            <a:r>
              <a:rPr lang="zh-CN" altLang="en-US" sz="2800" b="1" dirty="0">
                <a:solidFill>
                  <a:srgbClr val="0000FF"/>
                </a:solidFill>
                <a:latin typeface="宋体" panose="02010600030101010101" pitchFamily="2" charset="-122"/>
              </a:rPr>
              <a:t>，Y=M</a:t>
            </a:r>
            <a:r>
              <a:rPr lang="zh-CN" altLang="en-US" sz="2800" b="1" baseline="-30000" dirty="0">
                <a:solidFill>
                  <a:srgbClr val="0000FF"/>
                </a:solidFill>
                <a:latin typeface="宋体" panose="02010600030101010101" pitchFamily="2" charset="-122"/>
              </a:rPr>
              <a:t>y</a:t>
            </a:r>
            <a:r>
              <a:rPr lang="zh-CN" altLang="en-US" sz="2800" b="1" dirty="0">
                <a:solidFill>
                  <a:srgbClr val="0000FF"/>
                </a:solidFill>
                <a:latin typeface="宋体" panose="02010600030101010101" pitchFamily="2" charset="-122"/>
              </a:rPr>
              <a:t>×2</a:t>
            </a:r>
            <a:r>
              <a:rPr lang="zh-CN" altLang="en-US" sz="2800" b="1" baseline="30000" dirty="0">
                <a:solidFill>
                  <a:srgbClr val="0000FF"/>
                </a:solidFill>
                <a:latin typeface="宋体" panose="02010600030101010101" pitchFamily="2" charset="-122"/>
              </a:rPr>
              <a:t>Ey</a:t>
            </a:r>
            <a:r>
              <a:rPr lang="zh-CN" altLang="en-US" sz="2800" b="1" dirty="0">
                <a:solidFill>
                  <a:srgbClr val="0000FF"/>
                </a:solidFill>
                <a:latin typeface="宋体" panose="02010600030101010101" pitchFamily="2" charset="-122"/>
              </a:rPr>
              <a:t>，</a:t>
            </a:r>
            <a:endParaRPr lang="zh-CN" altLang="en-US" sz="2800" b="1" dirty="0">
              <a:solidFill>
                <a:srgbClr val="0000FF"/>
              </a:solidFill>
              <a:latin typeface="宋体" panose="02010600030101010101" pitchFamily="2" charset="-122"/>
            </a:endParaRPr>
          </a:p>
          <a:p>
            <a:pPr eaLnBrk="1" hangingPunct="1">
              <a:lnSpc>
                <a:spcPct val="110000"/>
              </a:lnSpc>
              <a:buNone/>
            </a:pPr>
            <a:r>
              <a:rPr lang="zh-CN" altLang="en-US" sz="2800" b="1" dirty="0">
                <a:solidFill>
                  <a:srgbClr val="0000FF"/>
                </a:solidFill>
                <a:latin typeface="宋体" panose="02010600030101010101" pitchFamily="2" charset="-122"/>
              </a:rPr>
              <a:t>则浮点数乘法运算规则：</a:t>
            </a:r>
            <a:endParaRPr lang="zh-CN" altLang="en-US" sz="2800" b="1" dirty="0">
              <a:solidFill>
                <a:srgbClr val="0000FF"/>
              </a:solidFill>
              <a:latin typeface="宋体" panose="02010600030101010101" pitchFamily="2" charset="-122"/>
            </a:endParaRPr>
          </a:p>
          <a:p>
            <a:pPr eaLnBrk="1" hangingPunct="1">
              <a:lnSpc>
                <a:spcPct val="110000"/>
              </a:lnSpc>
              <a:buNone/>
            </a:pPr>
            <a:r>
              <a:rPr lang="zh-CN" altLang="en-US" sz="2800" b="1" dirty="0">
                <a:solidFill>
                  <a:srgbClr val="0000FF"/>
                </a:solidFill>
                <a:latin typeface="宋体" panose="02010600030101010101" pitchFamily="2" charset="-122"/>
              </a:rPr>
              <a:t>    X×Y=2</a:t>
            </a:r>
            <a:r>
              <a:rPr lang="zh-CN" altLang="en-US" sz="2800" b="1" baseline="42000" dirty="0">
                <a:solidFill>
                  <a:srgbClr val="0000FF"/>
                </a:solidFill>
                <a:latin typeface="宋体" panose="02010600030101010101" pitchFamily="2" charset="-122"/>
              </a:rPr>
              <a:t>（E</a:t>
            </a:r>
            <a:r>
              <a:rPr lang="zh-CN" altLang="en-US" sz="2800" b="1" baseline="4000" dirty="0">
                <a:solidFill>
                  <a:srgbClr val="0000FF"/>
                </a:solidFill>
                <a:latin typeface="宋体" panose="02010600030101010101" pitchFamily="2" charset="-122"/>
              </a:rPr>
              <a:t>X</a:t>
            </a:r>
            <a:r>
              <a:rPr lang="zh-CN" altLang="en-US" sz="2800" b="1" baseline="42000" dirty="0">
                <a:solidFill>
                  <a:srgbClr val="0000FF"/>
                </a:solidFill>
                <a:latin typeface="宋体" panose="02010600030101010101" pitchFamily="2" charset="-122"/>
              </a:rPr>
              <a:t>+E</a:t>
            </a:r>
            <a:r>
              <a:rPr lang="zh-CN" altLang="en-US" sz="2800" b="1" baseline="6000" dirty="0">
                <a:solidFill>
                  <a:srgbClr val="0000FF"/>
                </a:solidFill>
                <a:latin typeface="宋体" panose="02010600030101010101" pitchFamily="2" charset="-122"/>
              </a:rPr>
              <a:t>Y</a:t>
            </a:r>
            <a:r>
              <a:rPr lang="zh-CN" altLang="en-US" sz="2800" b="1" baseline="42000" dirty="0">
                <a:solidFill>
                  <a:srgbClr val="0000FF"/>
                </a:solidFill>
                <a:latin typeface="宋体" panose="02010600030101010101" pitchFamily="2" charset="-122"/>
              </a:rPr>
              <a:t>）</a:t>
            </a:r>
            <a:r>
              <a:rPr lang="zh-CN" altLang="en-US" sz="2800" b="1" dirty="0">
                <a:solidFill>
                  <a:srgbClr val="0000FF"/>
                </a:solidFill>
                <a:latin typeface="宋体" panose="02010600030101010101" pitchFamily="2" charset="-122"/>
              </a:rPr>
              <a:t>×（M</a:t>
            </a:r>
            <a:r>
              <a:rPr lang="zh-CN" altLang="en-US" sz="2800" b="1" baseline="-25000" dirty="0">
                <a:solidFill>
                  <a:srgbClr val="0000FF"/>
                </a:solidFill>
                <a:latin typeface="宋体" panose="02010600030101010101" pitchFamily="2" charset="-122"/>
              </a:rPr>
              <a:t>X</a:t>
            </a:r>
            <a:r>
              <a:rPr lang="zh-CN" altLang="en-US" sz="2800" b="1" dirty="0">
                <a:solidFill>
                  <a:srgbClr val="0000FF"/>
                </a:solidFill>
                <a:latin typeface="宋体" panose="02010600030101010101" pitchFamily="2" charset="-122"/>
              </a:rPr>
              <a:t>×M</a:t>
            </a:r>
            <a:r>
              <a:rPr lang="zh-CN" altLang="en-US" sz="2800" b="1" baseline="-25000" dirty="0">
                <a:solidFill>
                  <a:srgbClr val="0000FF"/>
                </a:solidFill>
                <a:latin typeface="宋体" panose="02010600030101010101" pitchFamily="2" charset="-122"/>
              </a:rPr>
              <a:t>Y</a:t>
            </a:r>
            <a:r>
              <a:rPr lang="zh-CN" altLang="en-US" sz="2800" b="1" dirty="0">
                <a:solidFill>
                  <a:srgbClr val="0000FF"/>
                </a:solidFill>
                <a:latin typeface="宋体" panose="02010600030101010101" pitchFamily="2" charset="-122"/>
              </a:rPr>
              <a:t>） </a:t>
            </a:r>
            <a:endParaRPr lang="zh-CN" altLang="en-US" sz="2800" b="1" dirty="0">
              <a:solidFill>
                <a:srgbClr val="0000FF"/>
              </a:solidFill>
              <a:latin typeface="宋体" panose="02010600030101010101" pitchFamily="2" charset="-122"/>
            </a:endParaRPr>
          </a:p>
          <a:p>
            <a:pPr eaLnBrk="1" hangingPunct="1">
              <a:lnSpc>
                <a:spcPct val="110000"/>
              </a:lnSpc>
              <a:buNone/>
            </a:pPr>
            <a:r>
              <a:rPr lang="zh-CN" altLang="en-US" sz="2800" b="1" dirty="0">
                <a:solidFill>
                  <a:srgbClr val="0000FF"/>
                </a:solidFill>
                <a:latin typeface="宋体" panose="02010600030101010101" pitchFamily="2" charset="-122"/>
              </a:rPr>
              <a:t>    设有两个浮点数的分别为X=M</a:t>
            </a:r>
            <a:r>
              <a:rPr lang="zh-CN" altLang="en-US" sz="2800" b="1" baseline="-30000" dirty="0">
                <a:solidFill>
                  <a:srgbClr val="0000FF"/>
                </a:solidFill>
                <a:latin typeface="宋体" panose="02010600030101010101" pitchFamily="2" charset="-122"/>
              </a:rPr>
              <a:t>x</a:t>
            </a:r>
            <a:r>
              <a:rPr lang="zh-CN" altLang="en-US" sz="2800" b="1" dirty="0">
                <a:solidFill>
                  <a:srgbClr val="0000FF"/>
                </a:solidFill>
                <a:latin typeface="宋体" panose="02010600030101010101" pitchFamily="2" charset="-122"/>
              </a:rPr>
              <a:t>×2</a:t>
            </a:r>
            <a:r>
              <a:rPr lang="zh-CN" altLang="en-US" sz="2800" b="1" baseline="30000" dirty="0">
                <a:solidFill>
                  <a:srgbClr val="0000FF"/>
                </a:solidFill>
                <a:latin typeface="宋体" panose="02010600030101010101" pitchFamily="2" charset="-122"/>
              </a:rPr>
              <a:t>Ex，</a:t>
            </a:r>
            <a:r>
              <a:rPr lang="zh-CN" altLang="en-US" sz="2800" b="1" dirty="0">
                <a:solidFill>
                  <a:srgbClr val="0000FF"/>
                </a:solidFill>
                <a:latin typeface="宋体" panose="02010600030101010101" pitchFamily="2" charset="-122"/>
              </a:rPr>
              <a:t>Y=M</a:t>
            </a:r>
            <a:r>
              <a:rPr lang="zh-CN" altLang="en-US" sz="2800" b="1" baseline="-30000" dirty="0">
                <a:solidFill>
                  <a:srgbClr val="0000FF"/>
                </a:solidFill>
                <a:latin typeface="宋体" panose="02010600030101010101" pitchFamily="2" charset="-122"/>
              </a:rPr>
              <a:t>y</a:t>
            </a:r>
            <a:r>
              <a:rPr lang="zh-CN" altLang="en-US" sz="2800" b="1" dirty="0">
                <a:solidFill>
                  <a:srgbClr val="0000FF"/>
                </a:solidFill>
                <a:latin typeface="宋体" panose="02010600030101010101" pitchFamily="2" charset="-122"/>
              </a:rPr>
              <a:t>×2</a:t>
            </a:r>
            <a:r>
              <a:rPr lang="zh-CN" altLang="en-US" sz="2800" b="1" baseline="30000" dirty="0">
                <a:solidFill>
                  <a:srgbClr val="0000FF"/>
                </a:solidFill>
                <a:latin typeface="宋体" panose="02010600030101010101" pitchFamily="2" charset="-122"/>
              </a:rPr>
              <a:t>Ey</a:t>
            </a:r>
            <a:r>
              <a:rPr lang="zh-CN" altLang="en-US" sz="2800" b="1" dirty="0">
                <a:solidFill>
                  <a:srgbClr val="0000FF"/>
                </a:solidFill>
                <a:latin typeface="宋体" panose="02010600030101010101" pitchFamily="2" charset="-122"/>
              </a:rPr>
              <a:t>，</a:t>
            </a:r>
            <a:endParaRPr lang="zh-CN" altLang="en-US" sz="2800" b="1" dirty="0">
              <a:solidFill>
                <a:srgbClr val="0000FF"/>
              </a:solidFill>
              <a:latin typeface="宋体" panose="02010600030101010101" pitchFamily="2" charset="-122"/>
            </a:endParaRPr>
          </a:p>
          <a:p>
            <a:pPr eaLnBrk="1" hangingPunct="1">
              <a:lnSpc>
                <a:spcPct val="110000"/>
              </a:lnSpc>
              <a:buNone/>
            </a:pPr>
            <a:r>
              <a:rPr lang="zh-CN" altLang="en-US" sz="2800" b="1" dirty="0">
                <a:solidFill>
                  <a:srgbClr val="0000FF"/>
                </a:solidFill>
                <a:latin typeface="宋体" panose="02010600030101010101" pitchFamily="2" charset="-122"/>
              </a:rPr>
              <a:t>则浮点除法运算规则：</a:t>
            </a:r>
            <a:endParaRPr lang="zh-CN" altLang="en-US" sz="2800" b="1" dirty="0">
              <a:solidFill>
                <a:srgbClr val="0000FF"/>
              </a:solidFill>
              <a:latin typeface="宋体" panose="02010600030101010101" pitchFamily="2" charset="-122"/>
            </a:endParaRPr>
          </a:p>
          <a:p>
            <a:pPr eaLnBrk="1" hangingPunct="1">
              <a:lnSpc>
                <a:spcPct val="110000"/>
              </a:lnSpc>
              <a:buNone/>
            </a:pPr>
            <a:r>
              <a:rPr lang="zh-CN" altLang="en-US" sz="2800" b="1" dirty="0">
                <a:solidFill>
                  <a:srgbClr val="0000FF"/>
                </a:solidFill>
                <a:latin typeface="宋体" panose="02010600030101010101" pitchFamily="2" charset="-122"/>
              </a:rPr>
              <a:t>    X</a:t>
            </a:r>
            <a:r>
              <a:rPr lang="en-US" altLang="zh-CN" sz="2800" b="1" dirty="0">
                <a:solidFill>
                  <a:srgbClr val="0000FF"/>
                </a:solidFill>
                <a:latin typeface="宋体" panose="02010600030101010101" pitchFamily="2" charset="-122"/>
              </a:rPr>
              <a:t>/</a:t>
            </a:r>
            <a:r>
              <a:rPr lang="zh-CN" altLang="en-US" sz="2800" b="1" dirty="0">
                <a:solidFill>
                  <a:srgbClr val="0000FF"/>
                </a:solidFill>
                <a:latin typeface="宋体" panose="02010600030101010101" pitchFamily="2" charset="-122"/>
              </a:rPr>
              <a:t>Y=2</a:t>
            </a:r>
            <a:r>
              <a:rPr lang="zh-CN" altLang="en-US" sz="2800" b="1" baseline="42000" dirty="0">
                <a:solidFill>
                  <a:srgbClr val="0000FF"/>
                </a:solidFill>
                <a:latin typeface="宋体" panose="02010600030101010101" pitchFamily="2" charset="-122"/>
              </a:rPr>
              <a:t>（E</a:t>
            </a:r>
            <a:r>
              <a:rPr lang="zh-CN" altLang="en-US" sz="2800" b="1" baseline="4000" dirty="0">
                <a:solidFill>
                  <a:srgbClr val="0000FF"/>
                </a:solidFill>
                <a:latin typeface="宋体" panose="02010600030101010101" pitchFamily="2" charset="-122"/>
              </a:rPr>
              <a:t>X</a:t>
            </a:r>
            <a:r>
              <a:rPr lang="zh-CN" altLang="en-US" sz="2800" b="1" baseline="42000" dirty="0">
                <a:solidFill>
                  <a:srgbClr val="0000FF"/>
                </a:solidFill>
                <a:latin typeface="宋体" panose="02010600030101010101" pitchFamily="2" charset="-122"/>
              </a:rPr>
              <a:t>-E</a:t>
            </a:r>
            <a:r>
              <a:rPr lang="zh-CN" altLang="en-US" sz="2800" b="1" baseline="6000" dirty="0">
                <a:solidFill>
                  <a:srgbClr val="0000FF"/>
                </a:solidFill>
                <a:latin typeface="宋体" panose="02010600030101010101" pitchFamily="2" charset="-122"/>
              </a:rPr>
              <a:t>Y</a:t>
            </a:r>
            <a:r>
              <a:rPr lang="zh-CN" altLang="en-US" sz="2800" b="1" baseline="42000" dirty="0">
                <a:solidFill>
                  <a:srgbClr val="0000FF"/>
                </a:solidFill>
                <a:latin typeface="宋体" panose="02010600030101010101" pitchFamily="2" charset="-122"/>
              </a:rPr>
              <a:t>）</a:t>
            </a:r>
            <a:r>
              <a:rPr lang="zh-CN" altLang="en-US" sz="2800" b="1" dirty="0">
                <a:solidFill>
                  <a:srgbClr val="0000FF"/>
                </a:solidFill>
                <a:latin typeface="宋体" panose="02010600030101010101" pitchFamily="2" charset="-122"/>
              </a:rPr>
              <a:t>×（M</a:t>
            </a:r>
            <a:r>
              <a:rPr lang="zh-CN" altLang="en-US" sz="2800" b="1" baseline="-25000" dirty="0">
                <a:solidFill>
                  <a:srgbClr val="0000FF"/>
                </a:solidFill>
                <a:latin typeface="宋体" panose="02010600030101010101" pitchFamily="2" charset="-122"/>
              </a:rPr>
              <a:t>X</a:t>
            </a:r>
            <a:r>
              <a:rPr lang="zh-CN" altLang="en-US" sz="2800" b="1" dirty="0">
                <a:solidFill>
                  <a:srgbClr val="0000FF"/>
                </a:solidFill>
                <a:latin typeface="宋体" panose="02010600030101010101" pitchFamily="2" charset="-122"/>
              </a:rPr>
              <a:t>÷M</a:t>
            </a:r>
            <a:r>
              <a:rPr lang="zh-CN" altLang="en-US" sz="2800" b="1" baseline="-25000" dirty="0">
                <a:solidFill>
                  <a:srgbClr val="0000FF"/>
                </a:solidFill>
                <a:latin typeface="宋体" panose="02010600030101010101" pitchFamily="2" charset="-122"/>
              </a:rPr>
              <a:t>Y</a:t>
            </a:r>
            <a:r>
              <a:rPr lang="zh-CN" altLang="en-US" sz="2800" b="1" dirty="0">
                <a:solidFill>
                  <a:srgbClr val="0000FF"/>
                </a:solidFill>
                <a:latin typeface="宋体" panose="02010600030101010101" pitchFamily="2" charset="-122"/>
              </a:rPr>
              <a:t>）</a:t>
            </a:r>
            <a:endParaRPr lang="zh-CN" altLang="en-US" b="1" dirty="0">
              <a:solidFill>
                <a:srgbClr val="0000FF"/>
              </a:solidFill>
            </a:endParaRPr>
          </a:p>
        </p:txBody>
      </p:sp>
    </p:spTree>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5474" name="Rectangle 2"/>
          <p:cNvSpPr>
            <a:spLocks noGrp="1"/>
          </p:cNvSpPr>
          <p:nvPr>
            <p:ph type="title"/>
          </p:nvPr>
        </p:nvSpPr>
        <p:spPr>
          <a:xfrm>
            <a:off x="685800" y="914400"/>
            <a:ext cx="7772400" cy="838200"/>
          </a:xfrm>
          <a:ln/>
        </p:spPr>
        <p:txBody>
          <a:bodyPr vert="horz" wrap="square" lIns="91440" tIns="45720" rIns="91440" bIns="45720" anchor="ctr" anchorCtr="0"/>
          <a:p>
            <a:pPr eaLnBrk="1" hangingPunct="1"/>
            <a:endParaRPr lang="zh-CN" altLang="en-US" dirty="0"/>
          </a:p>
        </p:txBody>
      </p:sp>
      <p:sp>
        <p:nvSpPr>
          <p:cNvPr id="105475" name="Rectangle 3"/>
          <p:cNvSpPr>
            <a:spLocks noGrp="1"/>
          </p:cNvSpPr>
          <p:nvPr>
            <p:ph type="body"/>
          </p:nvPr>
        </p:nvSpPr>
        <p:spPr>
          <a:xfrm>
            <a:off x="685800" y="1905000"/>
            <a:ext cx="8001000" cy="4343400"/>
          </a:xfrm>
          <a:ln/>
        </p:spPr>
        <p:txBody>
          <a:bodyPr vert="horz" wrap="square" lIns="91440" tIns="45720" rIns="91440" bIns="45720" anchor="t" anchorCtr="0"/>
          <a:p>
            <a:pPr marL="0" indent="0" eaLnBrk="1" hangingPunct="1">
              <a:lnSpc>
                <a:spcPct val="90000"/>
              </a:lnSpc>
            </a:pPr>
            <a:r>
              <a:rPr lang="zh-CN" altLang="en-US" sz="2800" b="1" dirty="0">
                <a:solidFill>
                  <a:srgbClr val="0000FF"/>
                </a:solidFill>
              </a:rPr>
              <a:t>浮点乘、除法的运算步骤：</a:t>
            </a:r>
            <a:endParaRPr lang="zh-CN" altLang="en-US" sz="2800" b="1" dirty="0">
              <a:solidFill>
                <a:srgbClr val="0000FF"/>
              </a:solidFill>
            </a:endParaRPr>
          </a:p>
          <a:p>
            <a:pPr marL="0" indent="0" eaLnBrk="1" hangingPunct="1">
              <a:lnSpc>
                <a:spcPct val="90000"/>
              </a:lnSpc>
              <a:buFont typeface="Wingdings" panose="05000000000000000000" pitchFamily="2" charset="2"/>
              <a:buAutoNum type="arabicPeriod"/>
            </a:pPr>
            <a:r>
              <a:rPr lang="zh-CN" altLang="en-US" sz="2800" b="1" dirty="0">
                <a:solidFill>
                  <a:srgbClr val="FF0000"/>
                </a:solidFill>
              </a:rPr>
              <a:t>检查操作数是否为0</a:t>
            </a:r>
            <a:endParaRPr lang="zh-CN" altLang="en-US" sz="2800" b="1" dirty="0">
              <a:solidFill>
                <a:srgbClr val="FF0000"/>
              </a:solidFill>
            </a:endParaRPr>
          </a:p>
          <a:p>
            <a:pPr marL="0" indent="0" eaLnBrk="1" hangingPunct="1">
              <a:lnSpc>
                <a:spcPct val="90000"/>
              </a:lnSpc>
              <a:buFont typeface="Wingdings" panose="05000000000000000000" pitchFamily="2" charset="2"/>
              <a:buAutoNum type="arabicPeriod"/>
            </a:pPr>
            <a:r>
              <a:rPr lang="zh-CN" altLang="en-US" sz="2800" b="1" dirty="0">
                <a:solidFill>
                  <a:srgbClr val="FF0000"/>
                </a:solidFill>
              </a:rPr>
              <a:t>阶码相加减</a:t>
            </a:r>
            <a:endParaRPr lang="zh-CN" altLang="en-US" sz="2800" b="1" dirty="0">
              <a:solidFill>
                <a:srgbClr val="FF0000"/>
              </a:solidFill>
            </a:endParaRPr>
          </a:p>
          <a:p>
            <a:pPr marL="0" indent="0" eaLnBrk="1" hangingPunct="1">
              <a:lnSpc>
                <a:spcPct val="90000"/>
              </a:lnSpc>
              <a:buFont typeface="Wingdings" panose="05000000000000000000" pitchFamily="2" charset="2"/>
              <a:buNone/>
            </a:pPr>
            <a:r>
              <a:rPr lang="zh-CN" altLang="en-US" sz="2800" b="1" dirty="0">
                <a:solidFill>
                  <a:srgbClr val="0000FF"/>
                </a:solidFill>
              </a:rPr>
              <a:t>        阶码通常用补码和移码形式表示。对于移码来说：</a:t>
            </a:r>
            <a:endParaRPr lang="zh-CN" altLang="en-US" sz="2800" b="1" dirty="0">
              <a:solidFill>
                <a:srgbClr val="0000FF"/>
              </a:solidFill>
            </a:endParaRPr>
          </a:p>
          <a:p>
            <a:pPr marL="0" indent="0" eaLnBrk="1" hangingPunct="1">
              <a:lnSpc>
                <a:spcPct val="90000"/>
              </a:lnSpc>
              <a:buFont typeface="Wingdings" panose="05000000000000000000" pitchFamily="2" charset="2"/>
              <a:buNone/>
            </a:pPr>
            <a:r>
              <a:rPr lang="zh-CN" altLang="en-US" sz="2800" b="1" dirty="0">
                <a:solidFill>
                  <a:srgbClr val="0000FF"/>
                </a:solidFill>
              </a:rPr>
              <a:t>          [X+Y]</a:t>
            </a:r>
            <a:r>
              <a:rPr lang="zh-CN" altLang="en-US" sz="2800" b="1" baseline="-25000" dirty="0">
                <a:solidFill>
                  <a:srgbClr val="0000FF"/>
                </a:solidFill>
              </a:rPr>
              <a:t>移</a:t>
            </a:r>
            <a:r>
              <a:rPr lang="zh-CN" altLang="en-US" sz="2800" b="1" dirty="0">
                <a:solidFill>
                  <a:srgbClr val="0000FF"/>
                </a:solidFill>
              </a:rPr>
              <a:t>=[X]</a:t>
            </a:r>
            <a:r>
              <a:rPr lang="zh-CN" altLang="en-US" sz="2800" b="1" baseline="-25000" dirty="0">
                <a:solidFill>
                  <a:srgbClr val="0000FF"/>
                </a:solidFill>
              </a:rPr>
              <a:t>移</a:t>
            </a:r>
            <a:r>
              <a:rPr lang="zh-CN" altLang="en-US" sz="2800" b="1" dirty="0">
                <a:solidFill>
                  <a:srgbClr val="0000FF"/>
                </a:solidFill>
              </a:rPr>
              <a:t>+[Y]</a:t>
            </a:r>
            <a:r>
              <a:rPr lang="zh-CN" altLang="en-US" sz="2800" b="1" baseline="-25000" dirty="0">
                <a:solidFill>
                  <a:srgbClr val="0000FF"/>
                </a:solidFill>
              </a:rPr>
              <a:t>补</a:t>
            </a:r>
            <a:endParaRPr lang="zh-CN" altLang="en-US" sz="2800" b="1" baseline="-25000" dirty="0">
              <a:solidFill>
                <a:srgbClr val="0000FF"/>
              </a:solidFill>
            </a:endParaRPr>
          </a:p>
          <a:p>
            <a:pPr marL="0" indent="0" eaLnBrk="1" hangingPunct="1">
              <a:lnSpc>
                <a:spcPct val="90000"/>
              </a:lnSpc>
              <a:buFont typeface="Wingdings" panose="05000000000000000000" pitchFamily="2" charset="2"/>
              <a:buNone/>
            </a:pPr>
            <a:r>
              <a:rPr lang="zh-CN" altLang="en-US" sz="2800" b="1" dirty="0">
                <a:solidFill>
                  <a:srgbClr val="0000FF"/>
                </a:solidFill>
              </a:rPr>
              <a:t>          [X-Y]</a:t>
            </a:r>
            <a:r>
              <a:rPr lang="zh-CN" altLang="en-US" sz="2800" b="1" baseline="-25000" dirty="0">
                <a:solidFill>
                  <a:srgbClr val="0000FF"/>
                </a:solidFill>
              </a:rPr>
              <a:t>移</a:t>
            </a:r>
            <a:r>
              <a:rPr lang="zh-CN" altLang="en-US" sz="2800" b="1" dirty="0">
                <a:solidFill>
                  <a:srgbClr val="0000FF"/>
                </a:solidFill>
              </a:rPr>
              <a:t>=[X]</a:t>
            </a:r>
            <a:r>
              <a:rPr lang="zh-CN" altLang="en-US" sz="2800" b="1" baseline="-25000" dirty="0">
                <a:solidFill>
                  <a:srgbClr val="0000FF"/>
                </a:solidFill>
              </a:rPr>
              <a:t>移</a:t>
            </a:r>
            <a:r>
              <a:rPr lang="zh-CN" altLang="en-US" sz="2800" b="1" dirty="0">
                <a:solidFill>
                  <a:srgbClr val="0000FF"/>
                </a:solidFill>
              </a:rPr>
              <a:t>+[-Y]</a:t>
            </a:r>
            <a:r>
              <a:rPr lang="zh-CN" altLang="en-US" sz="2800" b="1" baseline="-25000" dirty="0">
                <a:solidFill>
                  <a:srgbClr val="0000FF"/>
                </a:solidFill>
              </a:rPr>
              <a:t>补</a:t>
            </a:r>
            <a:endParaRPr lang="zh-CN" altLang="en-US" sz="2800" b="1" baseline="-25000" dirty="0">
              <a:solidFill>
                <a:srgbClr val="0000FF"/>
              </a:solidFill>
            </a:endParaRPr>
          </a:p>
          <a:p>
            <a:pPr marL="0" indent="0" eaLnBrk="1" hangingPunct="1">
              <a:lnSpc>
                <a:spcPct val="90000"/>
              </a:lnSpc>
              <a:buFont typeface="Wingdings" panose="05000000000000000000" pitchFamily="2" charset="2"/>
              <a:buNone/>
            </a:pPr>
            <a:r>
              <a:rPr lang="zh-CN" altLang="en-US" sz="2800" b="1" dirty="0">
                <a:solidFill>
                  <a:srgbClr val="0000FF"/>
                </a:solidFill>
              </a:rPr>
              <a:t>        在用移码进行计算时，判断溢出的条件是当结果的最高符号位为1时，则产生了溢出。</a:t>
            </a:r>
            <a:endParaRPr lang="zh-CN" altLang="en-US" sz="2800" b="1" dirty="0">
              <a:solidFill>
                <a:srgbClr val="0000FF"/>
              </a:solidFill>
            </a:endParaRPr>
          </a:p>
        </p:txBody>
      </p:sp>
    </p:spTree>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6498" name="Rectangle 2"/>
          <p:cNvSpPr>
            <a:spLocks noGrp="1"/>
          </p:cNvSpPr>
          <p:nvPr>
            <p:ph type="title"/>
          </p:nvPr>
        </p:nvSpPr>
        <p:spPr>
          <a:xfrm>
            <a:off x="685800" y="914400"/>
            <a:ext cx="7772400" cy="838200"/>
          </a:xfrm>
          <a:ln/>
        </p:spPr>
        <p:txBody>
          <a:bodyPr vert="horz" wrap="square" lIns="91440" tIns="45720" rIns="91440" bIns="45720" anchor="ctr" anchorCtr="0"/>
          <a:p>
            <a:pPr eaLnBrk="1" hangingPunct="1"/>
            <a:r>
              <a:rPr lang="zh-CN" altLang="en-US" dirty="0"/>
              <a:t>浮点运算器——浮点运算法</a:t>
            </a:r>
            <a:endParaRPr lang="zh-CN" altLang="en-US" dirty="0"/>
          </a:p>
        </p:txBody>
      </p:sp>
      <p:sp>
        <p:nvSpPr>
          <p:cNvPr id="106499" name="Rectangle 3"/>
          <p:cNvSpPr>
            <a:spLocks noGrp="1"/>
          </p:cNvSpPr>
          <p:nvPr>
            <p:ph type="body"/>
          </p:nvPr>
        </p:nvSpPr>
        <p:spPr>
          <a:xfrm>
            <a:off x="685800" y="1981200"/>
            <a:ext cx="8207375" cy="4114800"/>
          </a:xfrm>
          <a:ln/>
        </p:spPr>
        <p:txBody>
          <a:bodyPr vert="horz" wrap="square" lIns="91440" tIns="45720" rIns="91440" bIns="45720" anchor="t" anchorCtr="0"/>
          <a:p>
            <a:pPr marL="0" indent="723900" eaLnBrk="1" hangingPunct="1">
              <a:buFont typeface="Wingdings" panose="05000000000000000000" pitchFamily="2" charset="2"/>
              <a:buNone/>
            </a:pPr>
            <a:r>
              <a:rPr lang="zh-CN" altLang="en-US" sz="2800" b="1" dirty="0">
                <a:solidFill>
                  <a:srgbClr val="FF0000"/>
                </a:solidFill>
              </a:rPr>
              <a:t>3.尾数相乘除</a:t>
            </a:r>
            <a:endParaRPr lang="zh-CN" altLang="en-US" sz="2800" b="1" dirty="0">
              <a:solidFill>
                <a:srgbClr val="FF0000"/>
              </a:solidFill>
            </a:endParaRPr>
          </a:p>
          <a:p>
            <a:pPr marL="0" indent="723900" eaLnBrk="1" hangingPunct="1">
              <a:buFont typeface="Wingdings" panose="05000000000000000000" pitchFamily="2" charset="2"/>
              <a:buNone/>
            </a:pPr>
            <a:r>
              <a:rPr lang="zh-CN" altLang="en-US" sz="2800" b="1" dirty="0">
                <a:solidFill>
                  <a:srgbClr val="FF0000"/>
                </a:solidFill>
              </a:rPr>
              <a:t>4.结果规格化</a:t>
            </a:r>
            <a:endParaRPr lang="zh-CN" altLang="en-US" sz="2800" b="1" dirty="0">
              <a:solidFill>
                <a:srgbClr val="FF0000"/>
              </a:solidFill>
            </a:endParaRPr>
          </a:p>
          <a:p>
            <a:pPr marL="0" indent="723900" eaLnBrk="1" hangingPunct="1">
              <a:buFont typeface="Wingdings" panose="05000000000000000000" pitchFamily="2" charset="2"/>
              <a:buNone/>
            </a:pPr>
            <a:r>
              <a:rPr lang="zh-CN" altLang="en-US" sz="2800" b="1" dirty="0">
                <a:solidFill>
                  <a:srgbClr val="FF0000"/>
                </a:solidFill>
              </a:rPr>
              <a:t>5.舍入处理</a:t>
            </a:r>
            <a:endParaRPr lang="zh-CN" altLang="en-US" sz="2800" b="1" dirty="0">
              <a:solidFill>
                <a:srgbClr val="FF0000"/>
              </a:solidFill>
            </a:endParaRPr>
          </a:p>
          <a:p>
            <a:pPr marL="0" indent="723900" eaLnBrk="1" hangingPunct="1">
              <a:buFont typeface="Wingdings" panose="05000000000000000000" pitchFamily="2" charset="2"/>
              <a:buNone/>
            </a:pPr>
            <a:r>
              <a:rPr lang="zh-CN" altLang="en-US" sz="2800" b="1" dirty="0">
                <a:solidFill>
                  <a:srgbClr val="FF0000"/>
                </a:solidFill>
              </a:rPr>
              <a:t>6.检查结果是否溢出</a:t>
            </a:r>
            <a:endParaRPr lang="zh-CN" altLang="en-US" sz="2800" b="1" dirty="0">
              <a:solidFill>
                <a:srgbClr val="FF0000"/>
              </a:solidFill>
            </a:endParaRPr>
          </a:p>
        </p:txBody>
      </p:sp>
    </p:spTree>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7522" name="Rectangle 2"/>
          <p:cNvSpPr>
            <a:spLocks noGrp="1"/>
          </p:cNvSpPr>
          <p:nvPr>
            <p:ph type="title"/>
          </p:nvPr>
        </p:nvSpPr>
        <p:spPr>
          <a:xfrm>
            <a:off x="685800" y="914400"/>
            <a:ext cx="7772400" cy="838200"/>
          </a:xfrm>
          <a:ln/>
        </p:spPr>
        <p:txBody>
          <a:bodyPr vert="horz" wrap="square" lIns="91440" tIns="45720" rIns="91440" bIns="45720" anchor="ctr" anchorCtr="0"/>
          <a:p>
            <a:pPr eaLnBrk="1" hangingPunct="1"/>
            <a:r>
              <a:rPr lang="zh-CN" altLang="en-US" dirty="0"/>
              <a:t>浮点运算器——浮点运算方法</a:t>
            </a:r>
            <a:endParaRPr lang="zh-CN" altLang="en-US" dirty="0"/>
          </a:p>
        </p:txBody>
      </p:sp>
      <p:sp>
        <p:nvSpPr>
          <p:cNvPr id="107523" name="Rectangle 3"/>
          <p:cNvSpPr>
            <a:spLocks noGrp="1"/>
          </p:cNvSpPr>
          <p:nvPr>
            <p:ph type="body"/>
          </p:nvPr>
        </p:nvSpPr>
        <p:spPr>
          <a:xfrm>
            <a:off x="533400" y="1752600"/>
            <a:ext cx="7924800" cy="4343400"/>
          </a:xfrm>
          <a:ln/>
        </p:spPr>
        <p:txBody>
          <a:bodyPr vert="horz" wrap="square" lIns="91440" tIns="45720" rIns="91440" bIns="45720" anchor="t" anchorCtr="0"/>
          <a:p>
            <a:pPr marL="609600" indent="-609600" eaLnBrk="1" hangingPunct="1">
              <a:buNone/>
            </a:pPr>
            <a:r>
              <a:rPr lang="zh-CN" altLang="en-US" sz="2800" b="1" dirty="0"/>
              <a:t>浮点运算器</a:t>
            </a:r>
            <a:endParaRPr lang="zh-CN" altLang="en-US" sz="2800" b="1" dirty="0"/>
          </a:p>
          <a:p>
            <a:pPr marL="609600" indent="-609600" eaLnBrk="1" hangingPunct="1">
              <a:buFont typeface="Wingdings" panose="05000000000000000000" pitchFamily="2" charset="2"/>
              <a:buAutoNum type="arabicPeriod"/>
            </a:pPr>
            <a:r>
              <a:rPr lang="zh-CN" altLang="en-US" sz="2800" b="1" dirty="0"/>
              <a:t>CPU之外的浮点运算器</a:t>
            </a:r>
            <a:endParaRPr lang="zh-CN" altLang="en-US" sz="3600" b="1" dirty="0"/>
          </a:p>
        </p:txBody>
      </p:sp>
      <p:grpSp>
        <p:nvGrpSpPr>
          <p:cNvPr id="107524" name="Group 4"/>
          <p:cNvGrpSpPr/>
          <p:nvPr/>
        </p:nvGrpSpPr>
        <p:grpSpPr>
          <a:xfrm>
            <a:off x="533400" y="2209800"/>
            <a:ext cx="7696200" cy="4100513"/>
            <a:chOff x="0" y="0"/>
            <a:chExt cx="4848" cy="2583"/>
          </a:xfrm>
        </p:grpSpPr>
        <p:sp>
          <p:nvSpPr>
            <p:cNvPr id="107525" name="Rectangle 5"/>
            <p:cNvSpPr/>
            <p:nvPr/>
          </p:nvSpPr>
          <p:spPr>
            <a:xfrm>
              <a:off x="3984" y="1872"/>
              <a:ext cx="624" cy="432"/>
            </a:xfrm>
            <a:prstGeom prst="rect">
              <a:avLst/>
            </a:prstGeom>
            <a:solidFill>
              <a:schemeClr val="accent1"/>
            </a:solidFill>
            <a:ln w="9525" cap="flat" cmpd="sng">
              <a:solidFill>
                <a:schemeClr val="tx1"/>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buChar char="•"/>
                <a:defRPr sz="3200">
                  <a:solidFill>
                    <a:srgbClr val="666699"/>
                  </a:solidFill>
                  <a:latin typeface="+mn-lt"/>
                  <a:ea typeface="+mn-ea"/>
                  <a:cs typeface="+mn-cs"/>
                </a:defRPr>
              </a:lvl1pPr>
              <a:lvl2pPr marL="742950" indent="-285750" algn="l" rtl="0" eaLnBrk="0" fontAlgn="base" hangingPunct="0">
                <a:spcBef>
                  <a:spcPct val="20000"/>
                </a:spcBef>
                <a:spcAft>
                  <a:spcPct val="0"/>
                </a:spcAft>
                <a:buChar char="–"/>
                <a:defRPr sz="2800">
                  <a:solidFill>
                    <a:srgbClr val="666699"/>
                  </a:solidFill>
                  <a:latin typeface="+mn-lt"/>
                  <a:ea typeface="+mn-ea"/>
                </a:defRPr>
              </a:lvl2pPr>
              <a:lvl3pPr marL="1143000" indent="-228600" algn="l" rtl="0" eaLnBrk="0" fontAlgn="base" hangingPunct="0">
                <a:spcBef>
                  <a:spcPct val="20000"/>
                </a:spcBef>
                <a:spcAft>
                  <a:spcPct val="0"/>
                </a:spcAft>
                <a:buChar char="•"/>
                <a:defRPr sz="2400">
                  <a:solidFill>
                    <a:srgbClr val="666699"/>
                  </a:solidFill>
                  <a:latin typeface="+mn-lt"/>
                  <a:ea typeface="+mn-ea"/>
                </a:defRPr>
              </a:lvl3pPr>
              <a:lvl4pPr marL="1600200" indent="-228600" algn="l" rtl="0" eaLnBrk="0" fontAlgn="base" hangingPunct="0">
                <a:spcBef>
                  <a:spcPct val="20000"/>
                </a:spcBef>
                <a:spcAft>
                  <a:spcPct val="0"/>
                </a:spcAft>
                <a:buChar char="–"/>
                <a:defRPr sz="2000">
                  <a:solidFill>
                    <a:srgbClr val="666699"/>
                  </a:solidFill>
                  <a:latin typeface="+mn-lt"/>
                  <a:ea typeface="+mn-ea"/>
                </a:defRPr>
              </a:lvl4pPr>
              <a:lvl5pPr marL="2057400" indent="-228600" algn="l" rtl="0" eaLnBrk="0" fontAlgn="base" hangingPunct="0">
                <a:spcBef>
                  <a:spcPct val="20000"/>
                </a:spcBef>
                <a:spcAft>
                  <a:spcPct val="0"/>
                </a:spcAft>
                <a:buChar char="»"/>
                <a:defRPr sz="2000">
                  <a:solidFill>
                    <a:srgbClr val="666699"/>
                  </a:solidFill>
                  <a:latin typeface="+mn-lt"/>
                  <a:ea typeface="+mn-ea"/>
                </a:defRPr>
              </a:lvl5pPr>
            </a:lstStyle>
            <a:p>
              <a:pPr marL="0" lvl="0" indent="0" eaLnBrk="1" hangingPunct="1">
                <a:spcBef>
                  <a:spcPct val="0"/>
                </a:spcBef>
                <a:buNone/>
              </a:pPr>
              <a:endParaRPr lang="zh-CN" altLang="en-US" sz="2400" dirty="0">
                <a:solidFill>
                  <a:schemeClr val="tx1"/>
                </a:solidFill>
              </a:endParaRPr>
            </a:p>
          </p:txBody>
        </p:sp>
        <p:sp>
          <p:nvSpPr>
            <p:cNvPr id="107526" name="Rectangle 6"/>
            <p:cNvSpPr/>
            <p:nvPr/>
          </p:nvSpPr>
          <p:spPr>
            <a:xfrm>
              <a:off x="4032" y="1200"/>
              <a:ext cx="576" cy="384"/>
            </a:xfrm>
            <a:prstGeom prst="rect">
              <a:avLst/>
            </a:prstGeom>
            <a:solidFill>
              <a:schemeClr val="accent1"/>
            </a:solidFill>
            <a:ln w="9525" cap="flat" cmpd="sng">
              <a:solidFill>
                <a:schemeClr val="tx1"/>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buChar char="•"/>
                <a:defRPr sz="3200">
                  <a:solidFill>
                    <a:srgbClr val="666699"/>
                  </a:solidFill>
                  <a:latin typeface="+mn-lt"/>
                  <a:ea typeface="+mn-ea"/>
                  <a:cs typeface="+mn-cs"/>
                </a:defRPr>
              </a:lvl1pPr>
              <a:lvl2pPr marL="742950" indent="-285750" algn="l" rtl="0" eaLnBrk="0" fontAlgn="base" hangingPunct="0">
                <a:spcBef>
                  <a:spcPct val="20000"/>
                </a:spcBef>
                <a:spcAft>
                  <a:spcPct val="0"/>
                </a:spcAft>
                <a:buChar char="–"/>
                <a:defRPr sz="2800">
                  <a:solidFill>
                    <a:srgbClr val="666699"/>
                  </a:solidFill>
                  <a:latin typeface="+mn-lt"/>
                  <a:ea typeface="+mn-ea"/>
                </a:defRPr>
              </a:lvl2pPr>
              <a:lvl3pPr marL="1143000" indent="-228600" algn="l" rtl="0" eaLnBrk="0" fontAlgn="base" hangingPunct="0">
                <a:spcBef>
                  <a:spcPct val="20000"/>
                </a:spcBef>
                <a:spcAft>
                  <a:spcPct val="0"/>
                </a:spcAft>
                <a:buChar char="•"/>
                <a:defRPr sz="2400">
                  <a:solidFill>
                    <a:srgbClr val="666699"/>
                  </a:solidFill>
                  <a:latin typeface="+mn-lt"/>
                  <a:ea typeface="+mn-ea"/>
                </a:defRPr>
              </a:lvl3pPr>
              <a:lvl4pPr marL="1600200" indent="-228600" algn="l" rtl="0" eaLnBrk="0" fontAlgn="base" hangingPunct="0">
                <a:spcBef>
                  <a:spcPct val="20000"/>
                </a:spcBef>
                <a:spcAft>
                  <a:spcPct val="0"/>
                </a:spcAft>
                <a:buChar char="–"/>
                <a:defRPr sz="2000">
                  <a:solidFill>
                    <a:srgbClr val="666699"/>
                  </a:solidFill>
                  <a:latin typeface="+mn-lt"/>
                  <a:ea typeface="+mn-ea"/>
                </a:defRPr>
              </a:lvl4pPr>
              <a:lvl5pPr marL="2057400" indent="-228600" algn="l" rtl="0" eaLnBrk="0" fontAlgn="base" hangingPunct="0">
                <a:spcBef>
                  <a:spcPct val="20000"/>
                </a:spcBef>
                <a:spcAft>
                  <a:spcPct val="0"/>
                </a:spcAft>
                <a:buChar char="»"/>
                <a:defRPr sz="2000">
                  <a:solidFill>
                    <a:srgbClr val="666699"/>
                  </a:solidFill>
                  <a:latin typeface="+mn-lt"/>
                  <a:ea typeface="+mn-ea"/>
                </a:defRPr>
              </a:lvl5pPr>
            </a:lstStyle>
            <a:p>
              <a:pPr marL="0" lvl="0" indent="0" eaLnBrk="1" hangingPunct="1">
                <a:spcBef>
                  <a:spcPct val="0"/>
                </a:spcBef>
                <a:buNone/>
              </a:pPr>
              <a:endParaRPr lang="zh-CN" altLang="en-US" sz="2400" dirty="0">
                <a:solidFill>
                  <a:schemeClr val="tx1"/>
                </a:solidFill>
              </a:endParaRPr>
            </a:p>
          </p:txBody>
        </p:sp>
        <p:sp>
          <p:nvSpPr>
            <p:cNvPr id="107527" name="Rectangle 7"/>
            <p:cNvSpPr/>
            <p:nvPr/>
          </p:nvSpPr>
          <p:spPr>
            <a:xfrm>
              <a:off x="3168" y="1824"/>
              <a:ext cx="624" cy="672"/>
            </a:xfrm>
            <a:prstGeom prst="rect">
              <a:avLst/>
            </a:prstGeom>
            <a:solidFill>
              <a:schemeClr val="accent1"/>
            </a:solidFill>
            <a:ln w="9525" cap="flat" cmpd="sng">
              <a:solidFill>
                <a:schemeClr val="tx1"/>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buChar char="•"/>
                <a:defRPr sz="3200">
                  <a:solidFill>
                    <a:srgbClr val="666699"/>
                  </a:solidFill>
                  <a:latin typeface="+mn-lt"/>
                  <a:ea typeface="+mn-ea"/>
                  <a:cs typeface="+mn-cs"/>
                </a:defRPr>
              </a:lvl1pPr>
              <a:lvl2pPr marL="742950" indent="-285750" algn="l" rtl="0" eaLnBrk="0" fontAlgn="base" hangingPunct="0">
                <a:spcBef>
                  <a:spcPct val="20000"/>
                </a:spcBef>
                <a:spcAft>
                  <a:spcPct val="0"/>
                </a:spcAft>
                <a:buChar char="–"/>
                <a:defRPr sz="2800">
                  <a:solidFill>
                    <a:srgbClr val="666699"/>
                  </a:solidFill>
                  <a:latin typeface="+mn-lt"/>
                  <a:ea typeface="+mn-ea"/>
                </a:defRPr>
              </a:lvl2pPr>
              <a:lvl3pPr marL="1143000" indent="-228600" algn="l" rtl="0" eaLnBrk="0" fontAlgn="base" hangingPunct="0">
                <a:spcBef>
                  <a:spcPct val="20000"/>
                </a:spcBef>
                <a:spcAft>
                  <a:spcPct val="0"/>
                </a:spcAft>
                <a:buChar char="•"/>
                <a:defRPr sz="2400">
                  <a:solidFill>
                    <a:srgbClr val="666699"/>
                  </a:solidFill>
                  <a:latin typeface="+mn-lt"/>
                  <a:ea typeface="+mn-ea"/>
                </a:defRPr>
              </a:lvl3pPr>
              <a:lvl4pPr marL="1600200" indent="-228600" algn="l" rtl="0" eaLnBrk="0" fontAlgn="base" hangingPunct="0">
                <a:spcBef>
                  <a:spcPct val="20000"/>
                </a:spcBef>
                <a:spcAft>
                  <a:spcPct val="0"/>
                </a:spcAft>
                <a:buChar char="–"/>
                <a:defRPr sz="2000">
                  <a:solidFill>
                    <a:srgbClr val="666699"/>
                  </a:solidFill>
                  <a:latin typeface="+mn-lt"/>
                  <a:ea typeface="+mn-ea"/>
                </a:defRPr>
              </a:lvl4pPr>
              <a:lvl5pPr marL="2057400" indent="-228600" algn="l" rtl="0" eaLnBrk="0" fontAlgn="base" hangingPunct="0">
                <a:spcBef>
                  <a:spcPct val="20000"/>
                </a:spcBef>
                <a:spcAft>
                  <a:spcPct val="0"/>
                </a:spcAft>
                <a:buChar char="»"/>
                <a:defRPr sz="2000">
                  <a:solidFill>
                    <a:srgbClr val="666699"/>
                  </a:solidFill>
                  <a:latin typeface="+mn-lt"/>
                  <a:ea typeface="+mn-ea"/>
                </a:defRPr>
              </a:lvl5pPr>
            </a:lstStyle>
            <a:p>
              <a:pPr marL="0" lvl="0" indent="0" eaLnBrk="1" hangingPunct="1">
                <a:spcBef>
                  <a:spcPct val="0"/>
                </a:spcBef>
                <a:buNone/>
              </a:pPr>
              <a:endParaRPr lang="zh-CN" altLang="en-US" sz="2400" dirty="0">
                <a:solidFill>
                  <a:schemeClr val="tx1"/>
                </a:solidFill>
              </a:endParaRPr>
            </a:p>
          </p:txBody>
        </p:sp>
        <p:sp>
          <p:nvSpPr>
            <p:cNvPr id="107528" name="Rectangle 8"/>
            <p:cNvSpPr/>
            <p:nvPr/>
          </p:nvSpPr>
          <p:spPr>
            <a:xfrm>
              <a:off x="2688" y="1824"/>
              <a:ext cx="288" cy="624"/>
            </a:xfrm>
            <a:prstGeom prst="rect">
              <a:avLst/>
            </a:prstGeom>
            <a:solidFill>
              <a:schemeClr val="accent1"/>
            </a:solidFill>
            <a:ln w="9525" cap="flat" cmpd="sng">
              <a:solidFill>
                <a:schemeClr val="tx1"/>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buChar char="•"/>
                <a:defRPr sz="3200">
                  <a:solidFill>
                    <a:srgbClr val="666699"/>
                  </a:solidFill>
                  <a:latin typeface="+mn-lt"/>
                  <a:ea typeface="+mn-ea"/>
                  <a:cs typeface="+mn-cs"/>
                </a:defRPr>
              </a:lvl1pPr>
              <a:lvl2pPr marL="742950" indent="-285750" algn="l" rtl="0" eaLnBrk="0" fontAlgn="base" hangingPunct="0">
                <a:spcBef>
                  <a:spcPct val="20000"/>
                </a:spcBef>
                <a:spcAft>
                  <a:spcPct val="0"/>
                </a:spcAft>
                <a:buChar char="–"/>
                <a:defRPr sz="2800">
                  <a:solidFill>
                    <a:srgbClr val="666699"/>
                  </a:solidFill>
                  <a:latin typeface="+mn-lt"/>
                  <a:ea typeface="+mn-ea"/>
                </a:defRPr>
              </a:lvl2pPr>
              <a:lvl3pPr marL="1143000" indent="-228600" algn="l" rtl="0" eaLnBrk="0" fontAlgn="base" hangingPunct="0">
                <a:spcBef>
                  <a:spcPct val="20000"/>
                </a:spcBef>
                <a:spcAft>
                  <a:spcPct val="0"/>
                </a:spcAft>
                <a:buChar char="•"/>
                <a:defRPr sz="2400">
                  <a:solidFill>
                    <a:srgbClr val="666699"/>
                  </a:solidFill>
                  <a:latin typeface="+mn-lt"/>
                  <a:ea typeface="+mn-ea"/>
                </a:defRPr>
              </a:lvl3pPr>
              <a:lvl4pPr marL="1600200" indent="-228600" algn="l" rtl="0" eaLnBrk="0" fontAlgn="base" hangingPunct="0">
                <a:spcBef>
                  <a:spcPct val="20000"/>
                </a:spcBef>
                <a:spcAft>
                  <a:spcPct val="0"/>
                </a:spcAft>
                <a:buChar char="–"/>
                <a:defRPr sz="2000">
                  <a:solidFill>
                    <a:srgbClr val="666699"/>
                  </a:solidFill>
                  <a:latin typeface="+mn-lt"/>
                  <a:ea typeface="+mn-ea"/>
                </a:defRPr>
              </a:lvl4pPr>
              <a:lvl5pPr marL="2057400" indent="-228600" algn="l" rtl="0" eaLnBrk="0" fontAlgn="base" hangingPunct="0">
                <a:spcBef>
                  <a:spcPct val="20000"/>
                </a:spcBef>
                <a:spcAft>
                  <a:spcPct val="0"/>
                </a:spcAft>
                <a:buChar char="»"/>
                <a:defRPr sz="2000">
                  <a:solidFill>
                    <a:srgbClr val="666699"/>
                  </a:solidFill>
                  <a:latin typeface="+mn-lt"/>
                  <a:ea typeface="+mn-ea"/>
                </a:defRPr>
              </a:lvl5pPr>
            </a:lstStyle>
            <a:p>
              <a:pPr marL="0" lvl="0" indent="0" eaLnBrk="1" hangingPunct="1">
                <a:spcBef>
                  <a:spcPct val="0"/>
                </a:spcBef>
                <a:buNone/>
              </a:pPr>
              <a:endParaRPr lang="zh-CN" altLang="en-US" sz="2400" dirty="0">
                <a:solidFill>
                  <a:schemeClr val="tx1"/>
                </a:solidFill>
              </a:endParaRPr>
            </a:p>
          </p:txBody>
        </p:sp>
        <p:sp>
          <p:nvSpPr>
            <p:cNvPr id="107529" name="Rectangle 9"/>
            <p:cNvSpPr/>
            <p:nvPr/>
          </p:nvSpPr>
          <p:spPr>
            <a:xfrm>
              <a:off x="1872" y="1056"/>
              <a:ext cx="720" cy="384"/>
            </a:xfrm>
            <a:prstGeom prst="rect">
              <a:avLst/>
            </a:prstGeom>
            <a:solidFill>
              <a:schemeClr val="accent1"/>
            </a:solidFill>
            <a:ln w="9525" cap="flat" cmpd="sng">
              <a:solidFill>
                <a:schemeClr val="tx1"/>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buChar char="•"/>
                <a:defRPr sz="3200">
                  <a:solidFill>
                    <a:srgbClr val="666699"/>
                  </a:solidFill>
                  <a:latin typeface="+mn-lt"/>
                  <a:ea typeface="+mn-ea"/>
                  <a:cs typeface="+mn-cs"/>
                </a:defRPr>
              </a:lvl1pPr>
              <a:lvl2pPr marL="742950" indent="-285750" algn="l" rtl="0" eaLnBrk="0" fontAlgn="base" hangingPunct="0">
                <a:spcBef>
                  <a:spcPct val="20000"/>
                </a:spcBef>
                <a:spcAft>
                  <a:spcPct val="0"/>
                </a:spcAft>
                <a:buChar char="–"/>
                <a:defRPr sz="2800">
                  <a:solidFill>
                    <a:srgbClr val="666699"/>
                  </a:solidFill>
                  <a:latin typeface="+mn-lt"/>
                  <a:ea typeface="+mn-ea"/>
                </a:defRPr>
              </a:lvl2pPr>
              <a:lvl3pPr marL="1143000" indent="-228600" algn="l" rtl="0" eaLnBrk="0" fontAlgn="base" hangingPunct="0">
                <a:spcBef>
                  <a:spcPct val="20000"/>
                </a:spcBef>
                <a:spcAft>
                  <a:spcPct val="0"/>
                </a:spcAft>
                <a:buChar char="•"/>
                <a:defRPr sz="2400">
                  <a:solidFill>
                    <a:srgbClr val="666699"/>
                  </a:solidFill>
                  <a:latin typeface="+mn-lt"/>
                  <a:ea typeface="+mn-ea"/>
                </a:defRPr>
              </a:lvl3pPr>
              <a:lvl4pPr marL="1600200" indent="-228600" algn="l" rtl="0" eaLnBrk="0" fontAlgn="base" hangingPunct="0">
                <a:spcBef>
                  <a:spcPct val="20000"/>
                </a:spcBef>
                <a:spcAft>
                  <a:spcPct val="0"/>
                </a:spcAft>
                <a:buChar char="–"/>
                <a:defRPr sz="2000">
                  <a:solidFill>
                    <a:srgbClr val="666699"/>
                  </a:solidFill>
                  <a:latin typeface="+mn-lt"/>
                  <a:ea typeface="+mn-ea"/>
                </a:defRPr>
              </a:lvl4pPr>
              <a:lvl5pPr marL="2057400" indent="-228600" algn="l" rtl="0" eaLnBrk="0" fontAlgn="base" hangingPunct="0">
                <a:spcBef>
                  <a:spcPct val="20000"/>
                </a:spcBef>
                <a:spcAft>
                  <a:spcPct val="0"/>
                </a:spcAft>
                <a:buChar char="»"/>
                <a:defRPr sz="2000">
                  <a:solidFill>
                    <a:srgbClr val="666699"/>
                  </a:solidFill>
                  <a:latin typeface="+mn-lt"/>
                  <a:ea typeface="+mn-ea"/>
                </a:defRPr>
              </a:lvl5pPr>
            </a:lstStyle>
            <a:p>
              <a:pPr marL="0" lvl="0" indent="0" eaLnBrk="1" hangingPunct="1">
                <a:spcBef>
                  <a:spcPct val="0"/>
                </a:spcBef>
                <a:buNone/>
              </a:pPr>
              <a:endParaRPr lang="zh-CN" altLang="en-US" sz="2400" dirty="0">
                <a:solidFill>
                  <a:schemeClr val="tx1"/>
                </a:solidFill>
              </a:endParaRPr>
            </a:p>
          </p:txBody>
        </p:sp>
        <p:sp>
          <p:nvSpPr>
            <p:cNvPr id="107530" name="Rectangle 10"/>
            <p:cNvSpPr/>
            <p:nvPr/>
          </p:nvSpPr>
          <p:spPr>
            <a:xfrm>
              <a:off x="1248" y="1536"/>
              <a:ext cx="576" cy="384"/>
            </a:xfrm>
            <a:prstGeom prst="rect">
              <a:avLst/>
            </a:prstGeom>
            <a:solidFill>
              <a:schemeClr val="accent1"/>
            </a:solidFill>
            <a:ln w="9525" cap="flat" cmpd="sng">
              <a:solidFill>
                <a:schemeClr val="tx1"/>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buChar char="•"/>
                <a:defRPr sz="3200">
                  <a:solidFill>
                    <a:srgbClr val="666699"/>
                  </a:solidFill>
                  <a:latin typeface="+mn-lt"/>
                  <a:ea typeface="+mn-ea"/>
                  <a:cs typeface="+mn-cs"/>
                </a:defRPr>
              </a:lvl1pPr>
              <a:lvl2pPr marL="742950" indent="-285750" algn="l" rtl="0" eaLnBrk="0" fontAlgn="base" hangingPunct="0">
                <a:spcBef>
                  <a:spcPct val="20000"/>
                </a:spcBef>
                <a:spcAft>
                  <a:spcPct val="0"/>
                </a:spcAft>
                <a:buChar char="–"/>
                <a:defRPr sz="2800">
                  <a:solidFill>
                    <a:srgbClr val="666699"/>
                  </a:solidFill>
                  <a:latin typeface="+mn-lt"/>
                  <a:ea typeface="+mn-ea"/>
                </a:defRPr>
              </a:lvl2pPr>
              <a:lvl3pPr marL="1143000" indent="-228600" algn="l" rtl="0" eaLnBrk="0" fontAlgn="base" hangingPunct="0">
                <a:spcBef>
                  <a:spcPct val="20000"/>
                </a:spcBef>
                <a:spcAft>
                  <a:spcPct val="0"/>
                </a:spcAft>
                <a:buChar char="•"/>
                <a:defRPr sz="2400">
                  <a:solidFill>
                    <a:srgbClr val="666699"/>
                  </a:solidFill>
                  <a:latin typeface="+mn-lt"/>
                  <a:ea typeface="+mn-ea"/>
                </a:defRPr>
              </a:lvl3pPr>
              <a:lvl4pPr marL="1600200" indent="-228600" algn="l" rtl="0" eaLnBrk="0" fontAlgn="base" hangingPunct="0">
                <a:spcBef>
                  <a:spcPct val="20000"/>
                </a:spcBef>
                <a:spcAft>
                  <a:spcPct val="0"/>
                </a:spcAft>
                <a:buChar char="–"/>
                <a:defRPr sz="2000">
                  <a:solidFill>
                    <a:srgbClr val="666699"/>
                  </a:solidFill>
                  <a:latin typeface="+mn-lt"/>
                  <a:ea typeface="+mn-ea"/>
                </a:defRPr>
              </a:lvl4pPr>
              <a:lvl5pPr marL="2057400" indent="-228600" algn="l" rtl="0" eaLnBrk="0" fontAlgn="base" hangingPunct="0">
                <a:spcBef>
                  <a:spcPct val="20000"/>
                </a:spcBef>
                <a:spcAft>
                  <a:spcPct val="0"/>
                </a:spcAft>
                <a:buChar char="»"/>
                <a:defRPr sz="2000">
                  <a:solidFill>
                    <a:srgbClr val="666699"/>
                  </a:solidFill>
                  <a:latin typeface="+mn-lt"/>
                  <a:ea typeface="+mn-ea"/>
                </a:defRPr>
              </a:lvl5pPr>
            </a:lstStyle>
            <a:p>
              <a:pPr marL="0" lvl="0" indent="0" eaLnBrk="1" hangingPunct="1">
                <a:spcBef>
                  <a:spcPct val="0"/>
                </a:spcBef>
                <a:buNone/>
              </a:pPr>
              <a:endParaRPr lang="zh-CN" altLang="en-US" sz="2400" dirty="0">
                <a:solidFill>
                  <a:schemeClr val="tx1"/>
                </a:solidFill>
              </a:endParaRPr>
            </a:p>
          </p:txBody>
        </p:sp>
        <p:sp>
          <p:nvSpPr>
            <p:cNvPr id="107531" name="Rectangle 11"/>
            <p:cNvSpPr/>
            <p:nvPr/>
          </p:nvSpPr>
          <p:spPr>
            <a:xfrm>
              <a:off x="1872" y="672"/>
              <a:ext cx="816" cy="288"/>
            </a:xfrm>
            <a:prstGeom prst="rect">
              <a:avLst/>
            </a:prstGeom>
            <a:solidFill>
              <a:schemeClr val="accent1"/>
            </a:solidFill>
            <a:ln w="9525" cap="flat" cmpd="sng">
              <a:solidFill>
                <a:schemeClr val="tx1"/>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buChar char="•"/>
                <a:defRPr sz="3200">
                  <a:solidFill>
                    <a:srgbClr val="666699"/>
                  </a:solidFill>
                  <a:latin typeface="+mn-lt"/>
                  <a:ea typeface="+mn-ea"/>
                  <a:cs typeface="+mn-cs"/>
                </a:defRPr>
              </a:lvl1pPr>
              <a:lvl2pPr marL="742950" indent="-285750" algn="l" rtl="0" eaLnBrk="0" fontAlgn="base" hangingPunct="0">
                <a:spcBef>
                  <a:spcPct val="20000"/>
                </a:spcBef>
                <a:spcAft>
                  <a:spcPct val="0"/>
                </a:spcAft>
                <a:buChar char="–"/>
                <a:defRPr sz="2800">
                  <a:solidFill>
                    <a:srgbClr val="666699"/>
                  </a:solidFill>
                  <a:latin typeface="+mn-lt"/>
                  <a:ea typeface="+mn-ea"/>
                </a:defRPr>
              </a:lvl2pPr>
              <a:lvl3pPr marL="1143000" indent="-228600" algn="l" rtl="0" eaLnBrk="0" fontAlgn="base" hangingPunct="0">
                <a:spcBef>
                  <a:spcPct val="20000"/>
                </a:spcBef>
                <a:spcAft>
                  <a:spcPct val="0"/>
                </a:spcAft>
                <a:buChar char="•"/>
                <a:defRPr sz="2400">
                  <a:solidFill>
                    <a:srgbClr val="666699"/>
                  </a:solidFill>
                  <a:latin typeface="+mn-lt"/>
                  <a:ea typeface="+mn-ea"/>
                </a:defRPr>
              </a:lvl3pPr>
              <a:lvl4pPr marL="1600200" indent="-228600" algn="l" rtl="0" eaLnBrk="0" fontAlgn="base" hangingPunct="0">
                <a:spcBef>
                  <a:spcPct val="20000"/>
                </a:spcBef>
                <a:spcAft>
                  <a:spcPct val="0"/>
                </a:spcAft>
                <a:buChar char="–"/>
                <a:defRPr sz="2000">
                  <a:solidFill>
                    <a:srgbClr val="666699"/>
                  </a:solidFill>
                  <a:latin typeface="+mn-lt"/>
                  <a:ea typeface="+mn-ea"/>
                </a:defRPr>
              </a:lvl4pPr>
              <a:lvl5pPr marL="2057400" indent="-228600" algn="l" rtl="0" eaLnBrk="0" fontAlgn="base" hangingPunct="0">
                <a:spcBef>
                  <a:spcPct val="20000"/>
                </a:spcBef>
                <a:spcAft>
                  <a:spcPct val="0"/>
                </a:spcAft>
                <a:buChar char="»"/>
                <a:defRPr sz="2000">
                  <a:solidFill>
                    <a:srgbClr val="666699"/>
                  </a:solidFill>
                  <a:latin typeface="+mn-lt"/>
                  <a:ea typeface="+mn-ea"/>
                </a:defRPr>
              </a:lvl5pPr>
            </a:lstStyle>
            <a:p>
              <a:pPr marL="0" lvl="0" indent="0" eaLnBrk="1" hangingPunct="1">
                <a:spcBef>
                  <a:spcPct val="0"/>
                </a:spcBef>
                <a:buNone/>
              </a:pPr>
              <a:endParaRPr lang="zh-CN" altLang="en-US" sz="2400" dirty="0">
                <a:solidFill>
                  <a:schemeClr val="tx1"/>
                </a:solidFill>
              </a:endParaRPr>
            </a:p>
          </p:txBody>
        </p:sp>
        <p:sp>
          <p:nvSpPr>
            <p:cNvPr id="107532" name="Rectangle 12"/>
            <p:cNvSpPr/>
            <p:nvPr/>
          </p:nvSpPr>
          <p:spPr>
            <a:xfrm>
              <a:off x="624" y="2112"/>
              <a:ext cx="720" cy="288"/>
            </a:xfrm>
            <a:prstGeom prst="rect">
              <a:avLst/>
            </a:prstGeom>
            <a:solidFill>
              <a:schemeClr val="accent1"/>
            </a:solidFill>
            <a:ln w="9525" cap="flat" cmpd="sng">
              <a:solidFill>
                <a:schemeClr val="tx1"/>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buChar char="•"/>
                <a:defRPr sz="3200">
                  <a:solidFill>
                    <a:srgbClr val="666699"/>
                  </a:solidFill>
                  <a:latin typeface="+mn-lt"/>
                  <a:ea typeface="+mn-ea"/>
                  <a:cs typeface="+mn-cs"/>
                </a:defRPr>
              </a:lvl1pPr>
              <a:lvl2pPr marL="742950" indent="-285750" algn="l" rtl="0" eaLnBrk="0" fontAlgn="base" hangingPunct="0">
                <a:spcBef>
                  <a:spcPct val="20000"/>
                </a:spcBef>
                <a:spcAft>
                  <a:spcPct val="0"/>
                </a:spcAft>
                <a:buChar char="–"/>
                <a:defRPr sz="2800">
                  <a:solidFill>
                    <a:srgbClr val="666699"/>
                  </a:solidFill>
                  <a:latin typeface="+mn-lt"/>
                  <a:ea typeface="+mn-ea"/>
                </a:defRPr>
              </a:lvl2pPr>
              <a:lvl3pPr marL="1143000" indent="-228600" algn="l" rtl="0" eaLnBrk="0" fontAlgn="base" hangingPunct="0">
                <a:spcBef>
                  <a:spcPct val="20000"/>
                </a:spcBef>
                <a:spcAft>
                  <a:spcPct val="0"/>
                </a:spcAft>
                <a:buChar char="•"/>
                <a:defRPr sz="2400">
                  <a:solidFill>
                    <a:srgbClr val="666699"/>
                  </a:solidFill>
                  <a:latin typeface="+mn-lt"/>
                  <a:ea typeface="+mn-ea"/>
                </a:defRPr>
              </a:lvl3pPr>
              <a:lvl4pPr marL="1600200" indent="-228600" algn="l" rtl="0" eaLnBrk="0" fontAlgn="base" hangingPunct="0">
                <a:spcBef>
                  <a:spcPct val="20000"/>
                </a:spcBef>
                <a:spcAft>
                  <a:spcPct val="0"/>
                </a:spcAft>
                <a:buChar char="–"/>
                <a:defRPr sz="2000">
                  <a:solidFill>
                    <a:srgbClr val="666699"/>
                  </a:solidFill>
                  <a:latin typeface="+mn-lt"/>
                  <a:ea typeface="+mn-ea"/>
                </a:defRPr>
              </a:lvl4pPr>
              <a:lvl5pPr marL="2057400" indent="-228600" algn="l" rtl="0" eaLnBrk="0" fontAlgn="base" hangingPunct="0">
                <a:spcBef>
                  <a:spcPct val="20000"/>
                </a:spcBef>
                <a:spcAft>
                  <a:spcPct val="0"/>
                </a:spcAft>
                <a:buChar char="»"/>
                <a:defRPr sz="2000">
                  <a:solidFill>
                    <a:srgbClr val="666699"/>
                  </a:solidFill>
                  <a:latin typeface="+mn-lt"/>
                  <a:ea typeface="+mn-ea"/>
                </a:defRPr>
              </a:lvl5pPr>
            </a:lstStyle>
            <a:p>
              <a:pPr marL="0" lvl="0" indent="0" eaLnBrk="1" hangingPunct="1">
                <a:spcBef>
                  <a:spcPct val="0"/>
                </a:spcBef>
                <a:buNone/>
              </a:pPr>
              <a:endParaRPr lang="zh-CN" altLang="en-US" sz="2400" dirty="0">
                <a:solidFill>
                  <a:schemeClr val="tx1"/>
                </a:solidFill>
              </a:endParaRPr>
            </a:p>
          </p:txBody>
        </p:sp>
        <p:sp>
          <p:nvSpPr>
            <p:cNvPr id="107533" name="Rectangle 13"/>
            <p:cNvSpPr/>
            <p:nvPr/>
          </p:nvSpPr>
          <p:spPr>
            <a:xfrm>
              <a:off x="816" y="1152"/>
              <a:ext cx="240" cy="816"/>
            </a:xfrm>
            <a:prstGeom prst="rect">
              <a:avLst/>
            </a:prstGeom>
            <a:solidFill>
              <a:schemeClr val="accent1"/>
            </a:solidFill>
            <a:ln w="9525" cap="flat" cmpd="sng">
              <a:solidFill>
                <a:schemeClr val="tx1"/>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buChar char="•"/>
                <a:defRPr sz="3200">
                  <a:solidFill>
                    <a:srgbClr val="666699"/>
                  </a:solidFill>
                  <a:latin typeface="+mn-lt"/>
                  <a:ea typeface="+mn-ea"/>
                  <a:cs typeface="+mn-cs"/>
                </a:defRPr>
              </a:lvl1pPr>
              <a:lvl2pPr marL="742950" indent="-285750" algn="l" rtl="0" eaLnBrk="0" fontAlgn="base" hangingPunct="0">
                <a:spcBef>
                  <a:spcPct val="20000"/>
                </a:spcBef>
                <a:spcAft>
                  <a:spcPct val="0"/>
                </a:spcAft>
                <a:buChar char="–"/>
                <a:defRPr sz="2800">
                  <a:solidFill>
                    <a:srgbClr val="666699"/>
                  </a:solidFill>
                  <a:latin typeface="+mn-lt"/>
                  <a:ea typeface="+mn-ea"/>
                </a:defRPr>
              </a:lvl2pPr>
              <a:lvl3pPr marL="1143000" indent="-228600" algn="l" rtl="0" eaLnBrk="0" fontAlgn="base" hangingPunct="0">
                <a:spcBef>
                  <a:spcPct val="20000"/>
                </a:spcBef>
                <a:spcAft>
                  <a:spcPct val="0"/>
                </a:spcAft>
                <a:buChar char="•"/>
                <a:defRPr sz="2400">
                  <a:solidFill>
                    <a:srgbClr val="666699"/>
                  </a:solidFill>
                  <a:latin typeface="+mn-lt"/>
                  <a:ea typeface="+mn-ea"/>
                </a:defRPr>
              </a:lvl3pPr>
              <a:lvl4pPr marL="1600200" indent="-228600" algn="l" rtl="0" eaLnBrk="0" fontAlgn="base" hangingPunct="0">
                <a:spcBef>
                  <a:spcPct val="20000"/>
                </a:spcBef>
                <a:spcAft>
                  <a:spcPct val="0"/>
                </a:spcAft>
                <a:buChar char="–"/>
                <a:defRPr sz="2000">
                  <a:solidFill>
                    <a:srgbClr val="666699"/>
                  </a:solidFill>
                  <a:latin typeface="+mn-lt"/>
                  <a:ea typeface="+mn-ea"/>
                </a:defRPr>
              </a:lvl4pPr>
              <a:lvl5pPr marL="2057400" indent="-228600" algn="l" rtl="0" eaLnBrk="0" fontAlgn="base" hangingPunct="0">
                <a:spcBef>
                  <a:spcPct val="20000"/>
                </a:spcBef>
                <a:spcAft>
                  <a:spcPct val="0"/>
                </a:spcAft>
                <a:buChar char="»"/>
                <a:defRPr sz="2000">
                  <a:solidFill>
                    <a:srgbClr val="666699"/>
                  </a:solidFill>
                  <a:latin typeface="+mn-lt"/>
                  <a:ea typeface="+mn-ea"/>
                </a:defRPr>
              </a:lvl5pPr>
            </a:lstStyle>
            <a:p>
              <a:pPr marL="0" lvl="0" indent="0" eaLnBrk="1" hangingPunct="1">
                <a:spcBef>
                  <a:spcPct val="0"/>
                </a:spcBef>
                <a:buNone/>
              </a:pPr>
              <a:endParaRPr lang="zh-CN" altLang="en-US" sz="2400" dirty="0">
                <a:solidFill>
                  <a:schemeClr val="tx1"/>
                </a:solidFill>
              </a:endParaRPr>
            </a:p>
          </p:txBody>
        </p:sp>
        <p:sp>
          <p:nvSpPr>
            <p:cNvPr id="107534" name="Rectangle 14"/>
            <p:cNvSpPr/>
            <p:nvPr/>
          </p:nvSpPr>
          <p:spPr>
            <a:xfrm>
              <a:off x="624" y="624"/>
              <a:ext cx="624" cy="432"/>
            </a:xfrm>
            <a:prstGeom prst="rect">
              <a:avLst/>
            </a:prstGeom>
            <a:solidFill>
              <a:schemeClr val="accent2"/>
            </a:solidFill>
            <a:ln w="9525" cap="flat" cmpd="sng">
              <a:solidFill>
                <a:schemeClr val="tx1"/>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buChar char="•"/>
                <a:defRPr sz="3200">
                  <a:solidFill>
                    <a:srgbClr val="666699"/>
                  </a:solidFill>
                  <a:latin typeface="+mn-lt"/>
                  <a:ea typeface="+mn-ea"/>
                  <a:cs typeface="+mn-cs"/>
                </a:defRPr>
              </a:lvl1pPr>
              <a:lvl2pPr marL="742950" indent="-285750" algn="l" rtl="0" eaLnBrk="0" fontAlgn="base" hangingPunct="0">
                <a:spcBef>
                  <a:spcPct val="20000"/>
                </a:spcBef>
                <a:spcAft>
                  <a:spcPct val="0"/>
                </a:spcAft>
                <a:buChar char="–"/>
                <a:defRPr sz="2800">
                  <a:solidFill>
                    <a:srgbClr val="666699"/>
                  </a:solidFill>
                  <a:latin typeface="+mn-lt"/>
                  <a:ea typeface="+mn-ea"/>
                </a:defRPr>
              </a:lvl2pPr>
              <a:lvl3pPr marL="1143000" indent="-228600" algn="l" rtl="0" eaLnBrk="0" fontAlgn="base" hangingPunct="0">
                <a:spcBef>
                  <a:spcPct val="20000"/>
                </a:spcBef>
                <a:spcAft>
                  <a:spcPct val="0"/>
                </a:spcAft>
                <a:buChar char="•"/>
                <a:defRPr sz="2400">
                  <a:solidFill>
                    <a:srgbClr val="666699"/>
                  </a:solidFill>
                  <a:latin typeface="+mn-lt"/>
                  <a:ea typeface="+mn-ea"/>
                </a:defRPr>
              </a:lvl3pPr>
              <a:lvl4pPr marL="1600200" indent="-228600" algn="l" rtl="0" eaLnBrk="0" fontAlgn="base" hangingPunct="0">
                <a:spcBef>
                  <a:spcPct val="20000"/>
                </a:spcBef>
                <a:spcAft>
                  <a:spcPct val="0"/>
                </a:spcAft>
                <a:buChar char="–"/>
                <a:defRPr sz="2000">
                  <a:solidFill>
                    <a:srgbClr val="666699"/>
                  </a:solidFill>
                  <a:latin typeface="+mn-lt"/>
                  <a:ea typeface="+mn-ea"/>
                </a:defRPr>
              </a:lvl4pPr>
              <a:lvl5pPr marL="2057400" indent="-228600" algn="l" rtl="0" eaLnBrk="0" fontAlgn="base" hangingPunct="0">
                <a:spcBef>
                  <a:spcPct val="20000"/>
                </a:spcBef>
                <a:spcAft>
                  <a:spcPct val="0"/>
                </a:spcAft>
                <a:buChar char="»"/>
                <a:defRPr sz="2000">
                  <a:solidFill>
                    <a:srgbClr val="666699"/>
                  </a:solidFill>
                  <a:latin typeface="+mn-lt"/>
                  <a:ea typeface="+mn-ea"/>
                </a:defRPr>
              </a:lvl5pPr>
            </a:lstStyle>
            <a:p>
              <a:pPr marL="0" lvl="0" indent="0" eaLnBrk="1" hangingPunct="1">
                <a:spcBef>
                  <a:spcPct val="0"/>
                </a:spcBef>
                <a:buNone/>
              </a:pPr>
              <a:endParaRPr lang="zh-CN" altLang="en-US" sz="2400" dirty="0">
                <a:solidFill>
                  <a:schemeClr val="tx1"/>
                </a:solidFill>
              </a:endParaRPr>
            </a:p>
          </p:txBody>
        </p:sp>
        <p:sp>
          <p:nvSpPr>
            <p:cNvPr id="107535" name="Text Box 15"/>
            <p:cNvSpPr txBox="1"/>
            <p:nvPr/>
          </p:nvSpPr>
          <p:spPr>
            <a:xfrm>
              <a:off x="864" y="480"/>
              <a:ext cx="116" cy="231"/>
            </a:xfrm>
            <a:prstGeom prst="rect">
              <a:avLst/>
            </a:prstGeom>
            <a:noFill/>
            <a:ln w="9525">
              <a:noFill/>
            </a:ln>
          </p:spPr>
          <p:txBody>
            <a:bodyPr wrap="none">
              <a:spAutoFit/>
            </a:bodyPr>
            <a:lstStyle>
              <a:lvl1pPr marL="342900" indent="-342900" algn="l" rtl="0" eaLnBrk="0" fontAlgn="base" hangingPunct="0">
                <a:spcBef>
                  <a:spcPct val="20000"/>
                </a:spcBef>
                <a:spcAft>
                  <a:spcPct val="0"/>
                </a:spcAft>
                <a:buChar char="•"/>
                <a:defRPr sz="3200">
                  <a:solidFill>
                    <a:srgbClr val="666699"/>
                  </a:solidFill>
                  <a:latin typeface="+mn-lt"/>
                  <a:ea typeface="+mn-ea"/>
                  <a:cs typeface="+mn-cs"/>
                </a:defRPr>
              </a:lvl1pPr>
              <a:lvl2pPr marL="742950" indent="-285750" algn="l" rtl="0" eaLnBrk="0" fontAlgn="base" hangingPunct="0">
                <a:spcBef>
                  <a:spcPct val="20000"/>
                </a:spcBef>
                <a:spcAft>
                  <a:spcPct val="0"/>
                </a:spcAft>
                <a:buChar char="–"/>
                <a:defRPr sz="2800">
                  <a:solidFill>
                    <a:srgbClr val="666699"/>
                  </a:solidFill>
                  <a:latin typeface="+mn-lt"/>
                  <a:ea typeface="+mn-ea"/>
                </a:defRPr>
              </a:lvl2pPr>
              <a:lvl3pPr marL="1143000" indent="-228600" algn="l" rtl="0" eaLnBrk="0" fontAlgn="base" hangingPunct="0">
                <a:spcBef>
                  <a:spcPct val="20000"/>
                </a:spcBef>
                <a:spcAft>
                  <a:spcPct val="0"/>
                </a:spcAft>
                <a:buChar char="•"/>
                <a:defRPr sz="2400">
                  <a:solidFill>
                    <a:srgbClr val="666699"/>
                  </a:solidFill>
                  <a:latin typeface="+mn-lt"/>
                  <a:ea typeface="+mn-ea"/>
                </a:defRPr>
              </a:lvl3pPr>
              <a:lvl4pPr marL="1600200" indent="-228600" algn="l" rtl="0" eaLnBrk="0" fontAlgn="base" hangingPunct="0">
                <a:spcBef>
                  <a:spcPct val="20000"/>
                </a:spcBef>
                <a:spcAft>
                  <a:spcPct val="0"/>
                </a:spcAft>
                <a:buChar char="–"/>
                <a:defRPr sz="2000">
                  <a:solidFill>
                    <a:srgbClr val="666699"/>
                  </a:solidFill>
                  <a:latin typeface="+mn-lt"/>
                  <a:ea typeface="+mn-ea"/>
                </a:defRPr>
              </a:lvl4pPr>
              <a:lvl5pPr marL="2057400" indent="-228600" algn="l" rtl="0" eaLnBrk="0" fontAlgn="base" hangingPunct="0">
                <a:spcBef>
                  <a:spcPct val="20000"/>
                </a:spcBef>
                <a:spcAft>
                  <a:spcPct val="0"/>
                </a:spcAft>
                <a:buChar char="»"/>
                <a:defRPr sz="2000">
                  <a:solidFill>
                    <a:srgbClr val="666699"/>
                  </a:solidFill>
                  <a:latin typeface="+mn-lt"/>
                  <a:ea typeface="+mn-ea"/>
                </a:defRPr>
              </a:lvl5pPr>
            </a:lstStyle>
            <a:p>
              <a:pPr marL="0" lvl="0" indent="0" eaLnBrk="1" hangingPunct="1">
                <a:spcBef>
                  <a:spcPct val="0"/>
                </a:spcBef>
                <a:buNone/>
              </a:pPr>
              <a:endParaRPr lang="zh-CN" altLang="en-US" sz="1800" dirty="0">
                <a:solidFill>
                  <a:schemeClr val="tx1"/>
                </a:solidFill>
                <a:latin typeface="Tahoma" panose="020B0604030504040204" pitchFamily="34" charset="0"/>
              </a:endParaRPr>
            </a:p>
          </p:txBody>
        </p:sp>
        <p:sp>
          <p:nvSpPr>
            <p:cNvPr id="107536" name="Text Box 16"/>
            <p:cNvSpPr txBox="1"/>
            <p:nvPr/>
          </p:nvSpPr>
          <p:spPr>
            <a:xfrm>
              <a:off x="624" y="336"/>
              <a:ext cx="1248" cy="231"/>
            </a:xfrm>
            <a:prstGeom prst="rect">
              <a:avLst/>
            </a:prstGeom>
            <a:noFill/>
            <a:ln w="9525">
              <a:noFill/>
            </a:ln>
          </p:spPr>
          <p:txBody>
            <a:bodyPr>
              <a:spAutoFit/>
            </a:bodyPr>
            <a:lstStyle>
              <a:lvl1pPr marL="342900" indent="-342900" algn="l" rtl="0" eaLnBrk="0" fontAlgn="base" hangingPunct="0">
                <a:spcBef>
                  <a:spcPct val="20000"/>
                </a:spcBef>
                <a:spcAft>
                  <a:spcPct val="0"/>
                </a:spcAft>
                <a:buChar char="•"/>
                <a:defRPr sz="3200">
                  <a:solidFill>
                    <a:srgbClr val="666699"/>
                  </a:solidFill>
                  <a:latin typeface="+mn-lt"/>
                  <a:ea typeface="+mn-ea"/>
                  <a:cs typeface="+mn-cs"/>
                </a:defRPr>
              </a:lvl1pPr>
              <a:lvl2pPr marL="742950" indent="-285750" algn="l" rtl="0" eaLnBrk="0" fontAlgn="base" hangingPunct="0">
                <a:spcBef>
                  <a:spcPct val="20000"/>
                </a:spcBef>
                <a:spcAft>
                  <a:spcPct val="0"/>
                </a:spcAft>
                <a:buChar char="–"/>
                <a:defRPr sz="2800">
                  <a:solidFill>
                    <a:srgbClr val="666699"/>
                  </a:solidFill>
                  <a:latin typeface="+mn-lt"/>
                  <a:ea typeface="+mn-ea"/>
                </a:defRPr>
              </a:lvl2pPr>
              <a:lvl3pPr marL="1143000" indent="-228600" algn="l" rtl="0" eaLnBrk="0" fontAlgn="base" hangingPunct="0">
                <a:spcBef>
                  <a:spcPct val="20000"/>
                </a:spcBef>
                <a:spcAft>
                  <a:spcPct val="0"/>
                </a:spcAft>
                <a:buChar char="•"/>
                <a:defRPr sz="2400">
                  <a:solidFill>
                    <a:srgbClr val="666699"/>
                  </a:solidFill>
                  <a:latin typeface="+mn-lt"/>
                  <a:ea typeface="+mn-ea"/>
                </a:defRPr>
              </a:lvl3pPr>
              <a:lvl4pPr marL="1600200" indent="-228600" algn="l" rtl="0" eaLnBrk="0" fontAlgn="base" hangingPunct="0">
                <a:spcBef>
                  <a:spcPct val="20000"/>
                </a:spcBef>
                <a:spcAft>
                  <a:spcPct val="0"/>
                </a:spcAft>
                <a:buChar char="–"/>
                <a:defRPr sz="2000">
                  <a:solidFill>
                    <a:srgbClr val="666699"/>
                  </a:solidFill>
                  <a:latin typeface="+mn-lt"/>
                  <a:ea typeface="+mn-ea"/>
                </a:defRPr>
              </a:lvl4pPr>
              <a:lvl5pPr marL="2057400" indent="-228600" algn="l" rtl="0" eaLnBrk="0" fontAlgn="base" hangingPunct="0">
                <a:spcBef>
                  <a:spcPct val="20000"/>
                </a:spcBef>
                <a:spcAft>
                  <a:spcPct val="0"/>
                </a:spcAft>
                <a:buChar char="»"/>
                <a:defRPr sz="2000">
                  <a:solidFill>
                    <a:srgbClr val="666699"/>
                  </a:solidFill>
                  <a:latin typeface="+mn-lt"/>
                  <a:ea typeface="+mn-ea"/>
                </a:defRPr>
              </a:lvl5pPr>
            </a:lstStyle>
            <a:p>
              <a:pPr marL="0" lvl="0" indent="0" eaLnBrk="1" hangingPunct="1">
                <a:spcBef>
                  <a:spcPct val="50000"/>
                </a:spcBef>
                <a:buNone/>
              </a:pPr>
              <a:r>
                <a:rPr lang="zh-CN" altLang="en-US" sz="1800" dirty="0">
                  <a:solidFill>
                    <a:schemeClr val="tx1"/>
                  </a:solidFill>
                  <a:latin typeface="Tahoma" panose="020B0604030504040204" pitchFamily="34" charset="0"/>
                </a:rPr>
                <a:t>总线接口部件</a:t>
              </a:r>
              <a:endParaRPr lang="zh-CN" altLang="en-US" sz="1800" dirty="0">
                <a:solidFill>
                  <a:schemeClr val="tx1"/>
                </a:solidFill>
                <a:latin typeface="Tahoma" panose="020B0604030504040204" pitchFamily="34" charset="0"/>
              </a:endParaRPr>
            </a:p>
          </p:txBody>
        </p:sp>
        <p:sp>
          <p:nvSpPr>
            <p:cNvPr id="107537" name="Text Box 17"/>
            <p:cNvSpPr txBox="1"/>
            <p:nvPr/>
          </p:nvSpPr>
          <p:spPr>
            <a:xfrm>
              <a:off x="2400" y="288"/>
              <a:ext cx="1392" cy="231"/>
            </a:xfrm>
            <a:prstGeom prst="rect">
              <a:avLst/>
            </a:prstGeom>
            <a:noFill/>
            <a:ln w="9525">
              <a:noFill/>
            </a:ln>
          </p:spPr>
          <p:txBody>
            <a:bodyPr>
              <a:spAutoFit/>
            </a:bodyPr>
            <a:lstStyle>
              <a:lvl1pPr marL="342900" indent="-342900" algn="l" rtl="0" eaLnBrk="0" fontAlgn="base" hangingPunct="0">
                <a:spcBef>
                  <a:spcPct val="20000"/>
                </a:spcBef>
                <a:spcAft>
                  <a:spcPct val="0"/>
                </a:spcAft>
                <a:buChar char="•"/>
                <a:defRPr sz="3200">
                  <a:solidFill>
                    <a:srgbClr val="666699"/>
                  </a:solidFill>
                  <a:latin typeface="+mn-lt"/>
                  <a:ea typeface="+mn-ea"/>
                  <a:cs typeface="+mn-cs"/>
                </a:defRPr>
              </a:lvl1pPr>
              <a:lvl2pPr marL="742950" indent="-285750" algn="l" rtl="0" eaLnBrk="0" fontAlgn="base" hangingPunct="0">
                <a:spcBef>
                  <a:spcPct val="20000"/>
                </a:spcBef>
                <a:spcAft>
                  <a:spcPct val="0"/>
                </a:spcAft>
                <a:buChar char="–"/>
                <a:defRPr sz="2800">
                  <a:solidFill>
                    <a:srgbClr val="666699"/>
                  </a:solidFill>
                  <a:latin typeface="+mn-lt"/>
                  <a:ea typeface="+mn-ea"/>
                </a:defRPr>
              </a:lvl2pPr>
              <a:lvl3pPr marL="1143000" indent="-228600" algn="l" rtl="0" eaLnBrk="0" fontAlgn="base" hangingPunct="0">
                <a:spcBef>
                  <a:spcPct val="20000"/>
                </a:spcBef>
                <a:spcAft>
                  <a:spcPct val="0"/>
                </a:spcAft>
                <a:buChar char="•"/>
                <a:defRPr sz="2400">
                  <a:solidFill>
                    <a:srgbClr val="666699"/>
                  </a:solidFill>
                  <a:latin typeface="+mn-lt"/>
                  <a:ea typeface="+mn-ea"/>
                </a:defRPr>
              </a:lvl3pPr>
              <a:lvl4pPr marL="1600200" indent="-228600" algn="l" rtl="0" eaLnBrk="0" fontAlgn="base" hangingPunct="0">
                <a:spcBef>
                  <a:spcPct val="20000"/>
                </a:spcBef>
                <a:spcAft>
                  <a:spcPct val="0"/>
                </a:spcAft>
                <a:buChar char="–"/>
                <a:defRPr sz="2000">
                  <a:solidFill>
                    <a:srgbClr val="666699"/>
                  </a:solidFill>
                  <a:latin typeface="+mn-lt"/>
                  <a:ea typeface="+mn-ea"/>
                </a:defRPr>
              </a:lvl4pPr>
              <a:lvl5pPr marL="2057400" indent="-228600" algn="l" rtl="0" eaLnBrk="0" fontAlgn="base" hangingPunct="0">
                <a:spcBef>
                  <a:spcPct val="20000"/>
                </a:spcBef>
                <a:spcAft>
                  <a:spcPct val="0"/>
                </a:spcAft>
                <a:buChar char="»"/>
                <a:defRPr sz="2000">
                  <a:solidFill>
                    <a:srgbClr val="666699"/>
                  </a:solidFill>
                  <a:latin typeface="+mn-lt"/>
                  <a:ea typeface="+mn-ea"/>
                </a:defRPr>
              </a:lvl5pPr>
            </a:lstStyle>
            <a:p>
              <a:pPr marL="0" lvl="0" indent="0" eaLnBrk="1" hangingPunct="1">
                <a:spcBef>
                  <a:spcPct val="50000"/>
                </a:spcBef>
                <a:buNone/>
              </a:pPr>
              <a:r>
                <a:rPr lang="zh-CN" altLang="en-US" sz="1800" dirty="0">
                  <a:solidFill>
                    <a:schemeClr val="tx1"/>
                  </a:solidFill>
                  <a:latin typeface="Tahoma" panose="020B0604030504040204" pitchFamily="34" charset="0"/>
                </a:rPr>
                <a:t>数值运算部件</a:t>
              </a:r>
              <a:endParaRPr lang="zh-CN" altLang="en-US" sz="1800" dirty="0">
                <a:solidFill>
                  <a:schemeClr val="tx1"/>
                </a:solidFill>
                <a:latin typeface="Tahoma" panose="020B0604030504040204" pitchFamily="34" charset="0"/>
              </a:endParaRPr>
            </a:p>
          </p:txBody>
        </p:sp>
        <p:sp>
          <p:nvSpPr>
            <p:cNvPr id="107538" name="Text Box 18"/>
            <p:cNvSpPr txBox="1"/>
            <p:nvPr/>
          </p:nvSpPr>
          <p:spPr>
            <a:xfrm>
              <a:off x="672" y="624"/>
              <a:ext cx="576" cy="231"/>
            </a:xfrm>
            <a:prstGeom prst="rect">
              <a:avLst/>
            </a:prstGeom>
            <a:noFill/>
            <a:ln w="9525">
              <a:noFill/>
            </a:ln>
          </p:spPr>
          <p:txBody>
            <a:bodyPr>
              <a:spAutoFit/>
            </a:bodyPr>
            <a:lstStyle>
              <a:lvl1pPr marL="342900" indent="-342900" algn="l" rtl="0" eaLnBrk="0" fontAlgn="base" hangingPunct="0">
                <a:spcBef>
                  <a:spcPct val="20000"/>
                </a:spcBef>
                <a:spcAft>
                  <a:spcPct val="0"/>
                </a:spcAft>
                <a:buChar char="•"/>
                <a:defRPr sz="3200">
                  <a:solidFill>
                    <a:srgbClr val="666699"/>
                  </a:solidFill>
                  <a:latin typeface="+mn-lt"/>
                  <a:ea typeface="+mn-ea"/>
                  <a:cs typeface="+mn-cs"/>
                </a:defRPr>
              </a:lvl1pPr>
              <a:lvl2pPr marL="742950" indent="-285750" algn="l" rtl="0" eaLnBrk="0" fontAlgn="base" hangingPunct="0">
                <a:spcBef>
                  <a:spcPct val="20000"/>
                </a:spcBef>
                <a:spcAft>
                  <a:spcPct val="0"/>
                </a:spcAft>
                <a:buChar char="–"/>
                <a:defRPr sz="2800">
                  <a:solidFill>
                    <a:srgbClr val="666699"/>
                  </a:solidFill>
                  <a:latin typeface="+mn-lt"/>
                  <a:ea typeface="+mn-ea"/>
                </a:defRPr>
              </a:lvl2pPr>
              <a:lvl3pPr marL="1143000" indent="-228600" algn="l" rtl="0" eaLnBrk="0" fontAlgn="base" hangingPunct="0">
                <a:spcBef>
                  <a:spcPct val="20000"/>
                </a:spcBef>
                <a:spcAft>
                  <a:spcPct val="0"/>
                </a:spcAft>
                <a:buChar char="•"/>
                <a:defRPr sz="2400">
                  <a:solidFill>
                    <a:srgbClr val="666699"/>
                  </a:solidFill>
                  <a:latin typeface="+mn-lt"/>
                  <a:ea typeface="+mn-ea"/>
                </a:defRPr>
              </a:lvl3pPr>
              <a:lvl4pPr marL="1600200" indent="-228600" algn="l" rtl="0" eaLnBrk="0" fontAlgn="base" hangingPunct="0">
                <a:spcBef>
                  <a:spcPct val="20000"/>
                </a:spcBef>
                <a:spcAft>
                  <a:spcPct val="0"/>
                </a:spcAft>
                <a:buChar char="–"/>
                <a:defRPr sz="2000">
                  <a:solidFill>
                    <a:srgbClr val="666699"/>
                  </a:solidFill>
                  <a:latin typeface="+mn-lt"/>
                  <a:ea typeface="+mn-ea"/>
                </a:defRPr>
              </a:lvl4pPr>
              <a:lvl5pPr marL="2057400" indent="-228600" algn="l" rtl="0" eaLnBrk="0" fontAlgn="base" hangingPunct="0">
                <a:spcBef>
                  <a:spcPct val="20000"/>
                </a:spcBef>
                <a:spcAft>
                  <a:spcPct val="0"/>
                </a:spcAft>
                <a:buChar char="»"/>
                <a:defRPr sz="2000">
                  <a:solidFill>
                    <a:srgbClr val="666699"/>
                  </a:solidFill>
                  <a:latin typeface="+mn-lt"/>
                  <a:ea typeface="+mn-ea"/>
                </a:defRPr>
              </a:lvl5pPr>
            </a:lstStyle>
            <a:p>
              <a:pPr marL="0" lvl="0" indent="0" eaLnBrk="1" hangingPunct="1">
                <a:spcBef>
                  <a:spcPct val="50000"/>
                </a:spcBef>
                <a:buNone/>
              </a:pPr>
              <a:r>
                <a:rPr lang="zh-CN" altLang="en-US" sz="1800" dirty="0">
                  <a:solidFill>
                    <a:schemeClr val="tx1"/>
                  </a:solidFill>
                  <a:latin typeface="Tahoma" panose="020B0604030504040204" pitchFamily="34" charset="0"/>
                </a:rPr>
                <a:t>控制字</a:t>
              </a:r>
              <a:endParaRPr lang="zh-CN" altLang="en-US" sz="1800" dirty="0">
                <a:solidFill>
                  <a:schemeClr val="tx1"/>
                </a:solidFill>
                <a:latin typeface="Tahoma" panose="020B0604030504040204" pitchFamily="34" charset="0"/>
              </a:endParaRPr>
            </a:p>
          </p:txBody>
        </p:sp>
        <p:sp>
          <p:nvSpPr>
            <p:cNvPr id="107539" name="Text Box 19"/>
            <p:cNvSpPr txBox="1"/>
            <p:nvPr/>
          </p:nvSpPr>
          <p:spPr>
            <a:xfrm>
              <a:off x="672" y="864"/>
              <a:ext cx="816" cy="231"/>
            </a:xfrm>
            <a:prstGeom prst="rect">
              <a:avLst/>
            </a:prstGeom>
            <a:noFill/>
            <a:ln w="9525">
              <a:noFill/>
            </a:ln>
          </p:spPr>
          <p:txBody>
            <a:bodyPr>
              <a:spAutoFit/>
            </a:bodyPr>
            <a:lstStyle>
              <a:lvl1pPr marL="342900" indent="-342900" algn="l" rtl="0" eaLnBrk="0" fontAlgn="base" hangingPunct="0">
                <a:spcBef>
                  <a:spcPct val="20000"/>
                </a:spcBef>
                <a:spcAft>
                  <a:spcPct val="0"/>
                </a:spcAft>
                <a:buChar char="•"/>
                <a:defRPr sz="3200">
                  <a:solidFill>
                    <a:srgbClr val="666699"/>
                  </a:solidFill>
                  <a:latin typeface="+mn-lt"/>
                  <a:ea typeface="+mn-ea"/>
                  <a:cs typeface="+mn-cs"/>
                </a:defRPr>
              </a:lvl1pPr>
              <a:lvl2pPr marL="742950" indent="-285750" algn="l" rtl="0" eaLnBrk="0" fontAlgn="base" hangingPunct="0">
                <a:spcBef>
                  <a:spcPct val="20000"/>
                </a:spcBef>
                <a:spcAft>
                  <a:spcPct val="0"/>
                </a:spcAft>
                <a:buChar char="–"/>
                <a:defRPr sz="2800">
                  <a:solidFill>
                    <a:srgbClr val="666699"/>
                  </a:solidFill>
                  <a:latin typeface="+mn-lt"/>
                  <a:ea typeface="+mn-ea"/>
                </a:defRPr>
              </a:lvl2pPr>
              <a:lvl3pPr marL="1143000" indent="-228600" algn="l" rtl="0" eaLnBrk="0" fontAlgn="base" hangingPunct="0">
                <a:spcBef>
                  <a:spcPct val="20000"/>
                </a:spcBef>
                <a:spcAft>
                  <a:spcPct val="0"/>
                </a:spcAft>
                <a:buChar char="•"/>
                <a:defRPr sz="2400">
                  <a:solidFill>
                    <a:srgbClr val="666699"/>
                  </a:solidFill>
                  <a:latin typeface="+mn-lt"/>
                  <a:ea typeface="+mn-ea"/>
                </a:defRPr>
              </a:lvl3pPr>
              <a:lvl4pPr marL="1600200" indent="-228600" algn="l" rtl="0" eaLnBrk="0" fontAlgn="base" hangingPunct="0">
                <a:spcBef>
                  <a:spcPct val="20000"/>
                </a:spcBef>
                <a:spcAft>
                  <a:spcPct val="0"/>
                </a:spcAft>
                <a:buChar char="–"/>
                <a:defRPr sz="2000">
                  <a:solidFill>
                    <a:srgbClr val="666699"/>
                  </a:solidFill>
                  <a:latin typeface="+mn-lt"/>
                  <a:ea typeface="+mn-ea"/>
                </a:defRPr>
              </a:lvl4pPr>
              <a:lvl5pPr marL="2057400" indent="-228600" algn="l" rtl="0" eaLnBrk="0" fontAlgn="base" hangingPunct="0">
                <a:spcBef>
                  <a:spcPct val="20000"/>
                </a:spcBef>
                <a:spcAft>
                  <a:spcPct val="0"/>
                </a:spcAft>
                <a:buChar char="»"/>
                <a:defRPr sz="2000">
                  <a:solidFill>
                    <a:srgbClr val="666699"/>
                  </a:solidFill>
                  <a:latin typeface="+mn-lt"/>
                  <a:ea typeface="+mn-ea"/>
                </a:defRPr>
              </a:lvl5pPr>
            </a:lstStyle>
            <a:p>
              <a:pPr marL="0" lvl="0" indent="0" eaLnBrk="1" hangingPunct="1">
                <a:spcBef>
                  <a:spcPct val="50000"/>
                </a:spcBef>
                <a:buNone/>
              </a:pPr>
              <a:r>
                <a:rPr lang="zh-CN" altLang="en-US" sz="1800" dirty="0">
                  <a:solidFill>
                    <a:schemeClr val="tx1"/>
                  </a:solidFill>
                  <a:latin typeface="Tahoma" panose="020B0604030504040204" pitchFamily="34" charset="0"/>
                </a:rPr>
                <a:t>状态字</a:t>
              </a:r>
              <a:endParaRPr lang="zh-CN" altLang="en-US" sz="1800" dirty="0">
                <a:solidFill>
                  <a:schemeClr val="tx1"/>
                </a:solidFill>
                <a:latin typeface="Tahoma" panose="020B0604030504040204" pitchFamily="34" charset="0"/>
              </a:endParaRPr>
            </a:p>
          </p:txBody>
        </p:sp>
        <p:sp>
          <p:nvSpPr>
            <p:cNvPr id="107540" name="Text Box 20"/>
            <p:cNvSpPr txBox="1"/>
            <p:nvPr/>
          </p:nvSpPr>
          <p:spPr>
            <a:xfrm>
              <a:off x="1968" y="720"/>
              <a:ext cx="720" cy="231"/>
            </a:xfrm>
            <a:prstGeom prst="rect">
              <a:avLst/>
            </a:prstGeom>
            <a:noFill/>
            <a:ln w="9525">
              <a:noFill/>
            </a:ln>
          </p:spPr>
          <p:txBody>
            <a:bodyPr>
              <a:spAutoFit/>
            </a:bodyPr>
            <a:lstStyle>
              <a:lvl1pPr marL="342900" indent="-342900" algn="l" rtl="0" eaLnBrk="0" fontAlgn="base" hangingPunct="0">
                <a:spcBef>
                  <a:spcPct val="20000"/>
                </a:spcBef>
                <a:spcAft>
                  <a:spcPct val="0"/>
                </a:spcAft>
                <a:buChar char="•"/>
                <a:defRPr sz="3200">
                  <a:solidFill>
                    <a:srgbClr val="666699"/>
                  </a:solidFill>
                  <a:latin typeface="+mn-lt"/>
                  <a:ea typeface="+mn-ea"/>
                  <a:cs typeface="+mn-cs"/>
                </a:defRPr>
              </a:lvl1pPr>
              <a:lvl2pPr marL="742950" indent="-285750" algn="l" rtl="0" eaLnBrk="0" fontAlgn="base" hangingPunct="0">
                <a:spcBef>
                  <a:spcPct val="20000"/>
                </a:spcBef>
                <a:spcAft>
                  <a:spcPct val="0"/>
                </a:spcAft>
                <a:buChar char="–"/>
                <a:defRPr sz="2800">
                  <a:solidFill>
                    <a:srgbClr val="666699"/>
                  </a:solidFill>
                  <a:latin typeface="+mn-lt"/>
                  <a:ea typeface="+mn-ea"/>
                </a:defRPr>
              </a:lvl2pPr>
              <a:lvl3pPr marL="1143000" indent="-228600" algn="l" rtl="0" eaLnBrk="0" fontAlgn="base" hangingPunct="0">
                <a:spcBef>
                  <a:spcPct val="20000"/>
                </a:spcBef>
                <a:spcAft>
                  <a:spcPct val="0"/>
                </a:spcAft>
                <a:buChar char="•"/>
                <a:defRPr sz="2400">
                  <a:solidFill>
                    <a:srgbClr val="666699"/>
                  </a:solidFill>
                  <a:latin typeface="+mn-lt"/>
                  <a:ea typeface="+mn-ea"/>
                </a:defRPr>
              </a:lvl3pPr>
              <a:lvl4pPr marL="1600200" indent="-228600" algn="l" rtl="0" eaLnBrk="0" fontAlgn="base" hangingPunct="0">
                <a:spcBef>
                  <a:spcPct val="20000"/>
                </a:spcBef>
                <a:spcAft>
                  <a:spcPct val="0"/>
                </a:spcAft>
                <a:buChar char="–"/>
                <a:defRPr sz="2000">
                  <a:solidFill>
                    <a:srgbClr val="666699"/>
                  </a:solidFill>
                  <a:latin typeface="+mn-lt"/>
                  <a:ea typeface="+mn-ea"/>
                </a:defRPr>
              </a:lvl4pPr>
              <a:lvl5pPr marL="2057400" indent="-228600" algn="l" rtl="0" eaLnBrk="0" fontAlgn="base" hangingPunct="0">
                <a:spcBef>
                  <a:spcPct val="20000"/>
                </a:spcBef>
                <a:spcAft>
                  <a:spcPct val="0"/>
                </a:spcAft>
                <a:buChar char="»"/>
                <a:defRPr sz="2000">
                  <a:solidFill>
                    <a:srgbClr val="666699"/>
                  </a:solidFill>
                  <a:latin typeface="+mn-lt"/>
                  <a:ea typeface="+mn-ea"/>
                </a:defRPr>
              </a:lvl5pPr>
            </a:lstStyle>
            <a:p>
              <a:pPr marL="0" lvl="0" indent="0" eaLnBrk="1" hangingPunct="1">
                <a:spcBef>
                  <a:spcPct val="50000"/>
                </a:spcBef>
                <a:buNone/>
              </a:pPr>
              <a:r>
                <a:rPr lang="zh-CN" altLang="en-US" sz="1800" dirty="0">
                  <a:solidFill>
                    <a:schemeClr val="tx1"/>
                  </a:solidFill>
                  <a:latin typeface="Tahoma" panose="020B0604030504040204" pitchFamily="34" charset="0"/>
                </a:rPr>
                <a:t>指数模块</a:t>
              </a:r>
              <a:endParaRPr lang="zh-CN" altLang="en-US" sz="1800" dirty="0">
                <a:solidFill>
                  <a:schemeClr val="tx1"/>
                </a:solidFill>
                <a:latin typeface="Tahoma" panose="020B0604030504040204" pitchFamily="34" charset="0"/>
              </a:endParaRPr>
            </a:p>
          </p:txBody>
        </p:sp>
        <p:sp>
          <p:nvSpPr>
            <p:cNvPr id="107541" name="Text Box 21"/>
            <p:cNvSpPr txBox="1"/>
            <p:nvPr/>
          </p:nvSpPr>
          <p:spPr>
            <a:xfrm>
              <a:off x="815" y="1152"/>
              <a:ext cx="289" cy="864"/>
            </a:xfrm>
            <a:prstGeom prst="rect">
              <a:avLst/>
            </a:prstGeom>
            <a:noFill/>
            <a:ln w="9525">
              <a:noFill/>
            </a:ln>
          </p:spPr>
          <p:txBody>
            <a:bodyPr vert="eaVert">
              <a:spAutoFit/>
            </a:bodyPr>
            <a:lstStyle>
              <a:lvl1pPr marL="342900" indent="-342900" algn="l" rtl="0" eaLnBrk="0" fontAlgn="base" hangingPunct="0">
                <a:spcBef>
                  <a:spcPct val="20000"/>
                </a:spcBef>
                <a:spcAft>
                  <a:spcPct val="0"/>
                </a:spcAft>
                <a:buChar char="•"/>
                <a:defRPr sz="3200">
                  <a:solidFill>
                    <a:srgbClr val="666699"/>
                  </a:solidFill>
                  <a:latin typeface="+mn-lt"/>
                  <a:ea typeface="+mn-ea"/>
                  <a:cs typeface="+mn-cs"/>
                </a:defRPr>
              </a:lvl1pPr>
              <a:lvl2pPr marL="742950" indent="-285750" algn="l" rtl="0" eaLnBrk="0" fontAlgn="base" hangingPunct="0">
                <a:spcBef>
                  <a:spcPct val="20000"/>
                </a:spcBef>
                <a:spcAft>
                  <a:spcPct val="0"/>
                </a:spcAft>
                <a:buChar char="–"/>
                <a:defRPr sz="2800">
                  <a:solidFill>
                    <a:srgbClr val="666699"/>
                  </a:solidFill>
                  <a:latin typeface="+mn-lt"/>
                  <a:ea typeface="+mn-ea"/>
                </a:defRPr>
              </a:lvl2pPr>
              <a:lvl3pPr marL="1143000" indent="-228600" algn="l" rtl="0" eaLnBrk="0" fontAlgn="base" hangingPunct="0">
                <a:spcBef>
                  <a:spcPct val="20000"/>
                </a:spcBef>
                <a:spcAft>
                  <a:spcPct val="0"/>
                </a:spcAft>
                <a:buChar char="•"/>
                <a:defRPr sz="2400">
                  <a:solidFill>
                    <a:srgbClr val="666699"/>
                  </a:solidFill>
                  <a:latin typeface="+mn-lt"/>
                  <a:ea typeface="+mn-ea"/>
                </a:defRPr>
              </a:lvl3pPr>
              <a:lvl4pPr marL="1600200" indent="-228600" algn="l" rtl="0" eaLnBrk="0" fontAlgn="base" hangingPunct="0">
                <a:spcBef>
                  <a:spcPct val="20000"/>
                </a:spcBef>
                <a:spcAft>
                  <a:spcPct val="0"/>
                </a:spcAft>
                <a:buChar char="–"/>
                <a:defRPr sz="2000">
                  <a:solidFill>
                    <a:srgbClr val="666699"/>
                  </a:solidFill>
                  <a:latin typeface="+mn-lt"/>
                  <a:ea typeface="+mn-ea"/>
                </a:defRPr>
              </a:lvl4pPr>
              <a:lvl5pPr marL="2057400" indent="-228600" algn="l" rtl="0" eaLnBrk="0" fontAlgn="base" hangingPunct="0">
                <a:spcBef>
                  <a:spcPct val="20000"/>
                </a:spcBef>
                <a:spcAft>
                  <a:spcPct val="0"/>
                </a:spcAft>
                <a:buChar char="»"/>
                <a:defRPr sz="2000">
                  <a:solidFill>
                    <a:srgbClr val="666699"/>
                  </a:solidFill>
                  <a:latin typeface="+mn-lt"/>
                  <a:ea typeface="+mn-ea"/>
                </a:defRPr>
              </a:lvl5pPr>
            </a:lstStyle>
            <a:p>
              <a:pPr marL="0" lvl="0" indent="0" eaLnBrk="1" hangingPunct="1">
                <a:spcBef>
                  <a:spcPct val="50000"/>
                </a:spcBef>
                <a:buNone/>
              </a:pPr>
              <a:r>
                <a:rPr lang="zh-CN" altLang="en-US" sz="1800" dirty="0">
                  <a:solidFill>
                    <a:schemeClr val="tx1"/>
                  </a:solidFill>
                  <a:latin typeface="Tahoma" panose="020B0604030504040204" pitchFamily="34" charset="0"/>
                </a:rPr>
                <a:t>数据缓冲器</a:t>
              </a:r>
              <a:endParaRPr lang="zh-CN" altLang="en-US" sz="1800" dirty="0">
                <a:solidFill>
                  <a:schemeClr val="tx1"/>
                </a:solidFill>
                <a:latin typeface="Tahoma" panose="020B0604030504040204" pitchFamily="34" charset="0"/>
              </a:endParaRPr>
            </a:p>
          </p:txBody>
        </p:sp>
        <p:sp>
          <p:nvSpPr>
            <p:cNvPr id="107542" name="Text Box 22"/>
            <p:cNvSpPr txBox="1"/>
            <p:nvPr/>
          </p:nvSpPr>
          <p:spPr>
            <a:xfrm>
              <a:off x="672" y="2160"/>
              <a:ext cx="816" cy="231"/>
            </a:xfrm>
            <a:prstGeom prst="rect">
              <a:avLst/>
            </a:prstGeom>
            <a:noFill/>
            <a:ln w="9525">
              <a:noFill/>
            </a:ln>
          </p:spPr>
          <p:txBody>
            <a:bodyPr>
              <a:spAutoFit/>
            </a:bodyPr>
            <a:lstStyle>
              <a:lvl1pPr marL="342900" indent="-342900" algn="l" rtl="0" eaLnBrk="0" fontAlgn="base" hangingPunct="0">
                <a:spcBef>
                  <a:spcPct val="20000"/>
                </a:spcBef>
                <a:spcAft>
                  <a:spcPct val="0"/>
                </a:spcAft>
                <a:buChar char="•"/>
                <a:defRPr sz="3200">
                  <a:solidFill>
                    <a:srgbClr val="666699"/>
                  </a:solidFill>
                  <a:latin typeface="+mn-lt"/>
                  <a:ea typeface="+mn-ea"/>
                  <a:cs typeface="+mn-cs"/>
                </a:defRPr>
              </a:lvl1pPr>
              <a:lvl2pPr marL="742950" indent="-285750" algn="l" rtl="0" eaLnBrk="0" fontAlgn="base" hangingPunct="0">
                <a:spcBef>
                  <a:spcPct val="20000"/>
                </a:spcBef>
                <a:spcAft>
                  <a:spcPct val="0"/>
                </a:spcAft>
                <a:buChar char="–"/>
                <a:defRPr sz="2800">
                  <a:solidFill>
                    <a:srgbClr val="666699"/>
                  </a:solidFill>
                  <a:latin typeface="+mn-lt"/>
                  <a:ea typeface="+mn-ea"/>
                </a:defRPr>
              </a:lvl2pPr>
              <a:lvl3pPr marL="1143000" indent="-228600" algn="l" rtl="0" eaLnBrk="0" fontAlgn="base" hangingPunct="0">
                <a:spcBef>
                  <a:spcPct val="20000"/>
                </a:spcBef>
                <a:spcAft>
                  <a:spcPct val="0"/>
                </a:spcAft>
                <a:buChar char="•"/>
                <a:defRPr sz="2400">
                  <a:solidFill>
                    <a:srgbClr val="666699"/>
                  </a:solidFill>
                  <a:latin typeface="+mn-lt"/>
                  <a:ea typeface="+mn-ea"/>
                </a:defRPr>
              </a:lvl3pPr>
              <a:lvl4pPr marL="1600200" indent="-228600" algn="l" rtl="0" eaLnBrk="0" fontAlgn="base" hangingPunct="0">
                <a:spcBef>
                  <a:spcPct val="20000"/>
                </a:spcBef>
                <a:spcAft>
                  <a:spcPct val="0"/>
                </a:spcAft>
                <a:buChar char="–"/>
                <a:defRPr sz="2000">
                  <a:solidFill>
                    <a:srgbClr val="666699"/>
                  </a:solidFill>
                  <a:latin typeface="+mn-lt"/>
                  <a:ea typeface="+mn-ea"/>
                </a:defRPr>
              </a:lvl4pPr>
              <a:lvl5pPr marL="2057400" indent="-228600" algn="l" rtl="0" eaLnBrk="0" fontAlgn="base" hangingPunct="0">
                <a:spcBef>
                  <a:spcPct val="20000"/>
                </a:spcBef>
                <a:spcAft>
                  <a:spcPct val="0"/>
                </a:spcAft>
                <a:buChar char="»"/>
                <a:defRPr sz="2000">
                  <a:solidFill>
                    <a:srgbClr val="666699"/>
                  </a:solidFill>
                  <a:latin typeface="+mn-lt"/>
                  <a:ea typeface="+mn-ea"/>
                </a:defRPr>
              </a:lvl5pPr>
            </a:lstStyle>
            <a:p>
              <a:pPr marL="0" lvl="0" indent="0" eaLnBrk="1" hangingPunct="1">
                <a:spcBef>
                  <a:spcPct val="50000"/>
                </a:spcBef>
                <a:buNone/>
              </a:pPr>
              <a:r>
                <a:rPr lang="zh-CN" altLang="en-US" sz="1800" dirty="0">
                  <a:solidFill>
                    <a:schemeClr val="tx1"/>
                  </a:solidFill>
                  <a:latin typeface="Tahoma" panose="020B0604030504040204" pitchFamily="34" charset="0"/>
                </a:rPr>
                <a:t>控制部件</a:t>
              </a:r>
              <a:endParaRPr lang="zh-CN" altLang="en-US" sz="1800" dirty="0">
                <a:solidFill>
                  <a:schemeClr val="tx1"/>
                </a:solidFill>
                <a:latin typeface="Tahoma" panose="020B0604030504040204" pitchFamily="34" charset="0"/>
              </a:endParaRPr>
            </a:p>
          </p:txBody>
        </p:sp>
        <p:sp>
          <p:nvSpPr>
            <p:cNvPr id="107543" name="Text Box 23"/>
            <p:cNvSpPr txBox="1"/>
            <p:nvPr/>
          </p:nvSpPr>
          <p:spPr>
            <a:xfrm>
              <a:off x="2688" y="1872"/>
              <a:ext cx="288" cy="672"/>
            </a:xfrm>
            <a:prstGeom prst="rect">
              <a:avLst/>
            </a:prstGeom>
            <a:noFill/>
            <a:ln w="9525">
              <a:noFill/>
            </a:ln>
          </p:spPr>
          <p:txBody>
            <a:bodyPr vert="eaVert">
              <a:spAutoFit/>
            </a:bodyPr>
            <a:lstStyle>
              <a:lvl1pPr marL="342900" indent="-342900" algn="l" rtl="0" eaLnBrk="0" fontAlgn="base" hangingPunct="0">
                <a:spcBef>
                  <a:spcPct val="20000"/>
                </a:spcBef>
                <a:spcAft>
                  <a:spcPct val="0"/>
                </a:spcAft>
                <a:buChar char="•"/>
                <a:defRPr sz="3200">
                  <a:solidFill>
                    <a:srgbClr val="666699"/>
                  </a:solidFill>
                  <a:latin typeface="+mn-lt"/>
                  <a:ea typeface="+mn-ea"/>
                  <a:cs typeface="+mn-cs"/>
                </a:defRPr>
              </a:lvl1pPr>
              <a:lvl2pPr marL="742950" indent="-285750" algn="l" rtl="0" eaLnBrk="0" fontAlgn="base" hangingPunct="0">
                <a:spcBef>
                  <a:spcPct val="20000"/>
                </a:spcBef>
                <a:spcAft>
                  <a:spcPct val="0"/>
                </a:spcAft>
                <a:buChar char="–"/>
                <a:defRPr sz="2800">
                  <a:solidFill>
                    <a:srgbClr val="666699"/>
                  </a:solidFill>
                  <a:latin typeface="+mn-lt"/>
                  <a:ea typeface="+mn-ea"/>
                </a:defRPr>
              </a:lvl2pPr>
              <a:lvl3pPr marL="1143000" indent="-228600" algn="l" rtl="0" eaLnBrk="0" fontAlgn="base" hangingPunct="0">
                <a:spcBef>
                  <a:spcPct val="20000"/>
                </a:spcBef>
                <a:spcAft>
                  <a:spcPct val="0"/>
                </a:spcAft>
                <a:buChar char="•"/>
                <a:defRPr sz="2400">
                  <a:solidFill>
                    <a:srgbClr val="666699"/>
                  </a:solidFill>
                  <a:latin typeface="+mn-lt"/>
                  <a:ea typeface="+mn-ea"/>
                </a:defRPr>
              </a:lvl3pPr>
              <a:lvl4pPr marL="1600200" indent="-228600" algn="l" rtl="0" eaLnBrk="0" fontAlgn="base" hangingPunct="0">
                <a:spcBef>
                  <a:spcPct val="20000"/>
                </a:spcBef>
                <a:spcAft>
                  <a:spcPct val="0"/>
                </a:spcAft>
                <a:buChar char="–"/>
                <a:defRPr sz="2000">
                  <a:solidFill>
                    <a:srgbClr val="666699"/>
                  </a:solidFill>
                  <a:latin typeface="+mn-lt"/>
                  <a:ea typeface="+mn-ea"/>
                </a:defRPr>
              </a:lvl4pPr>
              <a:lvl5pPr marL="2057400" indent="-228600" algn="l" rtl="0" eaLnBrk="0" fontAlgn="base" hangingPunct="0">
                <a:spcBef>
                  <a:spcPct val="20000"/>
                </a:spcBef>
                <a:spcAft>
                  <a:spcPct val="0"/>
                </a:spcAft>
                <a:buChar char="»"/>
                <a:defRPr sz="2000">
                  <a:solidFill>
                    <a:srgbClr val="666699"/>
                  </a:solidFill>
                  <a:latin typeface="+mn-lt"/>
                  <a:ea typeface="+mn-ea"/>
                </a:defRPr>
              </a:lvl5pPr>
            </a:lstStyle>
            <a:p>
              <a:pPr marL="0" lvl="0" indent="0" eaLnBrk="1" hangingPunct="1">
                <a:spcBef>
                  <a:spcPct val="50000"/>
                </a:spcBef>
                <a:buNone/>
              </a:pPr>
              <a:r>
                <a:rPr lang="zh-CN" altLang="en-US" sz="1800" dirty="0">
                  <a:solidFill>
                    <a:schemeClr val="tx1"/>
                  </a:solidFill>
                  <a:latin typeface="Tahoma" panose="020B0604030504040204" pitchFamily="34" charset="0"/>
                </a:rPr>
                <a:t>特征字</a:t>
              </a:r>
              <a:endParaRPr lang="zh-CN" altLang="en-US" sz="1800" dirty="0">
                <a:solidFill>
                  <a:schemeClr val="tx1"/>
                </a:solidFill>
                <a:latin typeface="Tahoma" panose="020B0604030504040204" pitchFamily="34" charset="0"/>
              </a:endParaRPr>
            </a:p>
          </p:txBody>
        </p:sp>
        <p:sp>
          <p:nvSpPr>
            <p:cNvPr id="107544" name="Text Box 24"/>
            <p:cNvSpPr txBox="1"/>
            <p:nvPr/>
          </p:nvSpPr>
          <p:spPr>
            <a:xfrm>
              <a:off x="1248" y="1536"/>
              <a:ext cx="672" cy="404"/>
            </a:xfrm>
            <a:prstGeom prst="rect">
              <a:avLst/>
            </a:prstGeom>
            <a:noFill/>
            <a:ln w="9525">
              <a:noFill/>
            </a:ln>
          </p:spPr>
          <p:txBody>
            <a:bodyPr>
              <a:spAutoFit/>
            </a:bodyPr>
            <a:lstStyle>
              <a:lvl1pPr marL="342900" indent="-342900" algn="l" rtl="0" eaLnBrk="0" fontAlgn="base" hangingPunct="0">
                <a:spcBef>
                  <a:spcPct val="20000"/>
                </a:spcBef>
                <a:spcAft>
                  <a:spcPct val="0"/>
                </a:spcAft>
                <a:buChar char="•"/>
                <a:defRPr sz="3200">
                  <a:solidFill>
                    <a:srgbClr val="666699"/>
                  </a:solidFill>
                  <a:latin typeface="+mn-lt"/>
                  <a:ea typeface="+mn-ea"/>
                  <a:cs typeface="+mn-cs"/>
                </a:defRPr>
              </a:lvl1pPr>
              <a:lvl2pPr marL="742950" indent="-285750" algn="l" rtl="0" eaLnBrk="0" fontAlgn="base" hangingPunct="0">
                <a:spcBef>
                  <a:spcPct val="20000"/>
                </a:spcBef>
                <a:spcAft>
                  <a:spcPct val="0"/>
                </a:spcAft>
                <a:buChar char="–"/>
                <a:defRPr sz="2800">
                  <a:solidFill>
                    <a:srgbClr val="666699"/>
                  </a:solidFill>
                  <a:latin typeface="+mn-lt"/>
                  <a:ea typeface="+mn-ea"/>
                </a:defRPr>
              </a:lvl2pPr>
              <a:lvl3pPr marL="1143000" indent="-228600" algn="l" rtl="0" eaLnBrk="0" fontAlgn="base" hangingPunct="0">
                <a:spcBef>
                  <a:spcPct val="20000"/>
                </a:spcBef>
                <a:spcAft>
                  <a:spcPct val="0"/>
                </a:spcAft>
                <a:buChar char="•"/>
                <a:defRPr sz="2400">
                  <a:solidFill>
                    <a:srgbClr val="666699"/>
                  </a:solidFill>
                  <a:latin typeface="+mn-lt"/>
                  <a:ea typeface="+mn-ea"/>
                </a:defRPr>
              </a:lvl3pPr>
              <a:lvl4pPr marL="1600200" indent="-228600" algn="l" rtl="0" eaLnBrk="0" fontAlgn="base" hangingPunct="0">
                <a:spcBef>
                  <a:spcPct val="20000"/>
                </a:spcBef>
                <a:spcAft>
                  <a:spcPct val="0"/>
                </a:spcAft>
                <a:buChar char="–"/>
                <a:defRPr sz="2000">
                  <a:solidFill>
                    <a:srgbClr val="666699"/>
                  </a:solidFill>
                  <a:latin typeface="+mn-lt"/>
                  <a:ea typeface="+mn-ea"/>
                </a:defRPr>
              </a:lvl4pPr>
              <a:lvl5pPr marL="2057400" indent="-228600" algn="l" rtl="0" eaLnBrk="0" fontAlgn="base" hangingPunct="0">
                <a:spcBef>
                  <a:spcPct val="20000"/>
                </a:spcBef>
                <a:spcAft>
                  <a:spcPct val="0"/>
                </a:spcAft>
                <a:buChar char="»"/>
                <a:defRPr sz="2000">
                  <a:solidFill>
                    <a:srgbClr val="666699"/>
                  </a:solidFill>
                  <a:latin typeface="+mn-lt"/>
                  <a:ea typeface="+mn-ea"/>
                </a:defRPr>
              </a:lvl5pPr>
            </a:lstStyle>
            <a:p>
              <a:pPr marL="0" lvl="0" indent="0" eaLnBrk="1" hangingPunct="1">
                <a:spcBef>
                  <a:spcPct val="50000"/>
                </a:spcBef>
                <a:buNone/>
              </a:pPr>
              <a:r>
                <a:rPr lang="zh-CN" altLang="en-US" sz="1800" dirty="0">
                  <a:solidFill>
                    <a:schemeClr val="tx1"/>
                  </a:solidFill>
                  <a:latin typeface="Tahoma" panose="020B0604030504040204" pitchFamily="34" charset="0"/>
                </a:rPr>
                <a:t>操作数队列</a:t>
              </a:r>
              <a:endParaRPr lang="zh-CN" altLang="en-US" sz="1800" dirty="0">
                <a:solidFill>
                  <a:schemeClr val="tx1"/>
                </a:solidFill>
                <a:latin typeface="Tahoma" panose="020B0604030504040204" pitchFamily="34" charset="0"/>
              </a:endParaRPr>
            </a:p>
          </p:txBody>
        </p:sp>
        <p:sp>
          <p:nvSpPr>
            <p:cNvPr id="107545" name="Text Box 25"/>
            <p:cNvSpPr txBox="1"/>
            <p:nvPr/>
          </p:nvSpPr>
          <p:spPr>
            <a:xfrm>
              <a:off x="1920" y="1056"/>
              <a:ext cx="768" cy="404"/>
            </a:xfrm>
            <a:prstGeom prst="rect">
              <a:avLst/>
            </a:prstGeom>
            <a:noFill/>
            <a:ln w="9525">
              <a:noFill/>
            </a:ln>
          </p:spPr>
          <p:txBody>
            <a:bodyPr>
              <a:spAutoFit/>
            </a:bodyPr>
            <a:lstStyle>
              <a:lvl1pPr marL="342900" indent="-342900" algn="l" rtl="0" eaLnBrk="0" fontAlgn="base" hangingPunct="0">
                <a:spcBef>
                  <a:spcPct val="20000"/>
                </a:spcBef>
                <a:spcAft>
                  <a:spcPct val="0"/>
                </a:spcAft>
                <a:buChar char="•"/>
                <a:defRPr sz="3200">
                  <a:solidFill>
                    <a:srgbClr val="666699"/>
                  </a:solidFill>
                  <a:latin typeface="+mn-lt"/>
                  <a:ea typeface="+mn-ea"/>
                  <a:cs typeface="+mn-cs"/>
                </a:defRPr>
              </a:lvl1pPr>
              <a:lvl2pPr marL="742950" indent="-285750" algn="l" rtl="0" eaLnBrk="0" fontAlgn="base" hangingPunct="0">
                <a:spcBef>
                  <a:spcPct val="20000"/>
                </a:spcBef>
                <a:spcAft>
                  <a:spcPct val="0"/>
                </a:spcAft>
                <a:buChar char="–"/>
                <a:defRPr sz="2800">
                  <a:solidFill>
                    <a:srgbClr val="666699"/>
                  </a:solidFill>
                  <a:latin typeface="+mn-lt"/>
                  <a:ea typeface="+mn-ea"/>
                </a:defRPr>
              </a:lvl2pPr>
              <a:lvl3pPr marL="1143000" indent="-228600" algn="l" rtl="0" eaLnBrk="0" fontAlgn="base" hangingPunct="0">
                <a:spcBef>
                  <a:spcPct val="20000"/>
                </a:spcBef>
                <a:spcAft>
                  <a:spcPct val="0"/>
                </a:spcAft>
                <a:buChar char="•"/>
                <a:defRPr sz="2400">
                  <a:solidFill>
                    <a:srgbClr val="666699"/>
                  </a:solidFill>
                  <a:latin typeface="+mn-lt"/>
                  <a:ea typeface="+mn-ea"/>
                </a:defRPr>
              </a:lvl3pPr>
              <a:lvl4pPr marL="1600200" indent="-228600" algn="l" rtl="0" eaLnBrk="0" fontAlgn="base" hangingPunct="0">
                <a:spcBef>
                  <a:spcPct val="20000"/>
                </a:spcBef>
                <a:spcAft>
                  <a:spcPct val="0"/>
                </a:spcAft>
                <a:buChar char="–"/>
                <a:defRPr sz="2000">
                  <a:solidFill>
                    <a:srgbClr val="666699"/>
                  </a:solidFill>
                  <a:latin typeface="+mn-lt"/>
                  <a:ea typeface="+mn-ea"/>
                </a:defRPr>
              </a:lvl4pPr>
              <a:lvl5pPr marL="2057400" indent="-228600" algn="l" rtl="0" eaLnBrk="0" fontAlgn="base" hangingPunct="0">
                <a:spcBef>
                  <a:spcPct val="20000"/>
                </a:spcBef>
                <a:spcAft>
                  <a:spcPct val="0"/>
                </a:spcAft>
                <a:buChar char="»"/>
                <a:defRPr sz="2000">
                  <a:solidFill>
                    <a:srgbClr val="666699"/>
                  </a:solidFill>
                  <a:latin typeface="+mn-lt"/>
                  <a:ea typeface="+mn-ea"/>
                </a:defRPr>
              </a:lvl5pPr>
            </a:lstStyle>
            <a:p>
              <a:pPr marL="0" lvl="0" indent="0" eaLnBrk="1" hangingPunct="1">
                <a:spcBef>
                  <a:spcPct val="50000"/>
                </a:spcBef>
                <a:buNone/>
              </a:pPr>
              <a:r>
                <a:rPr lang="zh-CN" altLang="en-US" sz="1800" dirty="0">
                  <a:solidFill>
                    <a:schemeClr val="tx1"/>
                  </a:solidFill>
                  <a:latin typeface="Tahoma" panose="020B0604030504040204" pitchFamily="34" charset="0"/>
                </a:rPr>
                <a:t>微程序控制部件</a:t>
              </a:r>
              <a:endParaRPr lang="zh-CN" altLang="en-US" sz="1800" dirty="0">
                <a:solidFill>
                  <a:schemeClr val="tx1"/>
                </a:solidFill>
                <a:latin typeface="Tahoma" panose="020B0604030504040204" pitchFamily="34" charset="0"/>
              </a:endParaRPr>
            </a:p>
          </p:txBody>
        </p:sp>
        <p:sp>
          <p:nvSpPr>
            <p:cNvPr id="107546" name="AutoShape 26"/>
            <p:cNvSpPr/>
            <p:nvPr/>
          </p:nvSpPr>
          <p:spPr>
            <a:xfrm>
              <a:off x="4032" y="672"/>
              <a:ext cx="816" cy="384"/>
            </a:xfrm>
            <a:prstGeom prst="flowChartInputOutput">
              <a:avLst/>
            </a:prstGeom>
            <a:solidFill>
              <a:schemeClr val="accent1"/>
            </a:solidFill>
            <a:ln w="9525" cap="flat" cmpd="sng">
              <a:solidFill>
                <a:schemeClr val="tx1"/>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buChar char="•"/>
                <a:defRPr sz="3200">
                  <a:solidFill>
                    <a:srgbClr val="666699"/>
                  </a:solidFill>
                  <a:latin typeface="+mn-lt"/>
                  <a:ea typeface="+mn-ea"/>
                  <a:cs typeface="+mn-cs"/>
                </a:defRPr>
              </a:lvl1pPr>
              <a:lvl2pPr marL="742950" indent="-285750" algn="l" rtl="0" eaLnBrk="0" fontAlgn="base" hangingPunct="0">
                <a:spcBef>
                  <a:spcPct val="20000"/>
                </a:spcBef>
                <a:spcAft>
                  <a:spcPct val="0"/>
                </a:spcAft>
                <a:buChar char="–"/>
                <a:defRPr sz="2800">
                  <a:solidFill>
                    <a:srgbClr val="666699"/>
                  </a:solidFill>
                  <a:latin typeface="+mn-lt"/>
                  <a:ea typeface="+mn-ea"/>
                </a:defRPr>
              </a:lvl2pPr>
              <a:lvl3pPr marL="1143000" indent="-228600" algn="l" rtl="0" eaLnBrk="0" fontAlgn="base" hangingPunct="0">
                <a:spcBef>
                  <a:spcPct val="20000"/>
                </a:spcBef>
                <a:spcAft>
                  <a:spcPct val="0"/>
                </a:spcAft>
                <a:buChar char="•"/>
                <a:defRPr sz="2400">
                  <a:solidFill>
                    <a:srgbClr val="666699"/>
                  </a:solidFill>
                  <a:latin typeface="+mn-lt"/>
                  <a:ea typeface="+mn-ea"/>
                </a:defRPr>
              </a:lvl3pPr>
              <a:lvl4pPr marL="1600200" indent="-228600" algn="l" rtl="0" eaLnBrk="0" fontAlgn="base" hangingPunct="0">
                <a:spcBef>
                  <a:spcPct val="20000"/>
                </a:spcBef>
                <a:spcAft>
                  <a:spcPct val="0"/>
                </a:spcAft>
                <a:buChar char="–"/>
                <a:defRPr sz="2000">
                  <a:solidFill>
                    <a:srgbClr val="666699"/>
                  </a:solidFill>
                  <a:latin typeface="+mn-lt"/>
                  <a:ea typeface="+mn-ea"/>
                </a:defRPr>
              </a:lvl4pPr>
              <a:lvl5pPr marL="2057400" indent="-228600" algn="l" rtl="0" eaLnBrk="0" fontAlgn="base" hangingPunct="0">
                <a:spcBef>
                  <a:spcPct val="20000"/>
                </a:spcBef>
                <a:spcAft>
                  <a:spcPct val="0"/>
                </a:spcAft>
                <a:buChar char="»"/>
                <a:defRPr sz="2000">
                  <a:solidFill>
                    <a:srgbClr val="666699"/>
                  </a:solidFill>
                  <a:latin typeface="+mn-lt"/>
                  <a:ea typeface="+mn-ea"/>
                </a:defRPr>
              </a:lvl5pPr>
            </a:lstStyle>
            <a:p>
              <a:pPr marL="0" lvl="0" indent="0" eaLnBrk="1" hangingPunct="1">
                <a:spcBef>
                  <a:spcPct val="0"/>
                </a:spcBef>
                <a:buNone/>
              </a:pPr>
              <a:endParaRPr lang="zh-CN" altLang="en-US" sz="2400" dirty="0">
                <a:solidFill>
                  <a:schemeClr val="tx1"/>
                </a:solidFill>
              </a:endParaRPr>
            </a:p>
          </p:txBody>
        </p:sp>
        <p:sp>
          <p:nvSpPr>
            <p:cNvPr id="107547" name="Text Box 27"/>
            <p:cNvSpPr txBox="1"/>
            <p:nvPr/>
          </p:nvSpPr>
          <p:spPr>
            <a:xfrm>
              <a:off x="4128" y="672"/>
              <a:ext cx="624" cy="404"/>
            </a:xfrm>
            <a:prstGeom prst="rect">
              <a:avLst/>
            </a:prstGeom>
            <a:noFill/>
            <a:ln w="9525">
              <a:noFill/>
            </a:ln>
          </p:spPr>
          <p:txBody>
            <a:bodyPr>
              <a:spAutoFit/>
            </a:bodyPr>
            <a:lstStyle>
              <a:lvl1pPr marL="342900" indent="-342900" algn="l" rtl="0" eaLnBrk="0" fontAlgn="base" hangingPunct="0">
                <a:spcBef>
                  <a:spcPct val="20000"/>
                </a:spcBef>
                <a:spcAft>
                  <a:spcPct val="0"/>
                </a:spcAft>
                <a:buChar char="•"/>
                <a:defRPr sz="3200">
                  <a:solidFill>
                    <a:srgbClr val="666699"/>
                  </a:solidFill>
                  <a:latin typeface="+mn-lt"/>
                  <a:ea typeface="+mn-ea"/>
                  <a:cs typeface="+mn-cs"/>
                </a:defRPr>
              </a:lvl1pPr>
              <a:lvl2pPr marL="742950" indent="-285750" algn="l" rtl="0" eaLnBrk="0" fontAlgn="base" hangingPunct="0">
                <a:spcBef>
                  <a:spcPct val="20000"/>
                </a:spcBef>
                <a:spcAft>
                  <a:spcPct val="0"/>
                </a:spcAft>
                <a:buChar char="–"/>
                <a:defRPr sz="2800">
                  <a:solidFill>
                    <a:srgbClr val="666699"/>
                  </a:solidFill>
                  <a:latin typeface="+mn-lt"/>
                  <a:ea typeface="+mn-ea"/>
                </a:defRPr>
              </a:lvl2pPr>
              <a:lvl3pPr marL="1143000" indent="-228600" algn="l" rtl="0" eaLnBrk="0" fontAlgn="base" hangingPunct="0">
                <a:spcBef>
                  <a:spcPct val="20000"/>
                </a:spcBef>
                <a:spcAft>
                  <a:spcPct val="0"/>
                </a:spcAft>
                <a:buChar char="•"/>
                <a:defRPr sz="2400">
                  <a:solidFill>
                    <a:srgbClr val="666699"/>
                  </a:solidFill>
                  <a:latin typeface="+mn-lt"/>
                  <a:ea typeface="+mn-ea"/>
                </a:defRPr>
              </a:lvl3pPr>
              <a:lvl4pPr marL="1600200" indent="-228600" algn="l" rtl="0" eaLnBrk="0" fontAlgn="base" hangingPunct="0">
                <a:spcBef>
                  <a:spcPct val="20000"/>
                </a:spcBef>
                <a:spcAft>
                  <a:spcPct val="0"/>
                </a:spcAft>
                <a:buChar char="–"/>
                <a:defRPr sz="2000">
                  <a:solidFill>
                    <a:srgbClr val="666699"/>
                  </a:solidFill>
                  <a:latin typeface="+mn-lt"/>
                  <a:ea typeface="+mn-ea"/>
                </a:defRPr>
              </a:lvl4pPr>
              <a:lvl5pPr marL="2057400" indent="-228600" algn="l" rtl="0" eaLnBrk="0" fontAlgn="base" hangingPunct="0">
                <a:spcBef>
                  <a:spcPct val="20000"/>
                </a:spcBef>
                <a:spcAft>
                  <a:spcPct val="0"/>
                </a:spcAft>
                <a:buChar char="»"/>
                <a:defRPr sz="2000">
                  <a:solidFill>
                    <a:srgbClr val="666699"/>
                  </a:solidFill>
                  <a:latin typeface="+mn-lt"/>
                  <a:ea typeface="+mn-ea"/>
                </a:defRPr>
              </a:lvl5pPr>
            </a:lstStyle>
            <a:p>
              <a:pPr marL="0" lvl="0" indent="0" eaLnBrk="1" hangingPunct="1">
                <a:spcBef>
                  <a:spcPct val="50000"/>
                </a:spcBef>
                <a:buNone/>
              </a:pPr>
              <a:r>
                <a:rPr lang="zh-CN" altLang="en-US" sz="1800" dirty="0">
                  <a:solidFill>
                    <a:schemeClr val="tx1"/>
                  </a:solidFill>
                  <a:latin typeface="Tahoma" panose="020B0604030504040204" pitchFamily="34" charset="0"/>
                </a:rPr>
                <a:t>可编程移位器</a:t>
              </a:r>
              <a:endParaRPr lang="zh-CN" altLang="en-US" sz="1800" dirty="0">
                <a:solidFill>
                  <a:schemeClr val="tx1"/>
                </a:solidFill>
                <a:latin typeface="Tahoma" panose="020B0604030504040204" pitchFamily="34" charset="0"/>
              </a:endParaRPr>
            </a:p>
          </p:txBody>
        </p:sp>
        <p:sp>
          <p:nvSpPr>
            <p:cNvPr id="107548" name="Text Box 28"/>
            <p:cNvSpPr txBox="1"/>
            <p:nvPr/>
          </p:nvSpPr>
          <p:spPr>
            <a:xfrm>
              <a:off x="4032" y="1200"/>
              <a:ext cx="672" cy="404"/>
            </a:xfrm>
            <a:prstGeom prst="rect">
              <a:avLst/>
            </a:prstGeom>
            <a:noFill/>
            <a:ln w="9525">
              <a:noFill/>
            </a:ln>
          </p:spPr>
          <p:txBody>
            <a:bodyPr>
              <a:spAutoFit/>
            </a:bodyPr>
            <a:lstStyle>
              <a:lvl1pPr marL="342900" indent="-342900" algn="l" rtl="0" eaLnBrk="0" fontAlgn="base" hangingPunct="0">
                <a:spcBef>
                  <a:spcPct val="20000"/>
                </a:spcBef>
                <a:spcAft>
                  <a:spcPct val="0"/>
                </a:spcAft>
                <a:buChar char="•"/>
                <a:defRPr sz="3200">
                  <a:solidFill>
                    <a:srgbClr val="666699"/>
                  </a:solidFill>
                  <a:latin typeface="+mn-lt"/>
                  <a:ea typeface="+mn-ea"/>
                  <a:cs typeface="+mn-cs"/>
                </a:defRPr>
              </a:lvl1pPr>
              <a:lvl2pPr marL="742950" indent="-285750" algn="l" rtl="0" eaLnBrk="0" fontAlgn="base" hangingPunct="0">
                <a:spcBef>
                  <a:spcPct val="20000"/>
                </a:spcBef>
                <a:spcAft>
                  <a:spcPct val="0"/>
                </a:spcAft>
                <a:buChar char="–"/>
                <a:defRPr sz="2800">
                  <a:solidFill>
                    <a:srgbClr val="666699"/>
                  </a:solidFill>
                  <a:latin typeface="+mn-lt"/>
                  <a:ea typeface="+mn-ea"/>
                </a:defRPr>
              </a:lvl2pPr>
              <a:lvl3pPr marL="1143000" indent="-228600" algn="l" rtl="0" eaLnBrk="0" fontAlgn="base" hangingPunct="0">
                <a:spcBef>
                  <a:spcPct val="20000"/>
                </a:spcBef>
                <a:spcAft>
                  <a:spcPct val="0"/>
                </a:spcAft>
                <a:buChar char="•"/>
                <a:defRPr sz="2400">
                  <a:solidFill>
                    <a:srgbClr val="666699"/>
                  </a:solidFill>
                  <a:latin typeface="+mn-lt"/>
                  <a:ea typeface="+mn-ea"/>
                </a:defRPr>
              </a:lvl3pPr>
              <a:lvl4pPr marL="1600200" indent="-228600" algn="l" rtl="0" eaLnBrk="0" fontAlgn="base" hangingPunct="0">
                <a:spcBef>
                  <a:spcPct val="20000"/>
                </a:spcBef>
                <a:spcAft>
                  <a:spcPct val="0"/>
                </a:spcAft>
                <a:buChar char="–"/>
                <a:defRPr sz="2000">
                  <a:solidFill>
                    <a:srgbClr val="666699"/>
                  </a:solidFill>
                  <a:latin typeface="+mn-lt"/>
                  <a:ea typeface="+mn-ea"/>
                </a:defRPr>
              </a:lvl4pPr>
              <a:lvl5pPr marL="2057400" indent="-228600" algn="l" rtl="0" eaLnBrk="0" fontAlgn="base" hangingPunct="0">
                <a:spcBef>
                  <a:spcPct val="20000"/>
                </a:spcBef>
                <a:spcAft>
                  <a:spcPct val="0"/>
                </a:spcAft>
                <a:buChar char="»"/>
                <a:defRPr sz="2000">
                  <a:solidFill>
                    <a:srgbClr val="666699"/>
                  </a:solidFill>
                  <a:latin typeface="+mn-lt"/>
                  <a:ea typeface="+mn-ea"/>
                </a:defRPr>
              </a:lvl5pPr>
            </a:lstStyle>
            <a:p>
              <a:pPr marL="0" lvl="0" indent="0" eaLnBrk="1" hangingPunct="1">
                <a:spcBef>
                  <a:spcPct val="50000"/>
                </a:spcBef>
                <a:buNone/>
              </a:pPr>
              <a:r>
                <a:rPr lang="zh-CN" altLang="en-US" sz="1800" dirty="0">
                  <a:solidFill>
                    <a:schemeClr val="tx1"/>
                  </a:solidFill>
                  <a:latin typeface="Tahoma" panose="020B0604030504040204" pitchFamily="34" charset="0"/>
                </a:rPr>
                <a:t>算术运算部件</a:t>
              </a:r>
              <a:endParaRPr lang="zh-CN" altLang="en-US" sz="1800" dirty="0">
                <a:solidFill>
                  <a:schemeClr val="tx1"/>
                </a:solidFill>
                <a:latin typeface="Tahoma" panose="020B0604030504040204" pitchFamily="34" charset="0"/>
              </a:endParaRPr>
            </a:p>
          </p:txBody>
        </p:sp>
        <p:sp>
          <p:nvSpPr>
            <p:cNvPr id="107549" name="Text Box 29"/>
            <p:cNvSpPr txBox="1"/>
            <p:nvPr/>
          </p:nvSpPr>
          <p:spPr>
            <a:xfrm>
              <a:off x="3936" y="1872"/>
              <a:ext cx="816" cy="404"/>
            </a:xfrm>
            <a:prstGeom prst="rect">
              <a:avLst/>
            </a:prstGeom>
            <a:noFill/>
            <a:ln w="9525">
              <a:noFill/>
            </a:ln>
          </p:spPr>
          <p:txBody>
            <a:bodyPr>
              <a:spAutoFit/>
            </a:bodyPr>
            <a:lstStyle>
              <a:lvl1pPr marL="342900" indent="-342900" algn="l" rtl="0" eaLnBrk="0" fontAlgn="base" hangingPunct="0">
                <a:spcBef>
                  <a:spcPct val="20000"/>
                </a:spcBef>
                <a:spcAft>
                  <a:spcPct val="0"/>
                </a:spcAft>
                <a:buChar char="•"/>
                <a:defRPr sz="3200">
                  <a:solidFill>
                    <a:srgbClr val="666699"/>
                  </a:solidFill>
                  <a:latin typeface="+mn-lt"/>
                  <a:ea typeface="+mn-ea"/>
                  <a:cs typeface="+mn-cs"/>
                </a:defRPr>
              </a:lvl1pPr>
              <a:lvl2pPr marL="742950" indent="-285750" algn="l" rtl="0" eaLnBrk="0" fontAlgn="base" hangingPunct="0">
                <a:spcBef>
                  <a:spcPct val="20000"/>
                </a:spcBef>
                <a:spcAft>
                  <a:spcPct val="0"/>
                </a:spcAft>
                <a:buChar char="–"/>
                <a:defRPr sz="2800">
                  <a:solidFill>
                    <a:srgbClr val="666699"/>
                  </a:solidFill>
                  <a:latin typeface="+mn-lt"/>
                  <a:ea typeface="+mn-ea"/>
                </a:defRPr>
              </a:lvl2pPr>
              <a:lvl3pPr marL="1143000" indent="-228600" algn="l" rtl="0" eaLnBrk="0" fontAlgn="base" hangingPunct="0">
                <a:spcBef>
                  <a:spcPct val="20000"/>
                </a:spcBef>
                <a:spcAft>
                  <a:spcPct val="0"/>
                </a:spcAft>
                <a:buChar char="•"/>
                <a:defRPr sz="2400">
                  <a:solidFill>
                    <a:srgbClr val="666699"/>
                  </a:solidFill>
                  <a:latin typeface="+mn-lt"/>
                  <a:ea typeface="+mn-ea"/>
                </a:defRPr>
              </a:lvl3pPr>
              <a:lvl4pPr marL="1600200" indent="-228600" algn="l" rtl="0" eaLnBrk="0" fontAlgn="base" hangingPunct="0">
                <a:spcBef>
                  <a:spcPct val="20000"/>
                </a:spcBef>
                <a:spcAft>
                  <a:spcPct val="0"/>
                </a:spcAft>
                <a:buChar char="–"/>
                <a:defRPr sz="2000">
                  <a:solidFill>
                    <a:srgbClr val="666699"/>
                  </a:solidFill>
                  <a:latin typeface="+mn-lt"/>
                  <a:ea typeface="+mn-ea"/>
                </a:defRPr>
              </a:lvl4pPr>
              <a:lvl5pPr marL="2057400" indent="-228600" algn="l" rtl="0" eaLnBrk="0" fontAlgn="base" hangingPunct="0">
                <a:spcBef>
                  <a:spcPct val="20000"/>
                </a:spcBef>
                <a:spcAft>
                  <a:spcPct val="0"/>
                </a:spcAft>
                <a:buChar char="»"/>
                <a:defRPr sz="2000">
                  <a:solidFill>
                    <a:srgbClr val="666699"/>
                  </a:solidFill>
                  <a:latin typeface="+mn-lt"/>
                  <a:ea typeface="+mn-ea"/>
                </a:defRPr>
              </a:lvl5pPr>
            </a:lstStyle>
            <a:p>
              <a:pPr marL="0" lvl="0" indent="0" eaLnBrk="1" hangingPunct="1">
                <a:spcBef>
                  <a:spcPct val="50000"/>
                </a:spcBef>
                <a:buNone/>
              </a:pPr>
              <a:r>
                <a:rPr lang="zh-CN" altLang="en-US" sz="1800" dirty="0">
                  <a:solidFill>
                    <a:schemeClr val="tx1"/>
                  </a:solidFill>
                  <a:latin typeface="Tahoma" panose="020B0604030504040204" pitchFamily="34" charset="0"/>
                </a:rPr>
                <a:t>临时寄存器</a:t>
              </a:r>
              <a:endParaRPr lang="zh-CN" altLang="en-US" sz="1800" dirty="0">
                <a:solidFill>
                  <a:schemeClr val="tx1"/>
                </a:solidFill>
                <a:latin typeface="Tahoma" panose="020B0604030504040204" pitchFamily="34" charset="0"/>
              </a:endParaRPr>
            </a:p>
          </p:txBody>
        </p:sp>
        <p:sp>
          <p:nvSpPr>
            <p:cNvPr id="107550" name="Text Box 30"/>
            <p:cNvSpPr txBox="1"/>
            <p:nvPr/>
          </p:nvSpPr>
          <p:spPr>
            <a:xfrm>
              <a:off x="3120" y="2016"/>
              <a:ext cx="768" cy="231"/>
            </a:xfrm>
            <a:prstGeom prst="rect">
              <a:avLst/>
            </a:prstGeom>
            <a:noFill/>
            <a:ln w="9525">
              <a:noFill/>
            </a:ln>
          </p:spPr>
          <p:txBody>
            <a:bodyPr>
              <a:spAutoFit/>
            </a:bodyPr>
            <a:lstStyle>
              <a:lvl1pPr marL="342900" indent="-342900" algn="l" rtl="0" eaLnBrk="0" fontAlgn="base" hangingPunct="0">
                <a:spcBef>
                  <a:spcPct val="20000"/>
                </a:spcBef>
                <a:spcAft>
                  <a:spcPct val="0"/>
                </a:spcAft>
                <a:buChar char="•"/>
                <a:defRPr sz="3200">
                  <a:solidFill>
                    <a:srgbClr val="666699"/>
                  </a:solidFill>
                  <a:latin typeface="+mn-lt"/>
                  <a:ea typeface="+mn-ea"/>
                  <a:cs typeface="+mn-cs"/>
                </a:defRPr>
              </a:lvl1pPr>
              <a:lvl2pPr marL="742950" indent="-285750" algn="l" rtl="0" eaLnBrk="0" fontAlgn="base" hangingPunct="0">
                <a:spcBef>
                  <a:spcPct val="20000"/>
                </a:spcBef>
                <a:spcAft>
                  <a:spcPct val="0"/>
                </a:spcAft>
                <a:buChar char="–"/>
                <a:defRPr sz="2800">
                  <a:solidFill>
                    <a:srgbClr val="666699"/>
                  </a:solidFill>
                  <a:latin typeface="+mn-lt"/>
                  <a:ea typeface="+mn-ea"/>
                </a:defRPr>
              </a:lvl2pPr>
              <a:lvl3pPr marL="1143000" indent="-228600" algn="l" rtl="0" eaLnBrk="0" fontAlgn="base" hangingPunct="0">
                <a:spcBef>
                  <a:spcPct val="20000"/>
                </a:spcBef>
                <a:spcAft>
                  <a:spcPct val="0"/>
                </a:spcAft>
                <a:buChar char="•"/>
                <a:defRPr sz="2400">
                  <a:solidFill>
                    <a:srgbClr val="666699"/>
                  </a:solidFill>
                  <a:latin typeface="+mn-lt"/>
                  <a:ea typeface="+mn-ea"/>
                </a:defRPr>
              </a:lvl3pPr>
              <a:lvl4pPr marL="1600200" indent="-228600" algn="l" rtl="0" eaLnBrk="0" fontAlgn="base" hangingPunct="0">
                <a:spcBef>
                  <a:spcPct val="20000"/>
                </a:spcBef>
                <a:spcAft>
                  <a:spcPct val="0"/>
                </a:spcAft>
                <a:buChar char="–"/>
                <a:defRPr sz="2000">
                  <a:solidFill>
                    <a:srgbClr val="666699"/>
                  </a:solidFill>
                  <a:latin typeface="+mn-lt"/>
                  <a:ea typeface="+mn-ea"/>
                </a:defRPr>
              </a:lvl4pPr>
              <a:lvl5pPr marL="2057400" indent="-228600" algn="l" rtl="0" eaLnBrk="0" fontAlgn="base" hangingPunct="0">
                <a:spcBef>
                  <a:spcPct val="20000"/>
                </a:spcBef>
                <a:spcAft>
                  <a:spcPct val="0"/>
                </a:spcAft>
                <a:buChar char="»"/>
                <a:defRPr sz="2000">
                  <a:solidFill>
                    <a:srgbClr val="666699"/>
                  </a:solidFill>
                  <a:latin typeface="+mn-lt"/>
                  <a:ea typeface="+mn-ea"/>
                </a:defRPr>
              </a:lvl5pPr>
            </a:lstStyle>
            <a:p>
              <a:pPr marL="0" lvl="0" indent="0" eaLnBrk="1" hangingPunct="1">
                <a:spcBef>
                  <a:spcPct val="50000"/>
                </a:spcBef>
                <a:buNone/>
              </a:pPr>
              <a:r>
                <a:rPr lang="zh-CN" altLang="en-US" sz="1800" dirty="0">
                  <a:solidFill>
                    <a:schemeClr val="tx1"/>
                  </a:solidFill>
                  <a:latin typeface="Tahoma" panose="020B0604030504040204" pitchFamily="34" charset="0"/>
                </a:rPr>
                <a:t>寄存器栈</a:t>
              </a:r>
              <a:endParaRPr lang="zh-CN" altLang="en-US" sz="1800" dirty="0">
                <a:solidFill>
                  <a:schemeClr val="tx1"/>
                </a:solidFill>
                <a:latin typeface="Tahoma" panose="020B0604030504040204" pitchFamily="34" charset="0"/>
              </a:endParaRPr>
            </a:p>
          </p:txBody>
        </p:sp>
        <p:sp>
          <p:nvSpPr>
            <p:cNvPr id="107551" name="Line 31"/>
            <p:cNvSpPr/>
            <p:nvPr/>
          </p:nvSpPr>
          <p:spPr>
            <a:xfrm>
              <a:off x="624" y="816"/>
              <a:ext cx="624" cy="0"/>
            </a:xfrm>
            <a:prstGeom prst="line">
              <a:avLst/>
            </a:prstGeom>
            <a:ln w="9525" cap="flat" cmpd="sng">
              <a:solidFill>
                <a:schemeClr val="tx1"/>
              </a:solidFill>
              <a:prstDash val="solid"/>
              <a:headEnd type="none" w="med" len="med"/>
              <a:tailEnd type="none" w="med" len="med"/>
            </a:ln>
          </p:spPr>
        </p:sp>
        <p:sp>
          <p:nvSpPr>
            <p:cNvPr id="107552" name="Line 32"/>
            <p:cNvSpPr/>
            <p:nvPr/>
          </p:nvSpPr>
          <p:spPr>
            <a:xfrm>
              <a:off x="912" y="1056"/>
              <a:ext cx="0" cy="96"/>
            </a:xfrm>
            <a:prstGeom prst="line">
              <a:avLst/>
            </a:prstGeom>
            <a:ln w="9525" cap="flat" cmpd="sng">
              <a:solidFill>
                <a:schemeClr val="tx1"/>
              </a:solidFill>
              <a:prstDash val="solid"/>
              <a:headEnd type="triangle" w="med" len="med"/>
              <a:tailEnd type="triangle" w="med" len="med"/>
            </a:ln>
          </p:spPr>
        </p:sp>
        <p:sp>
          <p:nvSpPr>
            <p:cNvPr id="107553" name="Line 33"/>
            <p:cNvSpPr/>
            <p:nvPr/>
          </p:nvSpPr>
          <p:spPr>
            <a:xfrm>
              <a:off x="912" y="1968"/>
              <a:ext cx="0" cy="144"/>
            </a:xfrm>
            <a:prstGeom prst="line">
              <a:avLst/>
            </a:prstGeom>
            <a:ln w="9525" cap="flat" cmpd="sng">
              <a:solidFill>
                <a:schemeClr val="tx1"/>
              </a:solidFill>
              <a:prstDash val="solid"/>
              <a:headEnd type="triangle" w="med" len="med"/>
              <a:tailEnd type="triangle" w="med" len="med"/>
            </a:ln>
          </p:spPr>
        </p:sp>
        <p:sp>
          <p:nvSpPr>
            <p:cNvPr id="107554" name="Line 34"/>
            <p:cNvSpPr/>
            <p:nvPr/>
          </p:nvSpPr>
          <p:spPr>
            <a:xfrm flipH="1">
              <a:off x="1056" y="1728"/>
              <a:ext cx="192" cy="0"/>
            </a:xfrm>
            <a:prstGeom prst="line">
              <a:avLst/>
            </a:prstGeom>
            <a:ln w="9525" cap="flat" cmpd="sng">
              <a:solidFill>
                <a:schemeClr val="tx1"/>
              </a:solidFill>
              <a:prstDash val="solid"/>
              <a:headEnd type="triangle" w="med" len="med"/>
              <a:tailEnd type="triangle" w="med" len="med"/>
            </a:ln>
          </p:spPr>
        </p:sp>
        <p:sp>
          <p:nvSpPr>
            <p:cNvPr id="107555" name="Line 35"/>
            <p:cNvSpPr/>
            <p:nvPr/>
          </p:nvSpPr>
          <p:spPr>
            <a:xfrm flipH="1">
              <a:off x="288" y="1440"/>
              <a:ext cx="528" cy="0"/>
            </a:xfrm>
            <a:prstGeom prst="line">
              <a:avLst/>
            </a:prstGeom>
            <a:ln w="9525" cap="flat" cmpd="sng">
              <a:solidFill>
                <a:schemeClr val="tx1"/>
              </a:solidFill>
              <a:prstDash val="solid"/>
              <a:headEnd type="triangle" w="med" len="med"/>
              <a:tailEnd type="triangle" w="med" len="med"/>
            </a:ln>
          </p:spPr>
        </p:sp>
        <p:sp>
          <p:nvSpPr>
            <p:cNvPr id="107556" name="Line 36"/>
            <p:cNvSpPr/>
            <p:nvPr/>
          </p:nvSpPr>
          <p:spPr>
            <a:xfrm>
              <a:off x="1056" y="1248"/>
              <a:ext cx="816" cy="0"/>
            </a:xfrm>
            <a:prstGeom prst="line">
              <a:avLst/>
            </a:prstGeom>
            <a:ln w="9525" cap="flat" cmpd="sng">
              <a:solidFill>
                <a:schemeClr val="tx1"/>
              </a:solidFill>
              <a:prstDash val="solid"/>
              <a:headEnd type="none" w="med" len="med"/>
              <a:tailEnd type="triangle" w="med" len="med"/>
            </a:ln>
          </p:spPr>
        </p:sp>
        <p:sp>
          <p:nvSpPr>
            <p:cNvPr id="107557" name="Line 37"/>
            <p:cNvSpPr/>
            <p:nvPr/>
          </p:nvSpPr>
          <p:spPr>
            <a:xfrm flipH="1">
              <a:off x="864" y="2016"/>
              <a:ext cx="1824" cy="0"/>
            </a:xfrm>
            <a:prstGeom prst="line">
              <a:avLst/>
            </a:prstGeom>
            <a:ln w="9525" cap="flat" cmpd="sng">
              <a:solidFill>
                <a:schemeClr val="tx1"/>
              </a:solidFill>
              <a:prstDash val="solid"/>
              <a:headEnd type="triangle" w="med" len="med"/>
              <a:tailEnd type="triangle" w="med" len="med"/>
            </a:ln>
          </p:spPr>
        </p:sp>
        <p:sp>
          <p:nvSpPr>
            <p:cNvPr id="107558" name="Line 38"/>
            <p:cNvSpPr/>
            <p:nvPr/>
          </p:nvSpPr>
          <p:spPr>
            <a:xfrm flipV="1">
              <a:off x="3360" y="480"/>
              <a:ext cx="0" cy="1344"/>
            </a:xfrm>
            <a:prstGeom prst="line">
              <a:avLst/>
            </a:prstGeom>
            <a:ln w="9525" cap="flat" cmpd="sng">
              <a:solidFill>
                <a:schemeClr val="tx1"/>
              </a:solidFill>
              <a:prstDash val="solid"/>
              <a:headEnd type="triangle" w="med" len="med"/>
              <a:tailEnd type="triangle" w="med" len="med"/>
            </a:ln>
          </p:spPr>
        </p:sp>
        <p:sp>
          <p:nvSpPr>
            <p:cNvPr id="107559" name="Line 39"/>
            <p:cNvSpPr/>
            <p:nvPr/>
          </p:nvSpPr>
          <p:spPr>
            <a:xfrm flipV="1">
              <a:off x="3648" y="480"/>
              <a:ext cx="0" cy="1344"/>
            </a:xfrm>
            <a:prstGeom prst="line">
              <a:avLst/>
            </a:prstGeom>
            <a:ln w="9525" cap="flat" cmpd="sng">
              <a:solidFill>
                <a:schemeClr val="tx1"/>
              </a:solidFill>
              <a:prstDash val="solid"/>
              <a:headEnd type="triangle" w="med" len="med"/>
              <a:tailEnd type="triangle" w="med" len="med"/>
            </a:ln>
          </p:spPr>
        </p:sp>
        <p:sp>
          <p:nvSpPr>
            <p:cNvPr id="107560" name="Line 40"/>
            <p:cNvSpPr/>
            <p:nvPr/>
          </p:nvSpPr>
          <p:spPr>
            <a:xfrm>
              <a:off x="2688" y="816"/>
              <a:ext cx="672" cy="0"/>
            </a:xfrm>
            <a:prstGeom prst="line">
              <a:avLst/>
            </a:prstGeom>
            <a:ln w="9525" cap="flat" cmpd="sng">
              <a:solidFill>
                <a:schemeClr val="tx1"/>
              </a:solidFill>
              <a:prstDash val="solid"/>
              <a:headEnd type="triangle" w="med" len="med"/>
              <a:tailEnd type="triangle" w="med" len="med"/>
            </a:ln>
          </p:spPr>
        </p:sp>
        <p:sp>
          <p:nvSpPr>
            <p:cNvPr id="107561" name="Line 41"/>
            <p:cNvSpPr/>
            <p:nvPr/>
          </p:nvSpPr>
          <p:spPr>
            <a:xfrm>
              <a:off x="1824" y="1680"/>
              <a:ext cx="1536" cy="0"/>
            </a:xfrm>
            <a:prstGeom prst="line">
              <a:avLst/>
            </a:prstGeom>
            <a:ln w="9525" cap="flat" cmpd="sng">
              <a:solidFill>
                <a:schemeClr val="tx1"/>
              </a:solidFill>
              <a:prstDash val="solid"/>
              <a:headEnd type="triangle" w="med" len="med"/>
              <a:tailEnd type="triangle" w="med" len="med"/>
            </a:ln>
          </p:spPr>
        </p:sp>
        <p:sp>
          <p:nvSpPr>
            <p:cNvPr id="107562" name="Line 42"/>
            <p:cNvSpPr/>
            <p:nvPr/>
          </p:nvSpPr>
          <p:spPr>
            <a:xfrm flipH="1">
              <a:off x="3648" y="576"/>
              <a:ext cx="720" cy="0"/>
            </a:xfrm>
            <a:prstGeom prst="line">
              <a:avLst/>
            </a:prstGeom>
            <a:ln w="9525" cap="flat" cmpd="sng">
              <a:solidFill>
                <a:schemeClr val="tx1"/>
              </a:solidFill>
              <a:prstDash val="solid"/>
              <a:headEnd type="none" w="med" len="med"/>
              <a:tailEnd type="triangle" w="med" len="med"/>
            </a:ln>
          </p:spPr>
        </p:sp>
        <p:sp>
          <p:nvSpPr>
            <p:cNvPr id="107563" name="Line 43"/>
            <p:cNvSpPr/>
            <p:nvPr/>
          </p:nvSpPr>
          <p:spPr>
            <a:xfrm>
              <a:off x="4368" y="576"/>
              <a:ext cx="0" cy="96"/>
            </a:xfrm>
            <a:prstGeom prst="line">
              <a:avLst/>
            </a:prstGeom>
            <a:ln w="9525" cap="flat" cmpd="sng">
              <a:solidFill>
                <a:schemeClr val="tx1"/>
              </a:solidFill>
              <a:prstDash val="solid"/>
              <a:headEnd type="none" w="med" len="med"/>
              <a:tailEnd type="triangle" w="med" len="med"/>
            </a:ln>
          </p:spPr>
        </p:sp>
        <p:sp>
          <p:nvSpPr>
            <p:cNvPr id="107564" name="Line 44"/>
            <p:cNvSpPr/>
            <p:nvPr/>
          </p:nvSpPr>
          <p:spPr>
            <a:xfrm>
              <a:off x="3360" y="912"/>
              <a:ext cx="288" cy="0"/>
            </a:xfrm>
            <a:prstGeom prst="line">
              <a:avLst/>
            </a:prstGeom>
            <a:ln w="9525" cap="flat" cmpd="sng">
              <a:solidFill>
                <a:schemeClr val="tx1"/>
              </a:solidFill>
              <a:prstDash val="solid"/>
              <a:headEnd type="triangle" w="med" len="med"/>
              <a:tailEnd type="triangle" w="med" len="med"/>
            </a:ln>
          </p:spPr>
        </p:sp>
        <p:sp>
          <p:nvSpPr>
            <p:cNvPr id="107565" name="Line 45"/>
            <p:cNvSpPr/>
            <p:nvPr/>
          </p:nvSpPr>
          <p:spPr>
            <a:xfrm>
              <a:off x="4368" y="1056"/>
              <a:ext cx="0" cy="96"/>
            </a:xfrm>
            <a:prstGeom prst="line">
              <a:avLst/>
            </a:prstGeom>
            <a:ln w="9525" cap="flat" cmpd="sng">
              <a:solidFill>
                <a:schemeClr val="tx1"/>
              </a:solidFill>
              <a:prstDash val="solid"/>
              <a:headEnd type="none" w="med" len="med"/>
              <a:tailEnd type="triangle" w="med" len="med"/>
            </a:ln>
          </p:spPr>
        </p:sp>
        <p:sp>
          <p:nvSpPr>
            <p:cNvPr id="107566" name="Line 46"/>
            <p:cNvSpPr/>
            <p:nvPr/>
          </p:nvSpPr>
          <p:spPr>
            <a:xfrm flipH="1">
              <a:off x="3648" y="1152"/>
              <a:ext cx="720" cy="0"/>
            </a:xfrm>
            <a:prstGeom prst="line">
              <a:avLst/>
            </a:prstGeom>
            <a:ln w="9525" cap="flat" cmpd="sng">
              <a:solidFill>
                <a:schemeClr val="tx1"/>
              </a:solidFill>
              <a:prstDash val="solid"/>
              <a:headEnd type="none" w="med" len="med"/>
              <a:tailEnd type="triangle" w="med" len="med"/>
            </a:ln>
          </p:spPr>
        </p:sp>
        <p:sp>
          <p:nvSpPr>
            <p:cNvPr id="107567" name="Line 47"/>
            <p:cNvSpPr/>
            <p:nvPr/>
          </p:nvSpPr>
          <p:spPr>
            <a:xfrm>
              <a:off x="4320" y="1584"/>
              <a:ext cx="0" cy="96"/>
            </a:xfrm>
            <a:prstGeom prst="line">
              <a:avLst/>
            </a:prstGeom>
            <a:ln w="9525" cap="flat" cmpd="sng">
              <a:solidFill>
                <a:schemeClr val="tx1"/>
              </a:solidFill>
              <a:prstDash val="solid"/>
              <a:headEnd type="triangle" w="med" len="med"/>
              <a:tailEnd type="none" w="med" len="med"/>
            </a:ln>
          </p:spPr>
        </p:sp>
        <p:sp>
          <p:nvSpPr>
            <p:cNvPr id="107568" name="Line 48"/>
            <p:cNvSpPr/>
            <p:nvPr/>
          </p:nvSpPr>
          <p:spPr>
            <a:xfrm flipH="1">
              <a:off x="3648" y="1680"/>
              <a:ext cx="672" cy="0"/>
            </a:xfrm>
            <a:prstGeom prst="line">
              <a:avLst/>
            </a:prstGeom>
            <a:ln w="9525" cap="flat" cmpd="sng">
              <a:solidFill>
                <a:schemeClr val="tx1"/>
              </a:solidFill>
              <a:prstDash val="solid"/>
              <a:headEnd type="none" w="med" len="med"/>
              <a:tailEnd type="triangle" w="med" len="med"/>
            </a:ln>
          </p:spPr>
        </p:sp>
        <p:sp>
          <p:nvSpPr>
            <p:cNvPr id="107569" name="Line 49"/>
            <p:cNvSpPr/>
            <p:nvPr/>
          </p:nvSpPr>
          <p:spPr>
            <a:xfrm>
              <a:off x="4272" y="1728"/>
              <a:ext cx="0" cy="144"/>
            </a:xfrm>
            <a:prstGeom prst="line">
              <a:avLst/>
            </a:prstGeom>
            <a:ln w="9525" cap="flat" cmpd="sng">
              <a:solidFill>
                <a:schemeClr val="tx1"/>
              </a:solidFill>
              <a:prstDash val="solid"/>
              <a:headEnd type="none" w="med" len="med"/>
              <a:tailEnd type="triangle" w="med" len="med"/>
            </a:ln>
          </p:spPr>
        </p:sp>
        <p:sp>
          <p:nvSpPr>
            <p:cNvPr id="107570" name="Line 50"/>
            <p:cNvSpPr/>
            <p:nvPr/>
          </p:nvSpPr>
          <p:spPr>
            <a:xfrm flipH="1">
              <a:off x="3648" y="1728"/>
              <a:ext cx="624" cy="0"/>
            </a:xfrm>
            <a:prstGeom prst="line">
              <a:avLst/>
            </a:prstGeom>
            <a:ln w="9525" cap="flat" cmpd="sng">
              <a:solidFill>
                <a:schemeClr val="tx1"/>
              </a:solidFill>
              <a:prstDash val="solid"/>
              <a:headEnd type="none" w="med" len="med"/>
              <a:tailEnd type="triangle" w="med" len="med"/>
            </a:ln>
          </p:spPr>
        </p:sp>
        <p:sp>
          <p:nvSpPr>
            <p:cNvPr id="107571" name="Line 51"/>
            <p:cNvSpPr/>
            <p:nvPr/>
          </p:nvSpPr>
          <p:spPr>
            <a:xfrm>
              <a:off x="1728" y="336"/>
              <a:ext cx="0" cy="1200"/>
            </a:xfrm>
            <a:prstGeom prst="line">
              <a:avLst/>
            </a:prstGeom>
            <a:ln w="9525" cap="flat" cmpd="sng">
              <a:solidFill>
                <a:schemeClr val="tx1"/>
              </a:solidFill>
              <a:prstDash val="dash"/>
              <a:headEnd type="none" w="med" len="med"/>
              <a:tailEnd type="none" w="med" len="med"/>
            </a:ln>
          </p:spPr>
        </p:sp>
        <p:sp>
          <p:nvSpPr>
            <p:cNvPr id="107572" name="Line 52"/>
            <p:cNvSpPr/>
            <p:nvPr/>
          </p:nvSpPr>
          <p:spPr>
            <a:xfrm>
              <a:off x="1728" y="1920"/>
              <a:ext cx="0" cy="528"/>
            </a:xfrm>
            <a:prstGeom prst="line">
              <a:avLst/>
            </a:prstGeom>
            <a:ln w="9525" cap="flat" cmpd="sng">
              <a:solidFill>
                <a:schemeClr val="tx1"/>
              </a:solidFill>
              <a:prstDash val="dash"/>
              <a:headEnd type="none" w="med" len="med"/>
              <a:tailEnd type="none" w="med" len="med"/>
            </a:ln>
          </p:spPr>
        </p:sp>
        <p:sp>
          <p:nvSpPr>
            <p:cNvPr id="107573" name="Text Box 53"/>
            <p:cNvSpPr txBox="1"/>
            <p:nvPr/>
          </p:nvSpPr>
          <p:spPr>
            <a:xfrm>
              <a:off x="144" y="1248"/>
              <a:ext cx="432" cy="231"/>
            </a:xfrm>
            <a:prstGeom prst="rect">
              <a:avLst/>
            </a:prstGeom>
            <a:noFill/>
            <a:ln w="9525">
              <a:noFill/>
            </a:ln>
          </p:spPr>
          <p:txBody>
            <a:bodyPr>
              <a:spAutoFit/>
            </a:bodyPr>
            <a:lstStyle>
              <a:lvl1pPr marL="342900" indent="-342900" algn="l" rtl="0" eaLnBrk="0" fontAlgn="base" hangingPunct="0">
                <a:spcBef>
                  <a:spcPct val="20000"/>
                </a:spcBef>
                <a:spcAft>
                  <a:spcPct val="0"/>
                </a:spcAft>
                <a:buChar char="•"/>
                <a:defRPr sz="3200">
                  <a:solidFill>
                    <a:srgbClr val="666699"/>
                  </a:solidFill>
                  <a:latin typeface="+mn-lt"/>
                  <a:ea typeface="+mn-ea"/>
                  <a:cs typeface="+mn-cs"/>
                </a:defRPr>
              </a:lvl1pPr>
              <a:lvl2pPr marL="742950" indent="-285750" algn="l" rtl="0" eaLnBrk="0" fontAlgn="base" hangingPunct="0">
                <a:spcBef>
                  <a:spcPct val="20000"/>
                </a:spcBef>
                <a:spcAft>
                  <a:spcPct val="0"/>
                </a:spcAft>
                <a:buChar char="–"/>
                <a:defRPr sz="2800">
                  <a:solidFill>
                    <a:srgbClr val="666699"/>
                  </a:solidFill>
                  <a:latin typeface="+mn-lt"/>
                  <a:ea typeface="+mn-ea"/>
                </a:defRPr>
              </a:lvl2pPr>
              <a:lvl3pPr marL="1143000" indent="-228600" algn="l" rtl="0" eaLnBrk="0" fontAlgn="base" hangingPunct="0">
                <a:spcBef>
                  <a:spcPct val="20000"/>
                </a:spcBef>
                <a:spcAft>
                  <a:spcPct val="0"/>
                </a:spcAft>
                <a:buChar char="•"/>
                <a:defRPr sz="2400">
                  <a:solidFill>
                    <a:srgbClr val="666699"/>
                  </a:solidFill>
                  <a:latin typeface="+mn-lt"/>
                  <a:ea typeface="+mn-ea"/>
                </a:defRPr>
              </a:lvl3pPr>
              <a:lvl4pPr marL="1600200" indent="-228600" algn="l" rtl="0" eaLnBrk="0" fontAlgn="base" hangingPunct="0">
                <a:spcBef>
                  <a:spcPct val="20000"/>
                </a:spcBef>
                <a:spcAft>
                  <a:spcPct val="0"/>
                </a:spcAft>
                <a:buChar char="–"/>
                <a:defRPr sz="2000">
                  <a:solidFill>
                    <a:srgbClr val="666699"/>
                  </a:solidFill>
                  <a:latin typeface="+mn-lt"/>
                  <a:ea typeface="+mn-ea"/>
                </a:defRPr>
              </a:lvl4pPr>
              <a:lvl5pPr marL="2057400" indent="-228600" algn="l" rtl="0" eaLnBrk="0" fontAlgn="base" hangingPunct="0">
                <a:spcBef>
                  <a:spcPct val="20000"/>
                </a:spcBef>
                <a:spcAft>
                  <a:spcPct val="0"/>
                </a:spcAft>
                <a:buChar char="»"/>
                <a:defRPr sz="2000">
                  <a:solidFill>
                    <a:srgbClr val="666699"/>
                  </a:solidFill>
                  <a:latin typeface="+mn-lt"/>
                  <a:ea typeface="+mn-ea"/>
                </a:defRPr>
              </a:lvl5pPr>
            </a:lstStyle>
            <a:p>
              <a:pPr marL="0" lvl="0" indent="0" eaLnBrk="1" hangingPunct="1">
                <a:spcBef>
                  <a:spcPct val="50000"/>
                </a:spcBef>
                <a:buNone/>
              </a:pPr>
              <a:r>
                <a:rPr lang="zh-CN" altLang="en-US" sz="1800" dirty="0">
                  <a:solidFill>
                    <a:schemeClr val="tx1"/>
                  </a:solidFill>
                  <a:latin typeface="Tahoma" panose="020B0604030504040204" pitchFamily="34" charset="0"/>
                </a:rPr>
                <a:t>数据</a:t>
              </a:r>
              <a:endParaRPr lang="zh-CN" altLang="en-US" sz="1800" dirty="0">
                <a:solidFill>
                  <a:schemeClr val="tx1"/>
                </a:solidFill>
                <a:latin typeface="Tahoma" panose="020B0604030504040204" pitchFamily="34" charset="0"/>
              </a:endParaRPr>
            </a:p>
          </p:txBody>
        </p:sp>
        <p:sp>
          <p:nvSpPr>
            <p:cNvPr id="107574" name="Line 54"/>
            <p:cNvSpPr/>
            <p:nvPr/>
          </p:nvSpPr>
          <p:spPr>
            <a:xfrm>
              <a:off x="144" y="2160"/>
              <a:ext cx="480" cy="0"/>
            </a:xfrm>
            <a:prstGeom prst="line">
              <a:avLst/>
            </a:prstGeom>
            <a:ln w="9525" cap="flat" cmpd="sng">
              <a:solidFill>
                <a:schemeClr val="tx1"/>
              </a:solidFill>
              <a:prstDash val="solid"/>
              <a:headEnd type="triangle" w="med" len="med"/>
              <a:tailEnd type="triangle" w="med" len="med"/>
            </a:ln>
          </p:spPr>
        </p:sp>
        <p:sp>
          <p:nvSpPr>
            <p:cNvPr id="107575" name="Line 55"/>
            <p:cNvSpPr/>
            <p:nvPr/>
          </p:nvSpPr>
          <p:spPr>
            <a:xfrm>
              <a:off x="144" y="2304"/>
              <a:ext cx="480" cy="0"/>
            </a:xfrm>
            <a:prstGeom prst="line">
              <a:avLst/>
            </a:prstGeom>
            <a:ln w="9525" cap="flat" cmpd="sng">
              <a:solidFill>
                <a:schemeClr val="tx1"/>
              </a:solidFill>
              <a:prstDash val="solid"/>
              <a:headEnd type="triangle" w="med" len="med"/>
              <a:tailEnd type="triangle" w="med" len="med"/>
            </a:ln>
          </p:spPr>
        </p:sp>
        <p:sp>
          <p:nvSpPr>
            <p:cNvPr id="107576" name="Text Box 56"/>
            <p:cNvSpPr txBox="1"/>
            <p:nvPr/>
          </p:nvSpPr>
          <p:spPr>
            <a:xfrm>
              <a:off x="0" y="1872"/>
              <a:ext cx="432" cy="231"/>
            </a:xfrm>
            <a:prstGeom prst="rect">
              <a:avLst/>
            </a:prstGeom>
            <a:noFill/>
            <a:ln w="9525">
              <a:noFill/>
            </a:ln>
          </p:spPr>
          <p:txBody>
            <a:bodyPr>
              <a:spAutoFit/>
            </a:bodyPr>
            <a:lstStyle>
              <a:lvl1pPr marL="342900" indent="-342900" algn="l" rtl="0" eaLnBrk="0" fontAlgn="base" hangingPunct="0">
                <a:spcBef>
                  <a:spcPct val="20000"/>
                </a:spcBef>
                <a:spcAft>
                  <a:spcPct val="0"/>
                </a:spcAft>
                <a:buChar char="•"/>
                <a:defRPr sz="3200">
                  <a:solidFill>
                    <a:srgbClr val="666699"/>
                  </a:solidFill>
                  <a:latin typeface="+mn-lt"/>
                  <a:ea typeface="+mn-ea"/>
                  <a:cs typeface="+mn-cs"/>
                </a:defRPr>
              </a:lvl1pPr>
              <a:lvl2pPr marL="742950" indent="-285750" algn="l" rtl="0" eaLnBrk="0" fontAlgn="base" hangingPunct="0">
                <a:spcBef>
                  <a:spcPct val="20000"/>
                </a:spcBef>
                <a:spcAft>
                  <a:spcPct val="0"/>
                </a:spcAft>
                <a:buChar char="–"/>
                <a:defRPr sz="2800">
                  <a:solidFill>
                    <a:srgbClr val="666699"/>
                  </a:solidFill>
                  <a:latin typeface="+mn-lt"/>
                  <a:ea typeface="+mn-ea"/>
                </a:defRPr>
              </a:lvl2pPr>
              <a:lvl3pPr marL="1143000" indent="-228600" algn="l" rtl="0" eaLnBrk="0" fontAlgn="base" hangingPunct="0">
                <a:spcBef>
                  <a:spcPct val="20000"/>
                </a:spcBef>
                <a:spcAft>
                  <a:spcPct val="0"/>
                </a:spcAft>
                <a:buChar char="•"/>
                <a:defRPr sz="2400">
                  <a:solidFill>
                    <a:srgbClr val="666699"/>
                  </a:solidFill>
                  <a:latin typeface="+mn-lt"/>
                  <a:ea typeface="+mn-ea"/>
                </a:defRPr>
              </a:lvl3pPr>
              <a:lvl4pPr marL="1600200" indent="-228600" algn="l" rtl="0" eaLnBrk="0" fontAlgn="base" hangingPunct="0">
                <a:spcBef>
                  <a:spcPct val="20000"/>
                </a:spcBef>
                <a:spcAft>
                  <a:spcPct val="0"/>
                </a:spcAft>
                <a:buChar char="–"/>
                <a:defRPr sz="2000">
                  <a:solidFill>
                    <a:srgbClr val="666699"/>
                  </a:solidFill>
                  <a:latin typeface="+mn-lt"/>
                  <a:ea typeface="+mn-ea"/>
                </a:defRPr>
              </a:lvl4pPr>
              <a:lvl5pPr marL="2057400" indent="-228600" algn="l" rtl="0" eaLnBrk="0" fontAlgn="base" hangingPunct="0">
                <a:spcBef>
                  <a:spcPct val="20000"/>
                </a:spcBef>
                <a:spcAft>
                  <a:spcPct val="0"/>
                </a:spcAft>
                <a:buChar char="»"/>
                <a:defRPr sz="2000">
                  <a:solidFill>
                    <a:srgbClr val="666699"/>
                  </a:solidFill>
                  <a:latin typeface="+mn-lt"/>
                  <a:ea typeface="+mn-ea"/>
                </a:defRPr>
              </a:lvl5pPr>
            </a:lstStyle>
            <a:p>
              <a:pPr marL="0" lvl="0" indent="0" eaLnBrk="1" hangingPunct="1">
                <a:spcBef>
                  <a:spcPct val="50000"/>
                </a:spcBef>
                <a:buNone/>
              </a:pPr>
              <a:r>
                <a:rPr lang="zh-CN" altLang="en-US" sz="1800" dirty="0">
                  <a:solidFill>
                    <a:schemeClr val="tx1"/>
                  </a:solidFill>
                  <a:latin typeface="Tahoma" panose="020B0604030504040204" pitchFamily="34" charset="0"/>
                </a:rPr>
                <a:t>状态</a:t>
              </a:r>
              <a:endParaRPr lang="zh-CN" altLang="en-US" sz="1800" dirty="0">
                <a:solidFill>
                  <a:schemeClr val="tx1"/>
                </a:solidFill>
                <a:latin typeface="Tahoma" panose="020B0604030504040204" pitchFamily="34" charset="0"/>
              </a:endParaRPr>
            </a:p>
          </p:txBody>
        </p:sp>
        <p:sp>
          <p:nvSpPr>
            <p:cNvPr id="107577" name="Text Box 57"/>
            <p:cNvSpPr txBox="1"/>
            <p:nvPr/>
          </p:nvSpPr>
          <p:spPr>
            <a:xfrm>
              <a:off x="0" y="2352"/>
              <a:ext cx="432" cy="231"/>
            </a:xfrm>
            <a:prstGeom prst="rect">
              <a:avLst/>
            </a:prstGeom>
            <a:noFill/>
            <a:ln w="9525">
              <a:noFill/>
            </a:ln>
          </p:spPr>
          <p:txBody>
            <a:bodyPr>
              <a:spAutoFit/>
            </a:bodyPr>
            <a:lstStyle>
              <a:lvl1pPr marL="342900" indent="-342900" algn="l" rtl="0" eaLnBrk="0" fontAlgn="base" hangingPunct="0">
                <a:spcBef>
                  <a:spcPct val="20000"/>
                </a:spcBef>
                <a:spcAft>
                  <a:spcPct val="0"/>
                </a:spcAft>
                <a:buChar char="•"/>
                <a:defRPr sz="3200">
                  <a:solidFill>
                    <a:srgbClr val="666699"/>
                  </a:solidFill>
                  <a:latin typeface="+mn-lt"/>
                  <a:ea typeface="+mn-ea"/>
                  <a:cs typeface="+mn-cs"/>
                </a:defRPr>
              </a:lvl1pPr>
              <a:lvl2pPr marL="742950" indent="-285750" algn="l" rtl="0" eaLnBrk="0" fontAlgn="base" hangingPunct="0">
                <a:spcBef>
                  <a:spcPct val="20000"/>
                </a:spcBef>
                <a:spcAft>
                  <a:spcPct val="0"/>
                </a:spcAft>
                <a:buChar char="–"/>
                <a:defRPr sz="2800">
                  <a:solidFill>
                    <a:srgbClr val="666699"/>
                  </a:solidFill>
                  <a:latin typeface="+mn-lt"/>
                  <a:ea typeface="+mn-ea"/>
                </a:defRPr>
              </a:lvl2pPr>
              <a:lvl3pPr marL="1143000" indent="-228600" algn="l" rtl="0" eaLnBrk="0" fontAlgn="base" hangingPunct="0">
                <a:spcBef>
                  <a:spcPct val="20000"/>
                </a:spcBef>
                <a:spcAft>
                  <a:spcPct val="0"/>
                </a:spcAft>
                <a:buChar char="•"/>
                <a:defRPr sz="2400">
                  <a:solidFill>
                    <a:srgbClr val="666699"/>
                  </a:solidFill>
                  <a:latin typeface="+mn-lt"/>
                  <a:ea typeface="+mn-ea"/>
                </a:defRPr>
              </a:lvl3pPr>
              <a:lvl4pPr marL="1600200" indent="-228600" algn="l" rtl="0" eaLnBrk="0" fontAlgn="base" hangingPunct="0">
                <a:spcBef>
                  <a:spcPct val="20000"/>
                </a:spcBef>
                <a:spcAft>
                  <a:spcPct val="0"/>
                </a:spcAft>
                <a:buChar char="–"/>
                <a:defRPr sz="2000">
                  <a:solidFill>
                    <a:srgbClr val="666699"/>
                  </a:solidFill>
                  <a:latin typeface="+mn-lt"/>
                  <a:ea typeface="+mn-ea"/>
                </a:defRPr>
              </a:lvl4pPr>
              <a:lvl5pPr marL="2057400" indent="-228600" algn="l" rtl="0" eaLnBrk="0" fontAlgn="base" hangingPunct="0">
                <a:spcBef>
                  <a:spcPct val="20000"/>
                </a:spcBef>
                <a:spcAft>
                  <a:spcPct val="0"/>
                </a:spcAft>
                <a:buChar char="»"/>
                <a:defRPr sz="2000">
                  <a:solidFill>
                    <a:srgbClr val="666699"/>
                  </a:solidFill>
                  <a:latin typeface="+mn-lt"/>
                  <a:ea typeface="+mn-ea"/>
                </a:defRPr>
              </a:lvl5pPr>
            </a:lstStyle>
            <a:p>
              <a:pPr marL="0" lvl="0" indent="0" eaLnBrk="1" hangingPunct="1">
                <a:spcBef>
                  <a:spcPct val="50000"/>
                </a:spcBef>
                <a:buNone/>
              </a:pPr>
              <a:r>
                <a:rPr lang="zh-CN" altLang="en-US" sz="1800" dirty="0">
                  <a:solidFill>
                    <a:schemeClr val="tx1"/>
                  </a:solidFill>
                  <a:latin typeface="Tahoma" panose="020B0604030504040204" pitchFamily="34" charset="0"/>
                </a:rPr>
                <a:t>地址</a:t>
              </a:r>
              <a:endParaRPr lang="zh-CN" altLang="en-US" sz="1800" dirty="0">
                <a:solidFill>
                  <a:schemeClr val="tx1"/>
                </a:solidFill>
                <a:latin typeface="Tahoma" panose="020B0604030504040204" pitchFamily="34" charset="0"/>
              </a:endParaRPr>
            </a:p>
          </p:txBody>
        </p:sp>
        <p:sp>
          <p:nvSpPr>
            <p:cNvPr id="107578" name="Text Box 58"/>
            <p:cNvSpPr txBox="1"/>
            <p:nvPr/>
          </p:nvSpPr>
          <p:spPr>
            <a:xfrm>
              <a:off x="1104" y="1104"/>
              <a:ext cx="576" cy="192"/>
            </a:xfrm>
            <a:prstGeom prst="rect">
              <a:avLst/>
            </a:prstGeom>
            <a:noFill/>
            <a:ln w="9525">
              <a:noFill/>
            </a:ln>
          </p:spPr>
          <p:txBody>
            <a:bodyPr>
              <a:spAutoFit/>
            </a:bodyPr>
            <a:lstStyle>
              <a:lvl1pPr marL="342900" indent="-342900" algn="l" rtl="0" eaLnBrk="0" fontAlgn="base" hangingPunct="0">
                <a:spcBef>
                  <a:spcPct val="20000"/>
                </a:spcBef>
                <a:spcAft>
                  <a:spcPct val="0"/>
                </a:spcAft>
                <a:buChar char="•"/>
                <a:defRPr sz="3200">
                  <a:solidFill>
                    <a:srgbClr val="666699"/>
                  </a:solidFill>
                  <a:latin typeface="+mn-lt"/>
                  <a:ea typeface="+mn-ea"/>
                  <a:cs typeface="+mn-cs"/>
                </a:defRPr>
              </a:lvl1pPr>
              <a:lvl2pPr marL="742950" indent="-285750" algn="l" rtl="0" eaLnBrk="0" fontAlgn="base" hangingPunct="0">
                <a:spcBef>
                  <a:spcPct val="20000"/>
                </a:spcBef>
                <a:spcAft>
                  <a:spcPct val="0"/>
                </a:spcAft>
                <a:buChar char="–"/>
                <a:defRPr sz="2800">
                  <a:solidFill>
                    <a:srgbClr val="666699"/>
                  </a:solidFill>
                  <a:latin typeface="+mn-lt"/>
                  <a:ea typeface="+mn-ea"/>
                </a:defRPr>
              </a:lvl2pPr>
              <a:lvl3pPr marL="1143000" indent="-228600" algn="l" rtl="0" eaLnBrk="0" fontAlgn="base" hangingPunct="0">
                <a:spcBef>
                  <a:spcPct val="20000"/>
                </a:spcBef>
                <a:spcAft>
                  <a:spcPct val="0"/>
                </a:spcAft>
                <a:buChar char="•"/>
                <a:defRPr sz="2400">
                  <a:solidFill>
                    <a:srgbClr val="666699"/>
                  </a:solidFill>
                  <a:latin typeface="+mn-lt"/>
                  <a:ea typeface="+mn-ea"/>
                </a:defRPr>
              </a:lvl3pPr>
              <a:lvl4pPr marL="1600200" indent="-228600" algn="l" rtl="0" eaLnBrk="0" fontAlgn="base" hangingPunct="0">
                <a:spcBef>
                  <a:spcPct val="20000"/>
                </a:spcBef>
                <a:spcAft>
                  <a:spcPct val="0"/>
                </a:spcAft>
                <a:buChar char="–"/>
                <a:defRPr sz="2000">
                  <a:solidFill>
                    <a:srgbClr val="666699"/>
                  </a:solidFill>
                  <a:latin typeface="+mn-lt"/>
                  <a:ea typeface="+mn-ea"/>
                </a:defRPr>
              </a:lvl4pPr>
              <a:lvl5pPr marL="2057400" indent="-228600" algn="l" rtl="0" eaLnBrk="0" fontAlgn="base" hangingPunct="0">
                <a:spcBef>
                  <a:spcPct val="20000"/>
                </a:spcBef>
                <a:spcAft>
                  <a:spcPct val="0"/>
                </a:spcAft>
                <a:buChar char="»"/>
                <a:defRPr sz="2000">
                  <a:solidFill>
                    <a:srgbClr val="666699"/>
                  </a:solidFill>
                  <a:latin typeface="+mn-lt"/>
                  <a:ea typeface="+mn-ea"/>
                </a:defRPr>
              </a:lvl5pPr>
            </a:lstStyle>
            <a:p>
              <a:pPr marL="0" lvl="0" indent="0" eaLnBrk="1" hangingPunct="1">
                <a:spcBef>
                  <a:spcPct val="50000"/>
                </a:spcBef>
                <a:buNone/>
              </a:pPr>
              <a:r>
                <a:rPr lang="zh-CN" altLang="en-US" sz="1400" dirty="0">
                  <a:solidFill>
                    <a:schemeClr val="tx1"/>
                  </a:solidFill>
                  <a:latin typeface="Tahoma" panose="020B0604030504040204" pitchFamily="34" charset="0"/>
                </a:rPr>
                <a:t>NEU指令</a:t>
              </a:r>
              <a:endParaRPr lang="zh-CN" altLang="en-US" sz="1400" dirty="0">
                <a:solidFill>
                  <a:schemeClr val="tx1"/>
                </a:solidFill>
                <a:latin typeface="Tahoma" panose="020B0604030504040204" pitchFamily="34" charset="0"/>
              </a:endParaRPr>
            </a:p>
          </p:txBody>
        </p:sp>
        <p:sp>
          <p:nvSpPr>
            <p:cNvPr id="107579" name="Text Box 59"/>
            <p:cNvSpPr txBox="1"/>
            <p:nvPr/>
          </p:nvSpPr>
          <p:spPr>
            <a:xfrm>
              <a:off x="3263" y="48"/>
              <a:ext cx="289" cy="816"/>
            </a:xfrm>
            <a:prstGeom prst="rect">
              <a:avLst/>
            </a:prstGeom>
            <a:noFill/>
            <a:ln w="9525">
              <a:noFill/>
            </a:ln>
          </p:spPr>
          <p:txBody>
            <a:bodyPr vert="eaVert">
              <a:spAutoFit/>
            </a:bodyPr>
            <a:lstStyle>
              <a:lvl1pPr marL="342900" indent="-342900" algn="l" rtl="0" eaLnBrk="0" fontAlgn="base" hangingPunct="0">
                <a:spcBef>
                  <a:spcPct val="20000"/>
                </a:spcBef>
                <a:spcAft>
                  <a:spcPct val="0"/>
                </a:spcAft>
                <a:buChar char="•"/>
                <a:defRPr sz="3200">
                  <a:solidFill>
                    <a:srgbClr val="666699"/>
                  </a:solidFill>
                  <a:latin typeface="+mn-lt"/>
                  <a:ea typeface="+mn-ea"/>
                  <a:cs typeface="+mn-cs"/>
                </a:defRPr>
              </a:lvl1pPr>
              <a:lvl2pPr marL="742950" indent="-285750" algn="l" rtl="0" eaLnBrk="0" fontAlgn="base" hangingPunct="0">
                <a:spcBef>
                  <a:spcPct val="20000"/>
                </a:spcBef>
                <a:spcAft>
                  <a:spcPct val="0"/>
                </a:spcAft>
                <a:buChar char="–"/>
                <a:defRPr sz="2800">
                  <a:solidFill>
                    <a:srgbClr val="666699"/>
                  </a:solidFill>
                  <a:latin typeface="+mn-lt"/>
                  <a:ea typeface="+mn-ea"/>
                </a:defRPr>
              </a:lvl2pPr>
              <a:lvl3pPr marL="1143000" indent="-228600" algn="l" rtl="0" eaLnBrk="0" fontAlgn="base" hangingPunct="0">
                <a:spcBef>
                  <a:spcPct val="20000"/>
                </a:spcBef>
                <a:spcAft>
                  <a:spcPct val="0"/>
                </a:spcAft>
                <a:buChar char="•"/>
                <a:defRPr sz="2400">
                  <a:solidFill>
                    <a:srgbClr val="666699"/>
                  </a:solidFill>
                  <a:latin typeface="+mn-lt"/>
                  <a:ea typeface="+mn-ea"/>
                </a:defRPr>
              </a:lvl3pPr>
              <a:lvl4pPr marL="1600200" indent="-228600" algn="l" rtl="0" eaLnBrk="0" fontAlgn="base" hangingPunct="0">
                <a:spcBef>
                  <a:spcPct val="20000"/>
                </a:spcBef>
                <a:spcAft>
                  <a:spcPct val="0"/>
                </a:spcAft>
                <a:buChar char="–"/>
                <a:defRPr sz="2000">
                  <a:solidFill>
                    <a:srgbClr val="666699"/>
                  </a:solidFill>
                  <a:latin typeface="+mn-lt"/>
                  <a:ea typeface="+mn-ea"/>
                </a:defRPr>
              </a:lvl4pPr>
              <a:lvl5pPr marL="2057400" indent="-228600" algn="l" rtl="0" eaLnBrk="0" fontAlgn="base" hangingPunct="0">
                <a:spcBef>
                  <a:spcPct val="20000"/>
                </a:spcBef>
                <a:spcAft>
                  <a:spcPct val="0"/>
                </a:spcAft>
                <a:buChar char="»"/>
                <a:defRPr sz="2000">
                  <a:solidFill>
                    <a:srgbClr val="666699"/>
                  </a:solidFill>
                  <a:latin typeface="+mn-lt"/>
                  <a:ea typeface="+mn-ea"/>
                </a:defRPr>
              </a:lvl5pPr>
            </a:lstStyle>
            <a:p>
              <a:pPr marL="0" lvl="0" indent="0" eaLnBrk="1" hangingPunct="1">
                <a:spcBef>
                  <a:spcPct val="50000"/>
                </a:spcBef>
                <a:buNone/>
              </a:pPr>
              <a:r>
                <a:rPr lang="zh-CN" altLang="en-US" sz="1800" dirty="0">
                  <a:solidFill>
                    <a:schemeClr val="tx1"/>
                  </a:solidFill>
                  <a:latin typeface="Tahoma" panose="020B0604030504040204" pitchFamily="34" charset="0"/>
                </a:rPr>
                <a:t>数据总线</a:t>
              </a:r>
              <a:endParaRPr lang="zh-CN" altLang="en-US" sz="1800" dirty="0">
                <a:solidFill>
                  <a:schemeClr val="tx1"/>
                </a:solidFill>
                <a:latin typeface="Tahoma" panose="020B0604030504040204" pitchFamily="34" charset="0"/>
              </a:endParaRPr>
            </a:p>
          </p:txBody>
        </p:sp>
        <p:sp>
          <p:nvSpPr>
            <p:cNvPr id="107580" name="Text Box 60"/>
            <p:cNvSpPr txBox="1"/>
            <p:nvPr/>
          </p:nvSpPr>
          <p:spPr>
            <a:xfrm>
              <a:off x="3600" y="0"/>
              <a:ext cx="289" cy="768"/>
            </a:xfrm>
            <a:prstGeom prst="rect">
              <a:avLst/>
            </a:prstGeom>
            <a:noFill/>
            <a:ln w="9525">
              <a:noFill/>
            </a:ln>
          </p:spPr>
          <p:txBody>
            <a:bodyPr vert="eaVert">
              <a:spAutoFit/>
            </a:bodyPr>
            <a:lstStyle>
              <a:lvl1pPr marL="342900" indent="-342900" algn="l" rtl="0" eaLnBrk="0" fontAlgn="base" hangingPunct="0">
                <a:spcBef>
                  <a:spcPct val="20000"/>
                </a:spcBef>
                <a:spcAft>
                  <a:spcPct val="0"/>
                </a:spcAft>
                <a:buChar char="•"/>
                <a:defRPr sz="3200">
                  <a:solidFill>
                    <a:srgbClr val="666699"/>
                  </a:solidFill>
                  <a:latin typeface="+mn-lt"/>
                  <a:ea typeface="+mn-ea"/>
                  <a:cs typeface="+mn-cs"/>
                </a:defRPr>
              </a:lvl1pPr>
              <a:lvl2pPr marL="742950" indent="-285750" algn="l" rtl="0" eaLnBrk="0" fontAlgn="base" hangingPunct="0">
                <a:spcBef>
                  <a:spcPct val="20000"/>
                </a:spcBef>
                <a:spcAft>
                  <a:spcPct val="0"/>
                </a:spcAft>
                <a:buChar char="–"/>
                <a:defRPr sz="2800">
                  <a:solidFill>
                    <a:srgbClr val="666699"/>
                  </a:solidFill>
                  <a:latin typeface="+mn-lt"/>
                  <a:ea typeface="+mn-ea"/>
                </a:defRPr>
              </a:lvl2pPr>
              <a:lvl3pPr marL="1143000" indent="-228600" algn="l" rtl="0" eaLnBrk="0" fontAlgn="base" hangingPunct="0">
                <a:spcBef>
                  <a:spcPct val="20000"/>
                </a:spcBef>
                <a:spcAft>
                  <a:spcPct val="0"/>
                </a:spcAft>
                <a:buChar char="•"/>
                <a:defRPr sz="2400">
                  <a:solidFill>
                    <a:srgbClr val="666699"/>
                  </a:solidFill>
                  <a:latin typeface="+mn-lt"/>
                  <a:ea typeface="+mn-ea"/>
                </a:defRPr>
              </a:lvl3pPr>
              <a:lvl4pPr marL="1600200" indent="-228600" algn="l" rtl="0" eaLnBrk="0" fontAlgn="base" hangingPunct="0">
                <a:spcBef>
                  <a:spcPct val="20000"/>
                </a:spcBef>
                <a:spcAft>
                  <a:spcPct val="0"/>
                </a:spcAft>
                <a:buChar char="–"/>
                <a:defRPr sz="2000">
                  <a:solidFill>
                    <a:srgbClr val="666699"/>
                  </a:solidFill>
                  <a:latin typeface="+mn-lt"/>
                  <a:ea typeface="+mn-ea"/>
                </a:defRPr>
              </a:lvl4pPr>
              <a:lvl5pPr marL="2057400" indent="-228600" algn="l" rtl="0" eaLnBrk="0" fontAlgn="base" hangingPunct="0">
                <a:spcBef>
                  <a:spcPct val="20000"/>
                </a:spcBef>
                <a:spcAft>
                  <a:spcPct val="0"/>
                </a:spcAft>
                <a:buChar char="»"/>
                <a:defRPr sz="2000">
                  <a:solidFill>
                    <a:srgbClr val="666699"/>
                  </a:solidFill>
                  <a:latin typeface="+mn-lt"/>
                  <a:ea typeface="+mn-ea"/>
                </a:defRPr>
              </a:lvl5pPr>
            </a:lstStyle>
            <a:p>
              <a:pPr marL="0" lvl="0" indent="0" eaLnBrk="1" hangingPunct="1">
                <a:spcBef>
                  <a:spcPct val="50000"/>
                </a:spcBef>
                <a:buNone/>
              </a:pPr>
              <a:r>
                <a:rPr lang="zh-CN" altLang="en-US" sz="1800" dirty="0">
                  <a:solidFill>
                    <a:schemeClr val="tx1"/>
                  </a:solidFill>
                  <a:latin typeface="Tahoma" panose="020B0604030504040204" pitchFamily="34" charset="0"/>
                </a:rPr>
                <a:t>小数总线</a:t>
              </a:r>
              <a:endParaRPr lang="zh-CN" altLang="en-US" sz="1800" dirty="0">
                <a:solidFill>
                  <a:schemeClr val="tx1"/>
                </a:solidFill>
                <a:latin typeface="Tahoma" panose="020B0604030504040204" pitchFamily="34" charset="0"/>
              </a:endParaRPr>
            </a:p>
          </p:txBody>
        </p:sp>
        <p:sp>
          <p:nvSpPr>
            <p:cNvPr id="107581" name="Text Box 61"/>
            <p:cNvSpPr txBox="1"/>
            <p:nvPr/>
          </p:nvSpPr>
          <p:spPr>
            <a:xfrm>
              <a:off x="3360" y="960"/>
              <a:ext cx="288" cy="404"/>
            </a:xfrm>
            <a:prstGeom prst="rect">
              <a:avLst/>
            </a:prstGeom>
            <a:noFill/>
            <a:ln w="9525">
              <a:noFill/>
            </a:ln>
          </p:spPr>
          <p:txBody>
            <a:bodyPr>
              <a:spAutoFit/>
            </a:bodyPr>
            <a:lstStyle>
              <a:lvl1pPr marL="342900" indent="-342900" algn="l" rtl="0" eaLnBrk="0" fontAlgn="base" hangingPunct="0">
                <a:spcBef>
                  <a:spcPct val="20000"/>
                </a:spcBef>
                <a:spcAft>
                  <a:spcPct val="0"/>
                </a:spcAft>
                <a:buChar char="•"/>
                <a:defRPr sz="3200">
                  <a:solidFill>
                    <a:srgbClr val="666699"/>
                  </a:solidFill>
                  <a:latin typeface="+mn-lt"/>
                  <a:ea typeface="+mn-ea"/>
                  <a:cs typeface="+mn-cs"/>
                </a:defRPr>
              </a:lvl1pPr>
              <a:lvl2pPr marL="742950" indent="-285750" algn="l" rtl="0" eaLnBrk="0" fontAlgn="base" hangingPunct="0">
                <a:spcBef>
                  <a:spcPct val="20000"/>
                </a:spcBef>
                <a:spcAft>
                  <a:spcPct val="0"/>
                </a:spcAft>
                <a:buChar char="–"/>
                <a:defRPr sz="2800">
                  <a:solidFill>
                    <a:srgbClr val="666699"/>
                  </a:solidFill>
                  <a:latin typeface="+mn-lt"/>
                  <a:ea typeface="+mn-ea"/>
                </a:defRPr>
              </a:lvl2pPr>
              <a:lvl3pPr marL="1143000" indent="-228600" algn="l" rtl="0" eaLnBrk="0" fontAlgn="base" hangingPunct="0">
                <a:spcBef>
                  <a:spcPct val="20000"/>
                </a:spcBef>
                <a:spcAft>
                  <a:spcPct val="0"/>
                </a:spcAft>
                <a:buChar char="•"/>
                <a:defRPr sz="2400">
                  <a:solidFill>
                    <a:srgbClr val="666699"/>
                  </a:solidFill>
                  <a:latin typeface="+mn-lt"/>
                  <a:ea typeface="+mn-ea"/>
                </a:defRPr>
              </a:lvl3pPr>
              <a:lvl4pPr marL="1600200" indent="-228600" algn="l" rtl="0" eaLnBrk="0" fontAlgn="base" hangingPunct="0">
                <a:spcBef>
                  <a:spcPct val="20000"/>
                </a:spcBef>
                <a:spcAft>
                  <a:spcPct val="0"/>
                </a:spcAft>
                <a:buChar char="–"/>
                <a:defRPr sz="2000">
                  <a:solidFill>
                    <a:srgbClr val="666699"/>
                  </a:solidFill>
                  <a:latin typeface="+mn-lt"/>
                  <a:ea typeface="+mn-ea"/>
                </a:defRPr>
              </a:lvl4pPr>
              <a:lvl5pPr marL="2057400" indent="-228600" algn="l" rtl="0" eaLnBrk="0" fontAlgn="base" hangingPunct="0">
                <a:spcBef>
                  <a:spcPct val="20000"/>
                </a:spcBef>
                <a:spcAft>
                  <a:spcPct val="0"/>
                </a:spcAft>
                <a:buChar char="»"/>
                <a:defRPr sz="2000">
                  <a:solidFill>
                    <a:srgbClr val="666699"/>
                  </a:solidFill>
                  <a:latin typeface="+mn-lt"/>
                  <a:ea typeface="+mn-ea"/>
                </a:defRPr>
              </a:lvl5pPr>
            </a:lstStyle>
            <a:p>
              <a:pPr marL="0" lvl="0" indent="0" eaLnBrk="1" hangingPunct="1">
                <a:spcBef>
                  <a:spcPct val="50000"/>
                </a:spcBef>
                <a:buNone/>
              </a:pPr>
              <a:r>
                <a:rPr lang="zh-CN" altLang="en-US" sz="1800" dirty="0">
                  <a:solidFill>
                    <a:schemeClr val="tx1"/>
                  </a:solidFill>
                  <a:latin typeface="Tahoma" panose="020B0604030504040204" pitchFamily="34" charset="0"/>
                </a:rPr>
                <a:t>接口</a:t>
              </a:r>
              <a:endParaRPr lang="zh-CN" altLang="en-US" sz="1800" dirty="0">
                <a:solidFill>
                  <a:schemeClr val="tx1"/>
                </a:solidFill>
                <a:latin typeface="Tahoma" panose="020B0604030504040204" pitchFamily="34" charset="0"/>
              </a:endParaRPr>
            </a:p>
          </p:txBody>
        </p:sp>
      </p:grpSp>
    </p:spTree>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8546" name="Rectangle 2"/>
          <p:cNvSpPr>
            <a:spLocks noGrp="1"/>
          </p:cNvSpPr>
          <p:nvPr>
            <p:ph type="title"/>
          </p:nvPr>
        </p:nvSpPr>
        <p:spPr>
          <a:xfrm>
            <a:off x="685800" y="914400"/>
            <a:ext cx="7772400" cy="838200"/>
          </a:xfrm>
          <a:ln/>
        </p:spPr>
        <p:txBody>
          <a:bodyPr vert="horz" wrap="square" lIns="91440" tIns="45720" rIns="91440" bIns="45720" anchor="ctr" anchorCtr="0"/>
          <a:p>
            <a:pPr eaLnBrk="1" hangingPunct="1"/>
            <a:r>
              <a:rPr lang="zh-CN" altLang="en-US" dirty="0"/>
              <a:t>浮点运算器——浮点运算方法</a:t>
            </a:r>
            <a:endParaRPr lang="zh-CN" altLang="en-US" dirty="0"/>
          </a:p>
        </p:txBody>
      </p:sp>
      <p:sp>
        <p:nvSpPr>
          <p:cNvPr id="108547" name="Rectangle 3"/>
          <p:cNvSpPr>
            <a:spLocks noGrp="1"/>
          </p:cNvSpPr>
          <p:nvPr>
            <p:ph type="body"/>
          </p:nvPr>
        </p:nvSpPr>
        <p:spPr>
          <a:ln/>
        </p:spPr>
        <p:txBody>
          <a:bodyPr vert="horz" wrap="square" lIns="91440" tIns="45720" rIns="91440" bIns="45720" anchor="t" anchorCtr="0"/>
          <a:p>
            <a:pPr marL="609600" indent="-609600" eaLnBrk="1" hangingPunct="1">
              <a:buFont typeface="Wingdings" panose="05000000000000000000" pitchFamily="2" charset="2"/>
              <a:buAutoNum type="arabicPeriod" startAt="2"/>
            </a:pPr>
            <a:r>
              <a:rPr lang="zh-CN" altLang="en-US" dirty="0"/>
              <a:t>CPU之内的浮点运算器</a:t>
            </a:r>
            <a:endParaRPr lang="zh-CN" altLang="en-US" dirty="0"/>
          </a:p>
          <a:p>
            <a:pPr marL="609600" indent="-609600" eaLnBrk="1" hangingPunct="1">
              <a:buFont typeface="Wingdings" panose="05000000000000000000" pitchFamily="2" charset="2"/>
              <a:buNone/>
            </a:pPr>
            <a:r>
              <a:rPr lang="zh-CN" altLang="en-US" dirty="0"/>
              <a:t>     浮点运算部件采用流水线设计。</a:t>
            </a:r>
            <a:endParaRPr lang="zh-CN" altLang="en-US" dirty="0"/>
          </a:p>
        </p:txBody>
      </p:sp>
    </p:spTree>
  </p:cSld>
  <p:clrMapOvr>
    <a:masterClrMapping/>
  </p:clrMapOvr>
</p:sld>
</file>

<file path=ppt/theme/theme1.xml><?xml version="1.0" encoding="utf-8"?>
<a:theme xmlns:a="http://schemas.openxmlformats.org/drawingml/2006/main" name="Ribbons">
  <a:themeElements>
    <a:clrScheme name="Ribbons 3">
      <a:dk1>
        <a:srgbClr val="000000"/>
      </a:dk1>
      <a:lt1>
        <a:srgbClr val="B2B2B2"/>
      </a:lt1>
      <a:dk2>
        <a:srgbClr val="000000"/>
      </a:dk2>
      <a:lt2>
        <a:srgbClr val="777777"/>
      </a:lt2>
      <a:accent1>
        <a:srgbClr val="CBCBCB"/>
      </a:accent1>
      <a:accent2>
        <a:srgbClr val="969696"/>
      </a:accent2>
      <a:accent3>
        <a:srgbClr val="D5D5D5"/>
      </a:accent3>
      <a:accent4>
        <a:srgbClr val="000000"/>
      </a:accent4>
      <a:accent5>
        <a:srgbClr val="E2E2E2"/>
      </a:accent5>
      <a:accent6>
        <a:srgbClr val="878787"/>
      </a:accent6>
      <a:hlink>
        <a:srgbClr val="333333"/>
      </a:hlink>
      <a:folHlink>
        <a:srgbClr val="777777"/>
      </a:folHlink>
    </a:clrScheme>
    <a:fontScheme name="Ribbons">
      <a:majorFont>
        <a:latin typeface="Times New Roman"/>
        <a:ea typeface="宋体"/>
        <a:cs typeface=""/>
      </a:majorFont>
      <a:minorFont>
        <a:latin typeface="Times New Roman"/>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non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defRPr kumimoji="0" lang="zh-CN" sz="24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non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defRPr kumimoji="0" lang="zh-CN" sz="24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defRPr>
        </a:defPPr>
      </a:lstStyle>
    </a:lnDef>
  </a:objectDefaults>
  <a:extraClrSchemeLst>
    <a:extraClrScheme>
      <a:clrScheme name="Ribbons 1">
        <a:dk1>
          <a:srgbClr val="220011"/>
        </a:dk1>
        <a:lt1>
          <a:srgbClr val="FFFFCC"/>
        </a:lt1>
        <a:dk2>
          <a:srgbClr val="660033"/>
        </a:dk2>
        <a:lt2>
          <a:srgbClr val="FFCC00"/>
        </a:lt2>
        <a:accent1>
          <a:srgbClr val="CC0099"/>
        </a:accent1>
        <a:accent2>
          <a:srgbClr val="56002B"/>
        </a:accent2>
        <a:accent3>
          <a:srgbClr val="B8AAAD"/>
        </a:accent3>
        <a:accent4>
          <a:srgbClr val="DADAAE"/>
        </a:accent4>
        <a:accent5>
          <a:srgbClr val="E2AACA"/>
        </a:accent5>
        <a:accent6>
          <a:srgbClr val="4D0026"/>
        </a:accent6>
        <a:hlink>
          <a:srgbClr val="9C004E"/>
        </a:hlink>
        <a:folHlink>
          <a:srgbClr val="FF6600"/>
        </a:folHlink>
      </a:clrScheme>
      <a:clrMap bg1="dk2" tx1="lt1" bg2="dk1" tx2="lt2" accent1="accent1" accent2="accent2" accent3="accent3" accent4="accent4" accent5="accent5" accent6="accent6" hlink="hlink" folHlink="folHlink"/>
    </a:extraClrScheme>
    <a:extraClrScheme>
      <a:clrScheme name="Ribbons 2">
        <a:dk1>
          <a:srgbClr val="001600"/>
        </a:dk1>
        <a:lt1>
          <a:srgbClr val="669900"/>
        </a:lt1>
        <a:dk2>
          <a:srgbClr val="000000"/>
        </a:dk2>
        <a:lt2>
          <a:srgbClr val="006600"/>
        </a:lt2>
        <a:accent1>
          <a:srgbClr val="336600"/>
        </a:accent1>
        <a:accent2>
          <a:srgbClr val="89BA00"/>
        </a:accent2>
        <a:accent3>
          <a:srgbClr val="B8CAAA"/>
        </a:accent3>
        <a:accent4>
          <a:srgbClr val="001100"/>
        </a:accent4>
        <a:accent5>
          <a:srgbClr val="ADB8AA"/>
        </a:accent5>
        <a:accent6>
          <a:srgbClr val="7CA800"/>
        </a:accent6>
        <a:hlink>
          <a:srgbClr val="FFCC00"/>
        </a:hlink>
        <a:folHlink>
          <a:srgbClr val="FF7C80"/>
        </a:folHlink>
      </a:clrScheme>
      <a:clrMap bg1="lt1" tx1="dk1" bg2="lt2" tx2="dk2" accent1="accent1" accent2="accent2" accent3="accent3" accent4="accent4" accent5="accent5" accent6="accent6" hlink="hlink" folHlink="folHlink"/>
    </a:extraClrScheme>
    <a:extraClrScheme>
      <a:clrScheme name="Ribbons 3">
        <a:dk1>
          <a:srgbClr val="000000"/>
        </a:dk1>
        <a:lt1>
          <a:srgbClr val="B2B2B2"/>
        </a:lt1>
        <a:dk2>
          <a:srgbClr val="000000"/>
        </a:dk2>
        <a:lt2>
          <a:srgbClr val="777777"/>
        </a:lt2>
        <a:accent1>
          <a:srgbClr val="CBCBCB"/>
        </a:accent1>
        <a:accent2>
          <a:srgbClr val="969696"/>
        </a:accent2>
        <a:accent3>
          <a:srgbClr val="D5D5D5"/>
        </a:accent3>
        <a:accent4>
          <a:srgbClr val="000000"/>
        </a:accent4>
        <a:accent5>
          <a:srgbClr val="E2E2E2"/>
        </a:accent5>
        <a:accent6>
          <a:srgbClr val="878787"/>
        </a:accent6>
        <a:hlink>
          <a:srgbClr val="333333"/>
        </a:hlink>
        <a:folHlink>
          <a:srgbClr val="777777"/>
        </a:folHlink>
      </a:clrScheme>
      <a:clrMap bg1="lt1" tx1="dk1" bg2="lt2" tx2="dk2" accent1="accent1" accent2="accent2" accent3="accent3" accent4="accent4" accent5="accent5" accent6="accent6" hlink="hlink" folHlink="folHlink"/>
    </a:extraClrScheme>
    <a:extraClrScheme>
      <a:clrScheme name="Ribbons 4">
        <a:dk1>
          <a:srgbClr val="000F1E"/>
        </a:dk1>
        <a:lt1>
          <a:srgbClr val="FFFFFF"/>
        </a:lt1>
        <a:dk2>
          <a:srgbClr val="003366"/>
        </a:dk2>
        <a:lt2>
          <a:srgbClr val="33CCCC"/>
        </a:lt2>
        <a:accent1>
          <a:srgbClr val="006699"/>
        </a:accent1>
        <a:accent2>
          <a:srgbClr val="003366"/>
        </a:accent2>
        <a:accent3>
          <a:srgbClr val="AAADB8"/>
        </a:accent3>
        <a:accent4>
          <a:srgbClr val="DADADA"/>
        </a:accent4>
        <a:accent5>
          <a:srgbClr val="AAB8CA"/>
        </a:accent5>
        <a:accent6>
          <a:srgbClr val="002D5C"/>
        </a:accent6>
        <a:hlink>
          <a:srgbClr val="0099CC"/>
        </a:hlink>
        <a:folHlink>
          <a:srgbClr val="009999"/>
        </a:folHlink>
      </a:clrScheme>
      <a:clrMap bg1="dk2" tx1="lt1" bg2="dk1" tx2="lt2" accent1="accent1" accent2="accent2" accent3="accent3" accent4="accent4" accent5="accent5" accent6="accent6" hlink="hlink" folHlink="folHlink"/>
    </a:extraClrScheme>
    <a:extraClrScheme>
      <a:clrScheme name="Ribbons 5">
        <a:dk1>
          <a:srgbClr val="002F2E"/>
        </a:dk1>
        <a:lt1>
          <a:srgbClr val="FFFFFF"/>
        </a:lt1>
        <a:dk2>
          <a:srgbClr val="008080"/>
        </a:dk2>
        <a:lt2>
          <a:srgbClr val="66FFCC"/>
        </a:lt2>
        <a:accent1>
          <a:srgbClr val="0099CC"/>
        </a:accent1>
        <a:accent2>
          <a:srgbClr val="005250"/>
        </a:accent2>
        <a:accent3>
          <a:srgbClr val="AAC0C0"/>
        </a:accent3>
        <a:accent4>
          <a:srgbClr val="DADADA"/>
        </a:accent4>
        <a:accent5>
          <a:srgbClr val="AACAE2"/>
        </a:accent5>
        <a:accent6>
          <a:srgbClr val="004948"/>
        </a:accent6>
        <a:hlink>
          <a:srgbClr val="00CC99"/>
        </a:hlink>
        <a:folHlink>
          <a:srgbClr val="009999"/>
        </a:folHlink>
      </a:clrScheme>
      <a:clrMap bg1="dk2" tx1="lt1" bg2="dk1" tx2="lt2" accent1="accent1" accent2="accent2" accent3="accent3" accent4="accent4" accent5="accent5" accent6="accent6" hlink="hlink" folHlink="folHlink"/>
    </a:extraClrScheme>
    <a:extraClrScheme>
      <a:clrScheme name="Ribbons 6">
        <a:dk1>
          <a:srgbClr val="000022"/>
        </a:dk1>
        <a:lt1>
          <a:srgbClr val="FFFFFF"/>
        </a:lt1>
        <a:dk2>
          <a:srgbClr val="000066"/>
        </a:dk2>
        <a:lt2>
          <a:srgbClr val="FFCC00"/>
        </a:lt2>
        <a:accent1>
          <a:srgbClr val="666699"/>
        </a:accent1>
        <a:accent2>
          <a:srgbClr val="000048"/>
        </a:accent2>
        <a:accent3>
          <a:srgbClr val="AAAAB8"/>
        </a:accent3>
        <a:accent4>
          <a:srgbClr val="DADADA"/>
        </a:accent4>
        <a:accent5>
          <a:srgbClr val="B8B8CA"/>
        </a:accent5>
        <a:accent6>
          <a:srgbClr val="000040"/>
        </a:accent6>
        <a:hlink>
          <a:srgbClr val="9999FF"/>
        </a:hlink>
        <a:folHlink>
          <a:srgbClr val="000099"/>
        </a:folHlink>
      </a:clrScheme>
      <a:clrMap bg1="dk2" tx1="lt1" bg2="dk1" tx2="lt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Ribbons">
  <a:themeElements>
    <a:clrScheme name="1_Ribbons 3">
      <a:dk1>
        <a:srgbClr val="000000"/>
      </a:dk1>
      <a:lt1>
        <a:srgbClr val="B2B2B2"/>
      </a:lt1>
      <a:dk2>
        <a:srgbClr val="000000"/>
      </a:dk2>
      <a:lt2>
        <a:srgbClr val="777777"/>
      </a:lt2>
      <a:accent1>
        <a:srgbClr val="CBCBCB"/>
      </a:accent1>
      <a:accent2>
        <a:srgbClr val="969696"/>
      </a:accent2>
      <a:accent3>
        <a:srgbClr val="D5D5D5"/>
      </a:accent3>
      <a:accent4>
        <a:srgbClr val="000000"/>
      </a:accent4>
      <a:accent5>
        <a:srgbClr val="E2E2E2"/>
      </a:accent5>
      <a:accent6>
        <a:srgbClr val="878787"/>
      </a:accent6>
      <a:hlink>
        <a:srgbClr val="333333"/>
      </a:hlink>
      <a:folHlink>
        <a:srgbClr val="777777"/>
      </a:folHlink>
    </a:clrScheme>
    <a:fontScheme name="1_Ribbons">
      <a:majorFont>
        <a:latin typeface="Times New Roman"/>
        <a:ea typeface="宋体"/>
        <a:cs typeface=""/>
      </a:majorFont>
      <a:minorFont>
        <a:latin typeface="Times New Roman"/>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non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defRPr kumimoji="0" lang="zh-CN" sz="24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non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defRPr kumimoji="0" lang="zh-CN" sz="24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defRPr>
        </a:defPPr>
      </a:lstStyle>
    </a:lnDef>
  </a:objectDefaults>
  <a:extraClrSchemeLst>
    <a:extraClrScheme>
      <a:clrScheme name="1_Ribbons 1">
        <a:dk1>
          <a:srgbClr val="220011"/>
        </a:dk1>
        <a:lt1>
          <a:srgbClr val="FFFFCC"/>
        </a:lt1>
        <a:dk2>
          <a:srgbClr val="660033"/>
        </a:dk2>
        <a:lt2>
          <a:srgbClr val="FFCC00"/>
        </a:lt2>
        <a:accent1>
          <a:srgbClr val="CC0099"/>
        </a:accent1>
        <a:accent2>
          <a:srgbClr val="56002B"/>
        </a:accent2>
        <a:accent3>
          <a:srgbClr val="B8AAAD"/>
        </a:accent3>
        <a:accent4>
          <a:srgbClr val="DADAAE"/>
        </a:accent4>
        <a:accent5>
          <a:srgbClr val="E2AACA"/>
        </a:accent5>
        <a:accent6>
          <a:srgbClr val="4D0026"/>
        </a:accent6>
        <a:hlink>
          <a:srgbClr val="9C004E"/>
        </a:hlink>
        <a:folHlink>
          <a:srgbClr val="FF6600"/>
        </a:folHlink>
      </a:clrScheme>
      <a:clrMap bg1="dk2" tx1="lt1" bg2="dk1" tx2="lt2" accent1="accent1" accent2="accent2" accent3="accent3" accent4="accent4" accent5="accent5" accent6="accent6" hlink="hlink" folHlink="folHlink"/>
    </a:extraClrScheme>
    <a:extraClrScheme>
      <a:clrScheme name="1_Ribbons 2">
        <a:dk1>
          <a:srgbClr val="001600"/>
        </a:dk1>
        <a:lt1>
          <a:srgbClr val="669900"/>
        </a:lt1>
        <a:dk2>
          <a:srgbClr val="000000"/>
        </a:dk2>
        <a:lt2>
          <a:srgbClr val="006600"/>
        </a:lt2>
        <a:accent1>
          <a:srgbClr val="336600"/>
        </a:accent1>
        <a:accent2>
          <a:srgbClr val="89BA00"/>
        </a:accent2>
        <a:accent3>
          <a:srgbClr val="B8CAAA"/>
        </a:accent3>
        <a:accent4>
          <a:srgbClr val="001100"/>
        </a:accent4>
        <a:accent5>
          <a:srgbClr val="ADB8AA"/>
        </a:accent5>
        <a:accent6>
          <a:srgbClr val="7CA800"/>
        </a:accent6>
        <a:hlink>
          <a:srgbClr val="FFCC00"/>
        </a:hlink>
        <a:folHlink>
          <a:srgbClr val="FF7C80"/>
        </a:folHlink>
      </a:clrScheme>
      <a:clrMap bg1="lt1" tx1="dk1" bg2="lt2" tx2="dk2" accent1="accent1" accent2="accent2" accent3="accent3" accent4="accent4" accent5="accent5" accent6="accent6" hlink="hlink" folHlink="folHlink"/>
    </a:extraClrScheme>
    <a:extraClrScheme>
      <a:clrScheme name="1_Ribbons 3">
        <a:dk1>
          <a:srgbClr val="000000"/>
        </a:dk1>
        <a:lt1>
          <a:srgbClr val="B2B2B2"/>
        </a:lt1>
        <a:dk2>
          <a:srgbClr val="000000"/>
        </a:dk2>
        <a:lt2>
          <a:srgbClr val="777777"/>
        </a:lt2>
        <a:accent1>
          <a:srgbClr val="CBCBCB"/>
        </a:accent1>
        <a:accent2>
          <a:srgbClr val="969696"/>
        </a:accent2>
        <a:accent3>
          <a:srgbClr val="D5D5D5"/>
        </a:accent3>
        <a:accent4>
          <a:srgbClr val="000000"/>
        </a:accent4>
        <a:accent5>
          <a:srgbClr val="E2E2E2"/>
        </a:accent5>
        <a:accent6>
          <a:srgbClr val="878787"/>
        </a:accent6>
        <a:hlink>
          <a:srgbClr val="333333"/>
        </a:hlink>
        <a:folHlink>
          <a:srgbClr val="777777"/>
        </a:folHlink>
      </a:clrScheme>
      <a:clrMap bg1="lt1" tx1="dk1" bg2="lt2" tx2="dk2" accent1="accent1" accent2="accent2" accent3="accent3" accent4="accent4" accent5="accent5" accent6="accent6" hlink="hlink" folHlink="folHlink"/>
    </a:extraClrScheme>
    <a:extraClrScheme>
      <a:clrScheme name="1_Ribbons 4">
        <a:dk1>
          <a:srgbClr val="000F1E"/>
        </a:dk1>
        <a:lt1>
          <a:srgbClr val="FFFFFF"/>
        </a:lt1>
        <a:dk2>
          <a:srgbClr val="003366"/>
        </a:dk2>
        <a:lt2>
          <a:srgbClr val="33CCCC"/>
        </a:lt2>
        <a:accent1>
          <a:srgbClr val="006699"/>
        </a:accent1>
        <a:accent2>
          <a:srgbClr val="003366"/>
        </a:accent2>
        <a:accent3>
          <a:srgbClr val="AAADB8"/>
        </a:accent3>
        <a:accent4>
          <a:srgbClr val="DADADA"/>
        </a:accent4>
        <a:accent5>
          <a:srgbClr val="AAB8CA"/>
        </a:accent5>
        <a:accent6>
          <a:srgbClr val="002D5C"/>
        </a:accent6>
        <a:hlink>
          <a:srgbClr val="0099CC"/>
        </a:hlink>
        <a:folHlink>
          <a:srgbClr val="009999"/>
        </a:folHlink>
      </a:clrScheme>
      <a:clrMap bg1="dk2" tx1="lt1" bg2="dk1" tx2="lt2" accent1="accent1" accent2="accent2" accent3="accent3" accent4="accent4" accent5="accent5" accent6="accent6" hlink="hlink" folHlink="folHlink"/>
    </a:extraClrScheme>
    <a:extraClrScheme>
      <a:clrScheme name="1_Ribbons 5">
        <a:dk1>
          <a:srgbClr val="002F2E"/>
        </a:dk1>
        <a:lt1>
          <a:srgbClr val="FFFFFF"/>
        </a:lt1>
        <a:dk2>
          <a:srgbClr val="008080"/>
        </a:dk2>
        <a:lt2>
          <a:srgbClr val="66FFCC"/>
        </a:lt2>
        <a:accent1>
          <a:srgbClr val="0099CC"/>
        </a:accent1>
        <a:accent2>
          <a:srgbClr val="005250"/>
        </a:accent2>
        <a:accent3>
          <a:srgbClr val="AAC0C0"/>
        </a:accent3>
        <a:accent4>
          <a:srgbClr val="DADADA"/>
        </a:accent4>
        <a:accent5>
          <a:srgbClr val="AACAE2"/>
        </a:accent5>
        <a:accent6>
          <a:srgbClr val="004948"/>
        </a:accent6>
        <a:hlink>
          <a:srgbClr val="00CC99"/>
        </a:hlink>
        <a:folHlink>
          <a:srgbClr val="009999"/>
        </a:folHlink>
      </a:clrScheme>
      <a:clrMap bg1="dk2" tx1="lt1" bg2="dk1" tx2="lt2" accent1="accent1" accent2="accent2" accent3="accent3" accent4="accent4" accent5="accent5" accent6="accent6" hlink="hlink" folHlink="folHlink"/>
    </a:extraClrScheme>
    <a:extraClrScheme>
      <a:clrScheme name="1_Ribbons 6">
        <a:dk1>
          <a:srgbClr val="000022"/>
        </a:dk1>
        <a:lt1>
          <a:srgbClr val="FFFFFF"/>
        </a:lt1>
        <a:dk2>
          <a:srgbClr val="000066"/>
        </a:dk2>
        <a:lt2>
          <a:srgbClr val="FFCC00"/>
        </a:lt2>
        <a:accent1>
          <a:srgbClr val="666699"/>
        </a:accent1>
        <a:accent2>
          <a:srgbClr val="000048"/>
        </a:accent2>
        <a:accent3>
          <a:srgbClr val="AAAAB8"/>
        </a:accent3>
        <a:accent4>
          <a:srgbClr val="DADADA"/>
        </a:accent4>
        <a:accent5>
          <a:srgbClr val="B8B8CA"/>
        </a:accent5>
        <a:accent6>
          <a:srgbClr val="000040"/>
        </a:accent6>
        <a:hlink>
          <a:srgbClr val="9999FF"/>
        </a:hlink>
        <a:folHlink>
          <a:srgbClr val="000099"/>
        </a:folHlink>
      </a:clrScheme>
      <a:clrMap bg1="dk2" tx1="lt1" bg2="dk1" tx2="lt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C:\Program Files\Microsoft Office\Templates\Presentation Designs\Ribbons.pot</Template>
  <TotalTime>0</TotalTime>
  <Words>17451</Words>
  <Application>WPS 演示</Application>
  <PresentationFormat>全屏显示(4:3)</PresentationFormat>
  <Paragraphs>1930</Paragraphs>
  <Slides>103</Slides>
  <Notes>0</Notes>
  <HiddenSlides>0</HiddenSlides>
  <MMClips>0</MMClips>
  <ScaleCrop>false</ScaleCrop>
  <HeadingPairs>
    <vt:vector size="6" baseType="variant">
      <vt:variant>
        <vt:lpstr>已用的字体</vt:lpstr>
      </vt:variant>
      <vt:variant>
        <vt:i4>14</vt:i4>
      </vt:variant>
      <vt:variant>
        <vt:lpstr>主题</vt:lpstr>
      </vt:variant>
      <vt:variant>
        <vt:i4>2</vt:i4>
      </vt:variant>
      <vt:variant>
        <vt:lpstr>幻灯片标题</vt:lpstr>
      </vt:variant>
      <vt:variant>
        <vt:i4>103</vt:i4>
      </vt:variant>
    </vt:vector>
  </HeadingPairs>
  <TitlesOfParts>
    <vt:vector size="119" baseType="lpstr">
      <vt:lpstr>Arial</vt:lpstr>
      <vt:lpstr>宋体</vt:lpstr>
      <vt:lpstr>Wingdings</vt:lpstr>
      <vt:lpstr>Times New Roman</vt:lpstr>
      <vt:lpstr>楷体</vt:lpstr>
      <vt:lpstr>楷体_GB2312</vt:lpstr>
      <vt:lpstr>新宋体</vt:lpstr>
      <vt:lpstr>Tahoma</vt:lpstr>
      <vt:lpstr>微软雅黑</vt:lpstr>
      <vt:lpstr>黑体</vt:lpstr>
      <vt:lpstr>Calibri</vt:lpstr>
      <vt:lpstr>华文新魏</vt:lpstr>
      <vt:lpstr>隶书</vt:lpstr>
      <vt:lpstr>Arial Unicode MS</vt:lpstr>
      <vt:lpstr>Ribbons</vt:lpstr>
      <vt:lpstr>1_Ribbons</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数学与计算机科学学院</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计算机组成原理</dc:title>
  <dc:creator>赵家辉</dc:creator>
  <cp:lastModifiedBy>顽石</cp:lastModifiedBy>
  <cp:revision>245</cp:revision>
  <dcterms:created xsi:type="dcterms:W3CDTF">2003-07-21T04:46:07Z</dcterms:created>
  <dcterms:modified xsi:type="dcterms:W3CDTF">2026-03-27T08:22:35Z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2052-12.1.0.20754</vt:lpwstr>
  </property>
  <property fmtid="{D5CDD505-2E9C-101B-9397-08002B2CF9AE}" pid="3" name="ICV">
    <vt:lpwstr>0C9D2CD863C041F795C78B40595C9A0F_12</vt:lpwstr>
  </property>
</Properties>
</file>